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44" y="86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31E3-B4F0-47B3-9BA0-2A796A6E5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32497-5267-446E-85A2-C07B83749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65AD-B254-421B-A284-5126842A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2615A-B467-4062-A446-91DB05F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20909-574C-4309-97F0-7B52ACB1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571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2131-8FE4-479C-A3B7-517E9A43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13D3-3593-454F-98E4-46F1A12D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BF5F4-6E26-48E5-9F3A-6064CB21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B1EE-8ED8-45C6-90F6-BB4CC8CE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FAD88-E883-456A-8AD7-E5700251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036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689F-6025-4132-9C9C-284F9D00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DF962-1B13-48EE-813F-80C1811DD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38FFC-796C-4EED-8143-0D60D2F2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355B6-C911-472A-B88E-83614E90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F95C5-17D3-4146-AC25-9E4D4446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900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4A1A-31EB-4CC3-8D4E-F875129B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7FDB-90E9-46B2-AE6A-4A54B18B3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8DF9E-8689-4A23-9572-66BE911A9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83BC-1D6B-4F4D-A0C3-6461D19D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41A0E-5D82-483C-878D-2CD16ADA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E509F-0141-4577-B5E1-FCA8D493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820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C9D8-9DC9-4C7D-B0D0-5519371F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48E4B-0027-4EF2-80F9-9F43F83B8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94E47-E03B-4049-8F31-BAAD84A6E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C0F31-079E-41A9-BCD2-D4D47C07C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DF19A-BA51-4F45-85E0-591AF00EA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12E3B-1C90-4767-BAD6-BCB3ACB6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91332-290C-4DAE-95BC-C67B09EB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4296CE-37A8-4073-A186-9C24F2F6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123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557B-C8DC-4EAA-8278-793365E3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6D981-584E-4B17-BC45-92D95B81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C7545-7613-4AD7-9B71-8C120D72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9F416-67F8-4545-A57A-B7FEDD3C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9612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692E1-E649-4740-92E8-80EA89A4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FE8E0-ECF9-489D-B399-1C9150D8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46900-814D-42F5-8456-1A231A3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358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F7DC-49CB-4613-80C7-17301EEC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DBB2D-714D-45BE-A726-462B734EF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F752F-2077-4424-97CD-8F97E2F3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87230-850F-4015-8015-C2653233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48D0B-08DF-4AB1-ADE7-D619A940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CFF9A-C2FC-4163-A8DD-5EBBB08E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929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C6B2-1C0E-4235-8028-DEE809D6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82D98-9D9A-40D8-BC78-785789498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DE77C-4390-4F32-A10F-A0C47E450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860BB-215D-4E7D-8356-1FD12E13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8466C-97F9-4C45-B67B-576C1BA8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C4D33-4FBD-4261-9A04-847305FD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9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9E9E-76C1-4176-83EE-BEBC8B13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85F87-F073-4D1E-BDB0-3A8588999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4399-FDC8-48B0-839D-803708F0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5D5ED-0782-4367-AF3C-219957ED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8CB26-7CF9-4A77-B7B5-5FD0A139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832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55946-FE50-4D8C-8525-E178B0E9C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589B1-8196-4F1F-A350-77082012D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12DA7-167F-4F6E-BDB0-868288BC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97504-D764-4464-9DFF-36B7E426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4DCFD-2AD2-43CD-90BA-36F74CEC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235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CE4CB-F45B-4B2F-A01B-2670A221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CEBD9-B350-4876-9737-9DB0BEC1D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A0DB-3595-471E-AB09-80CDF43E2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6BE3F-6E0E-48AC-8C26-BB193E0C6EA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78F9-2DE3-43C2-BCE6-588FC6B7E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13DE0-7B48-42CE-B34F-98B41BFBC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855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roup 719">
            <a:extLst>
              <a:ext uri="{FF2B5EF4-FFF2-40B4-BE49-F238E27FC236}">
                <a16:creationId xmlns:a16="http://schemas.microsoft.com/office/drawing/2014/main" id="{204B5C8E-EAD2-4BA2-9345-E90D8639654F}"/>
              </a:ext>
            </a:extLst>
          </p:cNvPr>
          <p:cNvGrpSpPr/>
          <p:nvPr/>
        </p:nvGrpSpPr>
        <p:grpSpPr>
          <a:xfrm>
            <a:off x="3459636" y="-443720"/>
            <a:ext cx="5191858" cy="7797786"/>
            <a:chOff x="3459636" y="-443720"/>
            <a:chExt cx="5191858" cy="7797786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E6AF3449-30CA-4409-89EF-1FDD7CF21262}"/>
                </a:ext>
              </a:extLst>
            </p:cNvPr>
            <p:cNvGrpSpPr/>
            <p:nvPr/>
          </p:nvGrpSpPr>
          <p:grpSpPr>
            <a:xfrm>
              <a:off x="4145280" y="-443720"/>
              <a:ext cx="3901440" cy="7796240"/>
              <a:chOff x="4138909" y="-469120"/>
              <a:chExt cx="3901440" cy="7796240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0EEDC9F9-E8D9-44D2-ABDB-AA04C0B7C95B}"/>
                  </a:ext>
                </a:extLst>
              </p:cNvPr>
              <p:cNvGrpSpPr/>
              <p:nvPr/>
            </p:nvGrpSpPr>
            <p:grpSpPr>
              <a:xfrm>
                <a:off x="4138909" y="-469120"/>
                <a:ext cx="3901440" cy="7796240"/>
                <a:chOff x="201662" y="233898"/>
                <a:chExt cx="3901440" cy="7796240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CF1EE6E4-EBF0-4D3D-8DCF-3D83DEE94997}"/>
                    </a:ext>
                  </a:extLst>
                </p:cNvPr>
                <p:cNvGrpSpPr/>
                <p:nvPr/>
              </p:nvGrpSpPr>
              <p:grpSpPr>
                <a:xfrm>
                  <a:off x="201662" y="233898"/>
                  <a:ext cx="3901440" cy="3901440"/>
                  <a:chOff x="201662" y="233898"/>
                  <a:chExt cx="3901440" cy="3901440"/>
                </a:xfrm>
              </p:grpSpPr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9740F2F6-52B9-4F07-B902-05529A50EE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47" y="2203271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3C04ACA6-CCF9-4B47-BE19-46690D4FE3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75315" y="1593440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0E535039-5696-4E48-9534-32857ECCFBC9}"/>
                      </a:ext>
                    </a:extLst>
                  </p:cNvPr>
                  <p:cNvSpPr/>
                  <p:nvPr/>
                </p:nvSpPr>
                <p:spPr>
                  <a:xfrm>
                    <a:off x="2016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5C2BA09B-1FAA-4BA8-A95A-05C6B11C20EC}"/>
                      </a:ext>
                    </a:extLst>
                  </p:cNvPr>
                  <p:cNvSpPr/>
                  <p:nvPr/>
                </p:nvSpPr>
                <p:spPr>
                  <a:xfrm>
                    <a:off x="85190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4861FCC-2B17-46A9-831D-39051E109AD7}"/>
                      </a:ext>
                    </a:extLst>
                  </p:cNvPr>
                  <p:cNvSpPr/>
                  <p:nvPr/>
                </p:nvSpPr>
                <p:spPr>
                  <a:xfrm>
                    <a:off x="2016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68CFE77E-6EE6-431C-80DF-920BE0E3238F}"/>
                      </a:ext>
                    </a:extLst>
                  </p:cNvPr>
                  <p:cNvSpPr/>
                  <p:nvPr/>
                </p:nvSpPr>
                <p:spPr>
                  <a:xfrm>
                    <a:off x="85190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173399D4-4824-45D2-AEBF-F997DF24B2F1}"/>
                      </a:ext>
                    </a:extLst>
                  </p:cNvPr>
                  <p:cNvSpPr/>
                  <p:nvPr/>
                </p:nvSpPr>
                <p:spPr>
                  <a:xfrm>
                    <a:off x="150214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448F57B-0BC4-4E34-9BEE-8BAF68861A38}"/>
                      </a:ext>
                    </a:extLst>
                  </p:cNvPr>
                  <p:cNvSpPr/>
                  <p:nvPr/>
                </p:nvSpPr>
                <p:spPr>
                  <a:xfrm>
                    <a:off x="215238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E3632A0C-55AF-418A-A571-FD90141F979C}"/>
                      </a:ext>
                    </a:extLst>
                  </p:cNvPr>
                  <p:cNvSpPr/>
                  <p:nvPr/>
                </p:nvSpPr>
                <p:spPr>
                  <a:xfrm>
                    <a:off x="150214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6984029F-3504-4B73-9727-B70BF2882A3A}"/>
                      </a:ext>
                    </a:extLst>
                  </p:cNvPr>
                  <p:cNvSpPr/>
                  <p:nvPr/>
                </p:nvSpPr>
                <p:spPr>
                  <a:xfrm>
                    <a:off x="215238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3006478C-3B57-4329-9DEE-8454E1F2F673}"/>
                      </a:ext>
                    </a:extLst>
                  </p:cNvPr>
                  <p:cNvSpPr/>
                  <p:nvPr/>
                </p:nvSpPr>
                <p:spPr>
                  <a:xfrm>
                    <a:off x="2016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7B19C1DE-8465-455C-845F-DF62CE9BB68F}"/>
                      </a:ext>
                    </a:extLst>
                  </p:cNvPr>
                  <p:cNvSpPr/>
                  <p:nvPr/>
                </p:nvSpPr>
                <p:spPr>
                  <a:xfrm>
                    <a:off x="85190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4A12B53D-D800-4571-B8F8-6374B60D1594}"/>
                      </a:ext>
                    </a:extLst>
                  </p:cNvPr>
                  <p:cNvSpPr/>
                  <p:nvPr/>
                </p:nvSpPr>
                <p:spPr>
                  <a:xfrm>
                    <a:off x="2016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94BE77F5-F675-4B22-BBE8-38E1F882A95F}"/>
                      </a:ext>
                    </a:extLst>
                  </p:cNvPr>
                  <p:cNvSpPr/>
                  <p:nvPr/>
                </p:nvSpPr>
                <p:spPr>
                  <a:xfrm>
                    <a:off x="85190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2F661AF-325E-432F-A092-293EF0D5E7CE}"/>
                      </a:ext>
                    </a:extLst>
                  </p:cNvPr>
                  <p:cNvSpPr/>
                  <p:nvPr/>
                </p:nvSpPr>
                <p:spPr>
                  <a:xfrm>
                    <a:off x="150214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D07AB1D1-B377-4CDD-A025-877AA36E2000}"/>
                      </a:ext>
                    </a:extLst>
                  </p:cNvPr>
                  <p:cNvSpPr/>
                  <p:nvPr/>
                </p:nvSpPr>
                <p:spPr>
                  <a:xfrm>
                    <a:off x="215238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59644313-D11D-4E80-A144-D96CF255D454}"/>
                      </a:ext>
                    </a:extLst>
                  </p:cNvPr>
                  <p:cNvSpPr/>
                  <p:nvPr/>
                </p:nvSpPr>
                <p:spPr>
                  <a:xfrm>
                    <a:off x="150214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AB2EE21E-9FE5-476D-8D68-89ECFC84F0CD}"/>
                      </a:ext>
                    </a:extLst>
                  </p:cNvPr>
                  <p:cNvSpPr/>
                  <p:nvPr/>
                </p:nvSpPr>
                <p:spPr>
                  <a:xfrm>
                    <a:off x="215238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A831EACF-B148-4BA6-AA40-ABA541AC6C59}"/>
                      </a:ext>
                    </a:extLst>
                  </p:cNvPr>
                  <p:cNvSpPr/>
                  <p:nvPr/>
                </p:nvSpPr>
                <p:spPr>
                  <a:xfrm>
                    <a:off x="280262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CBC355BA-398D-454D-959E-9C49508948BD}"/>
                      </a:ext>
                    </a:extLst>
                  </p:cNvPr>
                  <p:cNvSpPr/>
                  <p:nvPr/>
                </p:nvSpPr>
                <p:spPr>
                  <a:xfrm>
                    <a:off x="34528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CD53765E-C3F9-4738-B105-AB7B2A101281}"/>
                      </a:ext>
                    </a:extLst>
                  </p:cNvPr>
                  <p:cNvSpPr/>
                  <p:nvPr/>
                </p:nvSpPr>
                <p:spPr>
                  <a:xfrm>
                    <a:off x="280262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3335BDA2-F5DA-4DB5-8358-92216AE2CCBD}"/>
                      </a:ext>
                    </a:extLst>
                  </p:cNvPr>
                  <p:cNvSpPr/>
                  <p:nvPr/>
                </p:nvSpPr>
                <p:spPr>
                  <a:xfrm>
                    <a:off x="34528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DF3D9D46-FDD5-4657-BED5-DD3A23337C65}"/>
                      </a:ext>
                    </a:extLst>
                  </p:cNvPr>
                  <p:cNvSpPr/>
                  <p:nvPr/>
                </p:nvSpPr>
                <p:spPr>
                  <a:xfrm>
                    <a:off x="280262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471D8322-F52E-48D5-8279-12F4E17B184E}"/>
                      </a:ext>
                    </a:extLst>
                  </p:cNvPr>
                  <p:cNvSpPr/>
                  <p:nvPr/>
                </p:nvSpPr>
                <p:spPr>
                  <a:xfrm>
                    <a:off x="34528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4E9B86FE-D7C5-4AA9-9809-C2EB819E0966}"/>
                      </a:ext>
                    </a:extLst>
                  </p:cNvPr>
                  <p:cNvSpPr/>
                  <p:nvPr/>
                </p:nvSpPr>
                <p:spPr>
                  <a:xfrm>
                    <a:off x="280262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261E66C2-D8F3-4A13-A703-0D60D571811F}"/>
                      </a:ext>
                    </a:extLst>
                  </p:cNvPr>
                  <p:cNvSpPr/>
                  <p:nvPr/>
                </p:nvSpPr>
                <p:spPr>
                  <a:xfrm>
                    <a:off x="34528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D0E7A07C-7E55-44C9-A0F3-CB751BCB2025}"/>
                      </a:ext>
                    </a:extLst>
                  </p:cNvPr>
                  <p:cNvSpPr/>
                  <p:nvPr/>
                </p:nvSpPr>
                <p:spPr>
                  <a:xfrm>
                    <a:off x="2016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FD62D96-BA33-4624-8BE5-A3448C096547}"/>
                      </a:ext>
                    </a:extLst>
                  </p:cNvPr>
                  <p:cNvSpPr/>
                  <p:nvPr/>
                </p:nvSpPr>
                <p:spPr>
                  <a:xfrm>
                    <a:off x="85190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E8CDCBFD-8533-4120-842A-A79ED78BE0E7}"/>
                      </a:ext>
                    </a:extLst>
                  </p:cNvPr>
                  <p:cNvSpPr/>
                  <p:nvPr/>
                </p:nvSpPr>
                <p:spPr>
                  <a:xfrm>
                    <a:off x="2016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3C53007E-4F0A-4011-9BA6-121AAFF555D7}"/>
                      </a:ext>
                    </a:extLst>
                  </p:cNvPr>
                  <p:cNvSpPr/>
                  <p:nvPr/>
                </p:nvSpPr>
                <p:spPr>
                  <a:xfrm>
                    <a:off x="85190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B0E43A81-3F92-4AC7-BFBD-6A2BBCFE735C}"/>
                      </a:ext>
                    </a:extLst>
                  </p:cNvPr>
                  <p:cNvSpPr/>
                  <p:nvPr/>
                </p:nvSpPr>
                <p:spPr>
                  <a:xfrm>
                    <a:off x="150214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9CCA2714-C4A2-405C-B265-2708152060C6}"/>
                      </a:ext>
                    </a:extLst>
                  </p:cNvPr>
                  <p:cNvSpPr/>
                  <p:nvPr/>
                </p:nvSpPr>
                <p:spPr>
                  <a:xfrm>
                    <a:off x="215238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B4418C2D-8553-4D27-8251-C6FF606317E6}"/>
                      </a:ext>
                    </a:extLst>
                  </p:cNvPr>
                  <p:cNvSpPr/>
                  <p:nvPr/>
                </p:nvSpPr>
                <p:spPr>
                  <a:xfrm>
                    <a:off x="150214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C5C588DA-B6E5-4179-9D28-F2E4BAB53FEC}"/>
                      </a:ext>
                    </a:extLst>
                  </p:cNvPr>
                  <p:cNvSpPr/>
                  <p:nvPr/>
                </p:nvSpPr>
                <p:spPr>
                  <a:xfrm>
                    <a:off x="215238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06383D2E-4836-41C5-8810-9D626445FB1E}"/>
                      </a:ext>
                    </a:extLst>
                  </p:cNvPr>
                  <p:cNvSpPr/>
                  <p:nvPr/>
                </p:nvSpPr>
                <p:spPr>
                  <a:xfrm>
                    <a:off x="280262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88F04910-8E52-4FC6-8941-E789B4E1E748}"/>
                      </a:ext>
                    </a:extLst>
                  </p:cNvPr>
                  <p:cNvSpPr/>
                  <p:nvPr/>
                </p:nvSpPr>
                <p:spPr>
                  <a:xfrm>
                    <a:off x="34528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2C314C86-663C-4B81-BD88-4A4E1247B708}"/>
                      </a:ext>
                    </a:extLst>
                  </p:cNvPr>
                  <p:cNvSpPr/>
                  <p:nvPr/>
                </p:nvSpPr>
                <p:spPr>
                  <a:xfrm>
                    <a:off x="280262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99A7013E-6E1B-4919-BAE9-164132DDCB60}"/>
                      </a:ext>
                    </a:extLst>
                  </p:cNvPr>
                  <p:cNvSpPr/>
                  <p:nvPr/>
                </p:nvSpPr>
                <p:spPr>
                  <a:xfrm>
                    <a:off x="34528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E02D408C-4B13-4DA2-BFD8-6867A0217FA8}"/>
                    </a:ext>
                  </a:extLst>
                </p:cNvPr>
                <p:cNvGrpSpPr/>
                <p:nvPr/>
              </p:nvGrpSpPr>
              <p:grpSpPr>
                <a:xfrm>
                  <a:off x="201662" y="4128698"/>
                  <a:ext cx="3901440" cy="3901440"/>
                  <a:chOff x="201662" y="233898"/>
                  <a:chExt cx="3901440" cy="3901440"/>
                </a:xfrm>
              </p:grpSpPr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43EF454A-60A8-4879-9100-8D158FFA2E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47" y="2203271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27EAF115-5CEA-4A92-9922-676EB72C5A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75315" y="1593440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7" name="Rectangle 116">
                    <a:extLst>
                      <a:ext uri="{FF2B5EF4-FFF2-40B4-BE49-F238E27FC236}">
                        <a16:creationId xmlns:a16="http://schemas.microsoft.com/office/drawing/2014/main" id="{932DD60B-0E9E-4B83-96C4-2928CBCD4AD5}"/>
                      </a:ext>
                    </a:extLst>
                  </p:cNvPr>
                  <p:cNvSpPr/>
                  <p:nvPr/>
                </p:nvSpPr>
                <p:spPr>
                  <a:xfrm>
                    <a:off x="2016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0C3B80D7-E2DF-4846-880A-BCDC60C46E2F}"/>
                      </a:ext>
                    </a:extLst>
                  </p:cNvPr>
                  <p:cNvSpPr/>
                  <p:nvPr/>
                </p:nvSpPr>
                <p:spPr>
                  <a:xfrm>
                    <a:off x="85190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7E40DB14-E8B6-4E86-9EDD-94C84F647547}"/>
                      </a:ext>
                    </a:extLst>
                  </p:cNvPr>
                  <p:cNvSpPr/>
                  <p:nvPr/>
                </p:nvSpPr>
                <p:spPr>
                  <a:xfrm>
                    <a:off x="2016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7641650E-F1AE-4796-B9FA-B9482F846242}"/>
                      </a:ext>
                    </a:extLst>
                  </p:cNvPr>
                  <p:cNvSpPr/>
                  <p:nvPr/>
                </p:nvSpPr>
                <p:spPr>
                  <a:xfrm>
                    <a:off x="85190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17925C0C-D598-4FA9-976E-F27FE3213D27}"/>
                      </a:ext>
                    </a:extLst>
                  </p:cNvPr>
                  <p:cNvSpPr/>
                  <p:nvPr/>
                </p:nvSpPr>
                <p:spPr>
                  <a:xfrm>
                    <a:off x="150214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76921323-8DE6-4DF5-B1E7-4FD0C46D180B}"/>
                      </a:ext>
                    </a:extLst>
                  </p:cNvPr>
                  <p:cNvSpPr/>
                  <p:nvPr/>
                </p:nvSpPr>
                <p:spPr>
                  <a:xfrm>
                    <a:off x="215238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98FDB81D-B8A1-4056-8717-361E59FB94E8}"/>
                      </a:ext>
                    </a:extLst>
                  </p:cNvPr>
                  <p:cNvSpPr/>
                  <p:nvPr/>
                </p:nvSpPr>
                <p:spPr>
                  <a:xfrm>
                    <a:off x="150214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9F3FF103-E015-44BE-B47C-15CC57AB008E}"/>
                      </a:ext>
                    </a:extLst>
                  </p:cNvPr>
                  <p:cNvSpPr/>
                  <p:nvPr/>
                </p:nvSpPr>
                <p:spPr>
                  <a:xfrm>
                    <a:off x="215238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27BFAE88-89A5-4261-B54B-7FB963A57521}"/>
                      </a:ext>
                    </a:extLst>
                  </p:cNvPr>
                  <p:cNvSpPr/>
                  <p:nvPr/>
                </p:nvSpPr>
                <p:spPr>
                  <a:xfrm>
                    <a:off x="2016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5F777132-5BD9-4F47-B0A7-C5D32C524800}"/>
                      </a:ext>
                    </a:extLst>
                  </p:cNvPr>
                  <p:cNvSpPr/>
                  <p:nvPr/>
                </p:nvSpPr>
                <p:spPr>
                  <a:xfrm>
                    <a:off x="85190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7" name="Rectangle 126">
                    <a:extLst>
                      <a:ext uri="{FF2B5EF4-FFF2-40B4-BE49-F238E27FC236}">
                        <a16:creationId xmlns:a16="http://schemas.microsoft.com/office/drawing/2014/main" id="{FBA5B382-BF45-4287-8699-B1EF550E0114}"/>
                      </a:ext>
                    </a:extLst>
                  </p:cNvPr>
                  <p:cNvSpPr/>
                  <p:nvPr/>
                </p:nvSpPr>
                <p:spPr>
                  <a:xfrm>
                    <a:off x="2016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F7BBB3F8-4FDC-487E-BADB-194716D5AA8D}"/>
                      </a:ext>
                    </a:extLst>
                  </p:cNvPr>
                  <p:cNvSpPr/>
                  <p:nvPr/>
                </p:nvSpPr>
                <p:spPr>
                  <a:xfrm>
                    <a:off x="85190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29" name="Rectangle 128">
                    <a:extLst>
                      <a:ext uri="{FF2B5EF4-FFF2-40B4-BE49-F238E27FC236}">
                        <a16:creationId xmlns:a16="http://schemas.microsoft.com/office/drawing/2014/main" id="{54CA9F47-1E1C-49C9-AA27-4FE99071DC2E}"/>
                      </a:ext>
                    </a:extLst>
                  </p:cNvPr>
                  <p:cNvSpPr/>
                  <p:nvPr/>
                </p:nvSpPr>
                <p:spPr>
                  <a:xfrm>
                    <a:off x="150214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0" name="Rectangle 129">
                    <a:extLst>
                      <a:ext uri="{FF2B5EF4-FFF2-40B4-BE49-F238E27FC236}">
                        <a16:creationId xmlns:a16="http://schemas.microsoft.com/office/drawing/2014/main" id="{3EDBF7C2-BD24-4940-B9BC-EBF5F2FAC7CF}"/>
                      </a:ext>
                    </a:extLst>
                  </p:cNvPr>
                  <p:cNvSpPr/>
                  <p:nvPr/>
                </p:nvSpPr>
                <p:spPr>
                  <a:xfrm>
                    <a:off x="215238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897B75BC-318C-4566-A245-275651C2A138}"/>
                      </a:ext>
                    </a:extLst>
                  </p:cNvPr>
                  <p:cNvSpPr/>
                  <p:nvPr/>
                </p:nvSpPr>
                <p:spPr>
                  <a:xfrm>
                    <a:off x="150214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2" name="Rectangle 131">
                    <a:extLst>
                      <a:ext uri="{FF2B5EF4-FFF2-40B4-BE49-F238E27FC236}">
                        <a16:creationId xmlns:a16="http://schemas.microsoft.com/office/drawing/2014/main" id="{D6CE19FA-09FB-4CF2-8100-29C465D3B6DA}"/>
                      </a:ext>
                    </a:extLst>
                  </p:cNvPr>
                  <p:cNvSpPr/>
                  <p:nvPr/>
                </p:nvSpPr>
                <p:spPr>
                  <a:xfrm>
                    <a:off x="215238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33C9D7AA-02DA-4046-9365-D1997312981E}"/>
                      </a:ext>
                    </a:extLst>
                  </p:cNvPr>
                  <p:cNvSpPr/>
                  <p:nvPr/>
                </p:nvSpPr>
                <p:spPr>
                  <a:xfrm>
                    <a:off x="280262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89BED5A8-A774-46DE-AE1E-F5F042473137}"/>
                      </a:ext>
                    </a:extLst>
                  </p:cNvPr>
                  <p:cNvSpPr/>
                  <p:nvPr/>
                </p:nvSpPr>
                <p:spPr>
                  <a:xfrm>
                    <a:off x="34528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5" name="Rectangle 134">
                    <a:extLst>
                      <a:ext uri="{FF2B5EF4-FFF2-40B4-BE49-F238E27FC236}">
                        <a16:creationId xmlns:a16="http://schemas.microsoft.com/office/drawing/2014/main" id="{2F88F50C-C690-4469-BBBC-81C60B3E109C}"/>
                      </a:ext>
                    </a:extLst>
                  </p:cNvPr>
                  <p:cNvSpPr/>
                  <p:nvPr/>
                </p:nvSpPr>
                <p:spPr>
                  <a:xfrm>
                    <a:off x="280262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6" name="Rectangle 135">
                    <a:extLst>
                      <a:ext uri="{FF2B5EF4-FFF2-40B4-BE49-F238E27FC236}">
                        <a16:creationId xmlns:a16="http://schemas.microsoft.com/office/drawing/2014/main" id="{4196F2C4-5E0B-43EB-AE5C-BCF9AE5A1E47}"/>
                      </a:ext>
                    </a:extLst>
                  </p:cNvPr>
                  <p:cNvSpPr/>
                  <p:nvPr/>
                </p:nvSpPr>
                <p:spPr>
                  <a:xfrm>
                    <a:off x="34528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6492AD81-4523-4856-AD51-98D10B3B0181}"/>
                      </a:ext>
                    </a:extLst>
                  </p:cNvPr>
                  <p:cNvSpPr/>
                  <p:nvPr/>
                </p:nvSpPr>
                <p:spPr>
                  <a:xfrm>
                    <a:off x="280262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8" name="Rectangle 137">
                    <a:extLst>
                      <a:ext uri="{FF2B5EF4-FFF2-40B4-BE49-F238E27FC236}">
                        <a16:creationId xmlns:a16="http://schemas.microsoft.com/office/drawing/2014/main" id="{4E377360-1740-41E8-B482-141E7C9143F5}"/>
                      </a:ext>
                    </a:extLst>
                  </p:cNvPr>
                  <p:cNvSpPr/>
                  <p:nvPr/>
                </p:nvSpPr>
                <p:spPr>
                  <a:xfrm>
                    <a:off x="34528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5040479-A449-40EE-8498-6E089359027E}"/>
                      </a:ext>
                    </a:extLst>
                  </p:cNvPr>
                  <p:cNvSpPr/>
                  <p:nvPr/>
                </p:nvSpPr>
                <p:spPr>
                  <a:xfrm>
                    <a:off x="280262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ED74DFBE-7DD3-4E59-9229-DFE078C07B5D}"/>
                      </a:ext>
                    </a:extLst>
                  </p:cNvPr>
                  <p:cNvSpPr/>
                  <p:nvPr/>
                </p:nvSpPr>
                <p:spPr>
                  <a:xfrm>
                    <a:off x="34528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78C8EE77-8FFE-4114-810F-4CBB2C609E75}"/>
                      </a:ext>
                    </a:extLst>
                  </p:cNvPr>
                  <p:cNvSpPr/>
                  <p:nvPr/>
                </p:nvSpPr>
                <p:spPr>
                  <a:xfrm>
                    <a:off x="2016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B868CE6D-A827-46D4-8B29-84C887BF51B6}"/>
                      </a:ext>
                    </a:extLst>
                  </p:cNvPr>
                  <p:cNvSpPr/>
                  <p:nvPr/>
                </p:nvSpPr>
                <p:spPr>
                  <a:xfrm>
                    <a:off x="85190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D335A601-D471-4DF9-BEA3-25A0462C2FD3}"/>
                      </a:ext>
                    </a:extLst>
                  </p:cNvPr>
                  <p:cNvSpPr/>
                  <p:nvPr/>
                </p:nvSpPr>
                <p:spPr>
                  <a:xfrm>
                    <a:off x="2016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8F3FE9E5-7F42-48C1-9F8D-FC80101504D7}"/>
                      </a:ext>
                    </a:extLst>
                  </p:cNvPr>
                  <p:cNvSpPr/>
                  <p:nvPr/>
                </p:nvSpPr>
                <p:spPr>
                  <a:xfrm>
                    <a:off x="85190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575E63D5-88BA-4B6C-AEC4-CC5C3AD629E5}"/>
                      </a:ext>
                    </a:extLst>
                  </p:cNvPr>
                  <p:cNvSpPr/>
                  <p:nvPr/>
                </p:nvSpPr>
                <p:spPr>
                  <a:xfrm>
                    <a:off x="150214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7BFA1C32-FCC2-48DC-A801-D45937BF65A8}"/>
                      </a:ext>
                    </a:extLst>
                  </p:cNvPr>
                  <p:cNvSpPr/>
                  <p:nvPr/>
                </p:nvSpPr>
                <p:spPr>
                  <a:xfrm>
                    <a:off x="215238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E620E682-65B9-4389-B022-73206A9C0A55}"/>
                      </a:ext>
                    </a:extLst>
                  </p:cNvPr>
                  <p:cNvSpPr/>
                  <p:nvPr/>
                </p:nvSpPr>
                <p:spPr>
                  <a:xfrm>
                    <a:off x="150214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3F06FC29-435E-4423-B5D8-C36188C93E4E}"/>
                      </a:ext>
                    </a:extLst>
                  </p:cNvPr>
                  <p:cNvSpPr/>
                  <p:nvPr/>
                </p:nvSpPr>
                <p:spPr>
                  <a:xfrm>
                    <a:off x="215238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49" name="Rectangle 148">
                    <a:extLst>
                      <a:ext uri="{FF2B5EF4-FFF2-40B4-BE49-F238E27FC236}">
                        <a16:creationId xmlns:a16="http://schemas.microsoft.com/office/drawing/2014/main" id="{97B34479-57C2-4449-82F2-8335B3003695}"/>
                      </a:ext>
                    </a:extLst>
                  </p:cNvPr>
                  <p:cNvSpPr/>
                  <p:nvPr/>
                </p:nvSpPr>
                <p:spPr>
                  <a:xfrm>
                    <a:off x="280262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50" name="Rectangle 149">
                    <a:extLst>
                      <a:ext uri="{FF2B5EF4-FFF2-40B4-BE49-F238E27FC236}">
                        <a16:creationId xmlns:a16="http://schemas.microsoft.com/office/drawing/2014/main" id="{4BD12046-8646-4BD5-B887-A6F0AEF68B74}"/>
                      </a:ext>
                    </a:extLst>
                  </p:cNvPr>
                  <p:cNvSpPr/>
                  <p:nvPr/>
                </p:nvSpPr>
                <p:spPr>
                  <a:xfrm>
                    <a:off x="34528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51" name="Rectangle 150">
                    <a:extLst>
                      <a:ext uri="{FF2B5EF4-FFF2-40B4-BE49-F238E27FC236}">
                        <a16:creationId xmlns:a16="http://schemas.microsoft.com/office/drawing/2014/main" id="{F6CF25A3-BD78-49A7-80DB-D0F9D19DAF4C}"/>
                      </a:ext>
                    </a:extLst>
                  </p:cNvPr>
                  <p:cNvSpPr/>
                  <p:nvPr/>
                </p:nvSpPr>
                <p:spPr>
                  <a:xfrm>
                    <a:off x="280262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152" name="Rectangle 151">
                    <a:extLst>
                      <a:ext uri="{FF2B5EF4-FFF2-40B4-BE49-F238E27FC236}">
                        <a16:creationId xmlns:a16="http://schemas.microsoft.com/office/drawing/2014/main" id="{13603B8C-50F5-42E7-AE68-9DB2997B5032}"/>
                      </a:ext>
                    </a:extLst>
                  </p:cNvPr>
                  <p:cNvSpPr/>
                  <p:nvPr/>
                </p:nvSpPr>
                <p:spPr>
                  <a:xfrm>
                    <a:off x="34528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F160CA3E-8F83-4A82-A595-FEEE4314FCBA}"/>
                  </a:ext>
                </a:extLst>
              </p:cNvPr>
              <p:cNvGrpSpPr/>
              <p:nvPr/>
            </p:nvGrpSpPr>
            <p:grpSpPr>
              <a:xfrm>
                <a:off x="4138909" y="-469120"/>
                <a:ext cx="3901440" cy="7796240"/>
                <a:chOff x="4138909" y="-469120"/>
                <a:chExt cx="3901440" cy="7796240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47F60C2-FDB0-4701-BC65-4177D72CDD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34312" y="162467"/>
                  <a:ext cx="1" cy="2612973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36EF1866-7C13-41C4-BB30-496118E99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84050" y="823740"/>
                  <a:ext cx="0" cy="665479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99FFBBB-463F-447B-8C3F-0079BDA234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7363" y="1481680"/>
                  <a:ext cx="22213" cy="1305559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9292EF5-3274-4196-9222-26E616F773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9906" y="2127604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B456DDF-A604-452A-8CB5-41C91176B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454004" y="173884"/>
                  <a:ext cx="654322" cy="723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54F7C5E-5D57-4DC6-88CC-ADFFC86B3C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21300" y="1481003"/>
                  <a:ext cx="1308086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9B1D62F-E38E-4296-AACF-8F2E85941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4147" y="187761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3C2789C0-A5A8-4D8D-8A7C-5E1E775CB2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63087" y="831957"/>
                  <a:ext cx="1327022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72169778-217A-4488-9D18-5F7569CE0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9252" y="2782080"/>
                  <a:ext cx="1929217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D864796-95ED-4167-AF46-D8AAF5AFD5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09524" y="1468953"/>
                  <a:ext cx="0" cy="3257207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BF7A9EBD-9C86-43E8-B2D0-9AF1065CE3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94980" y="2127604"/>
                  <a:ext cx="0" cy="259855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B4ED44FB-7DD8-4CEF-970B-6BDC25ED61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49576" y="4726160"/>
                  <a:ext cx="125994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53CA724A-2371-4A85-81E1-C9F23DAA50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38469" y="3425680"/>
                  <a:ext cx="0" cy="195072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9304E15-FB98-425E-85CF-BD53DAADE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89149" y="3416433"/>
                  <a:ext cx="1949320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17A8EEC9-8AF4-4578-9D31-91FDCA7A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4075920"/>
                  <a:ext cx="1969417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520D804B-B1E6-4D37-AD8E-7534092FA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8326" y="4075920"/>
                  <a:ext cx="0" cy="130048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43904ECD-2BA3-409E-BF19-6208385D35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8326" y="5371304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65DEB1BF-5D2F-447D-BFCB-539271D41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2914" y="2127604"/>
                  <a:ext cx="0" cy="324370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004062BD-FF50-4470-8C32-1C0348D4C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76275" y="150787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8C194484-A8C9-4860-8689-A7F0F70FE1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2127604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3A928C8C-8340-4BC0-9C52-372C6D759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09252" y="1510718"/>
                  <a:ext cx="0" cy="61688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17756F25-60E0-45D1-B598-02A030DAB9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9252" y="4728564"/>
                  <a:ext cx="0" cy="259855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5F83D8D7-924D-4076-A2A2-597623D3E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4004" y="4728564"/>
                  <a:ext cx="0" cy="194831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0D01BD69-E6A1-4149-9FEB-354E7B3E84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94980" y="6676880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F42E8B73-2D84-4068-8600-1C31128743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7944" y="6039287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9632C23-02D6-4F8A-AF53-E377B435E4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6000" y="6039287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AE9C9541-446F-4BA8-95D6-7A4202005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8326" y="6039287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0421A372-B394-4EE8-BDE8-BDC887AD18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57944" y="666423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493EF846-BD42-4DF6-8BD0-8891282A8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58708" y="666423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15DE3DAB-6492-4A80-B251-9142207549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9252" y="476099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2E0A7D22-A9B7-420A-B742-1C0F9436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88527" y="2775440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BAD970BC-E6A2-4038-8EB3-275DF02998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7301826"/>
                  <a:ext cx="3901440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18B123EF-4EB3-4F6D-A1C4-6D7EB2E23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-469120"/>
                  <a:ext cx="3901440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04" name="Group 703">
              <a:extLst>
                <a:ext uri="{FF2B5EF4-FFF2-40B4-BE49-F238E27FC236}">
                  <a16:creationId xmlns:a16="http://schemas.microsoft.com/office/drawing/2014/main" id="{F335D504-A066-471C-9C2E-D22694245815}"/>
                </a:ext>
              </a:extLst>
            </p:cNvPr>
            <p:cNvGrpSpPr/>
            <p:nvPr/>
          </p:nvGrpSpPr>
          <p:grpSpPr>
            <a:xfrm>
              <a:off x="3459636" y="-424170"/>
              <a:ext cx="617524" cy="7778236"/>
              <a:chOff x="3459636" y="-424170"/>
              <a:chExt cx="617524" cy="7778236"/>
            </a:xfrm>
          </p:grpSpPr>
          <p:grpSp>
            <p:nvGrpSpPr>
              <p:cNvPr id="682" name="Group 681">
                <a:extLst>
                  <a:ext uri="{FF2B5EF4-FFF2-40B4-BE49-F238E27FC236}">
                    <a16:creationId xmlns:a16="http://schemas.microsoft.com/office/drawing/2014/main" id="{4C283F7A-3BF5-4FD9-8D01-0EB193C1C930}"/>
                  </a:ext>
                </a:extLst>
              </p:cNvPr>
              <p:cNvGrpSpPr/>
              <p:nvPr/>
            </p:nvGrpSpPr>
            <p:grpSpPr>
              <a:xfrm>
                <a:off x="3459636" y="-424170"/>
                <a:ext cx="617524" cy="3793031"/>
                <a:chOff x="3459636" y="-424170"/>
                <a:chExt cx="617524" cy="3793031"/>
              </a:xfrm>
            </p:grpSpPr>
            <p:sp>
              <p:nvSpPr>
                <p:cNvPr id="670" name="TextBox 669">
                  <a:extLst>
                    <a:ext uri="{FF2B5EF4-FFF2-40B4-BE49-F238E27FC236}">
                      <a16:creationId xmlns:a16="http://schemas.microsoft.com/office/drawing/2014/main" id="{918B0041-457B-4981-AA26-901BC503C789}"/>
                    </a:ext>
                  </a:extLst>
                </p:cNvPr>
                <p:cNvSpPr txBox="1"/>
                <p:nvPr/>
              </p:nvSpPr>
              <p:spPr>
                <a:xfrm>
                  <a:off x="3647208" y="227161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1" name="TextBox 670">
                  <a:extLst>
                    <a:ext uri="{FF2B5EF4-FFF2-40B4-BE49-F238E27FC236}">
                      <a16:creationId xmlns:a16="http://schemas.microsoft.com/office/drawing/2014/main" id="{247CF57D-47ED-4268-B97F-C2325C87E4B9}"/>
                    </a:ext>
                  </a:extLst>
                </p:cNvPr>
                <p:cNvSpPr txBox="1"/>
                <p:nvPr/>
              </p:nvSpPr>
              <p:spPr>
                <a:xfrm>
                  <a:off x="3647208" y="-424170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2" name="TextBox 671">
                  <a:extLst>
                    <a:ext uri="{FF2B5EF4-FFF2-40B4-BE49-F238E27FC236}">
                      <a16:creationId xmlns:a16="http://schemas.microsoft.com/office/drawing/2014/main" id="{74797ED7-3C3A-4C72-87B8-1E5CAB30BCDB}"/>
                    </a:ext>
                  </a:extLst>
                </p:cNvPr>
                <p:cNvSpPr txBox="1"/>
                <p:nvPr/>
              </p:nvSpPr>
              <p:spPr>
                <a:xfrm>
                  <a:off x="3647208" y="1529823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3" name="TextBox 672">
                  <a:extLst>
                    <a:ext uri="{FF2B5EF4-FFF2-40B4-BE49-F238E27FC236}">
                      <a16:creationId xmlns:a16="http://schemas.microsoft.com/office/drawing/2014/main" id="{632CEB91-A4A6-4B9D-8EA0-2D0FD958E746}"/>
                    </a:ext>
                  </a:extLst>
                </p:cNvPr>
                <p:cNvSpPr txBox="1"/>
                <p:nvPr/>
              </p:nvSpPr>
              <p:spPr>
                <a:xfrm>
                  <a:off x="3459636" y="878492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4" name="TextBox 673">
                  <a:extLst>
                    <a:ext uri="{FF2B5EF4-FFF2-40B4-BE49-F238E27FC236}">
                      <a16:creationId xmlns:a16="http://schemas.microsoft.com/office/drawing/2014/main" id="{868E5FCC-6165-4B91-9710-3B08743628FD}"/>
                    </a:ext>
                  </a:extLst>
                </p:cNvPr>
                <p:cNvSpPr txBox="1"/>
                <p:nvPr/>
              </p:nvSpPr>
              <p:spPr>
                <a:xfrm>
                  <a:off x="3459636" y="2832485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5" name="TextBox 674">
                  <a:extLst>
                    <a:ext uri="{FF2B5EF4-FFF2-40B4-BE49-F238E27FC236}">
                      <a16:creationId xmlns:a16="http://schemas.microsoft.com/office/drawing/2014/main" id="{6781CBC1-E464-4F74-987F-903CB80FB2C5}"/>
                    </a:ext>
                  </a:extLst>
                </p:cNvPr>
                <p:cNvSpPr txBox="1"/>
                <p:nvPr/>
              </p:nvSpPr>
              <p:spPr>
                <a:xfrm>
                  <a:off x="3459636" y="2181154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91" name="Group 690">
                <a:extLst>
                  <a:ext uri="{FF2B5EF4-FFF2-40B4-BE49-F238E27FC236}">
                    <a16:creationId xmlns:a16="http://schemas.microsoft.com/office/drawing/2014/main" id="{4B08070E-E0CA-45CC-B04B-0ABDD63F2DBF}"/>
                  </a:ext>
                </a:extLst>
              </p:cNvPr>
              <p:cNvGrpSpPr/>
              <p:nvPr/>
            </p:nvGrpSpPr>
            <p:grpSpPr>
              <a:xfrm>
                <a:off x="3459636" y="3451080"/>
                <a:ext cx="617524" cy="3902986"/>
                <a:chOff x="3459636" y="3451080"/>
                <a:chExt cx="617524" cy="3902986"/>
              </a:xfrm>
            </p:grpSpPr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23FAE928-14B9-40E3-8F60-7581CE5E2336}"/>
                    </a:ext>
                  </a:extLst>
                </p:cNvPr>
                <p:cNvSpPr txBox="1"/>
                <p:nvPr/>
              </p:nvSpPr>
              <p:spPr>
                <a:xfrm>
                  <a:off x="3610365" y="6056404"/>
                  <a:ext cx="46679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D9E96247-B44E-48F4-83C9-90848701FBBF}"/>
                    </a:ext>
                  </a:extLst>
                </p:cNvPr>
                <p:cNvSpPr txBox="1"/>
                <p:nvPr/>
              </p:nvSpPr>
              <p:spPr>
                <a:xfrm>
                  <a:off x="3636013" y="6707735"/>
                  <a:ext cx="441147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6" name="TextBox 685">
                  <a:extLst>
                    <a:ext uri="{FF2B5EF4-FFF2-40B4-BE49-F238E27FC236}">
                      <a16:creationId xmlns:a16="http://schemas.microsoft.com/office/drawing/2014/main" id="{E94C1DC7-EBC2-4514-A96C-413D5B60A276}"/>
                    </a:ext>
                  </a:extLst>
                </p:cNvPr>
                <p:cNvSpPr txBox="1"/>
                <p:nvPr/>
              </p:nvSpPr>
              <p:spPr>
                <a:xfrm>
                  <a:off x="3610365" y="4753742"/>
                  <a:ext cx="46679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7" name="TextBox 686">
                  <a:extLst>
                    <a:ext uri="{FF2B5EF4-FFF2-40B4-BE49-F238E27FC236}">
                      <a16:creationId xmlns:a16="http://schemas.microsoft.com/office/drawing/2014/main" id="{9B97BE96-D7B8-4F5E-93E1-C7D28E2E1287}"/>
                    </a:ext>
                  </a:extLst>
                </p:cNvPr>
                <p:cNvSpPr txBox="1"/>
                <p:nvPr/>
              </p:nvSpPr>
              <p:spPr>
                <a:xfrm>
                  <a:off x="3459636" y="5405073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8" name="TextBox 687">
                  <a:extLst>
                    <a:ext uri="{FF2B5EF4-FFF2-40B4-BE49-F238E27FC236}">
                      <a16:creationId xmlns:a16="http://schemas.microsoft.com/office/drawing/2014/main" id="{1A182BBA-0C79-4B0C-B482-C0AF88CD7476}"/>
                    </a:ext>
                  </a:extLst>
                </p:cNvPr>
                <p:cNvSpPr txBox="1"/>
                <p:nvPr/>
              </p:nvSpPr>
              <p:spPr>
                <a:xfrm>
                  <a:off x="3459636" y="3451080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9" name="TextBox 688">
                  <a:extLst>
                    <a:ext uri="{FF2B5EF4-FFF2-40B4-BE49-F238E27FC236}">
                      <a16:creationId xmlns:a16="http://schemas.microsoft.com/office/drawing/2014/main" id="{910304F2-D630-4DB3-9022-21E9CADF23D7}"/>
                    </a:ext>
                  </a:extLst>
                </p:cNvPr>
                <p:cNvSpPr txBox="1"/>
                <p:nvPr/>
              </p:nvSpPr>
              <p:spPr>
                <a:xfrm>
                  <a:off x="3459636" y="4102411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05" name="Group 704">
              <a:extLst>
                <a:ext uri="{FF2B5EF4-FFF2-40B4-BE49-F238E27FC236}">
                  <a16:creationId xmlns:a16="http://schemas.microsoft.com/office/drawing/2014/main" id="{E1C49347-47DB-4F0C-84E3-200BF8DD86A4}"/>
                </a:ext>
              </a:extLst>
            </p:cNvPr>
            <p:cNvGrpSpPr/>
            <p:nvPr/>
          </p:nvGrpSpPr>
          <p:grpSpPr>
            <a:xfrm>
              <a:off x="8033970" y="-424170"/>
              <a:ext cx="617524" cy="7668281"/>
              <a:chOff x="3459636" y="-424170"/>
              <a:chExt cx="617524" cy="7668281"/>
            </a:xfrm>
          </p:grpSpPr>
          <p:grpSp>
            <p:nvGrpSpPr>
              <p:cNvPr id="706" name="Group 705">
                <a:extLst>
                  <a:ext uri="{FF2B5EF4-FFF2-40B4-BE49-F238E27FC236}">
                    <a16:creationId xmlns:a16="http://schemas.microsoft.com/office/drawing/2014/main" id="{F7719290-7113-42F5-B33B-87504831B3ED}"/>
                  </a:ext>
                </a:extLst>
              </p:cNvPr>
              <p:cNvGrpSpPr/>
              <p:nvPr/>
            </p:nvGrpSpPr>
            <p:grpSpPr>
              <a:xfrm>
                <a:off x="3459636" y="-424170"/>
                <a:ext cx="617524" cy="3902986"/>
                <a:chOff x="3459636" y="-424170"/>
                <a:chExt cx="617524" cy="3902986"/>
              </a:xfrm>
            </p:grpSpPr>
            <p:sp>
              <p:nvSpPr>
                <p:cNvPr id="714" name="TextBox 713">
                  <a:extLst>
                    <a:ext uri="{FF2B5EF4-FFF2-40B4-BE49-F238E27FC236}">
                      <a16:creationId xmlns:a16="http://schemas.microsoft.com/office/drawing/2014/main" id="{1328976E-61D5-4C17-B3F1-C52BB4DD3541}"/>
                    </a:ext>
                  </a:extLst>
                </p:cNvPr>
                <p:cNvSpPr txBox="1"/>
                <p:nvPr/>
              </p:nvSpPr>
              <p:spPr>
                <a:xfrm>
                  <a:off x="3610365" y="227161"/>
                  <a:ext cx="46679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5" name="TextBox 714">
                  <a:extLst>
                    <a:ext uri="{FF2B5EF4-FFF2-40B4-BE49-F238E27FC236}">
                      <a16:creationId xmlns:a16="http://schemas.microsoft.com/office/drawing/2014/main" id="{D7C8C66E-7FEF-47C5-8947-65B18D68CB1C}"/>
                    </a:ext>
                  </a:extLst>
                </p:cNvPr>
                <p:cNvSpPr txBox="1"/>
                <p:nvPr/>
              </p:nvSpPr>
              <p:spPr>
                <a:xfrm>
                  <a:off x="3636014" y="-424170"/>
                  <a:ext cx="4411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6" name="TextBox 715">
                  <a:extLst>
                    <a:ext uri="{FF2B5EF4-FFF2-40B4-BE49-F238E27FC236}">
                      <a16:creationId xmlns:a16="http://schemas.microsoft.com/office/drawing/2014/main" id="{D6039625-D916-44A5-8081-428B918A8888}"/>
                    </a:ext>
                  </a:extLst>
                </p:cNvPr>
                <p:cNvSpPr txBox="1"/>
                <p:nvPr/>
              </p:nvSpPr>
              <p:spPr>
                <a:xfrm>
                  <a:off x="3610365" y="1529823"/>
                  <a:ext cx="46679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7" name="TextBox 716">
                  <a:extLst>
                    <a:ext uri="{FF2B5EF4-FFF2-40B4-BE49-F238E27FC236}">
                      <a16:creationId xmlns:a16="http://schemas.microsoft.com/office/drawing/2014/main" id="{C1688EEE-51C2-4DD0-B8D8-AC994B331CDD}"/>
                    </a:ext>
                  </a:extLst>
                </p:cNvPr>
                <p:cNvSpPr txBox="1"/>
                <p:nvPr/>
              </p:nvSpPr>
              <p:spPr>
                <a:xfrm>
                  <a:off x="3459636" y="878492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8" name="TextBox 717">
                  <a:extLst>
                    <a:ext uri="{FF2B5EF4-FFF2-40B4-BE49-F238E27FC236}">
                      <a16:creationId xmlns:a16="http://schemas.microsoft.com/office/drawing/2014/main" id="{4F97D676-63F8-46A9-BF30-44A2C53D290E}"/>
                    </a:ext>
                  </a:extLst>
                </p:cNvPr>
                <p:cNvSpPr txBox="1"/>
                <p:nvPr/>
              </p:nvSpPr>
              <p:spPr>
                <a:xfrm>
                  <a:off x="3459636" y="2832485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9" name="TextBox 718">
                  <a:extLst>
                    <a:ext uri="{FF2B5EF4-FFF2-40B4-BE49-F238E27FC236}">
                      <a16:creationId xmlns:a16="http://schemas.microsoft.com/office/drawing/2014/main" id="{21F16F12-13FB-4DCB-8865-70C57FFE850A}"/>
                    </a:ext>
                  </a:extLst>
                </p:cNvPr>
                <p:cNvSpPr txBox="1"/>
                <p:nvPr/>
              </p:nvSpPr>
              <p:spPr>
                <a:xfrm>
                  <a:off x="3459636" y="2181154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07" name="Group 706">
                <a:extLst>
                  <a:ext uri="{FF2B5EF4-FFF2-40B4-BE49-F238E27FC236}">
                    <a16:creationId xmlns:a16="http://schemas.microsoft.com/office/drawing/2014/main" id="{62603AB0-9075-438E-A76E-8FF03294AE7B}"/>
                  </a:ext>
                </a:extLst>
              </p:cNvPr>
              <p:cNvGrpSpPr/>
              <p:nvPr/>
            </p:nvGrpSpPr>
            <p:grpSpPr>
              <a:xfrm>
                <a:off x="3459636" y="3451080"/>
                <a:ext cx="617524" cy="3793031"/>
                <a:chOff x="3459636" y="3451080"/>
                <a:chExt cx="617524" cy="3793031"/>
              </a:xfrm>
            </p:grpSpPr>
            <p:sp>
              <p:nvSpPr>
                <p:cNvPr id="708" name="TextBox 707">
                  <a:extLst>
                    <a:ext uri="{FF2B5EF4-FFF2-40B4-BE49-F238E27FC236}">
                      <a16:creationId xmlns:a16="http://schemas.microsoft.com/office/drawing/2014/main" id="{6ECA86EB-8AEE-4486-BAA3-1A20D792C68D}"/>
                    </a:ext>
                  </a:extLst>
                </p:cNvPr>
                <p:cNvSpPr txBox="1"/>
                <p:nvPr/>
              </p:nvSpPr>
              <p:spPr>
                <a:xfrm>
                  <a:off x="3647208" y="6056404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9" name="TextBox 708">
                  <a:extLst>
                    <a:ext uri="{FF2B5EF4-FFF2-40B4-BE49-F238E27FC236}">
                      <a16:creationId xmlns:a16="http://schemas.microsoft.com/office/drawing/2014/main" id="{83F0E82C-4F77-4D39-84C7-5D569683EEEF}"/>
                    </a:ext>
                  </a:extLst>
                </p:cNvPr>
                <p:cNvSpPr txBox="1"/>
                <p:nvPr/>
              </p:nvSpPr>
              <p:spPr>
                <a:xfrm>
                  <a:off x="3647208" y="6707735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0" name="TextBox 709">
                  <a:extLst>
                    <a:ext uri="{FF2B5EF4-FFF2-40B4-BE49-F238E27FC236}">
                      <a16:creationId xmlns:a16="http://schemas.microsoft.com/office/drawing/2014/main" id="{992FB609-4106-4E26-ADE3-561C29D9522D}"/>
                    </a:ext>
                  </a:extLst>
                </p:cNvPr>
                <p:cNvSpPr txBox="1"/>
                <p:nvPr/>
              </p:nvSpPr>
              <p:spPr>
                <a:xfrm>
                  <a:off x="3647208" y="4753742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1" name="TextBox 710">
                  <a:extLst>
                    <a:ext uri="{FF2B5EF4-FFF2-40B4-BE49-F238E27FC236}">
                      <a16:creationId xmlns:a16="http://schemas.microsoft.com/office/drawing/2014/main" id="{A6B99810-4B53-4F07-BCC6-4A9046838EC2}"/>
                    </a:ext>
                  </a:extLst>
                </p:cNvPr>
                <p:cNvSpPr txBox="1"/>
                <p:nvPr/>
              </p:nvSpPr>
              <p:spPr>
                <a:xfrm>
                  <a:off x="3459636" y="5405073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2" name="TextBox 711">
                  <a:extLst>
                    <a:ext uri="{FF2B5EF4-FFF2-40B4-BE49-F238E27FC236}">
                      <a16:creationId xmlns:a16="http://schemas.microsoft.com/office/drawing/2014/main" id="{A88B1A8D-F626-436C-A6B3-470B0733D5C0}"/>
                    </a:ext>
                  </a:extLst>
                </p:cNvPr>
                <p:cNvSpPr txBox="1"/>
                <p:nvPr/>
              </p:nvSpPr>
              <p:spPr>
                <a:xfrm>
                  <a:off x="3459636" y="3451080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3" name="TextBox 712">
                  <a:extLst>
                    <a:ext uri="{FF2B5EF4-FFF2-40B4-BE49-F238E27FC236}">
                      <a16:creationId xmlns:a16="http://schemas.microsoft.com/office/drawing/2014/main" id="{C0554BDA-6EB8-4B58-A66E-D6B478A6F763}"/>
                    </a:ext>
                  </a:extLst>
                </p:cNvPr>
                <p:cNvSpPr txBox="1"/>
                <p:nvPr/>
              </p:nvSpPr>
              <p:spPr>
                <a:xfrm>
                  <a:off x="3459636" y="4102411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6236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072C183-4704-46C8-B869-F54B8ECBC51E}"/>
              </a:ext>
            </a:extLst>
          </p:cNvPr>
          <p:cNvGrpSpPr/>
          <p:nvPr/>
        </p:nvGrpSpPr>
        <p:grpSpPr>
          <a:xfrm>
            <a:off x="3152529" y="-2976664"/>
            <a:ext cx="8658472" cy="12548681"/>
            <a:chOff x="3152529" y="-2976664"/>
            <a:chExt cx="8658472" cy="1254868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1FE072E-BCE8-4E53-A8D6-8499E4D5713D}"/>
                </a:ext>
              </a:extLst>
            </p:cNvPr>
            <p:cNvSpPr/>
            <p:nvPr/>
          </p:nvSpPr>
          <p:spPr>
            <a:xfrm>
              <a:off x="3152529" y="-2976664"/>
              <a:ext cx="8658472" cy="12548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9485438-2DD1-401B-AD68-AA451831DDC2}"/>
                </a:ext>
              </a:extLst>
            </p:cNvPr>
            <p:cNvSpPr txBox="1"/>
            <p:nvPr/>
          </p:nvSpPr>
          <p:spPr>
            <a:xfrm>
              <a:off x="3962236" y="-2532375"/>
              <a:ext cx="7039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Möbius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★ 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8E1FF8DF-8A16-4B52-8C4D-AF4A757F2892}"/>
                </a:ext>
              </a:extLst>
            </p:cNvPr>
            <p:cNvSpPr/>
            <p:nvPr/>
          </p:nvSpPr>
          <p:spPr>
            <a:xfrm>
              <a:off x="6713864" y="8787592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#10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Pedro PSI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– 29</a:t>
              </a:r>
              <a:r>
                <a:rPr lang="pt-PT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August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2020</a:t>
              </a:r>
              <a:endParaRPr lang="pt-PT" sz="3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9A3F1619-D759-4F73-A2EB-A687C4F74408}"/>
                </a:ext>
              </a:extLst>
            </p:cNvPr>
            <p:cNvGrpSpPr/>
            <p:nvPr/>
          </p:nvGrpSpPr>
          <p:grpSpPr>
            <a:xfrm>
              <a:off x="5215879" y="158059"/>
              <a:ext cx="3901440" cy="7796240"/>
              <a:chOff x="4138909" y="-469120"/>
              <a:chExt cx="3901440" cy="779624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8A49BE5E-AECF-4BFB-8BFF-FD17F69B4454}"/>
                  </a:ext>
                </a:extLst>
              </p:cNvPr>
              <p:cNvGrpSpPr/>
              <p:nvPr/>
            </p:nvGrpSpPr>
            <p:grpSpPr>
              <a:xfrm>
                <a:off x="4138909" y="-469120"/>
                <a:ext cx="3901440" cy="7796240"/>
                <a:chOff x="201662" y="233898"/>
                <a:chExt cx="3901440" cy="7796240"/>
              </a:xfrm>
            </p:grpSpPr>
            <p:grpSp>
              <p:nvGrpSpPr>
                <p:cNvPr id="182" name="Group 181">
                  <a:extLst>
                    <a:ext uri="{FF2B5EF4-FFF2-40B4-BE49-F238E27FC236}">
                      <a16:creationId xmlns:a16="http://schemas.microsoft.com/office/drawing/2014/main" id="{9E82ABC3-18FA-4A02-9549-0084A0307594}"/>
                    </a:ext>
                  </a:extLst>
                </p:cNvPr>
                <p:cNvGrpSpPr/>
                <p:nvPr/>
              </p:nvGrpSpPr>
              <p:grpSpPr>
                <a:xfrm>
                  <a:off x="201662" y="233898"/>
                  <a:ext cx="3901440" cy="3901440"/>
                  <a:chOff x="201662" y="233898"/>
                  <a:chExt cx="3901440" cy="3901440"/>
                </a:xfrm>
              </p:grpSpPr>
              <p:cxnSp>
                <p:nvCxnSpPr>
                  <p:cNvPr id="307" name="Straight Connector 306">
                    <a:extLst>
                      <a:ext uri="{FF2B5EF4-FFF2-40B4-BE49-F238E27FC236}">
                        <a16:creationId xmlns:a16="http://schemas.microsoft.com/office/drawing/2014/main" id="{7B89FF5A-4D7E-4E01-9A02-9B34AF692A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47" y="2203271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8" name="Straight Connector 307">
                    <a:extLst>
                      <a:ext uri="{FF2B5EF4-FFF2-40B4-BE49-F238E27FC236}">
                        <a16:creationId xmlns:a16="http://schemas.microsoft.com/office/drawing/2014/main" id="{FBE7DC61-785B-455F-8DD3-205322262B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75315" y="1593440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7D64EC8C-62D4-4A4D-854F-810B394E3836}"/>
                      </a:ext>
                    </a:extLst>
                  </p:cNvPr>
                  <p:cNvSpPr/>
                  <p:nvPr/>
                </p:nvSpPr>
                <p:spPr>
                  <a:xfrm>
                    <a:off x="2016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523A153F-6494-40EE-A2F5-A6D027C2D779}"/>
                      </a:ext>
                    </a:extLst>
                  </p:cNvPr>
                  <p:cNvSpPr/>
                  <p:nvPr/>
                </p:nvSpPr>
                <p:spPr>
                  <a:xfrm>
                    <a:off x="85190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1" name="Rectangle 310">
                    <a:extLst>
                      <a:ext uri="{FF2B5EF4-FFF2-40B4-BE49-F238E27FC236}">
                        <a16:creationId xmlns:a16="http://schemas.microsoft.com/office/drawing/2014/main" id="{FAA13C68-CD74-4F34-9B6D-71204DF8AED5}"/>
                      </a:ext>
                    </a:extLst>
                  </p:cNvPr>
                  <p:cNvSpPr/>
                  <p:nvPr/>
                </p:nvSpPr>
                <p:spPr>
                  <a:xfrm>
                    <a:off x="2016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AAE665A8-D75E-4AB1-9CD1-FC9B0578E014}"/>
                      </a:ext>
                    </a:extLst>
                  </p:cNvPr>
                  <p:cNvSpPr/>
                  <p:nvPr/>
                </p:nvSpPr>
                <p:spPr>
                  <a:xfrm>
                    <a:off x="85190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7D0E2BFD-8C8E-405F-821A-16451040D8AF}"/>
                      </a:ext>
                    </a:extLst>
                  </p:cNvPr>
                  <p:cNvSpPr/>
                  <p:nvPr/>
                </p:nvSpPr>
                <p:spPr>
                  <a:xfrm>
                    <a:off x="150214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0A75C05E-9199-42CF-9AAB-564D8098C928}"/>
                      </a:ext>
                    </a:extLst>
                  </p:cNvPr>
                  <p:cNvSpPr/>
                  <p:nvPr/>
                </p:nvSpPr>
                <p:spPr>
                  <a:xfrm>
                    <a:off x="215238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5" name="Rectangle 314">
                    <a:extLst>
                      <a:ext uri="{FF2B5EF4-FFF2-40B4-BE49-F238E27FC236}">
                        <a16:creationId xmlns:a16="http://schemas.microsoft.com/office/drawing/2014/main" id="{B816F636-A515-4C82-8D06-557493140AEB}"/>
                      </a:ext>
                    </a:extLst>
                  </p:cNvPr>
                  <p:cNvSpPr/>
                  <p:nvPr/>
                </p:nvSpPr>
                <p:spPr>
                  <a:xfrm>
                    <a:off x="150214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3DD08BD6-6569-42A7-9C1B-B9CCD32C510A}"/>
                      </a:ext>
                    </a:extLst>
                  </p:cNvPr>
                  <p:cNvSpPr/>
                  <p:nvPr/>
                </p:nvSpPr>
                <p:spPr>
                  <a:xfrm>
                    <a:off x="215238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E7711926-8A40-463E-B375-A2318B1D89F2}"/>
                      </a:ext>
                    </a:extLst>
                  </p:cNvPr>
                  <p:cNvSpPr/>
                  <p:nvPr/>
                </p:nvSpPr>
                <p:spPr>
                  <a:xfrm>
                    <a:off x="2016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B1C37639-3A69-4143-BFE1-6B6926402BDA}"/>
                      </a:ext>
                    </a:extLst>
                  </p:cNvPr>
                  <p:cNvSpPr/>
                  <p:nvPr/>
                </p:nvSpPr>
                <p:spPr>
                  <a:xfrm>
                    <a:off x="85190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19" name="Rectangle 318">
                    <a:extLst>
                      <a:ext uri="{FF2B5EF4-FFF2-40B4-BE49-F238E27FC236}">
                        <a16:creationId xmlns:a16="http://schemas.microsoft.com/office/drawing/2014/main" id="{F86262ED-E52A-46F0-8822-14C33AB5E2D0}"/>
                      </a:ext>
                    </a:extLst>
                  </p:cNvPr>
                  <p:cNvSpPr/>
                  <p:nvPr/>
                </p:nvSpPr>
                <p:spPr>
                  <a:xfrm>
                    <a:off x="2016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0" name="Rectangle 319">
                    <a:extLst>
                      <a:ext uri="{FF2B5EF4-FFF2-40B4-BE49-F238E27FC236}">
                        <a16:creationId xmlns:a16="http://schemas.microsoft.com/office/drawing/2014/main" id="{488454ED-A45D-4045-8A62-219AB4E766A3}"/>
                      </a:ext>
                    </a:extLst>
                  </p:cNvPr>
                  <p:cNvSpPr/>
                  <p:nvPr/>
                </p:nvSpPr>
                <p:spPr>
                  <a:xfrm>
                    <a:off x="85190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1" name="Rectangle 320">
                    <a:extLst>
                      <a:ext uri="{FF2B5EF4-FFF2-40B4-BE49-F238E27FC236}">
                        <a16:creationId xmlns:a16="http://schemas.microsoft.com/office/drawing/2014/main" id="{5C5F8826-08B7-4AFD-B48E-0B2F24BCBECC}"/>
                      </a:ext>
                    </a:extLst>
                  </p:cNvPr>
                  <p:cNvSpPr/>
                  <p:nvPr/>
                </p:nvSpPr>
                <p:spPr>
                  <a:xfrm>
                    <a:off x="150214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EDC67C71-40EE-46EC-8182-CD258053FEDA}"/>
                      </a:ext>
                    </a:extLst>
                  </p:cNvPr>
                  <p:cNvSpPr/>
                  <p:nvPr/>
                </p:nvSpPr>
                <p:spPr>
                  <a:xfrm>
                    <a:off x="215238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5AEBE697-3DD7-44CE-9E50-38CC20F01D49}"/>
                      </a:ext>
                    </a:extLst>
                  </p:cNvPr>
                  <p:cNvSpPr/>
                  <p:nvPr/>
                </p:nvSpPr>
                <p:spPr>
                  <a:xfrm>
                    <a:off x="150214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4" name="Rectangle 323">
                    <a:extLst>
                      <a:ext uri="{FF2B5EF4-FFF2-40B4-BE49-F238E27FC236}">
                        <a16:creationId xmlns:a16="http://schemas.microsoft.com/office/drawing/2014/main" id="{72B00242-821E-440B-A40D-004BB1D19EDF}"/>
                      </a:ext>
                    </a:extLst>
                  </p:cNvPr>
                  <p:cNvSpPr/>
                  <p:nvPr/>
                </p:nvSpPr>
                <p:spPr>
                  <a:xfrm>
                    <a:off x="215238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9D30CD43-9608-4026-B13C-BCA1AA81FA12}"/>
                      </a:ext>
                    </a:extLst>
                  </p:cNvPr>
                  <p:cNvSpPr/>
                  <p:nvPr/>
                </p:nvSpPr>
                <p:spPr>
                  <a:xfrm>
                    <a:off x="280262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3B28368D-863B-464B-A2D0-AADCE8B2DD22}"/>
                      </a:ext>
                    </a:extLst>
                  </p:cNvPr>
                  <p:cNvSpPr/>
                  <p:nvPr/>
                </p:nvSpPr>
                <p:spPr>
                  <a:xfrm>
                    <a:off x="34528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7" name="Rectangle 326">
                    <a:extLst>
                      <a:ext uri="{FF2B5EF4-FFF2-40B4-BE49-F238E27FC236}">
                        <a16:creationId xmlns:a16="http://schemas.microsoft.com/office/drawing/2014/main" id="{0D31E3FD-4A38-4039-B57B-EC6212113451}"/>
                      </a:ext>
                    </a:extLst>
                  </p:cNvPr>
                  <p:cNvSpPr/>
                  <p:nvPr/>
                </p:nvSpPr>
                <p:spPr>
                  <a:xfrm>
                    <a:off x="280262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8" name="Rectangle 327">
                    <a:extLst>
                      <a:ext uri="{FF2B5EF4-FFF2-40B4-BE49-F238E27FC236}">
                        <a16:creationId xmlns:a16="http://schemas.microsoft.com/office/drawing/2014/main" id="{9EBA65D2-0D26-4008-8983-702CAA68C923}"/>
                      </a:ext>
                    </a:extLst>
                  </p:cNvPr>
                  <p:cNvSpPr/>
                  <p:nvPr/>
                </p:nvSpPr>
                <p:spPr>
                  <a:xfrm>
                    <a:off x="34528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29" name="Rectangle 328">
                    <a:extLst>
                      <a:ext uri="{FF2B5EF4-FFF2-40B4-BE49-F238E27FC236}">
                        <a16:creationId xmlns:a16="http://schemas.microsoft.com/office/drawing/2014/main" id="{E67A1BAD-D59B-4AA2-AE56-91E86A408CC9}"/>
                      </a:ext>
                    </a:extLst>
                  </p:cNvPr>
                  <p:cNvSpPr/>
                  <p:nvPr/>
                </p:nvSpPr>
                <p:spPr>
                  <a:xfrm>
                    <a:off x="280262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0" name="Rectangle 329">
                    <a:extLst>
                      <a:ext uri="{FF2B5EF4-FFF2-40B4-BE49-F238E27FC236}">
                        <a16:creationId xmlns:a16="http://schemas.microsoft.com/office/drawing/2014/main" id="{7572D3C9-62AD-41F5-98EE-B27BDF2867F3}"/>
                      </a:ext>
                    </a:extLst>
                  </p:cNvPr>
                  <p:cNvSpPr/>
                  <p:nvPr/>
                </p:nvSpPr>
                <p:spPr>
                  <a:xfrm>
                    <a:off x="34528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1" name="Rectangle 330">
                    <a:extLst>
                      <a:ext uri="{FF2B5EF4-FFF2-40B4-BE49-F238E27FC236}">
                        <a16:creationId xmlns:a16="http://schemas.microsoft.com/office/drawing/2014/main" id="{D77FA7B7-AF66-41AB-939F-6AE1FAA6C1A4}"/>
                      </a:ext>
                    </a:extLst>
                  </p:cNvPr>
                  <p:cNvSpPr/>
                  <p:nvPr/>
                </p:nvSpPr>
                <p:spPr>
                  <a:xfrm>
                    <a:off x="280262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2" name="Rectangle 331">
                    <a:extLst>
                      <a:ext uri="{FF2B5EF4-FFF2-40B4-BE49-F238E27FC236}">
                        <a16:creationId xmlns:a16="http://schemas.microsoft.com/office/drawing/2014/main" id="{3E747D4A-E543-4E58-B20D-D5A13AEEAEEB}"/>
                      </a:ext>
                    </a:extLst>
                  </p:cNvPr>
                  <p:cNvSpPr/>
                  <p:nvPr/>
                </p:nvSpPr>
                <p:spPr>
                  <a:xfrm>
                    <a:off x="34528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3" name="Rectangle 332">
                    <a:extLst>
                      <a:ext uri="{FF2B5EF4-FFF2-40B4-BE49-F238E27FC236}">
                        <a16:creationId xmlns:a16="http://schemas.microsoft.com/office/drawing/2014/main" id="{571AEAAF-E519-4279-B217-519C2A744B87}"/>
                      </a:ext>
                    </a:extLst>
                  </p:cNvPr>
                  <p:cNvSpPr/>
                  <p:nvPr/>
                </p:nvSpPr>
                <p:spPr>
                  <a:xfrm>
                    <a:off x="2016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4" name="Rectangle 333">
                    <a:extLst>
                      <a:ext uri="{FF2B5EF4-FFF2-40B4-BE49-F238E27FC236}">
                        <a16:creationId xmlns:a16="http://schemas.microsoft.com/office/drawing/2014/main" id="{4657B647-B4AC-4369-99EE-64C2C8F01EE3}"/>
                      </a:ext>
                    </a:extLst>
                  </p:cNvPr>
                  <p:cNvSpPr/>
                  <p:nvPr/>
                </p:nvSpPr>
                <p:spPr>
                  <a:xfrm>
                    <a:off x="85190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6D35297E-D2D7-4317-9F0B-7843C2565AC0}"/>
                      </a:ext>
                    </a:extLst>
                  </p:cNvPr>
                  <p:cNvSpPr/>
                  <p:nvPr/>
                </p:nvSpPr>
                <p:spPr>
                  <a:xfrm>
                    <a:off x="2016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6" name="Rectangle 335">
                    <a:extLst>
                      <a:ext uri="{FF2B5EF4-FFF2-40B4-BE49-F238E27FC236}">
                        <a16:creationId xmlns:a16="http://schemas.microsoft.com/office/drawing/2014/main" id="{2F0C053B-213F-4ED4-8B13-93B774054FA5}"/>
                      </a:ext>
                    </a:extLst>
                  </p:cNvPr>
                  <p:cNvSpPr/>
                  <p:nvPr/>
                </p:nvSpPr>
                <p:spPr>
                  <a:xfrm>
                    <a:off x="85190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52984360-8D4B-4C4D-853E-0EA2C8B57822}"/>
                      </a:ext>
                    </a:extLst>
                  </p:cNvPr>
                  <p:cNvSpPr/>
                  <p:nvPr/>
                </p:nvSpPr>
                <p:spPr>
                  <a:xfrm>
                    <a:off x="150214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8" name="Rectangle 337">
                    <a:extLst>
                      <a:ext uri="{FF2B5EF4-FFF2-40B4-BE49-F238E27FC236}">
                        <a16:creationId xmlns:a16="http://schemas.microsoft.com/office/drawing/2014/main" id="{8E631184-EB54-4453-861A-8B73E0A0033F}"/>
                      </a:ext>
                    </a:extLst>
                  </p:cNvPr>
                  <p:cNvSpPr/>
                  <p:nvPr/>
                </p:nvSpPr>
                <p:spPr>
                  <a:xfrm>
                    <a:off x="215238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39" name="Rectangle 338">
                    <a:extLst>
                      <a:ext uri="{FF2B5EF4-FFF2-40B4-BE49-F238E27FC236}">
                        <a16:creationId xmlns:a16="http://schemas.microsoft.com/office/drawing/2014/main" id="{8D613A25-FEE0-43C3-B280-5090B59F11C1}"/>
                      </a:ext>
                    </a:extLst>
                  </p:cNvPr>
                  <p:cNvSpPr/>
                  <p:nvPr/>
                </p:nvSpPr>
                <p:spPr>
                  <a:xfrm>
                    <a:off x="150214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40" name="Rectangle 339">
                    <a:extLst>
                      <a:ext uri="{FF2B5EF4-FFF2-40B4-BE49-F238E27FC236}">
                        <a16:creationId xmlns:a16="http://schemas.microsoft.com/office/drawing/2014/main" id="{0CB86EC2-4C33-43A7-BD74-95187C8CC516}"/>
                      </a:ext>
                    </a:extLst>
                  </p:cNvPr>
                  <p:cNvSpPr/>
                  <p:nvPr/>
                </p:nvSpPr>
                <p:spPr>
                  <a:xfrm>
                    <a:off x="215238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A9DD13EE-0377-4657-877C-4EB2D32E60F1}"/>
                      </a:ext>
                    </a:extLst>
                  </p:cNvPr>
                  <p:cNvSpPr/>
                  <p:nvPr/>
                </p:nvSpPr>
                <p:spPr>
                  <a:xfrm>
                    <a:off x="280262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26E531ED-DC04-4225-AB76-503D69E79E9D}"/>
                      </a:ext>
                    </a:extLst>
                  </p:cNvPr>
                  <p:cNvSpPr/>
                  <p:nvPr/>
                </p:nvSpPr>
                <p:spPr>
                  <a:xfrm>
                    <a:off x="34528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A88793D5-451A-4B7B-A808-BB55697674E6}"/>
                      </a:ext>
                    </a:extLst>
                  </p:cNvPr>
                  <p:cNvSpPr/>
                  <p:nvPr/>
                </p:nvSpPr>
                <p:spPr>
                  <a:xfrm>
                    <a:off x="280262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EABAC235-450E-42AE-A614-C94580526B0B}"/>
                      </a:ext>
                    </a:extLst>
                  </p:cNvPr>
                  <p:cNvSpPr/>
                  <p:nvPr/>
                </p:nvSpPr>
                <p:spPr>
                  <a:xfrm>
                    <a:off x="34528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6150A0CC-4A1F-495F-AE60-021531937DE0}"/>
                    </a:ext>
                  </a:extLst>
                </p:cNvPr>
                <p:cNvGrpSpPr/>
                <p:nvPr/>
              </p:nvGrpSpPr>
              <p:grpSpPr>
                <a:xfrm>
                  <a:off x="201662" y="4128698"/>
                  <a:ext cx="3901440" cy="3901440"/>
                  <a:chOff x="201662" y="233898"/>
                  <a:chExt cx="3901440" cy="3901440"/>
                </a:xfrm>
              </p:grpSpPr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D0A2B1E0-7905-465A-AB3F-E79878D7EC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47" y="2203271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>
                    <a:extLst>
                      <a:ext uri="{FF2B5EF4-FFF2-40B4-BE49-F238E27FC236}">
                        <a16:creationId xmlns:a16="http://schemas.microsoft.com/office/drawing/2014/main" id="{F28E1341-5E6F-472A-B61C-A353855E7E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75315" y="1593440"/>
                    <a:ext cx="645160" cy="762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B5ECC13D-2E6C-4A4F-AC76-DB0C65FABA3D}"/>
                      </a:ext>
                    </a:extLst>
                  </p:cNvPr>
                  <p:cNvSpPr/>
                  <p:nvPr/>
                </p:nvSpPr>
                <p:spPr>
                  <a:xfrm>
                    <a:off x="2016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E3C68C3E-150E-4AE6-9B38-7B7B3654585C}"/>
                      </a:ext>
                    </a:extLst>
                  </p:cNvPr>
                  <p:cNvSpPr/>
                  <p:nvPr/>
                </p:nvSpPr>
                <p:spPr>
                  <a:xfrm>
                    <a:off x="85190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2E66CAA0-213D-4DB5-9F1C-F8C744AF6D61}"/>
                      </a:ext>
                    </a:extLst>
                  </p:cNvPr>
                  <p:cNvSpPr/>
                  <p:nvPr/>
                </p:nvSpPr>
                <p:spPr>
                  <a:xfrm>
                    <a:off x="2016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D4682B27-DC93-42C6-B0F6-A78515C77BB5}"/>
                      </a:ext>
                    </a:extLst>
                  </p:cNvPr>
                  <p:cNvSpPr/>
                  <p:nvPr/>
                </p:nvSpPr>
                <p:spPr>
                  <a:xfrm>
                    <a:off x="85190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DBBDDC2D-362C-427A-BD7C-D01699FA971F}"/>
                      </a:ext>
                    </a:extLst>
                  </p:cNvPr>
                  <p:cNvSpPr/>
                  <p:nvPr/>
                </p:nvSpPr>
                <p:spPr>
                  <a:xfrm>
                    <a:off x="150214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28A1831B-9792-4180-B215-5AA7C826BAFD}"/>
                      </a:ext>
                    </a:extLst>
                  </p:cNvPr>
                  <p:cNvSpPr/>
                  <p:nvPr/>
                </p:nvSpPr>
                <p:spPr>
                  <a:xfrm>
                    <a:off x="215238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C40C4E67-24EE-42F7-949F-8BFED151D0D8}"/>
                      </a:ext>
                    </a:extLst>
                  </p:cNvPr>
                  <p:cNvSpPr/>
                  <p:nvPr/>
                </p:nvSpPr>
                <p:spPr>
                  <a:xfrm>
                    <a:off x="150214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8" name="Rectangle 277">
                    <a:extLst>
                      <a:ext uri="{FF2B5EF4-FFF2-40B4-BE49-F238E27FC236}">
                        <a16:creationId xmlns:a16="http://schemas.microsoft.com/office/drawing/2014/main" id="{ADF6FA34-F250-4B1E-957B-F7FBBDA750C8}"/>
                      </a:ext>
                    </a:extLst>
                  </p:cNvPr>
                  <p:cNvSpPr/>
                  <p:nvPr/>
                </p:nvSpPr>
                <p:spPr>
                  <a:xfrm>
                    <a:off x="215238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79" name="Rectangle 278">
                    <a:extLst>
                      <a:ext uri="{FF2B5EF4-FFF2-40B4-BE49-F238E27FC236}">
                        <a16:creationId xmlns:a16="http://schemas.microsoft.com/office/drawing/2014/main" id="{8653B403-312B-49EC-A271-50F7E47C14AC}"/>
                      </a:ext>
                    </a:extLst>
                  </p:cNvPr>
                  <p:cNvSpPr/>
                  <p:nvPr/>
                </p:nvSpPr>
                <p:spPr>
                  <a:xfrm>
                    <a:off x="2016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0" name="Rectangle 279">
                    <a:extLst>
                      <a:ext uri="{FF2B5EF4-FFF2-40B4-BE49-F238E27FC236}">
                        <a16:creationId xmlns:a16="http://schemas.microsoft.com/office/drawing/2014/main" id="{0A10F514-C21E-4870-B734-CE817266BDF6}"/>
                      </a:ext>
                    </a:extLst>
                  </p:cNvPr>
                  <p:cNvSpPr/>
                  <p:nvPr/>
                </p:nvSpPr>
                <p:spPr>
                  <a:xfrm>
                    <a:off x="85190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1" name="Rectangle 280">
                    <a:extLst>
                      <a:ext uri="{FF2B5EF4-FFF2-40B4-BE49-F238E27FC236}">
                        <a16:creationId xmlns:a16="http://schemas.microsoft.com/office/drawing/2014/main" id="{FE04DB27-27E8-4360-94CE-E29BB7E5AC2D}"/>
                      </a:ext>
                    </a:extLst>
                  </p:cNvPr>
                  <p:cNvSpPr/>
                  <p:nvPr/>
                </p:nvSpPr>
                <p:spPr>
                  <a:xfrm>
                    <a:off x="2016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2" name="Rectangle 281">
                    <a:extLst>
                      <a:ext uri="{FF2B5EF4-FFF2-40B4-BE49-F238E27FC236}">
                        <a16:creationId xmlns:a16="http://schemas.microsoft.com/office/drawing/2014/main" id="{C2277CA2-2E4C-4FB6-943E-88C693C40194}"/>
                      </a:ext>
                    </a:extLst>
                  </p:cNvPr>
                  <p:cNvSpPr/>
                  <p:nvPr/>
                </p:nvSpPr>
                <p:spPr>
                  <a:xfrm>
                    <a:off x="85190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3" name="Rectangle 282">
                    <a:extLst>
                      <a:ext uri="{FF2B5EF4-FFF2-40B4-BE49-F238E27FC236}">
                        <a16:creationId xmlns:a16="http://schemas.microsoft.com/office/drawing/2014/main" id="{6E269EDF-72CB-423E-B961-8A850313E115}"/>
                      </a:ext>
                    </a:extLst>
                  </p:cNvPr>
                  <p:cNvSpPr/>
                  <p:nvPr/>
                </p:nvSpPr>
                <p:spPr>
                  <a:xfrm>
                    <a:off x="150214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4" name="Rectangle 283">
                    <a:extLst>
                      <a:ext uri="{FF2B5EF4-FFF2-40B4-BE49-F238E27FC236}">
                        <a16:creationId xmlns:a16="http://schemas.microsoft.com/office/drawing/2014/main" id="{93C0EE2C-438B-43EF-BD63-52792D2379AE}"/>
                      </a:ext>
                    </a:extLst>
                  </p:cNvPr>
                  <p:cNvSpPr/>
                  <p:nvPr/>
                </p:nvSpPr>
                <p:spPr>
                  <a:xfrm>
                    <a:off x="215238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5" name="Rectangle 284">
                    <a:extLst>
                      <a:ext uri="{FF2B5EF4-FFF2-40B4-BE49-F238E27FC236}">
                        <a16:creationId xmlns:a16="http://schemas.microsoft.com/office/drawing/2014/main" id="{F3EF290E-AF7F-4CBD-90B6-369B1CD40D36}"/>
                      </a:ext>
                    </a:extLst>
                  </p:cNvPr>
                  <p:cNvSpPr/>
                  <p:nvPr/>
                </p:nvSpPr>
                <p:spPr>
                  <a:xfrm>
                    <a:off x="150214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6" name="Rectangle 285">
                    <a:extLst>
                      <a:ext uri="{FF2B5EF4-FFF2-40B4-BE49-F238E27FC236}">
                        <a16:creationId xmlns:a16="http://schemas.microsoft.com/office/drawing/2014/main" id="{9EE8835F-6C1B-4B8D-9171-7736B050CB9E}"/>
                      </a:ext>
                    </a:extLst>
                  </p:cNvPr>
                  <p:cNvSpPr/>
                  <p:nvPr/>
                </p:nvSpPr>
                <p:spPr>
                  <a:xfrm>
                    <a:off x="215238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7" name="Rectangle 286">
                    <a:extLst>
                      <a:ext uri="{FF2B5EF4-FFF2-40B4-BE49-F238E27FC236}">
                        <a16:creationId xmlns:a16="http://schemas.microsoft.com/office/drawing/2014/main" id="{FCC51FA3-3A5B-45C0-B0A6-0026FC7F9755}"/>
                      </a:ext>
                    </a:extLst>
                  </p:cNvPr>
                  <p:cNvSpPr/>
                  <p:nvPr/>
                </p:nvSpPr>
                <p:spPr>
                  <a:xfrm>
                    <a:off x="280262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8" name="Rectangle 287">
                    <a:extLst>
                      <a:ext uri="{FF2B5EF4-FFF2-40B4-BE49-F238E27FC236}">
                        <a16:creationId xmlns:a16="http://schemas.microsoft.com/office/drawing/2014/main" id="{2AB50CF6-9886-4D1D-A94A-CF709864C4BC}"/>
                      </a:ext>
                    </a:extLst>
                  </p:cNvPr>
                  <p:cNvSpPr/>
                  <p:nvPr/>
                </p:nvSpPr>
                <p:spPr>
                  <a:xfrm>
                    <a:off x="3452862" y="2338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89" name="Rectangle 288">
                    <a:extLst>
                      <a:ext uri="{FF2B5EF4-FFF2-40B4-BE49-F238E27FC236}">
                        <a16:creationId xmlns:a16="http://schemas.microsoft.com/office/drawing/2014/main" id="{8A28D548-519A-4B6B-98ED-E54088D3FFBA}"/>
                      </a:ext>
                    </a:extLst>
                  </p:cNvPr>
                  <p:cNvSpPr/>
                  <p:nvPr/>
                </p:nvSpPr>
                <p:spPr>
                  <a:xfrm>
                    <a:off x="280262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0" name="Rectangle 289">
                    <a:extLst>
                      <a:ext uri="{FF2B5EF4-FFF2-40B4-BE49-F238E27FC236}">
                        <a16:creationId xmlns:a16="http://schemas.microsoft.com/office/drawing/2014/main" id="{E4092123-FD0B-4C81-9C81-51049E386983}"/>
                      </a:ext>
                    </a:extLst>
                  </p:cNvPr>
                  <p:cNvSpPr/>
                  <p:nvPr/>
                </p:nvSpPr>
                <p:spPr>
                  <a:xfrm>
                    <a:off x="3452862" y="88413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1" name="Rectangle 290">
                    <a:extLst>
                      <a:ext uri="{FF2B5EF4-FFF2-40B4-BE49-F238E27FC236}">
                        <a16:creationId xmlns:a16="http://schemas.microsoft.com/office/drawing/2014/main" id="{D67B7606-2B20-4C2E-9736-2792BA719DE7}"/>
                      </a:ext>
                    </a:extLst>
                  </p:cNvPr>
                  <p:cNvSpPr/>
                  <p:nvPr/>
                </p:nvSpPr>
                <p:spPr>
                  <a:xfrm>
                    <a:off x="280262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2" name="Rectangle 291">
                    <a:extLst>
                      <a:ext uri="{FF2B5EF4-FFF2-40B4-BE49-F238E27FC236}">
                        <a16:creationId xmlns:a16="http://schemas.microsoft.com/office/drawing/2014/main" id="{4FD97CD2-19FB-40B3-B725-7E15615A2ABE}"/>
                      </a:ext>
                    </a:extLst>
                  </p:cNvPr>
                  <p:cNvSpPr/>
                  <p:nvPr/>
                </p:nvSpPr>
                <p:spPr>
                  <a:xfrm>
                    <a:off x="3452862" y="153437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3" name="Rectangle 292">
                    <a:extLst>
                      <a:ext uri="{FF2B5EF4-FFF2-40B4-BE49-F238E27FC236}">
                        <a16:creationId xmlns:a16="http://schemas.microsoft.com/office/drawing/2014/main" id="{E11ECBE7-A397-4E73-A30E-C26CE853A332}"/>
                      </a:ext>
                    </a:extLst>
                  </p:cNvPr>
                  <p:cNvSpPr/>
                  <p:nvPr/>
                </p:nvSpPr>
                <p:spPr>
                  <a:xfrm>
                    <a:off x="280262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DAF7C2ED-6065-475C-84E9-F5C0C3D2825A}"/>
                      </a:ext>
                    </a:extLst>
                  </p:cNvPr>
                  <p:cNvSpPr/>
                  <p:nvPr/>
                </p:nvSpPr>
                <p:spPr>
                  <a:xfrm>
                    <a:off x="3452862" y="218461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BFCFD3B5-73D8-4A5A-893A-27F8481A7615}"/>
                      </a:ext>
                    </a:extLst>
                  </p:cNvPr>
                  <p:cNvSpPr/>
                  <p:nvPr/>
                </p:nvSpPr>
                <p:spPr>
                  <a:xfrm>
                    <a:off x="2016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86F5A202-32C4-480E-BD65-68B41D06774D}"/>
                      </a:ext>
                    </a:extLst>
                  </p:cNvPr>
                  <p:cNvSpPr/>
                  <p:nvPr/>
                </p:nvSpPr>
                <p:spPr>
                  <a:xfrm>
                    <a:off x="85190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0656D234-E478-45E5-B87F-9D5BC5905160}"/>
                      </a:ext>
                    </a:extLst>
                  </p:cNvPr>
                  <p:cNvSpPr/>
                  <p:nvPr/>
                </p:nvSpPr>
                <p:spPr>
                  <a:xfrm>
                    <a:off x="2016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663F68C4-B791-4977-8352-AE640C7ADA1F}"/>
                      </a:ext>
                    </a:extLst>
                  </p:cNvPr>
                  <p:cNvSpPr/>
                  <p:nvPr/>
                </p:nvSpPr>
                <p:spPr>
                  <a:xfrm>
                    <a:off x="85190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299" name="Rectangle 298">
                    <a:extLst>
                      <a:ext uri="{FF2B5EF4-FFF2-40B4-BE49-F238E27FC236}">
                        <a16:creationId xmlns:a16="http://schemas.microsoft.com/office/drawing/2014/main" id="{9FD57908-1560-4D50-98BF-BE9941CF04D2}"/>
                      </a:ext>
                    </a:extLst>
                  </p:cNvPr>
                  <p:cNvSpPr/>
                  <p:nvPr/>
                </p:nvSpPr>
                <p:spPr>
                  <a:xfrm>
                    <a:off x="150214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35113663-6154-42CE-A99B-B91F36EF31A9}"/>
                      </a:ext>
                    </a:extLst>
                  </p:cNvPr>
                  <p:cNvSpPr/>
                  <p:nvPr/>
                </p:nvSpPr>
                <p:spPr>
                  <a:xfrm>
                    <a:off x="215238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72AB3B93-45E2-44D6-9499-C5E83DC6E761}"/>
                      </a:ext>
                    </a:extLst>
                  </p:cNvPr>
                  <p:cNvSpPr/>
                  <p:nvPr/>
                </p:nvSpPr>
                <p:spPr>
                  <a:xfrm>
                    <a:off x="150214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DF4965E8-11BF-4DC6-B065-79D1A7C5A304}"/>
                      </a:ext>
                    </a:extLst>
                  </p:cNvPr>
                  <p:cNvSpPr/>
                  <p:nvPr/>
                </p:nvSpPr>
                <p:spPr>
                  <a:xfrm>
                    <a:off x="215238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3" name="Rectangle 302">
                    <a:extLst>
                      <a:ext uri="{FF2B5EF4-FFF2-40B4-BE49-F238E27FC236}">
                        <a16:creationId xmlns:a16="http://schemas.microsoft.com/office/drawing/2014/main" id="{762EDB2C-4D43-43F6-AE71-A94B01B5DB70}"/>
                      </a:ext>
                    </a:extLst>
                  </p:cNvPr>
                  <p:cNvSpPr/>
                  <p:nvPr/>
                </p:nvSpPr>
                <p:spPr>
                  <a:xfrm>
                    <a:off x="280262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4" name="Rectangle 303">
                    <a:extLst>
                      <a:ext uri="{FF2B5EF4-FFF2-40B4-BE49-F238E27FC236}">
                        <a16:creationId xmlns:a16="http://schemas.microsoft.com/office/drawing/2014/main" id="{0CF92974-BE6E-4C3B-8B0C-D20DC7DAE1E7}"/>
                      </a:ext>
                    </a:extLst>
                  </p:cNvPr>
                  <p:cNvSpPr/>
                  <p:nvPr/>
                </p:nvSpPr>
                <p:spPr>
                  <a:xfrm>
                    <a:off x="3452862" y="283485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5" name="Rectangle 304">
                    <a:extLst>
                      <a:ext uri="{FF2B5EF4-FFF2-40B4-BE49-F238E27FC236}">
                        <a16:creationId xmlns:a16="http://schemas.microsoft.com/office/drawing/2014/main" id="{0F6E5172-4D69-4D8A-AF99-7A7EBC0D162C}"/>
                      </a:ext>
                    </a:extLst>
                  </p:cNvPr>
                  <p:cNvSpPr/>
                  <p:nvPr/>
                </p:nvSpPr>
                <p:spPr>
                  <a:xfrm>
                    <a:off x="280262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  <p:sp>
                <p:nvSpPr>
                  <p:cNvPr id="306" name="Rectangle 305">
                    <a:extLst>
                      <a:ext uri="{FF2B5EF4-FFF2-40B4-BE49-F238E27FC236}">
                        <a16:creationId xmlns:a16="http://schemas.microsoft.com/office/drawing/2014/main" id="{C6F00902-52A2-4A90-999C-ED3A13C17808}"/>
                      </a:ext>
                    </a:extLst>
                  </p:cNvPr>
                  <p:cNvSpPr/>
                  <p:nvPr/>
                </p:nvSpPr>
                <p:spPr>
                  <a:xfrm>
                    <a:off x="3452862" y="3485098"/>
                    <a:ext cx="650240" cy="6502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/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A81117D1-C334-4FA5-B91A-66CA09F107D9}"/>
                  </a:ext>
                </a:extLst>
              </p:cNvPr>
              <p:cNvGrpSpPr/>
              <p:nvPr/>
            </p:nvGrpSpPr>
            <p:grpSpPr>
              <a:xfrm>
                <a:off x="4138909" y="-469120"/>
                <a:ext cx="3901440" cy="7796240"/>
                <a:chOff x="4138909" y="-469120"/>
                <a:chExt cx="3901440" cy="7796240"/>
              </a:xfrm>
            </p:grpSpPr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5E9FFEBB-EEF2-4316-8D33-C546548ED4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34312" y="162467"/>
                  <a:ext cx="1" cy="2612973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C884861B-64C0-4157-8E59-7F1EE8B8F8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84050" y="823740"/>
                  <a:ext cx="0" cy="665479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3DD95B87-4D07-4D87-881D-147B1233BD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7363" y="1481680"/>
                  <a:ext cx="22213" cy="1305559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BBFA1D8D-D7A5-4A12-A0E8-DF6B985526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9906" y="2127604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A0A7FA4B-D801-42C4-9FDF-F066436AC7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454004" y="173884"/>
                  <a:ext cx="654322" cy="723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9CA80D70-D0E6-4076-85E8-26301C964A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21300" y="1481003"/>
                  <a:ext cx="1308086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9644D650-0B17-40D2-A13C-7598C522F9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4147" y="187761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F3F644C0-C7C9-49D8-82C2-2BCA971D20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63087" y="831957"/>
                  <a:ext cx="1327022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E71CF998-ABE9-45AC-834C-DB731C013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9252" y="2782080"/>
                  <a:ext cx="1929217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DD4C8BFD-C75A-4ADE-A911-2AF0DA9C2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09524" y="1468953"/>
                  <a:ext cx="0" cy="3257207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87CACA3D-FEE6-43E6-8374-73ED957012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94980" y="2127604"/>
                  <a:ext cx="0" cy="259855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786DDB2C-A1F9-4B36-8321-170E6624A9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49576" y="4726160"/>
                  <a:ext cx="125994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540BAF7B-B3D0-4D33-AC6C-7C15843FC5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38469" y="3425680"/>
                  <a:ext cx="0" cy="195072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4F399C31-88B4-4B1E-913B-6C4E1F1AD0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89149" y="3416433"/>
                  <a:ext cx="1949320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E179DED-C7B5-49DA-8597-B5AAA2028D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4075920"/>
                  <a:ext cx="1969417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F74FD283-D589-4EE1-8BA5-646E93B667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8326" y="4075920"/>
                  <a:ext cx="0" cy="130048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8206281D-979A-4ADF-8987-AE7C8C4242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8326" y="5371304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4D41D252-D24A-436D-9D82-FC44EDD60D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2914" y="2127604"/>
                  <a:ext cx="0" cy="324370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8E14C4F8-7DB0-4AAD-8EE5-D4378DF0E8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76275" y="150787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9BAEA120-7976-4CF7-8799-7BDB51A84F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2127604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49E3BBC7-B909-4C64-B82A-FCB20E0B80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09252" y="1510718"/>
                  <a:ext cx="0" cy="61688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D4289D10-10E0-45BB-A992-55F2C93B8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9252" y="4728564"/>
                  <a:ext cx="0" cy="259855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A279CCEB-6238-4DC9-9B01-70A1EBB7B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54004" y="4728564"/>
                  <a:ext cx="0" cy="194831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BA10F242-94F7-4DF1-9C22-4185C23217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94980" y="6676880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90C224DA-E4C9-400E-8905-D6111430B0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7944" y="6039287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98C9E79-0C83-4F96-9C77-1FCBACFCED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6000" y="6039287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BE936F47-BAD0-4F23-AEA5-24A5AFC11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8326" y="6039287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8EC1E0F0-D3DA-4B62-9E78-3E79395C64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57944" y="666423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10BB5C5E-D76B-4EE7-8F58-4667AF1FB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58708" y="666423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C127AB91-B84D-4902-8227-84E661E798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9252" y="4760993"/>
                  <a:ext cx="649618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364339C3-0B25-494A-A15F-BE185C35F2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88527" y="2775440"/>
                  <a:ext cx="0" cy="624946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034AD564-0015-448B-A580-47BC41FEC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7301826"/>
                  <a:ext cx="3901440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C934356F-F7E3-4C73-89E7-D7B13D9B02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38909" y="-469120"/>
                  <a:ext cx="3901440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38CB687-C9EA-4EF8-AE7F-F033C759CFAC}"/>
                </a:ext>
              </a:extLst>
            </p:cNvPr>
            <p:cNvGrpSpPr/>
            <p:nvPr/>
          </p:nvGrpSpPr>
          <p:grpSpPr>
            <a:xfrm>
              <a:off x="4530235" y="177609"/>
              <a:ext cx="617524" cy="3793031"/>
              <a:chOff x="3459636" y="-424170"/>
              <a:chExt cx="617524" cy="3793031"/>
            </a:xfrm>
          </p:grpSpPr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E37E230-3882-4725-8F78-CB58416666EF}"/>
                  </a:ext>
                </a:extLst>
              </p:cNvPr>
              <p:cNvSpPr txBox="1"/>
              <p:nvPr/>
            </p:nvSpPr>
            <p:spPr>
              <a:xfrm>
                <a:off x="3647208" y="227161"/>
                <a:ext cx="429952" cy="536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DE1A3975-DFE4-4D5B-86F4-523EC07BF6D5}"/>
                  </a:ext>
                </a:extLst>
              </p:cNvPr>
              <p:cNvSpPr txBox="1"/>
              <p:nvPr/>
            </p:nvSpPr>
            <p:spPr>
              <a:xfrm>
                <a:off x="3647208" y="-424170"/>
                <a:ext cx="429952" cy="536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A664DA-0E95-4FF3-8888-59B3E33F8CE1}"/>
                  </a:ext>
                </a:extLst>
              </p:cNvPr>
              <p:cNvSpPr txBox="1"/>
              <p:nvPr/>
            </p:nvSpPr>
            <p:spPr>
              <a:xfrm>
                <a:off x="3647208" y="1529823"/>
                <a:ext cx="429952" cy="536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22E2F75-EB43-40D0-A991-7B489531E8F9}"/>
                  </a:ext>
                </a:extLst>
              </p:cNvPr>
              <p:cNvSpPr txBox="1"/>
              <p:nvPr/>
            </p:nvSpPr>
            <p:spPr>
              <a:xfrm>
                <a:off x="3459636" y="878492"/>
                <a:ext cx="617524" cy="53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406F228-8A59-4946-923C-05BE484A4CB5}"/>
                  </a:ext>
                </a:extLst>
              </p:cNvPr>
              <p:cNvSpPr txBox="1"/>
              <p:nvPr/>
            </p:nvSpPr>
            <p:spPr>
              <a:xfrm>
                <a:off x="3459636" y="2832485"/>
                <a:ext cx="617524" cy="53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CB68997-99D3-4E96-8508-56ADFD4E809F}"/>
                  </a:ext>
                </a:extLst>
              </p:cNvPr>
              <p:cNvSpPr txBox="1"/>
              <p:nvPr/>
            </p:nvSpPr>
            <p:spPr>
              <a:xfrm>
                <a:off x="3459636" y="2181154"/>
                <a:ext cx="617524" cy="53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FC2291C2-1322-4D8E-A0B9-5287A27E29EF}"/>
                </a:ext>
              </a:extLst>
            </p:cNvPr>
            <p:cNvGrpSpPr/>
            <p:nvPr/>
          </p:nvGrpSpPr>
          <p:grpSpPr>
            <a:xfrm>
              <a:off x="4530235" y="4052859"/>
              <a:ext cx="617524" cy="3902986"/>
              <a:chOff x="3459636" y="3451080"/>
              <a:chExt cx="617524" cy="3902986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170F25C-B72E-478B-B393-6CC4B217A9F5}"/>
                  </a:ext>
                </a:extLst>
              </p:cNvPr>
              <p:cNvSpPr txBox="1"/>
              <p:nvPr/>
            </p:nvSpPr>
            <p:spPr>
              <a:xfrm>
                <a:off x="3610365" y="6056404"/>
                <a:ext cx="4667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EEA684A-A988-47E9-B03F-7B88CE8B7578}"/>
                  </a:ext>
                </a:extLst>
              </p:cNvPr>
              <p:cNvSpPr txBox="1"/>
              <p:nvPr/>
            </p:nvSpPr>
            <p:spPr>
              <a:xfrm>
                <a:off x="3636013" y="670773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23B9BEB-6782-40E9-9901-1B569F16DEC9}"/>
                  </a:ext>
                </a:extLst>
              </p:cNvPr>
              <p:cNvSpPr txBox="1"/>
              <p:nvPr/>
            </p:nvSpPr>
            <p:spPr>
              <a:xfrm>
                <a:off x="3610365" y="4753742"/>
                <a:ext cx="4667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ED33D94-B8B2-406A-99CB-E2F5D4F76CD0}"/>
                  </a:ext>
                </a:extLst>
              </p:cNvPr>
              <p:cNvSpPr txBox="1"/>
              <p:nvPr/>
            </p:nvSpPr>
            <p:spPr>
              <a:xfrm>
                <a:off x="3459636" y="5405073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7D6D62B0-501F-4BB3-8882-F38CF0683C9C}"/>
                  </a:ext>
                </a:extLst>
              </p:cNvPr>
              <p:cNvSpPr txBox="1"/>
              <p:nvPr/>
            </p:nvSpPr>
            <p:spPr>
              <a:xfrm>
                <a:off x="3459636" y="3451080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75A5F7D-2907-49D1-A5FB-6571D4CF6E2F}"/>
                  </a:ext>
                </a:extLst>
              </p:cNvPr>
              <p:cNvSpPr txBox="1"/>
              <p:nvPr/>
            </p:nvSpPr>
            <p:spPr>
              <a:xfrm>
                <a:off x="3459636" y="4102411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D63D87A-D619-4DC1-953E-7D2E23075F9B}"/>
                </a:ext>
              </a:extLst>
            </p:cNvPr>
            <p:cNvGrpSpPr/>
            <p:nvPr/>
          </p:nvGrpSpPr>
          <p:grpSpPr>
            <a:xfrm>
              <a:off x="9104569" y="177609"/>
              <a:ext cx="617524" cy="7668281"/>
              <a:chOff x="3459636" y="-424170"/>
              <a:chExt cx="617524" cy="7668281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2C73A481-AB5F-4B13-A42A-4192F0217D8D}"/>
                  </a:ext>
                </a:extLst>
              </p:cNvPr>
              <p:cNvGrpSpPr/>
              <p:nvPr/>
            </p:nvGrpSpPr>
            <p:grpSpPr>
              <a:xfrm>
                <a:off x="3459636" y="-424170"/>
                <a:ext cx="617524" cy="3902986"/>
                <a:chOff x="3459636" y="-424170"/>
                <a:chExt cx="617524" cy="3902986"/>
              </a:xfrm>
            </p:grpSpPr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E811277-3C27-4511-ABE6-0D191FD6EA6A}"/>
                    </a:ext>
                  </a:extLst>
                </p:cNvPr>
                <p:cNvSpPr txBox="1"/>
                <p:nvPr/>
              </p:nvSpPr>
              <p:spPr>
                <a:xfrm>
                  <a:off x="3610365" y="227161"/>
                  <a:ext cx="46679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9AF6591-BE14-4041-B7EC-184979C38B70}"/>
                    </a:ext>
                  </a:extLst>
                </p:cNvPr>
                <p:cNvSpPr txBox="1"/>
                <p:nvPr/>
              </p:nvSpPr>
              <p:spPr>
                <a:xfrm>
                  <a:off x="3636014" y="-424170"/>
                  <a:ext cx="4411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89BB3FB2-BC36-4C5E-AA03-955B47EF5FF9}"/>
                    </a:ext>
                  </a:extLst>
                </p:cNvPr>
                <p:cNvSpPr txBox="1"/>
                <p:nvPr/>
              </p:nvSpPr>
              <p:spPr>
                <a:xfrm>
                  <a:off x="3610365" y="1529823"/>
                  <a:ext cx="46679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2031BF4-47F7-4A41-8547-A7D9E26BE97B}"/>
                    </a:ext>
                  </a:extLst>
                </p:cNvPr>
                <p:cNvSpPr txBox="1"/>
                <p:nvPr/>
              </p:nvSpPr>
              <p:spPr>
                <a:xfrm>
                  <a:off x="3459636" y="878492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19C31CF3-8F36-4FBD-A39C-3F18AC99706B}"/>
                    </a:ext>
                  </a:extLst>
                </p:cNvPr>
                <p:cNvSpPr txBox="1"/>
                <p:nvPr/>
              </p:nvSpPr>
              <p:spPr>
                <a:xfrm>
                  <a:off x="3459636" y="2832485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1E0643C3-CBAB-4DE3-AA18-9489D6BAC086}"/>
                    </a:ext>
                  </a:extLst>
                </p:cNvPr>
                <p:cNvSpPr txBox="1"/>
                <p:nvPr/>
              </p:nvSpPr>
              <p:spPr>
                <a:xfrm>
                  <a:off x="3459636" y="2181154"/>
                  <a:ext cx="617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9688140C-8DFB-4275-99DF-7E5DF8FB5076}"/>
                  </a:ext>
                </a:extLst>
              </p:cNvPr>
              <p:cNvGrpSpPr/>
              <p:nvPr/>
            </p:nvGrpSpPr>
            <p:grpSpPr>
              <a:xfrm>
                <a:off x="3459636" y="3451080"/>
                <a:ext cx="617524" cy="3793031"/>
                <a:chOff x="3459636" y="3451080"/>
                <a:chExt cx="617524" cy="3793031"/>
              </a:xfrm>
            </p:grpSpPr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BEC3FC-A793-4771-9A29-F38A199B35C9}"/>
                    </a:ext>
                  </a:extLst>
                </p:cNvPr>
                <p:cNvSpPr txBox="1"/>
                <p:nvPr/>
              </p:nvSpPr>
              <p:spPr>
                <a:xfrm>
                  <a:off x="3647208" y="6056404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7732DC3-D614-447F-8DB6-FAA04AD351C8}"/>
                    </a:ext>
                  </a:extLst>
                </p:cNvPr>
                <p:cNvSpPr txBox="1"/>
                <p:nvPr/>
              </p:nvSpPr>
              <p:spPr>
                <a:xfrm>
                  <a:off x="3647208" y="6707735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6D5AA313-A0C9-48D3-ADC0-498EE68570BE}"/>
                    </a:ext>
                  </a:extLst>
                </p:cNvPr>
                <p:cNvSpPr txBox="1"/>
                <p:nvPr/>
              </p:nvSpPr>
              <p:spPr>
                <a:xfrm>
                  <a:off x="3647208" y="4753742"/>
                  <a:ext cx="429952" cy="5363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D92BCD3E-FFC9-4730-8711-3E1CF9E63694}"/>
                    </a:ext>
                  </a:extLst>
                </p:cNvPr>
                <p:cNvSpPr txBox="1"/>
                <p:nvPr/>
              </p:nvSpPr>
              <p:spPr>
                <a:xfrm>
                  <a:off x="3459636" y="5405073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3F70B8E-FBF7-4C98-BF07-25CC99BE6EDA}"/>
                    </a:ext>
                  </a:extLst>
                </p:cNvPr>
                <p:cNvSpPr txBox="1"/>
                <p:nvPr/>
              </p:nvSpPr>
              <p:spPr>
                <a:xfrm>
                  <a:off x="3459636" y="3451080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EF7A4F35-102F-4741-8526-1970FCABD940}"/>
                    </a:ext>
                  </a:extLst>
                </p:cNvPr>
                <p:cNvSpPr txBox="1"/>
                <p:nvPr/>
              </p:nvSpPr>
              <p:spPr>
                <a:xfrm>
                  <a:off x="3459636" y="4102411"/>
                  <a:ext cx="617524" cy="53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3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9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5F66CA8-E2DE-4B92-BF25-B68BA38FD66B}"/>
                </a:ext>
              </a:extLst>
            </p:cNvPr>
            <p:cNvCxnSpPr>
              <a:cxnSpLocks/>
            </p:cNvCxnSpPr>
            <p:nvPr/>
          </p:nvCxnSpPr>
          <p:spPr>
            <a:xfrm>
              <a:off x="9761168" y="500774"/>
              <a:ext cx="1529133" cy="71782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BC739F61-1A62-4C13-9A8F-525B3B8084D8}"/>
                </a:ext>
              </a:extLst>
            </p:cNvPr>
            <p:cNvCxnSpPr/>
            <p:nvPr/>
          </p:nvCxnSpPr>
          <p:spPr>
            <a:xfrm>
              <a:off x="4153603" y="7679021"/>
              <a:ext cx="52529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AC2AB1EC-A80B-448F-B3EE-CCA0BC4C13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9533" y="347126"/>
              <a:ext cx="1418170" cy="7331896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19DBCDE8-141C-404C-B880-A57A47BB05EA}"/>
                </a:ext>
              </a:extLst>
            </p:cNvPr>
            <p:cNvCxnSpPr/>
            <p:nvPr/>
          </p:nvCxnSpPr>
          <p:spPr>
            <a:xfrm>
              <a:off x="4077850" y="500774"/>
              <a:ext cx="525294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E6FE1B-E2B8-4FDB-8774-1EBD2BDFD6AC}"/>
                </a:ext>
              </a:extLst>
            </p:cNvPr>
            <p:cNvGrpSpPr/>
            <p:nvPr/>
          </p:nvGrpSpPr>
          <p:grpSpPr>
            <a:xfrm>
              <a:off x="3327661" y="-1878753"/>
              <a:ext cx="8318240" cy="1166362"/>
              <a:chOff x="3327661" y="-1141072"/>
              <a:chExt cx="8318240" cy="1166362"/>
            </a:xfrm>
          </p:grpSpPr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40BF49DF-F3D8-46C3-9EAA-F1C5E78C2EC5}"/>
                  </a:ext>
                </a:extLst>
              </p:cNvPr>
              <p:cNvSpPr txBox="1"/>
              <p:nvPr/>
            </p:nvSpPr>
            <p:spPr>
              <a:xfrm>
                <a:off x="3327661" y="-1141072"/>
                <a:ext cx="8318240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Imagine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twisting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joining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grid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horizontally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form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möbius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strip.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E8F66B5B-66A4-41FD-B5E3-2D211396B32A}"/>
                  </a:ext>
                </a:extLst>
              </p:cNvPr>
              <p:cNvSpPr txBox="1"/>
              <p:nvPr/>
            </p:nvSpPr>
            <p:spPr>
              <a:xfrm>
                <a:off x="3683260" y="-374820"/>
                <a:ext cx="7607041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Cells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E1DA69-7AA0-4D94-A7BB-0E8FD6970C92}"/>
                  </a:ext>
                </a:extLst>
              </p:cNvPr>
              <p:cNvSpPr/>
              <p:nvPr/>
            </p:nvSpPr>
            <p:spPr>
              <a:xfrm>
                <a:off x="4148534" y="-699227"/>
                <a:ext cx="68467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Then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stars per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pt-PT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column</a:t>
                </a:r>
                <a:r>
                  <a:rPr lang="pt-PT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B5C5D0D-518A-4F6F-B608-385473FDF96E}"/>
                </a:ext>
              </a:extLst>
            </p:cNvPr>
            <p:cNvGrpSpPr/>
            <p:nvPr/>
          </p:nvGrpSpPr>
          <p:grpSpPr>
            <a:xfrm>
              <a:off x="5300503" y="-506925"/>
              <a:ext cx="3709788" cy="646331"/>
              <a:chOff x="5656103" y="-633925"/>
              <a:chExt cx="3709788" cy="646331"/>
            </a:xfrm>
          </p:grpSpPr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0FC964BF-D054-4EC4-857E-2ED35A233932}"/>
                  </a:ext>
                </a:extLst>
              </p:cNvPr>
              <p:cNvSpPr txBox="1"/>
              <p:nvPr/>
            </p:nvSpPr>
            <p:spPr>
              <a:xfrm>
                <a:off x="6320848" y="-63392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B655B10-1CA3-4A5D-8382-70415FAC2A18}"/>
                  </a:ext>
                </a:extLst>
              </p:cNvPr>
              <p:cNvSpPr txBox="1"/>
              <p:nvPr/>
            </p:nvSpPr>
            <p:spPr>
              <a:xfrm>
                <a:off x="5656103" y="-63392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8E3F3B4F-BBBA-4B5B-B68B-9C8F30A2AA31}"/>
                  </a:ext>
                </a:extLst>
              </p:cNvPr>
              <p:cNvSpPr txBox="1"/>
              <p:nvPr/>
            </p:nvSpPr>
            <p:spPr>
              <a:xfrm>
                <a:off x="7615042" y="-63392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6848AFD3-F456-4DFF-A15F-393ED4CAE48B}"/>
                  </a:ext>
                </a:extLst>
              </p:cNvPr>
              <p:cNvSpPr txBox="1"/>
              <p:nvPr/>
            </p:nvSpPr>
            <p:spPr>
              <a:xfrm>
                <a:off x="6782389" y="-633925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341AD612-9A31-45B3-95BA-747664554A11}"/>
                  </a:ext>
                </a:extLst>
              </p:cNvPr>
              <p:cNvSpPr txBox="1"/>
              <p:nvPr/>
            </p:nvSpPr>
            <p:spPr>
              <a:xfrm>
                <a:off x="8748367" y="-633925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C906DD0-8755-47B6-8E74-02E5A45E5D89}"/>
                  </a:ext>
                </a:extLst>
              </p:cNvPr>
              <p:cNvSpPr txBox="1"/>
              <p:nvPr/>
            </p:nvSpPr>
            <p:spPr>
              <a:xfrm>
                <a:off x="8101986" y="-633925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C9E5FD58-E252-4DF4-B280-AABBD5337019}"/>
                </a:ext>
              </a:extLst>
            </p:cNvPr>
            <p:cNvGrpSpPr/>
            <p:nvPr/>
          </p:nvGrpSpPr>
          <p:grpSpPr>
            <a:xfrm>
              <a:off x="5300503" y="7917386"/>
              <a:ext cx="3709788" cy="646331"/>
              <a:chOff x="5656103" y="-633925"/>
              <a:chExt cx="3709788" cy="646331"/>
            </a:xfrm>
          </p:grpSpPr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7A8F025B-2260-4C78-B071-5FF066EF8C8C}"/>
                  </a:ext>
                </a:extLst>
              </p:cNvPr>
              <p:cNvSpPr txBox="1"/>
              <p:nvPr/>
            </p:nvSpPr>
            <p:spPr>
              <a:xfrm>
                <a:off x="6320848" y="-63392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2902205F-D7F4-4886-B1A8-CD24FA1F63EF}"/>
                  </a:ext>
                </a:extLst>
              </p:cNvPr>
              <p:cNvSpPr txBox="1"/>
              <p:nvPr/>
            </p:nvSpPr>
            <p:spPr>
              <a:xfrm>
                <a:off x="5656103" y="-63392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932A3BC-3EB0-49AE-8468-54A55079D85D}"/>
                  </a:ext>
                </a:extLst>
              </p:cNvPr>
              <p:cNvSpPr txBox="1"/>
              <p:nvPr/>
            </p:nvSpPr>
            <p:spPr>
              <a:xfrm>
                <a:off x="7615042" y="-633925"/>
                <a:ext cx="4411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82991E31-C790-4AE3-9FB7-9E4B73739B10}"/>
                  </a:ext>
                </a:extLst>
              </p:cNvPr>
              <p:cNvSpPr txBox="1"/>
              <p:nvPr/>
            </p:nvSpPr>
            <p:spPr>
              <a:xfrm>
                <a:off x="6782389" y="-633925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8F4C133-457B-4F51-BD42-B4186DBA7499}"/>
                  </a:ext>
                </a:extLst>
              </p:cNvPr>
              <p:cNvSpPr txBox="1"/>
              <p:nvPr/>
            </p:nvSpPr>
            <p:spPr>
              <a:xfrm>
                <a:off x="8748367" y="-633925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4001F549-67A4-4B4F-A503-337EE2C9FD54}"/>
                  </a:ext>
                </a:extLst>
              </p:cNvPr>
              <p:cNvSpPr txBox="1"/>
              <p:nvPr/>
            </p:nvSpPr>
            <p:spPr>
              <a:xfrm>
                <a:off x="8101986" y="-633925"/>
                <a:ext cx="617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PT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pt-PT" sz="9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617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114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31</cp:revision>
  <dcterms:created xsi:type="dcterms:W3CDTF">2020-08-10T21:21:05Z</dcterms:created>
  <dcterms:modified xsi:type="dcterms:W3CDTF">2020-08-25T12:23:47Z</dcterms:modified>
</cp:coreProperties>
</file>