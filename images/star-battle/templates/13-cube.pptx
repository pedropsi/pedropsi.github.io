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604" y="10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9E72-FC81-4049-BB6F-A5AD26F9D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75FDC-AF4F-4A32-A58A-3744117DB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7B0B8-E5C1-4DF6-86BD-BC574EEF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5ADF1-81A8-4B5B-90E7-6327BEEE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F21DD-2B3F-488C-BA7A-97787456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826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732A2-F243-4AA3-BEC1-51A5E323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41E80-2315-4A95-8171-5D1447765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115A4-49DC-4B35-990C-04FE59EA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A2663-A80C-40D7-9030-E9512709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1B99C-86AF-4034-8D4D-1FF76291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7604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7EF1-4A0F-44F8-84EB-F1EC7A10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0489C-1600-4C26-A189-8036DB0C5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6AB98-9E62-4AAF-AC4C-01DBD8C7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ED017-B905-4F08-8FA0-80872590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902E-407B-41E3-8D9D-61CB596E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208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DEFF-1FCD-4E9B-89CA-912A805F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C5E31-1DD4-48CB-AAF2-5BE1CB5C6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412D4-145E-4CA7-A364-FE4ED5930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7C6D5-8860-4DC0-9AF0-42863B5F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BBAFE-DAC6-45CB-BC92-88DFCDACA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929EA-4C30-4097-9406-BE68F26E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740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056E-7AAC-482C-8BF9-6AEF6EFD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A7B52-D98C-4D06-8045-F59E93FB0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44F90-DBC5-4C9E-9B0E-44D9C076B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D3F01-9BEA-4A27-B21F-EEABC9A66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69DBCE-A167-4531-84EF-7B4A6BA9FC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15E54F-E3E2-4198-B985-1A2C11058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659DF-8343-4A6B-8199-39EF15A8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9263FC-07C1-412A-B80E-3C975449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93408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7D64-6393-4869-91F7-97281A15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A0B3A-7001-41B9-AC0F-75A53092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24678-DF1F-4457-8903-D185461E8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F0DBB-4B60-4D96-B797-2E72BC64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588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8C25C-D06F-4181-8AD3-BC45C2ABC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B29D8-98EE-4DF3-B8E3-C33837D0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4C6FE-9731-47F3-8ABC-2D7AF755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3287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E46B-A92C-42BF-8449-79469960C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3CDCB-2D5D-4350-97D3-C4FF53A5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B4159-28B8-4A02-AD6C-285AABA6D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1F498-ADE0-44ED-AB32-512B8189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CAE5A-31EF-43F5-A781-67B083B26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29DA1-E6A4-437C-8DA5-028E5B8D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0481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2B29-8AFB-4A15-A924-9E7232286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C2242-F3DF-4294-9BCF-7AB8A010C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FDAA0-2A88-4233-83BD-032F33072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CF925-3E78-4302-8151-3D4EB5A7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C4D51-BB1B-4027-BB16-72390308C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B8FD1-F3CE-43D4-9C4F-3CD485E7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760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60C0-398D-429F-88AD-31478411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57C2E-988D-4F56-86FB-301D40267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E7E67-B3CC-4598-9B26-224F73C1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CFB50-3573-4A12-A9CE-EF2CCCEE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8582F-E955-4867-B613-EF24F1B4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2336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0B4CC-6444-4BF1-BC89-3C1D44C5A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D98BD-CBB7-4F56-9F96-DBAC19CB5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8866E-3FB6-4DAA-BB6F-7EFC2CF8C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0F46E-B893-4B62-AE97-D000D6D6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16C5A-E897-4CDC-8B02-D183455D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9359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84316-98BF-4363-9F0E-25E18EAA1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6EB53-DEF7-48AE-A812-DD756C435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5F2C4-CFE4-4B8E-85E9-71AFA87F5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8BD31-7CD7-48FF-92E1-755A60680689}" type="datetimeFigureOut">
              <a:rPr lang="pt-PT" smtClean="0"/>
              <a:t>04/10/2020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D203C-EC92-4663-A031-4190E07B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1C577-A51D-474C-B4AC-1F66539AE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494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1F743253-39D9-40B5-870A-E67DE6C59C96}"/>
              </a:ext>
            </a:extLst>
          </p:cNvPr>
          <p:cNvGrpSpPr/>
          <p:nvPr/>
        </p:nvGrpSpPr>
        <p:grpSpPr>
          <a:xfrm>
            <a:off x="-1803400" y="-4823227"/>
            <a:ext cx="12988613" cy="15618228"/>
            <a:chOff x="-1803400" y="-4823227"/>
            <a:chExt cx="12988613" cy="15618228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C78EF120-EF93-4FA4-815E-4508D70CC195}"/>
                </a:ext>
              </a:extLst>
            </p:cNvPr>
            <p:cNvSpPr/>
            <p:nvPr/>
          </p:nvSpPr>
          <p:spPr>
            <a:xfrm>
              <a:off x="-1803400" y="-4823227"/>
              <a:ext cx="12988613" cy="15618228"/>
            </a:xfrm>
            <a:prstGeom prst="rect">
              <a:avLst/>
            </a:prstGeom>
            <a:solidFill>
              <a:srgbClr val="F8F8F8"/>
            </a:solidFill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C472DE18-EAEF-4D36-AF4C-5C0AF1A23C23}"/>
                </a:ext>
              </a:extLst>
            </p:cNvPr>
            <p:cNvSpPr txBox="1"/>
            <p:nvPr/>
          </p:nvSpPr>
          <p:spPr>
            <a:xfrm>
              <a:off x="2820886" y="9121847"/>
              <a:ext cx="155178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400" b="1" dirty="0" err="1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2400" b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(z)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EAE9E128-FF3C-4D66-8767-76A928A52ACE}"/>
                </a:ext>
              </a:extLst>
            </p:cNvPr>
            <p:cNvSpPr txBox="1"/>
            <p:nvPr/>
          </p:nvSpPr>
          <p:spPr>
            <a:xfrm>
              <a:off x="-1631983" y="3464303"/>
              <a:ext cx="1388143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400" b="1" dirty="0" err="1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2400" b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(x)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20BF74BF-9D4F-4AB2-84D6-08175DFB15D8}"/>
                </a:ext>
              </a:extLst>
            </p:cNvPr>
            <p:cNvSpPr txBox="1"/>
            <p:nvPr/>
          </p:nvSpPr>
          <p:spPr>
            <a:xfrm>
              <a:off x="146117" y="6883941"/>
              <a:ext cx="136326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400" b="1" dirty="0" err="1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2400" b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(y)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6D6D09A8-6658-481B-9D23-0617C953FC4A}"/>
                </a:ext>
              </a:extLst>
            </p:cNvPr>
            <p:cNvGrpSpPr/>
            <p:nvPr/>
          </p:nvGrpSpPr>
          <p:grpSpPr>
            <a:xfrm>
              <a:off x="58368" y="9719"/>
              <a:ext cx="7395376" cy="7407049"/>
              <a:chOff x="58368" y="9719"/>
              <a:chExt cx="7395376" cy="7407049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DEA66C6B-828C-4F93-8A7E-93CCF26020F8}"/>
                  </a:ext>
                </a:extLst>
              </p:cNvPr>
              <p:cNvSpPr/>
              <p:nvPr/>
            </p:nvSpPr>
            <p:spPr>
              <a:xfrm>
                <a:off x="2032001" y="1960880"/>
                <a:ext cx="3505200" cy="3568693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88CDBF6E-CA09-4797-A054-0D16ADDBAAE2}"/>
                  </a:ext>
                </a:extLst>
              </p:cNvPr>
              <p:cNvSpPr/>
              <p:nvPr/>
            </p:nvSpPr>
            <p:spPr>
              <a:xfrm>
                <a:off x="1367867" y="1283998"/>
                <a:ext cx="4808711" cy="4895816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6230EA0-94D3-47EB-AA70-26685B7AD00F}"/>
                  </a:ext>
                </a:extLst>
              </p:cNvPr>
              <p:cNvSpPr/>
              <p:nvPr/>
            </p:nvSpPr>
            <p:spPr>
              <a:xfrm>
                <a:off x="751840" y="654733"/>
                <a:ext cx="6051664" cy="6061608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AECBB83E-353F-4D95-8623-0CFB059C64FC}"/>
                  </a:ext>
                </a:extLst>
              </p:cNvPr>
              <p:cNvSpPr/>
              <p:nvPr/>
            </p:nvSpPr>
            <p:spPr>
              <a:xfrm>
                <a:off x="58368" y="9719"/>
                <a:ext cx="7395376" cy="7407049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464E8D6B-50F4-4F99-A625-4842E927370E}"/>
                </a:ext>
              </a:extLst>
            </p:cNvPr>
            <p:cNvGrpSpPr/>
            <p:nvPr/>
          </p:nvGrpSpPr>
          <p:grpSpPr>
            <a:xfrm>
              <a:off x="2834639" y="-2354095"/>
              <a:ext cx="7325359" cy="11984477"/>
              <a:chOff x="2834639" y="-2354095"/>
              <a:chExt cx="7325359" cy="11984477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F993729-B257-4136-9FF1-C1B55734F46A}"/>
                  </a:ext>
                </a:extLst>
              </p:cNvPr>
              <p:cNvSpPr/>
              <p:nvPr/>
            </p:nvSpPr>
            <p:spPr>
              <a:xfrm>
                <a:off x="2834639" y="-2354095"/>
                <a:ext cx="7325359" cy="11984477"/>
              </a:xfrm>
              <a:prstGeom prst="rect">
                <a:avLst/>
              </a:prstGeom>
              <a:noFill/>
              <a:ln w="63500" cmpd="dbl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0E509E1A-635A-4F15-9720-A10ECDAB70AE}"/>
                  </a:ext>
                </a:extLst>
              </p:cNvPr>
              <p:cNvSpPr/>
              <p:nvPr/>
            </p:nvSpPr>
            <p:spPr>
              <a:xfrm>
                <a:off x="3456940" y="-1828800"/>
                <a:ext cx="6197675" cy="10944847"/>
              </a:xfrm>
              <a:prstGeom prst="rect">
                <a:avLst/>
              </a:prstGeom>
              <a:noFill/>
              <a:ln w="63500" cmpd="dbl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E4091443-81F8-4DAE-BAEF-D4CACA3EA419}"/>
                  </a:ext>
                </a:extLst>
              </p:cNvPr>
              <p:cNvSpPr/>
              <p:nvPr/>
            </p:nvSpPr>
            <p:spPr>
              <a:xfrm>
                <a:off x="4079243" y="-1303506"/>
                <a:ext cx="4930213" cy="9878529"/>
              </a:xfrm>
              <a:prstGeom prst="rect">
                <a:avLst/>
              </a:prstGeom>
              <a:noFill/>
              <a:ln w="63500" cmpd="dbl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B19844B6-E37B-4D07-9066-5794ECCCA28E}"/>
                  </a:ext>
                </a:extLst>
              </p:cNvPr>
              <p:cNvSpPr/>
              <p:nvPr/>
            </p:nvSpPr>
            <p:spPr>
              <a:xfrm>
                <a:off x="4757421" y="-797667"/>
                <a:ext cx="3601795" cy="8910536"/>
              </a:xfrm>
              <a:prstGeom prst="rect">
                <a:avLst/>
              </a:prstGeom>
              <a:noFill/>
              <a:ln w="63500" cmpd="dbl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D66379E-5775-4676-A0B0-69450722D0C7}"/>
                </a:ext>
              </a:extLst>
            </p:cNvPr>
            <p:cNvGrpSpPr/>
            <p:nvPr/>
          </p:nvGrpSpPr>
          <p:grpSpPr>
            <a:xfrm>
              <a:off x="-243840" y="-332740"/>
              <a:ext cx="10798847" cy="8101327"/>
              <a:chOff x="-243840" y="-332740"/>
              <a:chExt cx="10798847" cy="8101327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BB078E3-B323-42E3-880B-B59FAAFF4775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B47B222-4895-43B3-8683-C80A9C542DF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74F5749-7064-4112-821E-DB33C7A72C27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6700F74-9EB4-4383-8F02-DBB145753F6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476843-4EC2-4155-B551-BF063413217D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BA6B636-B7FF-4F58-A79E-7F8A568C25CC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4B502E6-7B3A-4907-BF10-9A5734D033FE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A340107-4432-462B-A27D-39D86CB0170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849873E-F1D6-4F4A-BBAA-EC2B412C95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052494B7-0F2C-465E-92F9-F615BB295ACA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E18BC39E-8624-4B14-8C8B-DAC60EC4B4CA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2758EC1-808C-49D4-B44E-4C104C0B1E96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FED7ED5-65F8-44E1-9DF2-D99CF83137D0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6A5EE82-D05E-47DD-8511-9343DB189687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D6AB0CA-DF8C-4AF0-94B6-2B436803C82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2DD1E2A-8486-4276-BF6A-CB1A05AB486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631DC58-F20A-47C4-BED3-38C22BADD064}"/>
                  </a:ext>
                </a:extLst>
              </p:cNvPr>
              <p:cNvSpPr/>
              <p:nvPr/>
            </p:nvSpPr>
            <p:spPr>
              <a:xfrm>
                <a:off x="5214621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0FB642E-DBF0-4D72-8D9E-B774980D5A16}"/>
                  </a:ext>
                </a:extLst>
              </p:cNvPr>
              <p:cNvSpPr/>
              <p:nvPr/>
            </p:nvSpPr>
            <p:spPr>
              <a:xfrm>
                <a:off x="5864861" y="242570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033261-7725-4A29-8DD1-C26F7BDEB24A}"/>
                  </a:ext>
                </a:extLst>
              </p:cNvPr>
              <p:cNvSpPr/>
              <p:nvPr/>
            </p:nvSpPr>
            <p:spPr>
              <a:xfrm>
                <a:off x="5214621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1388675-3E4F-4994-8C1D-E6CD41206A70}"/>
                  </a:ext>
                </a:extLst>
              </p:cNvPr>
              <p:cNvSpPr/>
              <p:nvPr/>
            </p:nvSpPr>
            <p:spPr>
              <a:xfrm>
                <a:off x="5864861" y="307594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42EEBBE-DF02-4C5C-97FF-D64953381DE9}"/>
                  </a:ext>
                </a:extLst>
              </p:cNvPr>
              <p:cNvSpPr/>
              <p:nvPr/>
            </p:nvSpPr>
            <p:spPr>
              <a:xfrm>
                <a:off x="6515101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4FAAAB4-FE62-44F0-9222-5EB25B5C68BA}"/>
                  </a:ext>
                </a:extLst>
              </p:cNvPr>
              <p:cNvSpPr/>
              <p:nvPr/>
            </p:nvSpPr>
            <p:spPr>
              <a:xfrm>
                <a:off x="6515101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A8A0583D-9824-4A15-9307-FEDA35830296}"/>
                  </a:ext>
                </a:extLst>
              </p:cNvPr>
              <p:cNvSpPr/>
              <p:nvPr/>
            </p:nvSpPr>
            <p:spPr>
              <a:xfrm>
                <a:off x="5214621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02253BC-E892-4D37-BFD5-1BB625A0DE19}"/>
                  </a:ext>
                </a:extLst>
              </p:cNvPr>
              <p:cNvSpPr/>
              <p:nvPr/>
            </p:nvSpPr>
            <p:spPr>
              <a:xfrm>
                <a:off x="5864861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85747CA5-3B55-4B51-B89E-6071E65C4787}"/>
                  </a:ext>
                </a:extLst>
              </p:cNvPr>
              <p:cNvSpPr/>
              <p:nvPr/>
            </p:nvSpPr>
            <p:spPr>
              <a:xfrm>
                <a:off x="6515101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04A8C77-BA6A-47D5-81E5-F118C1D824EE}"/>
                  </a:ext>
                </a:extLst>
              </p:cNvPr>
              <p:cNvSpPr/>
              <p:nvPr/>
            </p:nvSpPr>
            <p:spPr>
              <a:xfrm>
                <a:off x="7160261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7FE07BA-38A9-4C5C-A96D-452AC9B56F42}"/>
                  </a:ext>
                </a:extLst>
              </p:cNvPr>
              <p:cNvSpPr/>
              <p:nvPr/>
            </p:nvSpPr>
            <p:spPr>
              <a:xfrm>
                <a:off x="7160261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C7B9207D-6D98-4823-A3D5-77F382555E3D}"/>
                  </a:ext>
                </a:extLst>
              </p:cNvPr>
              <p:cNvSpPr/>
              <p:nvPr/>
            </p:nvSpPr>
            <p:spPr>
              <a:xfrm>
                <a:off x="7160261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55DBC46B-0BF7-4FE9-A964-D7B3390E5F6D}"/>
                  </a:ext>
                </a:extLst>
              </p:cNvPr>
              <p:cNvSpPr/>
              <p:nvPr/>
            </p:nvSpPr>
            <p:spPr>
              <a:xfrm>
                <a:off x="5214621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3A66E1B9-0DC4-4C7E-8FFD-2E5D4329326D}"/>
                  </a:ext>
                </a:extLst>
              </p:cNvPr>
              <p:cNvSpPr/>
              <p:nvPr/>
            </p:nvSpPr>
            <p:spPr>
              <a:xfrm>
                <a:off x="5864861" y="4376420"/>
                <a:ext cx="650240" cy="650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8A7E1BE-47F6-4DD1-8ADF-8A79138F09B2}"/>
                  </a:ext>
                </a:extLst>
              </p:cNvPr>
              <p:cNvSpPr/>
              <p:nvPr/>
            </p:nvSpPr>
            <p:spPr>
              <a:xfrm>
                <a:off x="6515101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7D77C80-8B1B-4C58-9CAB-790AE1C29043}"/>
                  </a:ext>
                </a:extLst>
              </p:cNvPr>
              <p:cNvSpPr/>
              <p:nvPr/>
            </p:nvSpPr>
            <p:spPr>
              <a:xfrm>
                <a:off x="7160261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99C6257-E3DA-4DB2-8BC2-3E4A285F8136}"/>
                  </a:ext>
                </a:extLst>
              </p:cNvPr>
              <p:cNvSpPr/>
              <p:nvPr/>
            </p:nvSpPr>
            <p:spPr>
              <a:xfrm>
                <a:off x="7918718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A15E7BBF-AFEB-4EC4-83DE-3A66C0418CCD}"/>
                  </a:ext>
                </a:extLst>
              </p:cNvPr>
              <p:cNvSpPr/>
              <p:nvPr/>
            </p:nvSpPr>
            <p:spPr>
              <a:xfrm>
                <a:off x="8609367" y="242570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F5D4737-E488-48BF-9AA3-9DFF39EF0A58}"/>
                  </a:ext>
                </a:extLst>
              </p:cNvPr>
              <p:cNvSpPr/>
              <p:nvPr/>
            </p:nvSpPr>
            <p:spPr>
              <a:xfrm>
                <a:off x="7959127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840C013-2D20-4587-9D57-F02462B92B59}"/>
                  </a:ext>
                </a:extLst>
              </p:cNvPr>
              <p:cNvSpPr/>
              <p:nvPr/>
            </p:nvSpPr>
            <p:spPr>
              <a:xfrm>
                <a:off x="8609367" y="307594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02A0C144-29AF-4CA8-A074-CD1F9FDC90E3}"/>
                  </a:ext>
                </a:extLst>
              </p:cNvPr>
              <p:cNvSpPr/>
              <p:nvPr/>
            </p:nvSpPr>
            <p:spPr>
              <a:xfrm>
                <a:off x="9219198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766D687-C7F2-45CB-AE02-C6C2040D47EB}"/>
                  </a:ext>
                </a:extLst>
              </p:cNvPr>
              <p:cNvSpPr/>
              <p:nvPr/>
            </p:nvSpPr>
            <p:spPr>
              <a:xfrm>
                <a:off x="9219198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2F9FF1B-9D0E-438D-A77B-0DBCBEB0DA48}"/>
                  </a:ext>
                </a:extLst>
              </p:cNvPr>
              <p:cNvSpPr/>
              <p:nvPr/>
            </p:nvSpPr>
            <p:spPr>
              <a:xfrm>
                <a:off x="7959127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03E5DF6-F05B-478B-8424-43510A826AA1}"/>
                  </a:ext>
                </a:extLst>
              </p:cNvPr>
              <p:cNvSpPr/>
              <p:nvPr/>
            </p:nvSpPr>
            <p:spPr>
              <a:xfrm>
                <a:off x="8609367" y="372618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61684AA-C035-4D53-9B24-1B213546B25B}"/>
                  </a:ext>
                </a:extLst>
              </p:cNvPr>
              <p:cNvSpPr/>
              <p:nvPr/>
            </p:nvSpPr>
            <p:spPr>
              <a:xfrm>
                <a:off x="9259607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B9CB3E2-4B51-4DF3-A1DC-A3A67FD4EEFE}"/>
                  </a:ext>
                </a:extLst>
              </p:cNvPr>
              <p:cNvSpPr/>
              <p:nvPr/>
            </p:nvSpPr>
            <p:spPr>
              <a:xfrm>
                <a:off x="9864358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8020B3D-EA6A-497A-8B16-D4544C5DB913}"/>
                  </a:ext>
                </a:extLst>
              </p:cNvPr>
              <p:cNvSpPr/>
              <p:nvPr/>
            </p:nvSpPr>
            <p:spPr>
              <a:xfrm>
                <a:off x="9864358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C46A138-9370-4AFF-8776-F6A60B858754}"/>
                  </a:ext>
                </a:extLst>
              </p:cNvPr>
              <p:cNvSpPr/>
              <p:nvPr/>
            </p:nvSpPr>
            <p:spPr>
              <a:xfrm>
                <a:off x="9904767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DFD450A-475E-46D7-8877-7AFAF59F8E38}"/>
                  </a:ext>
                </a:extLst>
              </p:cNvPr>
              <p:cNvSpPr/>
              <p:nvPr/>
            </p:nvSpPr>
            <p:spPr>
              <a:xfrm>
                <a:off x="7959127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A5581AD-60BB-4E5B-AA17-AA8D8FFEDEA0}"/>
                  </a:ext>
                </a:extLst>
              </p:cNvPr>
              <p:cNvSpPr/>
              <p:nvPr/>
            </p:nvSpPr>
            <p:spPr>
              <a:xfrm>
                <a:off x="8609367" y="437642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4012B9D-3F15-4D62-B4F6-2D41A5E8E219}"/>
                  </a:ext>
                </a:extLst>
              </p:cNvPr>
              <p:cNvSpPr/>
              <p:nvPr/>
            </p:nvSpPr>
            <p:spPr>
              <a:xfrm>
                <a:off x="9259607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B1B6B13D-2886-41E9-8AB5-BBA601ED11B6}"/>
                  </a:ext>
                </a:extLst>
              </p:cNvPr>
              <p:cNvSpPr/>
              <p:nvPr/>
            </p:nvSpPr>
            <p:spPr>
              <a:xfrm>
                <a:off x="9904767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D2C75E5-CA7F-4ADB-B968-D4AA1D8EB06C}"/>
                  </a:ext>
                </a:extLst>
              </p:cNvPr>
              <p:cNvSpPr/>
              <p:nvPr/>
            </p:nvSpPr>
            <p:spPr>
              <a:xfrm>
                <a:off x="-243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450196BF-9377-416F-A2CB-3D9B5E2BEAC1}"/>
                  </a:ext>
                </a:extLst>
              </p:cNvPr>
              <p:cNvSpPr/>
              <p:nvPr/>
            </p:nvSpPr>
            <p:spPr>
              <a:xfrm>
                <a:off x="4064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CDE1826-CE5C-47D2-B578-EA6A94E4F923}"/>
                  </a:ext>
                </a:extLst>
              </p:cNvPr>
              <p:cNvSpPr/>
              <p:nvPr/>
            </p:nvSpPr>
            <p:spPr>
              <a:xfrm>
                <a:off x="-243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597AC96-2684-43B9-A67D-FD60613B64A7}"/>
                  </a:ext>
                </a:extLst>
              </p:cNvPr>
              <p:cNvSpPr/>
              <p:nvPr/>
            </p:nvSpPr>
            <p:spPr>
              <a:xfrm>
                <a:off x="4064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6B76FF8-989F-4F44-8B85-F03383080B57}"/>
                  </a:ext>
                </a:extLst>
              </p:cNvPr>
              <p:cNvSpPr/>
              <p:nvPr/>
            </p:nvSpPr>
            <p:spPr>
              <a:xfrm>
                <a:off x="1056640" y="2425700"/>
                <a:ext cx="650240" cy="6502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D0F8313F-0C1A-46EB-BAD1-FED85177DB12}"/>
                  </a:ext>
                </a:extLst>
              </p:cNvPr>
              <p:cNvSpPr/>
              <p:nvPr/>
            </p:nvSpPr>
            <p:spPr>
              <a:xfrm>
                <a:off x="10566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FC5C3AC-718A-410E-8C2F-2C79A0CA6FD2}"/>
                  </a:ext>
                </a:extLst>
              </p:cNvPr>
              <p:cNvSpPr/>
              <p:nvPr/>
            </p:nvSpPr>
            <p:spPr>
              <a:xfrm>
                <a:off x="-243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377D656-321C-4BE7-AF1C-F6162AB634FA}"/>
                  </a:ext>
                </a:extLst>
              </p:cNvPr>
              <p:cNvSpPr/>
              <p:nvPr/>
            </p:nvSpPr>
            <p:spPr>
              <a:xfrm>
                <a:off x="4064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9140A69-AFD2-45AC-BE0B-D61D92155FEB}"/>
                  </a:ext>
                </a:extLst>
              </p:cNvPr>
              <p:cNvSpPr/>
              <p:nvPr/>
            </p:nvSpPr>
            <p:spPr>
              <a:xfrm>
                <a:off x="1056640" y="372618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ECE6808-1360-4A5F-AC61-6CAE5755F7D2}"/>
                  </a:ext>
                </a:extLst>
              </p:cNvPr>
              <p:cNvSpPr/>
              <p:nvPr/>
            </p:nvSpPr>
            <p:spPr>
              <a:xfrm>
                <a:off x="17018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844367AF-CDB1-4933-BA69-9BF0541DD857}"/>
                  </a:ext>
                </a:extLst>
              </p:cNvPr>
              <p:cNvSpPr/>
              <p:nvPr/>
            </p:nvSpPr>
            <p:spPr>
              <a:xfrm>
                <a:off x="17018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4B35084A-6E2C-4952-BD17-9A43AAA74868}"/>
                  </a:ext>
                </a:extLst>
              </p:cNvPr>
              <p:cNvSpPr/>
              <p:nvPr/>
            </p:nvSpPr>
            <p:spPr>
              <a:xfrm>
                <a:off x="17018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FC846E5E-6024-4C98-A20D-30AE1740452B}"/>
                  </a:ext>
                </a:extLst>
              </p:cNvPr>
              <p:cNvSpPr/>
              <p:nvPr/>
            </p:nvSpPr>
            <p:spPr>
              <a:xfrm>
                <a:off x="-243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C8FB1E96-9B80-4D05-82E8-50B50456B693}"/>
                  </a:ext>
                </a:extLst>
              </p:cNvPr>
              <p:cNvSpPr/>
              <p:nvPr/>
            </p:nvSpPr>
            <p:spPr>
              <a:xfrm>
                <a:off x="4064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9FAC3B76-12A8-4657-B56D-1138015A7F90}"/>
                  </a:ext>
                </a:extLst>
              </p:cNvPr>
              <p:cNvSpPr/>
              <p:nvPr/>
            </p:nvSpPr>
            <p:spPr>
              <a:xfrm>
                <a:off x="1056640" y="4376420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6520DEA2-9F52-4F13-85E7-E64BC98E99EA}"/>
                  </a:ext>
                </a:extLst>
              </p:cNvPr>
              <p:cNvSpPr/>
              <p:nvPr/>
            </p:nvSpPr>
            <p:spPr>
              <a:xfrm>
                <a:off x="17018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D9B30A3A-3CEB-46FD-B44D-5990D5A88AFC}"/>
                  </a:ext>
                </a:extLst>
              </p:cNvPr>
              <p:cNvSpPr/>
              <p:nvPr/>
            </p:nvSpPr>
            <p:spPr>
              <a:xfrm>
                <a:off x="2489200" y="-3327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C9C1D73C-64C1-4464-8671-6650FCFA2990}"/>
                  </a:ext>
                </a:extLst>
              </p:cNvPr>
              <p:cNvSpPr/>
              <p:nvPr/>
            </p:nvSpPr>
            <p:spPr>
              <a:xfrm>
                <a:off x="3139440" y="-33274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C78B473-4A5D-471F-94FE-0DA5F2CC6FA4}"/>
                  </a:ext>
                </a:extLst>
              </p:cNvPr>
              <p:cNvSpPr/>
              <p:nvPr/>
            </p:nvSpPr>
            <p:spPr>
              <a:xfrm>
                <a:off x="2489200" y="3175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30AC02E-986E-42D3-B7C5-71B1D0E2B538}"/>
                  </a:ext>
                </a:extLst>
              </p:cNvPr>
              <p:cNvSpPr/>
              <p:nvPr/>
            </p:nvSpPr>
            <p:spPr>
              <a:xfrm>
                <a:off x="3139440" y="3175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B29AECA-3C9D-4249-9160-740DE491D2C5}"/>
                  </a:ext>
                </a:extLst>
              </p:cNvPr>
              <p:cNvSpPr/>
              <p:nvPr/>
            </p:nvSpPr>
            <p:spPr>
              <a:xfrm>
                <a:off x="3789680" y="-33274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5F93BB5-F242-4217-9EBC-AA66D059174E}"/>
                  </a:ext>
                </a:extLst>
              </p:cNvPr>
              <p:cNvSpPr/>
              <p:nvPr/>
            </p:nvSpPr>
            <p:spPr>
              <a:xfrm>
                <a:off x="3789680" y="31750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B1EEE512-7AC9-4462-9FA9-B1D9745A4348}"/>
                  </a:ext>
                </a:extLst>
              </p:cNvPr>
              <p:cNvSpPr/>
              <p:nvPr/>
            </p:nvSpPr>
            <p:spPr>
              <a:xfrm>
                <a:off x="2489200" y="967740"/>
                <a:ext cx="650240" cy="6502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90B1C96C-AE14-474D-AD8D-81499F36EC3B}"/>
                  </a:ext>
                </a:extLst>
              </p:cNvPr>
              <p:cNvSpPr/>
              <p:nvPr/>
            </p:nvSpPr>
            <p:spPr>
              <a:xfrm>
                <a:off x="3139440" y="967740"/>
                <a:ext cx="650240" cy="6502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7359368-C9E9-49B0-9E6B-D1DAD90B7B77}"/>
                  </a:ext>
                </a:extLst>
              </p:cNvPr>
              <p:cNvSpPr/>
              <p:nvPr/>
            </p:nvSpPr>
            <p:spPr>
              <a:xfrm>
                <a:off x="3789680" y="96774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7731895B-391D-4F6B-8E38-8ECB2A32B91E}"/>
                  </a:ext>
                </a:extLst>
              </p:cNvPr>
              <p:cNvSpPr/>
              <p:nvPr/>
            </p:nvSpPr>
            <p:spPr>
              <a:xfrm>
                <a:off x="4434840" y="-3327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DF0EA42-9341-4A5D-9331-D3BC138110DF}"/>
                  </a:ext>
                </a:extLst>
              </p:cNvPr>
              <p:cNvSpPr/>
              <p:nvPr/>
            </p:nvSpPr>
            <p:spPr>
              <a:xfrm>
                <a:off x="4434840" y="3175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FDA5130A-E4DE-4FDC-BEEA-0193D9FB047C}"/>
                  </a:ext>
                </a:extLst>
              </p:cNvPr>
              <p:cNvSpPr/>
              <p:nvPr/>
            </p:nvSpPr>
            <p:spPr>
              <a:xfrm>
                <a:off x="4434840" y="96774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493E85D-4BA0-42B1-917C-54F5A3E7F38D}"/>
                  </a:ext>
                </a:extLst>
              </p:cNvPr>
              <p:cNvSpPr/>
              <p:nvPr/>
            </p:nvSpPr>
            <p:spPr>
              <a:xfrm>
                <a:off x="2489200" y="16179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4F81D098-7D6B-42CC-A722-E096A30498E5}"/>
                  </a:ext>
                </a:extLst>
              </p:cNvPr>
              <p:cNvSpPr/>
              <p:nvPr/>
            </p:nvSpPr>
            <p:spPr>
              <a:xfrm>
                <a:off x="3139440" y="1617980"/>
                <a:ext cx="650240" cy="6502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EFBA3F4-1791-4151-A7E0-A60B2FBD3C73}"/>
                  </a:ext>
                </a:extLst>
              </p:cNvPr>
              <p:cNvSpPr/>
              <p:nvPr/>
            </p:nvSpPr>
            <p:spPr>
              <a:xfrm>
                <a:off x="3789680" y="1617980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004F135-F9E3-4597-8911-3DE0946E6B8F}"/>
                  </a:ext>
                </a:extLst>
              </p:cNvPr>
              <p:cNvSpPr/>
              <p:nvPr/>
            </p:nvSpPr>
            <p:spPr>
              <a:xfrm>
                <a:off x="4434840" y="1617980"/>
                <a:ext cx="650240" cy="6502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8CA3D7F8-E48B-44F9-83C2-8B80EDEAB270}"/>
                  </a:ext>
                </a:extLst>
              </p:cNvPr>
              <p:cNvSpPr/>
              <p:nvPr/>
            </p:nvSpPr>
            <p:spPr>
              <a:xfrm>
                <a:off x="2489200" y="5167627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8A998DC6-CF8A-4EE3-AB63-F1F848751600}"/>
                  </a:ext>
                </a:extLst>
              </p:cNvPr>
              <p:cNvSpPr/>
              <p:nvPr/>
            </p:nvSpPr>
            <p:spPr>
              <a:xfrm>
                <a:off x="3139440" y="5167627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C01F1F85-15F5-4153-8F98-3C3B439E4506}"/>
                  </a:ext>
                </a:extLst>
              </p:cNvPr>
              <p:cNvSpPr/>
              <p:nvPr/>
            </p:nvSpPr>
            <p:spPr>
              <a:xfrm>
                <a:off x="2489200" y="5817867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5CDA8B16-3FA1-4E03-8E3E-CDCA84F9FE8A}"/>
                  </a:ext>
                </a:extLst>
              </p:cNvPr>
              <p:cNvSpPr/>
              <p:nvPr/>
            </p:nvSpPr>
            <p:spPr>
              <a:xfrm>
                <a:off x="3139440" y="5817867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C492F1B-080D-429F-8C29-7A73A7926FF0}"/>
                  </a:ext>
                </a:extLst>
              </p:cNvPr>
              <p:cNvSpPr/>
              <p:nvPr/>
            </p:nvSpPr>
            <p:spPr>
              <a:xfrm>
                <a:off x="3789680" y="5167627"/>
                <a:ext cx="650240" cy="650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05390D44-9D27-4454-BE1E-5ADA4017FA3B}"/>
                  </a:ext>
                </a:extLst>
              </p:cNvPr>
              <p:cNvSpPr/>
              <p:nvPr/>
            </p:nvSpPr>
            <p:spPr>
              <a:xfrm>
                <a:off x="3789680" y="5817867"/>
                <a:ext cx="650240" cy="650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01BF7C4-AF0C-473E-B494-17189C8C3A28}"/>
                  </a:ext>
                </a:extLst>
              </p:cNvPr>
              <p:cNvSpPr/>
              <p:nvPr/>
            </p:nvSpPr>
            <p:spPr>
              <a:xfrm>
                <a:off x="2489200" y="6468107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B6F48F3E-7A34-4168-9D74-BBEDD148A3CB}"/>
                  </a:ext>
                </a:extLst>
              </p:cNvPr>
              <p:cNvSpPr/>
              <p:nvPr/>
            </p:nvSpPr>
            <p:spPr>
              <a:xfrm>
                <a:off x="3139440" y="6468107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E16CE585-DF65-4EAB-A181-F61A9DB8346B}"/>
                  </a:ext>
                </a:extLst>
              </p:cNvPr>
              <p:cNvSpPr/>
              <p:nvPr/>
            </p:nvSpPr>
            <p:spPr>
              <a:xfrm>
                <a:off x="3789680" y="6468107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8150D629-F215-4708-8BE0-A6CED389A434}"/>
                  </a:ext>
                </a:extLst>
              </p:cNvPr>
              <p:cNvSpPr/>
              <p:nvPr/>
            </p:nvSpPr>
            <p:spPr>
              <a:xfrm>
                <a:off x="4434840" y="5167627"/>
                <a:ext cx="650240" cy="650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5C5ED88B-5D7E-418F-817C-A16A1BE13D0D}"/>
                  </a:ext>
                </a:extLst>
              </p:cNvPr>
              <p:cNvSpPr/>
              <p:nvPr/>
            </p:nvSpPr>
            <p:spPr>
              <a:xfrm>
                <a:off x="4434840" y="5817867"/>
                <a:ext cx="650240" cy="650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DA7D60E-3E88-42EE-99C0-5A1DA08C375F}"/>
                  </a:ext>
                </a:extLst>
              </p:cNvPr>
              <p:cNvSpPr/>
              <p:nvPr/>
            </p:nvSpPr>
            <p:spPr>
              <a:xfrm>
                <a:off x="4434840" y="6468107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93BAF8C-28D9-4E1F-AF08-4BE84AA82D0D}"/>
                  </a:ext>
                </a:extLst>
              </p:cNvPr>
              <p:cNvSpPr/>
              <p:nvPr/>
            </p:nvSpPr>
            <p:spPr>
              <a:xfrm>
                <a:off x="2489200" y="7118347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CB858BA-83DE-4C99-A249-19B3D90E97EF}"/>
                  </a:ext>
                </a:extLst>
              </p:cNvPr>
              <p:cNvSpPr/>
              <p:nvPr/>
            </p:nvSpPr>
            <p:spPr>
              <a:xfrm>
                <a:off x="3139440" y="7118347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566C98-0EF4-4200-90DD-FB81BFF35036}"/>
                  </a:ext>
                </a:extLst>
              </p:cNvPr>
              <p:cNvSpPr/>
              <p:nvPr/>
            </p:nvSpPr>
            <p:spPr>
              <a:xfrm>
                <a:off x="3789680" y="7118347"/>
                <a:ext cx="650240" cy="6502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7561C85-2C4A-4090-84BE-42A8EDC131D6}"/>
                  </a:ext>
                </a:extLst>
              </p:cNvPr>
              <p:cNvSpPr/>
              <p:nvPr/>
            </p:nvSpPr>
            <p:spPr>
              <a:xfrm>
                <a:off x="4434840" y="7118347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11CD969-4BD8-422E-880C-726E764E9A48}"/>
                </a:ext>
              </a:extLst>
            </p:cNvPr>
            <p:cNvGrpSpPr/>
            <p:nvPr/>
          </p:nvGrpSpPr>
          <p:grpSpPr>
            <a:xfrm>
              <a:off x="-1422399" y="2750820"/>
              <a:ext cx="933130" cy="1950720"/>
              <a:chOff x="-1082327" y="2750820"/>
              <a:chExt cx="593057" cy="1950720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BAF1B7F-52D3-4360-A299-EF3C8089CD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082327" y="3401060"/>
                <a:ext cx="580766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Arrow Connector 227">
                <a:extLst>
                  <a:ext uri="{FF2B5EF4-FFF2-40B4-BE49-F238E27FC236}">
                    <a16:creationId xmlns:a16="http://schemas.microsoft.com/office/drawing/2014/main" id="{C5E78DBE-70A4-4A0A-A28C-041277E776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070036" y="4036237"/>
                <a:ext cx="580766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Arrow Connector 232">
                <a:extLst>
                  <a:ext uri="{FF2B5EF4-FFF2-40B4-BE49-F238E27FC236}">
                    <a16:creationId xmlns:a16="http://schemas.microsoft.com/office/drawing/2014/main" id="{81F86C24-D417-4D5F-9FA8-AE4DA2963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070036" y="4701540"/>
                <a:ext cx="580766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Arrow Connector 235">
                <a:extLst>
                  <a:ext uri="{FF2B5EF4-FFF2-40B4-BE49-F238E27FC236}">
                    <a16:creationId xmlns:a16="http://schemas.microsoft.com/office/drawing/2014/main" id="{D633178E-2B8F-4853-963F-60D44202E2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082327" y="2750820"/>
                <a:ext cx="580766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2686DA07-C34F-4B8C-877A-DCB752B40213}"/>
                </a:ext>
              </a:extLst>
            </p:cNvPr>
            <p:cNvSpPr/>
            <p:nvPr/>
          </p:nvSpPr>
          <p:spPr>
            <a:xfrm>
              <a:off x="5446263" y="9857221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#13 by Pedro PSI – 04th of October 2020</a:t>
              </a:r>
            </a:p>
            <a:p>
              <a:pPr algn="r"/>
              <a:r>
                <a:rPr lang="pt-PT" i="1" dirty="0"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4E1920D9-B70B-4B60-9FC5-D7566E883D55}"/>
                </a:ext>
              </a:extLst>
            </p:cNvPr>
            <p:cNvSpPr txBox="1"/>
            <p:nvPr/>
          </p:nvSpPr>
          <p:spPr>
            <a:xfrm>
              <a:off x="-23647" y="-4458395"/>
              <a:ext cx="94051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Star </a:t>
              </a:r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in </a:t>
              </a:r>
              <a:r>
                <a:rPr lang="pt-PT" sz="32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space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: cube 2</a:t>
              </a:r>
              <a:r>
                <a:rPr lang="pt-PT" sz="3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★</a:t>
              </a:r>
              <a:endParaRPr lang="pt-PT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6179CDCC-451A-4A77-B240-95EC4ED9E289}"/>
                </a:ext>
              </a:extLst>
            </p:cNvPr>
            <p:cNvSpPr txBox="1"/>
            <p:nvPr/>
          </p:nvSpPr>
          <p:spPr>
            <a:xfrm>
              <a:off x="-585908" y="-3764502"/>
              <a:ext cx="10529630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Fold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cube,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then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two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per </a:t>
              </a:r>
              <a:r>
                <a:rPr lang="pt-PT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ctr"/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There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are </a:t>
              </a:r>
              <a:r>
                <a:rPr lang="pt-PT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in total.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FBFF096-B68A-4E0E-8E97-03FBC15FE5B3}"/>
                </a:ext>
              </a:extLst>
            </p:cNvPr>
            <p:cNvGrpSpPr/>
            <p:nvPr/>
          </p:nvGrpSpPr>
          <p:grpSpPr>
            <a:xfrm>
              <a:off x="1051564" y="-361634"/>
              <a:ext cx="8929696" cy="8137168"/>
              <a:chOff x="1051564" y="-361634"/>
              <a:chExt cx="8929696" cy="8137168"/>
            </a:xfrm>
          </p:grpSpPr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AFD7DE77-5256-4085-A39A-8343C3DA94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6080" y="2424464"/>
                <a:ext cx="0" cy="260155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E3B79044-E4B2-4E92-88D7-C444D1B19E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4690" y="6464249"/>
                <a:ext cx="129039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7E4888FB-DE1F-48EC-88AF-EDCAAA1851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90003" y="1595996"/>
                <a:ext cx="734577" cy="1252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F480FF0C-A812-4D0A-8C41-B8D6EE60D3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2139" y="978886"/>
                <a:ext cx="1363888" cy="1425778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6991FD56-7C37-4BC7-87A0-921A277C25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2718" y="3084471"/>
                <a:ext cx="1322964" cy="2368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B1DC2939-7AEB-4353-9CF9-20EFABDF13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7882" y="6457973"/>
                <a:ext cx="1321833" cy="735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9BE1930A-80EB-41C8-9951-E2E00600CA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27038" y="7104672"/>
                <a:ext cx="6164" cy="670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55866261-FADA-4A6A-83CA-6B6C594D4F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6056" y="4346684"/>
                <a:ext cx="666323" cy="125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78AD81C6-518D-48D0-B128-E171FB2CB0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4861" y="3738962"/>
                <a:ext cx="67366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3F61FC83-0A0C-4F56-B944-14AB7C3137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7030" y="2397025"/>
                <a:ext cx="17135" cy="6869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8F4963FF-4364-40ED-8EB4-7C4DA6FAA0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07063" y="1629431"/>
                <a:ext cx="0" cy="21202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907CD1B3-3CBC-47EF-8E58-7743AE1CF5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1564" y="3067960"/>
                <a:ext cx="669041" cy="26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70623C3E-5FFF-40E4-8C63-60B2A0FF7E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16959" y="944623"/>
                <a:ext cx="8571" cy="212332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BA5A6FB4-030D-4B47-985F-15FCC04AE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8880" y="4356532"/>
                <a:ext cx="6556" cy="2083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314E5E85-59E7-4ECC-802E-E4AF2DF9C5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99995" y="2399151"/>
                <a:ext cx="25429" cy="262843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1141F400-327F-4104-A14F-1CA2FE991E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6016" y="3111995"/>
                <a:ext cx="7059" cy="6166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9E08D0BA-8590-4C02-9785-C4BA5EC5C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7063" y="1613915"/>
                <a:ext cx="741050" cy="774677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EE3FB366-7611-4E1F-AADE-A7A5BAEE28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12677" y="7094468"/>
                <a:ext cx="647746" cy="1136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317839A-4F30-489A-A724-DA2CC852CC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13779" y="-336744"/>
                <a:ext cx="0" cy="64068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5A065C90-C757-4316-92F5-98462BECBB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31565" y="1595997"/>
                <a:ext cx="14667" cy="14741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Straight Connector 430">
                <a:extLst>
                  <a:ext uri="{FF2B5EF4-FFF2-40B4-BE49-F238E27FC236}">
                    <a16:creationId xmlns:a16="http://schemas.microsoft.com/office/drawing/2014/main" id="{D5BF1C93-5F6E-416D-BF11-4A8B34FC84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2529" y="3738962"/>
                <a:ext cx="195743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Straight Connector 431">
                <a:extLst>
                  <a:ext uri="{FF2B5EF4-FFF2-40B4-BE49-F238E27FC236}">
                    <a16:creationId xmlns:a16="http://schemas.microsoft.com/office/drawing/2014/main" id="{88987DBC-5707-4DBB-8397-3A745FDB04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21458" y="940216"/>
                <a:ext cx="1322964" cy="2368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Straight Connector 432">
                <a:extLst>
                  <a:ext uri="{FF2B5EF4-FFF2-40B4-BE49-F238E27FC236}">
                    <a16:creationId xmlns:a16="http://schemas.microsoft.com/office/drawing/2014/main" id="{5893231E-65EE-481A-A49C-0628AC7F21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37718" y="1595997"/>
                <a:ext cx="44955" cy="15224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Straight Connector 433">
                <a:extLst>
                  <a:ext uri="{FF2B5EF4-FFF2-40B4-BE49-F238E27FC236}">
                    <a16:creationId xmlns:a16="http://schemas.microsoft.com/office/drawing/2014/main" id="{612787C8-BB9E-4A29-9E6C-FDCD534F00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24367" y="1595996"/>
                <a:ext cx="734577" cy="1252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Straight Connector 434">
                <a:extLst>
                  <a:ext uri="{FF2B5EF4-FFF2-40B4-BE49-F238E27FC236}">
                    <a16:creationId xmlns:a16="http://schemas.microsoft.com/office/drawing/2014/main" id="{F473273B-1183-4379-BB8C-86B1C97828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7411" y="2397025"/>
                <a:ext cx="17135" cy="6869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Straight Connector 435">
                <a:extLst>
                  <a:ext uri="{FF2B5EF4-FFF2-40B4-BE49-F238E27FC236}">
                    <a16:creationId xmlns:a16="http://schemas.microsoft.com/office/drawing/2014/main" id="{32A3851A-548C-4E54-BDA5-3712C49DEA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736" y="4332178"/>
                <a:ext cx="0" cy="68925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Straight Connector 436">
                <a:extLst>
                  <a:ext uri="{FF2B5EF4-FFF2-40B4-BE49-F238E27FC236}">
                    <a16:creationId xmlns:a16="http://schemas.microsoft.com/office/drawing/2014/main" id="{7C710155-8EBB-4F79-9136-B555A80330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36644" y="5863891"/>
                <a:ext cx="71143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D8CC59E7-E263-4A49-96CC-E0821C68E5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04905" y="4347167"/>
                <a:ext cx="44955" cy="15224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Straight Connector 438">
                <a:extLst>
                  <a:ext uri="{FF2B5EF4-FFF2-40B4-BE49-F238E27FC236}">
                    <a16:creationId xmlns:a16="http://schemas.microsoft.com/office/drawing/2014/main" id="{9A15037F-5E3A-414A-BA77-FA02594813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82677" y="3749658"/>
                <a:ext cx="9632" cy="13259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Connector 439">
                <a:extLst>
                  <a:ext uri="{FF2B5EF4-FFF2-40B4-BE49-F238E27FC236}">
                    <a16:creationId xmlns:a16="http://schemas.microsoft.com/office/drawing/2014/main" id="{A98B180E-B57B-4794-893E-8E53E7C01A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745734" y="3749658"/>
                <a:ext cx="9632" cy="13259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Straight Connector 440">
                <a:extLst>
                  <a:ext uri="{FF2B5EF4-FFF2-40B4-BE49-F238E27FC236}">
                    <a16:creationId xmlns:a16="http://schemas.microsoft.com/office/drawing/2014/main" id="{79E51650-EAF0-43BE-B22E-5EBF615173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1564" y="3754205"/>
                <a:ext cx="669041" cy="26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Straight Connector 441">
                <a:extLst>
                  <a:ext uri="{FF2B5EF4-FFF2-40B4-BE49-F238E27FC236}">
                    <a16:creationId xmlns:a16="http://schemas.microsoft.com/office/drawing/2014/main" id="{3F46FA0E-FC6B-4D90-AB2B-B7CC520B6D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13675" y="5026023"/>
                <a:ext cx="759127" cy="210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Straight Connector 443">
                <a:extLst>
                  <a:ext uri="{FF2B5EF4-FFF2-40B4-BE49-F238E27FC236}">
                    <a16:creationId xmlns:a16="http://schemas.microsoft.com/office/drawing/2014/main" id="{B17D13CB-1711-41B6-A9E8-43DFF95681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74042" y="2388592"/>
                <a:ext cx="9561" cy="13503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Straight Connector 444">
                <a:extLst>
                  <a:ext uri="{FF2B5EF4-FFF2-40B4-BE49-F238E27FC236}">
                    <a16:creationId xmlns:a16="http://schemas.microsoft.com/office/drawing/2014/main" id="{AE7DA1E2-19B2-41E3-9538-8DC79029B8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546337" y="2388592"/>
                <a:ext cx="9561" cy="13503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Straight Connector 445">
                <a:extLst>
                  <a:ext uri="{FF2B5EF4-FFF2-40B4-BE49-F238E27FC236}">
                    <a16:creationId xmlns:a16="http://schemas.microsoft.com/office/drawing/2014/main" id="{E77FC3C3-0313-4DFE-9BFF-9EFA6FC5BB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90003" y="956339"/>
                <a:ext cx="734577" cy="1252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Straight Connector 446">
                <a:extLst>
                  <a:ext uri="{FF2B5EF4-FFF2-40B4-BE49-F238E27FC236}">
                    <a16:creationId xmlns:a16="http://schemas.microsoft.com/office/drawing/2014/main" id="{4EC668C9-E022-4EBF-B36D-6C5E54951F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45609" y="-293677"/>
                <a:ext cx="30911" cy="125147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Straight Connector 447">
                <a:extLst>
                  <a:ext uri="{FF2B5EF4-FFF2-40B4-BE49-F238E27FC236}">
                    <a16:creationId xmlns:a16="http://schemas.microsoft.com/office/drawing/2014/main" id="{A3558DA7-234E-4BF4-83CB-FC4C5BF921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3041" y="311238"/>
                <a:ext cx="734577" cy="1252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8F2779C2-DCAD-4320-B1A0-C88C4900B5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3101" y="288453"/>
                <a:ext cx="17135" cy="6869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Straight Connector 449">
                <a:extLst>
                  <a:ext uri="{FF2B5EF4-FFF2-40B4-BE49-F238E27FC236}">
                    <a16:creationId xmlns:a16="http://schemas.microsoft.com/office/drawing/2014/main" id="{BDED0EC8-0142-44F8-8CAA-99F43284BA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3041" y="-361634"/>
                <a:ext cx="734577" cy="1252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54232832-ED46-40BC-8D9D-C4F50AF6AD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283814" y="2408112"/>
                <a:ext cx="25429" cy="262843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4050442F-29DB-4AB9-A6C8-D1A9E06067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04897" y="7104672"/>
                <a:ext cx="6164" cy="670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Straight Connector 453">
                <a:extLst>
                  <a:ext uri="{FF2B5EF4-FFF2-40B4-BE49-F238E27FC236}">
                    <a16:creationId xmlns:a16="http://schemas.microsoft.com/office/drawing/2014/main" id="{23F12BCC-CD32-4483-A1D8-1FC0AF5B772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97328" y="941893"/>
                <a:ext cx="1363888" cy="1425778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0BE13592-93BE-4A64-BD80-7D68C47987E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18226" y="1613938"/>
                <a:ext cx="741050" cy="774677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D7A41D4A-A529-491B-90FD-308A2C4E4D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6229" y="5113825"/>
                <a:ext cx="1363888" cy="1425778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B21645CC-C72A-4F1D-9875-542C78C62B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7226" y="2395096"/>
                <a:ext cx="779949" cy="101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Straight Connector 459">
                <a:extLst>
                  <a:ext uri="{FF2B5EF4-FFF2-40B4-BE49-F238E27FC236}">
                    <a16:creationId xmlns:a16="http://schemas.microsoft.com/office/drawing/2014/main" id="{92483847-E2DE-43B9-894B-3296F4D1F69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134175" y="5019736"/>
                <a:ext cx="741050" cy="774677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Straight Connector 460">
                <a:extLst>
                  <a:ext uri="{FF2B5EF4-FFF2-40B4-BE49-F238E27FC236}">
                    <a16:creationId xmlns:a16="http://schemas.microsoft.com/office/drawing/2014/main" id="{24D02F85-B529-4ABD-B4DE-27AFF2EE43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5677" y="2395096"/>
                <a:ext cx="779949" cy="101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Straight Connector 462">
                <a:extLst>
                  <a:ext uri="{FF2B5EF4-FFF2-40B4-BE49-F238E27FC236}">
                    <a16:creationId xmlns:a16="http://schemas.microsoft.com/office/drawing/2014/main" id="{2C7EB041-09E5-4268-9C1C-BA4BF9FEA6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46683" y="2411941"/>
                <a:ext cx="734577" cy="1252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FBA76C9D-1B81-499E-828D-245725CF66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7361" y="3749658"/>
                <a:ext cx="0" cy="68925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D2020DE1-FFEE-43F5-96B7-8D6C2627F9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31379" y="4347167"/>
                <a:ext cx="44955" cy="15224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Straight Connector 471">
                <a:extLst>
                  <a:ext uri="{FF2B5EF4-FFF2-40B4-BE49-F238E27FC236}">
                    <a16:creationId xmlns:a16="http://schemas.microsoft.com/office/drawing/2014/main" id="{E270C1DC-CBDA-49CB-B7DE-03EE92A813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97318" y="4332178"/>
                <a:ext cx="0" cy="68925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9CEF24D3-876F-406C-9D2A-2C3FF4E1CF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4861" y="4332178"/>
                <a:ext cx="67366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Straight Connector 473">
                <a:extLst>
                  <a:ext uri="{FF2B5EF4-FFF2-40B4-BE49-F238E27FC236}">
                    <a16:creationId xmlns:a16="http://schemas.microsoft.com/office/drawing/2014/main" id="{88EB3174-0238-423D-B331-D395FF36156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154080" y="5050933"/>
                <a:ext cx="1363888" cy="1425778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1852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AE54-27E8-4DF4-91C5-7407395FBB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5D77A-1101-4BB3-84F7-FE9F95320C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57BEF-9D22-4CEC-9406-5FABF5DDB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7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BA86-9CE1-4CA9-88F0-70E45A2E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AEC5-FE33-441A-B9B5-64B18E819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46AC10-14B9-4F85-BBBD-01E24A019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33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65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12</cp:revision>
  <dcterms:created xsi:type="dcterms:W3CDTF">2020-09-26T19:48:00Z</dcterms:created>
  <dcterms:modified xsi:type="dcterms:W3CDTF">2020-10-04T12:50:06Z</dcterms:modified>
</cp:coreProperties>
</file>