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4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A6A4F0"/>
    <a:srgbClr val="FF9933"/>
    <a:srgbClr val="000000"/>
    <a:srgbClr val="E6E6E6"/>
    <a:srgbClr val="EAEAEA"/>
    <a:srgbClr val="BDE4FF"/>
    <a:srgbClr val="FFFFFF"/>
    <a:srgbClr val="DDDDDD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50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2476" y="888"/>
      </p:cViewPr>
      <p:guideLst>
        <p:guide orient="horz" pos="2160"/>
        <p:guide pos="44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74B10-A2C1-480D-B251-528130543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9B82A1-D82B-4FB8-91DE-E3F29354B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BA038-E56C-491C-8747-439B2899A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06/01/2021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D5525-D998-41F4-B0F3-931A94D13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C1DF3-2D23-46E3-80BB-53C7697AC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1298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13FBB-DD6B-4046-8577-8728074E1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2C797-7B07-4DAC-B981-D8350363C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7DC9E-AFCF-4383-B004-0B8712E36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06/01/2021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77D46-19D6-429A-8E9A-947408662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8C9A6-009C-4E35-B529-DD083CD1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23791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0C681-665A-4C52-8EFF-88CE04DB0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B42AC-278C-4667-82F7-D0CD66533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A3A54-76F3-4B89-8CF3-F0007BBF9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06/01/2021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FC969-E8AE-481A-B33A-25DD2F0B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02219-0684-4125-B75A-9366C7115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77481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5609D-F2FA-4949-8AB6-CC05FB545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24E51-044E-46CE-B23B-07E1DD642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41A9A-21DD-4F01-95F4-F53E66876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B5CE7-8FEA-458A-B8B8-46A624738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06/01/2021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A60D3-EA55-43C3-8905-086738AAF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37640-E0E3-4D5F-AF75-B26249A4F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27114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F99A6-D916-4F1F-AD4D-E04AA8C94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1B0E8-E6D5-48AF-8568-A4E0C880F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893AE-2BFF-45E7-9C2B-92B638966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657D34-A81E-4DBA-AFFE-8EAAC7919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A0DFA3-C31B-4E90-965F-C8BDA9DD93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AD4CD-1A09-49E5-B497-FC6DA8D60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06/01/2021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3DECC-5BC8-4A04-8CED-C6F4404D1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F16E1B-2D94-409D-B419-304E87500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83242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CC630-C7BE-4CC3-A305-2BF36536C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1D2241-1E0A-45D4-920E-F0EBC57CF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06/01/2021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65483F-C326-40DD-9D94-8672EF11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BB58C-EF52-4DEA-9101-B7D34421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3657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6A637A-58E1-468D-804C-CE510F94B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06/01/2021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D447C9-8771-4468-B64A-3F70625AD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C8BAA-F480-4277-BC34-9482482E9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3956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5F407-6941-4BDC-A4F1-1DB206D4D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0CF04-F806-4B37-94D9-5EDF02D8F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132CEB-35E8-42ED-9D40-321BBB365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D8A2D-DAE5-499E-ADDA-2A7A9720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06/01/2021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2D464-6F70-4345-BCB1-479BDE3E7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D21D1-700C-4F4B-B048-A1369ECA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0309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8156F-92CD-499E-BAFC-DDACD4EF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98423F-09E2-4FE5-B215-45699FD0D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33CF3-821E-4B4B-83B6-C10BC34F7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99669-7653-4CDB-8B9F-32DCA9AC5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06/01/2021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CB413-4EDD-463D-BC35-187226076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F1CD3-AD2E-4C43-B49B-5E740D2D3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12625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B0870-AAC7-418F-BD40-F2EE9D50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2A2F20-8B54-4F21-9459-34AA30ABD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0B1A6-F31E-4753-B411-161284B15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06/01/2021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F1758-CF69-4E0E-B381-5544F77E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04C2A-69B7-405F-8562-2AEE9EB8F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4510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DD701F-FD77-4FCC-96E1-0478B151DC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75123-8982-4FD7-856B-F84EA8071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E8B2D-B1DC-4FB8-BBEB-F8D0B8FA9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06/01/2021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E78BF-9806-42E5-AD85-573B9F6DA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D1086-8FDB-4215-AC17-3E1F0C16D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2913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9FA83-7235-4693-BB5D-1126828C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BDCBD-62F2-4DC4-8EA9-55C691CE4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C5C98-8165-4822-8209-32DD1FEF1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CB7C4-9810-433B-A50A-DC01EC0EDDAD}" type="datetimeFigureOut">
              <a:rPr lang="pt-PT" smtClean="0"/>
              <a:t>06/01/2021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10151-340E-4249-BBCB-AF2D8E315F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6F5F8-94C2-4578-9119-2C5BA200E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48471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A9854D6-B8D1-4B23-BBF1-2440B187452C}"/>
              </a:ext>
            </a:extLst>
          </p:cNvPr>
          <p:cNvGrpSpPr/>
          <p:nvPr/>
        </p:nvGrpSpPr>
        <p:grpSpPr>
          <a:xfrm>
            <a:off x="1574563" y="-2686585"/>
            <a:ext cx="12121982" cy="13964186"/>
            <a:chOff x="1574563" y="-2686585"/>
            <a:chExt cx="12121982" cy="13964186"/>
          </a:xfrm>
        </p:grpSpPr>
        <p:sp>
          <p:nvSpPr>
            <p:cNvPr id="556" name="Rectangle 555">
              <a:extLst>
                <a:ext uri="{FF2B5EF4-FFF2-40B4-BE49-F238E27FC236}">
                  <a16:creationId xmlns:a16="http://schemas.microsoft.com/office/drawing/2014/main" id="{7DADE265-DFD0-4CAF-B6D1-F40869120FD9}"/>
                </a:ext>
              </a:extLst>
            </p:cNvPr>
            <p:cNvSpPr/>
            <p:nvPr/>
          </p:nvSpPr>
          <p:spPr>
            <a:xfrm>
              <a:off x="1574563" y="-2686585"/>
              <a:ext cx="12121982" cy="13964186"/>
            </a:xfrm>
            <a:prstGeom prst="rect">
              <a:avLst/>
            </a:prstGeom>
            <a:solidFill>
              <a:schemeClr val="tx1"/>
            </a:solidFill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7" name="Rectangle 556">
              <a:extLst>
                <a:ext uri="{FF2B5EF4-FFF2-40B4-BE49-F238E27FC236}">
                  <a16:creationId xmlns:a16="http://schemas.microsoft.com/office/drawing/2014/main" id="{CA929566-3B26-4AF5-9B12-74AE54BE3F4B}"/>
                </a:ext>
              </a:extLst>
            </p:cNvPr>
            <p:cNvSpPr/>
            <p:nvPr/>
          </p:nvSpPr>
          <p:spPr>
            <a:xfrm>
              <a:off x="8364414" y="10282644"/>
              <a:ext cx="5065066" cy="692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endParaRPr lang="pt-PT" sz="300" i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en-US" b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#33 by Pedro PSI – 6</a:t>
              </a:r>
              <a:r>
                <a:rPr lang="en-US" b="1" baseline="30000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en-US" b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of January 2020</a:t>
              </a:r>
            </a:p>
            <a:p>
              <a:pPr algn="r"/>
              <a:r>
                <a:rPr lang="pt-PT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pedropsi.github.io/star-battle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71A1ECB2-9F07-4DDC-87C9-FCE9ED2B758E}"/>
                </a:ext>
              </a:extLst>
            </p:cNvPr>
            <p:cNvSpPr txBox="1"/>
            <p:nvPr/>
          </p:nvSpPr>
          <p:spPr>
            <a:xfrm>
              <a:off x="1975390" y="-2098234"/>
              <a:ext cx="1132032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6000" b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Star </a:t>
              </a:r>
              <a:r>
                <a:rPr lang="pt-PT" sz="6000" b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Battle</a:t>
              </a:r>
              <a:r>
                <a:rPr lang="pt-PT" sz="6000" b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6000" b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pt-PT" sz="6000" b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6000" b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sz="6000" b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6000" b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Galaxies</a:t>
              </a:r>
              <a:r>
                <a:rPr lang="pt-PT" sz="6000" b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2</a:t>
              </a:r>
              <a:r>
                <a:rPr lang="pt-PT" sz="6000" dirty="0">
                  <a:solidFill>
                    <a:schemeClr val="accent4"/>
                  </a:solidFill>
                </a:rPr>
                <a:t> ★</a:t>
              </a:r>
              <a:endParaRPr lang="pt-PT" sz="60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2BE774C-8D60-4C98-B37B-564EA0CA3BD3}"/>
                </a:ext>
              </a:extLst>
            </p:cNvPr>
            <p:cNvGrpSpPr/>
            <p:nvPr/>
          </p:nvGrpSpPr>
          <p:grpSpPr>
            <a:xfrm>
              <a:off x="3612264" y="1778849"/>
              <a:ext cx="8046580" cy="8136568"/>
              <a:chOff x="3612264" y="1778849"/>
              <a:chExt cx="8046580" cy="8136568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BB5A1D07-FBFA-4F6D-96E3-98DBB8DB287B}"/>
                  </a:ext>
                </a:extLst>
              </p:cNvPr>
              <p:cNvGrpSpPr/>
              <p:nvPr/>
            </p:nvGrpSpPr>
            <p:grpSpPr>
              <a:xfrm>
                <a:off x="3612264" y="1778850"/>
                <a:ext cx="8046575" cy="8136567"/>
                <a:chOff x="4608272" y="206982"/>
                <a:chExt cx="6028577" cy="6096000"/>
              </a:xfrm>
              <a:solidFill>
                <a:schemeClr val="bg1"/>
              </a:solidFill>
            </p:grpSpPr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142F736F-0EFB-47EA-9775-101D6408E21F}"/>
                    </a:ext>
                  </a:extLst>
                </p:cNvPr>
                <p:cNvGrpSpPr/>
                <p:nvPr/>
              </p:nvGrpSpPr>
              <p:grpSpPr>
                <a:xfrm>
                  <a:off x="4608272" y="206982"/>
                  <a:ext cx="3027282" cy="6096000"/>
                  <a:chOff x="7162880" y="206982"/>
                  <a:chExt cx="3027282" cy="6096000"/>
                </a:xfrm>
                <a:grpFill/>
              </p:grpSpPr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8D382350-0104-480C-828B-B51DCDF1DFBB}"/>
                      </a:ext>
                    </a:extLst>
                  </p:cNvPr>
                  <p:cNvSpPr/>
                  <p:nvPr/>
                </p:nvSpPr>
                <p:spPr>
                  <a:xfrm>
                    <a:off x="7924880" y="3254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F897932E-3AFA-42DC-B0D0-107E0FF63B7F}"/>
                      </a:ext>
                    </a:extLst>
                  </p:cNvPr>
                  <p:cNvSpPr/>
                  <p:nvPr/>
                </p:nvSpPr>
                <p:spPr>
                  <a:xfrm>
                    <a:off x="7924880" y="401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C64D7C50-6CC9-4035-A784-4D715FDC30EF}"/>
                      </a:ext>
                    </a:extLst>
                  </p:cNvPr>
                  <p:cNvSpPr/>
                  <p:nvPr/>
                </p:nvSpPr>
                <p:spPr>
                  <a:xfrm>
                    <a:off x="7924880" y="477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67350C3C-5DBD-4D15-AD56-BEDA856F99F3}"/>
                      </a:ext>
                    </a:extLst>
                  </p:cNvPr>
                  <p:cNvSpPr/>
                  <p:nvPr/>
                </p:nvSpPr>
                <p:spPr>
                  <a:xfrm>
                    <a:off x="7924880" y="554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E00B65AB-3728-4F9B-A25B-665D9A7195FF}"/>
                      </a:ext>
                    </a:extLst>
                  </p:cNvPr>
                  <p:cNvSpPr/>
                  <p:nvPr/>
                </p:nvSpPr>
                <p:spPr>
                  <a:xfrm>
                    <a:off x="7162880" y="3254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BBFCB338-A6DE-4E44-9AE8-92E36A550FA4}"/>
                      </a:ext>
                    </a:extLst>
                  </p:cNvPr>
                  <p:cNvSpPr/>
                  <p:nvPr/>
                </p:nvSpPr>
                <p:spPr>
                  <a:xfrm>
                    <a:off x="7162880" y="401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ECF0AC2E-E672-4202-B79B-78E8417E39B5}"/>
                      </a:ext>
                    </a:extLst>
                  </p:cNvPr>
                  <p:cNvSpPr/>
                  <p:nvPr/>
                </p:nvSpPr>
                <p:spPr>
                  <a:xfrm>
                    <a:off x="7162880" y="477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88396458-AE2A-44F7-9C1F-E6678F123E40}"/>
                      </a:ext>
                    </a:extLst>
                  </p:cNvPr>
                  <p:cNvSpPr/>
                  <p:nvPr/>
                </p:nvSpPr>
                <p:spPr>
                  <a:xfrm>
                    <a:off x="7162880" y="554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84D0F51C-BD37-46C3-8D7F-D881865DCE5C}"/>
                      </a:ext>
                    </a:extLst>
                  </p:cNvPr>
                  <p:cNvSpPr/>
                  <p:nvPr/>
                </p:nvSpPr>
                <p:spPr>
                  <a:xfrm>
                    <a:off x="7924880" y="20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98FA8CA4-DE4A-4FE9-8687-263B95B14C02}"/>
                      </a:ext>
                    </a:extLst>
                  </p:cNvPr>
                  <p:cNvSpPr/>
                  <p:nvPr/>
                </p:nvSpPr>
                <p:spPr>
                  <a:xfrm>
                    <a:off x="7924880" y="96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B6E509D6-E01E-4959-93F1-685397C5BCB1}"/>
                      </a:ext>
                    </a:extLst>
                  </p:cNvPr>
                  <p:cNvSpPr/>
                  <p:nvPr/>
                </p:nvSpPr>
                <p:spPr>
                  <a:xfrm>
                    <a:off x="7924880" y="173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67" name="Rectangle 66">
                    <a:extLst>
                      <a:ext uri="{FF2B5EF4-FFF2-40B4-BE49-F238E27FC236}">
                        <a16:creationId xmlns:a16="http://schemas.microsoft.com/office/drawing/2014/main" id="{9533336E-645C-4ACA-AEDF-887281445B7B}"/>
                      </a:ext>
                    </a:extLst>
                  </p:cNvPr>
                  <p:cNvSpPr/>
                  <p:nvPr/>
                </p:nvSpPr>
                <p:spPr>
                  <a:xfrm>
                    <a:off x="7162880" y="20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7F6B561F-17C5-4B16-A641-ADDF4C867680}"/>
                      </a:ext>
                    </a:extLst>
                  </p:cNvPr>
                  <p:cNvSpPr/>
                  <p:nvPr/>
                </p:nvSpPr>
                <p:spPr>
                  <a:xfrm>
                    <a:off x="7162880" y="96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id="{317BF6A6-2600-4C52-808C-C47F3E15D655}"/>
                      </a:ext>
                    </a:extLst>
                  </p:cNvPr>
                  <p:cNvSpPr/>
                  <p:nvPr/>
                </p:nvSpPr>
                <p:spPr>
                  <a:xfrm>
                    <a:off x="7162880" y="173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84B2534D-0B45-44E3-9FD9-512B1C0D9B83}"/>
                      </a:ext>
                    </a:extLst>
                  </p:cNvPr>
                  <p:cNvSpPr/>
                  <p:nvPr/>
                </p:nvSpPr>
                <p:spPr>
                  <a:xfrm>
                    <a:off x="7924880" y="2492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9017CD8C-10BF-45C5-BB0D-E7CA097D8FA0}"/>
                      </a:ext>
                    </a:extLst>
                  </p:cNvPr>
                  <p:cNvSpPr/>
                  <p:nvPr/>
                </p:nvSpPr>
                <p:spPr>
                  <a:xfrm>
                    <a:off x="7162880" y="2492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687" name="Rectangle 686">
                    <a:extLst>
                      <a:ext uri="{FF2B5EF4-FFF2-40B4-BE49-F238E27FC236}">
                        <a16:creationId xmlns:a16="http://schemas.microsoft.com/office/drawing/2014/main" id="{8F5A7AAB-EC98-4453-87A8-D6D55C281CBD}"/>
                      </a:ext>
                    </a:extLst>
                  </p:cNvPr>
                  <p:cNvSpPr/>
                  <p:nvPr/>
                </p:nvSpPr>
                <p:spPr>
                  <a:xfrm flipH="1">
                    <a:off x="8666162" y="3254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688" name="Rectangle 687">
                    <a:extLst>
                      <a:ext uri="{FF2B5EF4-FFF2-40B4-BE49-F238E27FC236}">
                        <a16:creationId xmlns:a16="http://schemas.microsoft.com/office/drawing/2014/main" id="{E0C33112-F1F9-4561-9E89-183484EEA7C4}"/>
                      </a:ext>
                    </a:extLst>
                  </p:cNvPr>
                  <p:cNvSpPr/>
                  <p:nvPr/>
                </p:nvSpPr>
                <p:spPr>
                  <a:xfrm flipH="1">
                    <a:off x="8666162" y="401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691" name="Rectangle 690">
                    <a:extLst>
                      <a:ext uri="{FF2B5EF4-FFF2-40B4-BE49-F238E27FC236}">
                        <a16:creationId xmlns:a16="http://schemas.microsoft.com/office/drawing/2014/main" id="{CEE67627-C697-4DD8-875C-BB76E7756C40}"/>
                      </a:ext>
                    </a:extLst>
                  </p:cNvPr>
                  <p:cNvSpPr/>
                  <p:nvPr/>
                </p:nvSpPr>
                <p:spPr>
                  <a:xfrm flipH="1">
                    <a:off x="8666162" y="477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692" name="Rectangle 691">
                    <a:extLst>
                      <a:ext uri="{FF2B5EF4-FFF2-40B4-BE49-F238E27FC236}">
                        <a16:creationId xmlns:a16="http://schemas.microsoft.com/office/drawing/2014/main" id="{F8038E57-24AF-4C71-A3B1-6AE9360C7B0F}"/>
                      </a:ext>
                    </a:extLst>
                  </p:cNvPr>
                  <p:cNvSpPr/>
                  <p:nvPr/>
                </p:nvSpPr>
                <p:spPr>
                  <a:xfrm flipH="1">
                    <a:off x="8666162" y="554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693" name="Rectangle 692">
                    <a:extLst>
                      <a:ext uri="{FF2B5EF4-FFF2-40B4-BE49-F238E27FC236}">
                        <a16:creationId xmlns:a16="http://schemas.microsoft.com/office/drawing/2014/main" id="{1E4E75BD-9E48-454A-A516-183D4B5D966E}"/>
                      </a:ext>
                    </a:extLst>
                  </p:cNvPr>
                  <p:cNvSpPr/>
                  <p:nvPr/>
                </p:nvSpPr>
                <p:spPr>
                  <a:xfrm flipH="1">
                    <a:off x="9428162" y="3254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694" name="Rectangle 693">
                    <a:extLst>
                      <a:ext uri="{FF2B5EF4-FFF2-40B4-BE49-F238E27FC236}">
                        <a16:creationId xmlns:a16="http://schemas.microsoft.com/office/drawing/2014/main" id="{E3FA8480-4912-43C2-8B91-26124C4DA4AC}"/>
                      </a:ext>
                    </a:extLst>
                  </p:cNvPr>
                  <p:cNvSpPr/>
                  <p:nvPr/>
                </p:nvSpPr>
                <p:spPr>
                  <a:xfrm flipH="1">
                    <a:off x="9428162" y="401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695" name="Rectangle 694">
                    <a:extLst>
                      <a:ext uri="{FF2B5EF4-FFF2-40B4-BE49-F238E27FC236}">
                        <a16:creationId xmlns:a16="http://schemas.microsoft.com/office/drawing/2014/main" id="{7450E499-13B3-4FD9-AAF8-FA1355D189E9}"/>
                      </a:ext>
                    </a:extLst>
                  </p:cNvPr>
                  <p:cNvSpPr/>
                  <p:nvPr/>
                </p:nvSpPr>
                <p:spPr>
                  <a:xfrm flipH="1">
                    <a:off x="9428162" y="477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696" name="Rectangle 695">
                    <a:extLst>
                      <a:ext uri="{FF2B5EF4-FFF2-40B4-BE49-F238E27FC236}">
                        <a16:creationId xmlns:a16="http://schemas.microsoft.com/office/drawing/2014/main" id="{583A948E-8B66-499A-A36D-CCB7E17E61E0}"/>
                      </a:ext>
                    </a:extLst>
                  </p:cNvPr>
                  <p:cNvSpPr/>
                  <p:nvPr/>
                </p:nvSpPr>
                <p:spPr>
                  <a:xfrm flipH="1">
                    <a:off x="9428162" y="554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00" name="Rectangle 699">
                    <a:extLst>
                      <a:ext uri="{FF2B5EF4-FFF2-40B4-BE49-F238E27FC236}">
                        <a16:creationId xmlns:a16="http://schemas.microsoft.com/office/drawing/2014/main" id="{90296AE4-6CE0-4959-9447-29364EBF7009}"/>
                      </a:ext>
                    </a:extLst>
                  </p:cNvPr>
                  <p:cNvSpPr/>
                  <p:nvPr/>
                </p:nvSpPr>
                <p:spPr>
                  <a:xfrm flipH="1">
                    <a:off x="8666162" y="20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02" name="Rectangle 701">
                    <a:extLst>
                      <a:ext uri="{FF2B5EF4-FFF2-40B4-BE49-F238E27FC236}">
                        <a16:creationId xmlns:a16="http://schemas.microsoft.com/office/drawing/2014/main" id="{A857E2DA-5F4C-4B43-9527-0788297FC693}"/>
                      </a:ext>
                    </a:extLst>
                  </p:cNvPr>
                  <p:cNvSpPr/>
                  <p:nvPr/>
                </p:nvSpPr>
                <p:spPr>
                  <a:xfrm flipH="1">
                    <a:off x="8666162" y="96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03" name="Rectangle 702">
                    <a:extLst>
                      <a:ext uri="{FF2B5EF4-FFF2-40B4-BE49-F238E27FC236}">
                        <a16:creationId xmlns:a16="http://schemas.microsoft.com/office/drawing/2014/main" id="{1EB3A2AB-961F-476B-8E44-D9168DDC2887}"/>
                      </a:ext>
                    </a:extLst>
                  </p:cNvPr>
                  <p:cNvSpPr/>
                  <p:nvPr/>
                </p:nvSpPr>
                <p:spPr>
                  <a:xfrm flipH="1">
                    <a:off x="8666162" y="173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04" name="Rectangle 703">
                    <a:extLst>
                      <a:ext uri="{FF2B5EF4-FFF2-40B4-BE49-F238E27FC236}">
                        <a16:creationId xmlns:a16="http://schemas.microsoft.com/office/drawing/2014/main" id="{9DD141A0-C3E3-4A81-AD52-BE6D61600D41}"/>
                      </a:ext>
                    </a:extLst>
                  </p:cNvPr>
                  <p:cNvSpPr/>
                  <p:nvPr/>
                </p:nvSpPr>
                <p:spPr>
                  <a:xfrm flipH="1">
                    <a:off x="9428162" y="20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05" name="Rectangle 704">
                    <a:extLst>
                      <a:ext uri="{FF2B5EF4-FFF2-40B4-BE49-F238E27FC236}">
                        <a16:creationId xmlns:a16="http://schemas.microsoft.com/office/drawing/2014/main" id="{E43EF233-DEB4-4F22-8882-01C23804DC6E}"/>
                      </a:ext>
                    </a:extLst>
                  </p:cNvPr>
                  <p:cNvSpPr/>
                  <p:nvPr/>
                </p:nvSpPr>
                <p:spPr>
                  <a:xfrm flipH="1">
                    <a:off x="9428162" y="96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06" name="Rectangle 705">
                    <a:extLst>
                      <a:ext uri="{FF2B5EF4-FFF2-40B4-BE49-F238E27FC236}">
                        <a16:creationId xmlns:a16="http://schemas.microsoft.com/office/drawing/2014/main" id="{87C30096-07B8-406F-AF19-70285676FAB6}"/>
                      </a:ext>
                    </a:extLst>
                  </p:cNvPr>
                  <p:cNvSpPr/>
                  <p:nvPr/>
                </p:nvSpPr>
                <p:spPr>
                  <a:xfrm flipH="1">
                    <a:off x="9428162" y="173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07" name="Rectangle 706">
                    <a:extLst>
                      <a:ext uri="{FF2B5EF4-FFF2-40B4-BE49-F238E27FC236}">
                        <a16:creationId xmlns:a16="http://schemas.microsoft.com/office/drawing/2014/main" id="{4FB9CB31-6DB3-4A07-B3EC-64AA8B46449C}"/>
                      </a:ext>
                    </a:extLst>
                  </p:cNvPr>
                  <p:cNvSpPr/>
                  <p:nvPr/>
                </p:nvSpPr>
                <p:spPr>
                  <a:xfrm flipH="1">
                    <a:off x="8666162" y="2492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708" name="Rectangle 707">
                    <a:extLst>
                      <a:ext uri="{FF2B5EF4-FFF2-40B4-BE49-F238E27FC236}">
                        <a16:creationId xmlns:a16="http://schemas.microsoft.com/office/drawing/2014/main" id="{C10F7115-A0B6-434F-B045-15DA71C6A6D1}"/>
                      </a:ext>
                    </a:extLst>
                  </p:cNvPr>
                  <p:cNvSpPr/>
                  <p:nvPr/>
                </p:nvSpPr>
                <p:spPr>
                  <a:xfrm flipH="1">
                    <a:off x="9428162" y="2492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497" name="Group 496">
                  <a:extLst>
                    <a:ext uri="{FF2B5EF4-FFF2-40B4-BE49-F238E27FC236}">
                      <a16:creationId xmlns:a16="http://schemas.microsoft.com/office/drawing/2014/main" id="{A412731A-6613-4363-B357-DDD96C3808B4}"/>
                    </a:ext>
                  </a:extLst>
                </p:cNvPr>
                <p:cNvGrpSpPr/>
                <p:nvPr/>
              </p:nvGrpSpPr>
              <p:grpSpPr>
                <a:xfrm>
                  <a:off x="7609567" y="206982"/>
                  <a:ext cx="3027282" cy="6096000"/>
                  <a:chOff x="7162880" y="206982"/>
                  <a:chExt cx="3027282" cy="6096000"/>
                </a:xfrm>
                <a:grpFill/>
              </p:grpSpPr>
              <p:sp>
                <p:nvSpPr>
                  <p:cNvPr id="498" name="Rectangle 497">
                    <a:extLst>
                      <a:ext uri="{FF2B5EF4-FFF2-40B4-BE49-F238E27FC236}">
                        <a16:creationId xmlns:a16="http://schemas.microsoft.com/office/drawing/2014/main" id="{CC067C85-EE11-4E02-99CA-63EA1F56C5F2}"/>
                      </a:ext>
                    </a:extLst>
                  </p:cNvPr>
                  <p:cNvSpPr/>
                  <p:nvPr/>
                </p:nvSpPr>
                <p:spPr>
                  <a:xfrm>
                    <a:off x="7924880" y="3254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99" name="Rectangle 498">
                    <a:extLst>
                      <a:ext uri="{FF2B5EF4-FFF2-40B4-BE49-F238E27FC236}">
                        <a16:creationId xmlns:a16="http://schemas.microsoft.com/office/drawing/2014/main" id="{EBF2E87A-B4E7-488D-9AB6-C007E65A671B}"/>
                      </a:ext>
                    </a:extLst>
                  </p:cNvPr>
                  <p:cNvSpPr/>
                  <p:nvPr/>
                </p:nvSpPr>
                <p:spPr>
                  <a:xfrm>
                    <a:off x="7924880" y="401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00" name="Rectangle 499">
                    <a:extLst>
                      <a:ext uri="{FF2B5EF4-FFF2-40B4-BE49-F238E27FC236}">
                        <a16:creationId xmlns:a16="http://schemas.microsoft.com/office/drawing/2014/main" id="{B77C84AC-CD38-42E4-B834-7641BB48DAB3}"/>
                      </a:ext>
                    </a:extLst>
                  </p:cNvPr>
                  <p:cNvSpPr/>
                  <p:nvPr/>
                </p:nvSpPr>
                <p:spPr>
                  <a:xfrm>
                    <a:off x="7924880" y="477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01" name="Rectangle 500">
                    <a:extLst>
                      <a:ext uri="{FF2B5EF4-FFF2-40B4-BE49-F238E27FC236}">
                        <a16:creationId xmlns:a16="http://schemas.microsoft.com/office/drawing/2014/main" id="{09648298-52E3-4468-BC98-C2E955C3588C}"/>
                      </a:ext>
                    </a:extLst>
                  </p:cNvPr>
                  <p:cNvSpPr/>
                  <p:nvPr/>
                </p:nvSpPr>
                <p:spPr>
                  <a:xfrm>
                    <a:off x="7924880" y="554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02" name="Rectangle 501">
                    <a:extLst>
                      <a:ext uri="{FF2B5EF4-FFF2-40B4-BE49-F238E27FC236}">
                        <a16:creationId xmlns:a16="http://schemas.microsoft.com/office/drawing/2014/main" id="{5C2A35DD-72E9-474E-B8CF-276F5F25F749}"/>
                      </a:ext>
                    </a:extLst>
                  </p:cNvPr>
                  <p:cNvSpPr/>
                  <p:nvPr/>
                </p:nvSpPr>
                <p:spPr>
                  <a:xfrm>
                    <a:off x="7162880" y="3254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03" name="Rectangle 502">
                    <a:extLst>
                      <a:ext uri="{FF2B5EF4-FFF2-40B4-BE49-F238E27FC236}">
                        <a16:creationId xmlns:a16="http://schemas.microsoft.com/office/drawing/2014/main" id="{134B2FD2-0334-4335-A2FD-B0E83F1214B4}"/>
                      </a:ext>
                    </a:extLst>
                  </p:cNvPr>
                  <p:cNvSpPr/>
                  <p:nvPr/>
                </p:nvSpPr>
                <p:spPr>
                  <a:xfrm>
                    <a:off x="7162880" y="401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04" name="Rectangle 503">
                    <a:extLst>
                      <a:ext uri="{FF2B5EF4-FFF2-40B4-BE49-F238E27FC236}">
                        <a16:creationId xmlns:a16="http://schemas.microsoft.com/office/drawing/2014/main" id="{C54FD50A-95B2-46ED-8C0C-3B9CCEDBCF7D}"/>
                      </a:ext>
                    </a:extLst>
                  </p:cNvPr>
                  <p:cNvSpPr/>
                  <p:nvPr/>
                </p:nvSpPr>
                <p:spPr>
                  <a:xfrm>
                    <a:off x="7162880" y="477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05" name="Rectangle 504">
                    <a:extLst>
                      <a:ext uri="{FF2B5EF4-FFF2-40B4-BE49-F238E27FC236}">
                        <a16:creationId xmlns:a16="http://schemas.microsoft.com/office/drawing/2014/main" id="{6490D1A5-23E8-48C4-A646-ECE7394B5218}"/>
                      </a:ext>
                    </a:extLst>
                  </p:cNvPr>
                  <p:cNvSpPr/>
                  <p:nvPr/>
                </p:nvSpPr>
                <p:spPr>
                  <a:xfrm>
                    <a:off x="7162880" y="554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06" name="Rectangle 505">
                    <a:extLst>
                      <a:ext uri="{FF2B5EF4-FFF2-40B4-BE49-F238E27FC236}">
                        <a16:creationId xmlns:a16="http://schemas.microsoft.com/office/drawing/2014/main" id="{4F147942-A0BA-433A-8416-BA59BF5AF9B6}"/>
                      </a:ext>
                    </a:extLst>
                  </p:cNvPr>
                  <p:cNvSpPr/>
                  <p:nvPr/>
                </p:nvSpPr>
                <p:spPr>
                  <a:xfrm>
                    <a:off x="7924880" y="20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07" name="Rectangle 506">
                    <a:extLst>
                      <a:ext uri="{FF2B5EF4-FFF2-40B4-BE49-F238E27FC236}">
                        <a16:creationId xmlns:a16="http://schemas.microsoft.com/office/drawing/2014/main" id="{4DA31590-4AFE-466B-A052-5F1BDCC8B208}"/>
                      </a:ext>
                    </a:extLst>
                  </p:cNvPr>
                  <p:cNvSpPr/>
                  <p:nvPr/>
                </p:nvSpPr>
                <p:spPr>
                  <a:xfrm>
                    <a:off x="7924880" y="96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08" name="Rectangle 507">
                    <a:extLst>
                      <a:ext uri="{FF2B5EF4-FFF2-40B4-BE49-F238E27FC236}">
                        <a16:creationId xmlns:a16="http://schemas.microsoft.com/office/drawing/2014/main" id="{EA7DF675-33C5-4485-B31B-EA306681B451}"/>
                      </a:ext>
                    </a:extLst>
                  </p:cNvPr>
                  <p:cNvSpPr/>
                  <p:nvPr/>
                </p:nvSpPr>
                <p:spPr>
                  <a:xfrm>
                    <a:off x="7924880" y="173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09" name="Rectangle 508">
                    <a:extLst>
                      <a:ext uri="{FF2B5EF4-FFF2-40B4-BE49-F238E27FC236}">
                        <a16:creationId xmlns:a16="http://schemas.microsoft.com/office/drawing/2014/main" id="{DAB03677-C9E6-48F1-854C-C1C8FC9E0EF7}"/>
                      </a:ext>
                    </a:extLst>
                  </p:cNvPr>
                  <p:cNvSpPr/>
                  <p:nvPr/>
                </p:nvSpPr>
                <p:spPr>
                  <a:xfrm>
                    <a:off x="7162880" y="20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10" name="Rectangle 509">
                    <a:extLst>
                      <a:ext uri="{FF2B5EF4-FFF2-40B4-BE49-F238E27FC236}">
                        <a16:creationId xmlns:a16="http://schemas.microsoft.com/office/drawing/2014/main" id="{D01E467B-3924-470B-83C7-C11ACB16126C}"/>
                      </a:ext>
                    </a:extLst>
                  </p:cNvPr>
                  <p:cNvSpPr/>
                  <p:nvPr/>
                </p:nvSpPr>
                <p:spPr>
                  <a:xfrm>
                    <a:off x="7162880" y="96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11" name="Rectangle 510">
                    <a:extLst>
                      <a:ext uri="{FF2B5EF4-FFF2-40B4-BE49-F238E27FC236}">
                        <a16:creationId xmlns:a16="http://schemas.microsoft.com/office/drawing/2014/main" id="{C1FECB6F-D2EC-4CC4-80D4-66A174B61C64}"/>
                      </a:ext>
                    </a:extLst>
                  </p:cNvPr>
                  <p:cNvSpPr/>
                  <p:nvPr/>
                </p:nvSpPr>
                <p:spPr>
                  <a:xfrm>
                    <a:off x="7162880" y="173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12" name="Rectangle 511">
                    <a:extLst>
                      <a:ext uri="{FF2B5EF4-FFF2-40B4-BE49-F238E27FC236}">
                        <a16:creationId xmlns:a16="http://schemas.microsoft.com/office/drawing/2014/main" id="{86FB5B7C-6AFC-4B43-90AD-A75190F587F9}"/>
                      </a:ext>
                    </a:extLst>
                  </p:cNvPr>
                  <p:cNvSpPr/>
                  <p:nvPr/>
                </p:nvSpPr>
                <p:spPr>
                  <a:xfrm>
                    <a:off x="7924880" y="2492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13" name="Rectangle 512">
                    <a:extLst>
                      <a:ext uri="{FF2B5EF4-FFF2-40B4-BE49-F238E27FC236}">
                        <a16:creationId xmlns:a16="http://schemas.microsoft.com/office/drawing/2014/main" id="{45892014-5D65-498D-8427-AC8588C1E8FD}"/>
                      </a:ext>
                    </a:extLst>
                  </p:cNvPr>
                  <p:cNvSpPr/>
                  <p:nvPr/>
                </p:nvSpPr>
                <p:spPr>
                  <a:xfrm>
                    <a:off x="7162880" y="2492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14" name="Rectangle 513">
                    <a:extLst>
                      <a:ext uri="{FF2B5EF4-FFF2-40B4-BE49-F238E27FC236}">
                        <a16:creationId xmlns:a16="http://schemas.microsoft.com/office/drawing/2014/main" id="{4D3221F4-802B-4D47-A711-487D4599AEF3}"/>
                      </a:ext>
                    </a:extLst>
                  </p:cNvPr>
                  <p:cNvSpPr/>
                  <p:nvPr/>
                </p:nvSpPr>
                <p:spPr>
                  <a:xfrm flipH="1">
                    <a:off x="8666162" y="3254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15" name="Rectangle 514">
                    <a:extLst>
                      <a:ext uri="{FF2B5EF4-FFF2-40B4-BE49-F238E27FC236}">
                        <a16:creationId xmlns:a16="http://schemas.microsoft.com/office/drawing/2014/main" id="{F07D12B5-FC39-4068-BA24-8D4EE0C5BDE5}"/>
                      </a:ext>
                    </a:extLst>
                  </p:cNvPr>
                  <p:cNvSpPr/>
                  <p:nvPr/>
                </p:nvSpPr>
                <p:spPr>
                  <a:xfrm flipH="1">
                    <a:off x="8666162" y="401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16" name="Rectangle 515">
                    <a:extLst>
                      <a:ext uri="{FF2B5EF4-FFF2-40B4-BE49-F238E27FC236}">
                        <a16:creationId xmlns:a16="http://schemas.microsoft.com/office/drawing/2014/main" id="{CECB61D7-5571-4C0D-B51A-5748CE5365A0}"/>
                      </a:ext>
                    </a:extLst>
                  </p:cNvPr>
                  <p:cNvSpPr/>
                  <p:nvPr/>
                </p:nvSpPr>
                <p:spPr>
                  <a:xfrm flipH="1">
                    <a:off x="8666162" y="477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17" name="Rectangle 516">
                    <a:extLst>
                      <a:ext uri="{FF2B5EF4-FFF2-40B4-BE49-F238E27FC236}">
                        <a16:creationId xmlns:a16="http://schemas.microsoft.com/office/drawing/2014/main" id="{E70253CA-1E80-4942-A5B9-223882280210}"/>
                      </a:ext>
                    </a:extLst>
                  </p:cNvPr>
                  <p:cNvSpPr/>
                  <p:nvPr/>
                </p:nvSpPr>
                <p:spPr>
                  <a:xfrm flipH="1">
                    <a:off x="8666162" y="554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18" name="Rectangle 517">
                    <a:extLst>
                      <a:ext uri="{FF2B5EF4-FFF2-40B4-BE49-F238E27FC236}">
                        <a16:creationId xmlns:a16="http://schemas.microsoft.com/office/drawing/2014/main" id="{E88068EC-E30B-4D3F-8EC4-E86F6E4C8158}"/>
                      </a:ext>
                    </a:extLst>
                  </p:cNvPr>
                  <p:cNvSpPr/>
                  <p:nvPr/>
                </p:nvSpPr>
                <p:spPr>
                  <a:xfrm flipH="1">
                    <a:off x="9428162" y="3254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19" name="Rectangle 518">
                    <a:extLst>
                      <a:ext uri="{FF2B5EF4-FFF2-40B4-BE49-F238E27FC236}">
                        <a16:creationId xmlns:a16="http://schemas.microsoft.com/office/drawing/2014/main" id="{86247766-F3F1-448F-8CCB-58AF1107449E}"/>
                      </a:ext>
                    </a:extLst>
                  </p:cNvPr>
                  <p:cNvSpPr/>
                  <p:nvPr/>
                </p:nvSpPr>
                <p:spPr>
                  <a:xfrm flipH="1">
                    <a:off x="9428162" y="401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20" name="Rectangle 519">
                    <a:extLst>
                      <a:ext uri="{FF2B5EF4-FFF2-40B4-BE49-F238E27FC236}">
                        <a16:creationId xmlns:a16="http://schemas.microsoft.com/office/drawing/2014/main" id="{8F075282-84AD-4A0E-BF43-9E8EE6B4C531}"/>
                      </a:ext>
                    </a:extLst>
                  </p:cNvPr>
                  <p:cNvSpPr/>
                  <p:nvPr/>
                </p:nvSpPr>
                <p:spPr>
                  <a:xfrm flipH="1">
                    <a:off x="9428162" y="477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21" name="Rectangle 520">
                    <a:extLst>
                      <a:ext uri="{FF2B5EF4-FFF2-40B4-BE49-F238E27FC236}">
                        <a16:creationId xmlns:a16="http://schemas.microsoft.com/office/drawing/2014/main" id="{0F0FC488-7032-42A1-BAF9-875D2954252E}"/>
                      </a:ext>
                    </a:extLst>
                  </p:cNvPr>
                  <p:cNvSpPr/>
                  <p:nvPr/>
                </p:nvSpPr>
                <p:spPr>
                  <a:xfrm flipH="1">
                    <a:off x="9428162" y="554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22" name="Rectangle 521">
                    <a:extLst>
                      <a:ext uri="{FF2B5EF4-FFF2-40B4-BE49-F238E27FC236}">
                        <a16:creationId xmlns:a16="http://schemas.microsoft.com/office/drawing/2014/main" id="{CF5E9258-A270-4BF4-B595-272F43AE77BC}"/>
                      </a:ext>
                    </a:extLst>
                  </p:cNvPr>
                  <p:cNvSpPr/>
                  <p:nvPr/>
                </p:nvSpPr>
                <p:spPr>
                  <a:xfrm flipH="1">
                    <a:off x="8666162" y="20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23" name="Rectangle 522">
                    <a:extLst>
                      <a:ext uri="{FF2B5EF4-FFF2-40B4-BE49-F238E27FC236}">
                        <a16:creationId xmlns:a16="http://schemas.microsoft.com/office/drawing/2014/main" id="{BC1B3F85-3838-493E-AE11-53F96C628A22}"/>
                      </a:ext>
                    </a:extLst>
                  </p:cNvPr>
                  <p:cNvSpPr/>
                  <p:nvPr/>
                </p:nvSpPr>
                <p:spPr>
                  <a:xfrm flipH="1">
                    <a:off x="8666162" y="96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24" name="Rectangle 523">
                    <a:extLst>
                      <a:ext uri="{FF2B5EF4-FFF2-40B4-BE49-F238E27FC236}">
                        <a16:creationId xmlns:a16="http://schemas.microsoft.com/office/drawing/2014/main" id="{16146BF1-83D6-4761-86A6-54FAB26F7A2D}"/>
                      </a:ext>
                    </a:extLst>
                  </p:cNvPr>
                  <p:cNvSpPr/>
                  <p:nvPr/>
                </p:nvSpPr>
                <p:spPr>
                  <a:xfrm flipH="1">
                    <a:off x="8666162" y="173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25" name="Rectangle 524">
                    <a:extLst>
                      <a:ext uri="{FF2B5EF4-FFF2-40B4-BE49-F238E27FC236}">
                        <a16:creationId xmlns:a16="http://schemas.microsoft.com/office/drawing/2014/main" id="{F40A2201-6E4E-4FA4-82DE-1A7D7EFCAE20}"/>
                      </a:ext>
                    </a:extLst>
                  </p:cNvPr>
                  <p:cNvSpPr/>
                  <p:nvPr/>
                </p:nvSpPr>
                <p:spPr>
                  <a:xfrm flipH="1">
                    <a:off x="9428162" y="206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26" name="Rectangle 525">
                    <a:extLst>
                      <a:ext uri="{FF2B5EF4-FFF2-40B4-BE49-F238E27FC236}">
                        <a16:creationId xmlns:a16="http://schemas.microsoft.com/office/drawing/2014/main" id="{F2ABD8DD-8A5A-45DF-BDC7-C01A46ECA7DD}"/>
                      </a:ext>
                    </a:extLst>
                  </p:cNvPr>
                  <p:cNvSpPr/>
                  <p:nvPr/>
                </p:nvSpPr>
                <p:spPr>
                  <a:xfrm flipH="1">
                    <a:off x="9428162" y="968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27" name="Rectangle 526">
                    <a:extLst>
                      <a:ext uri="{FF2B5EF4-FFF2-40B4-BE49-F238E27FC236}">
                        <a16:creationId xmlns:a16="http://schemas.microsoft.com/office/drawing/2014/main" id="{7E7A9F83-615A-4CF4-83F2-86FA2BC20311}"/>
                      </a:ext>
                    </a:extLst>
                  </p:cNvPr>
                  <p:cNvSpPr/>
                  <p:nvPr/>
                </p:nvSpPr>
                <p:spPr>
                  <a:xfrm flipH="1">
                    <a:off x="9428162" y="1730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28" name="Rectangle 527">
                    <a:extLst>
                      <a:ext uri="{FF2B5EF4-FFF2-40B4-BE49-F238E27FC236}">
                        <a16:creationId xmlns:a16="http://schemas.microsoft.com/office/drawing/2014/main" id="{C87D2531-2D47-47F1-BC05-85E02647ABCC}"/>
                      </a:ext>
                    </a:extLst>
                  </p:cNvPr>
                  <p:cNvSpPr/>
                  <p:nvPr/>
                </p:nvSpPr>
                <p:spPr>
                  <a:xfrm flipH="1">
                    <a:off x="8666162" y="2492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529" name="Rectangle 528">
                    <a:extLst>
                      <a:ext uri="{FF2B5EF4-FFF2-40B4-BE49-F238E27FC236}">
                        <a16:creationId xmlns:a16="http://schemas.microsoft.com/office/drawing/2014/main" id="{A2466DDE-5161-469B-8708-F594F4ED6F6B}"/>
                      </a:ext>
                    </a:extLst>
                  </p:cNvPr>
                  <p:cNvSpPr/>
                  <p:nvPr/>
                </p:nvSpPr>
                <p:spPr>
                  <a:xfrm flipH="1">
                    <a:off x="9428162" y="2492982"/>
                    <a:ext cx="762000" cy="762000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</p:grpSp>
          <p:cxnSp>
            <p:nvCxnSpPr>
              <p:cNvPr id="530" name="Straight Connector 529">
                <a:extLst>
                  <a:ext uri="{FF2B5EF4-FFF2-40B4-BE49-F238E27FC236}">
                    <a16:creationId xmlns:a16="http://schemas.microsoft.com/office/drawing/2014/main" id="{A20ACD95-CC60-4E98-B8C1-059401777F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12265" y="1778850"/>
                <a:ext cx="8046573" cy="1"/>
              </a:xfrm>
              <a:prstGeom prst="lin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 w="76200" cap="rnd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8" name="Straight Connector 537">
                <a:extLst>
                  <a:ext uri="{FF2B5EF4-FFF2-40B4-BE49-F238E27FC236}">
                    <a16:creationId xmlns:a16="http://schemas.microsoft.com/office/drawing/2014/main" id="{5B4455E4-4D81-440D-992F-18FB6A7296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12265" y="9915416"/>
                <a:ext cx="8046573" cy="1"/>
              </a:xfrm>
              <a:prstGeom prst="lin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 w="76200" cap="rnd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9" name="Straight Connector 538">
                <a:extLst>
                  <a:ext uri="{FF2B5EF4-FFF2-40B4-BE49-F238E27FC236}">
                    <a16:creationId xmlns:a16="http://schemas.microsoft.com/office/drawing/2014/main" id="{A273E16D-5C54-46D0-AE5A-BFA43AB902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12265" y="1778849"/>
                <a:ext cx="1" cy="8136567"/>
              </a:xfrm>
              <a:prstGeom prst="lin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 w="76200" cap="rnd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2" name="Straight Connector 541">
                <a:extLst>
                  <a:ext uri="{FF2B5EF4-FFF2-40B4-BE49-F238E27FC236}">
                    <a16:creationId xmlns:a16="http://schemas.microsoft.com/office/drawing/2014/main" id="{D7977978-5FC5-4686-9EED-0043417AFD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8843" y="1778849"/>
                <a:ext cx="1" cy="8136567"/>
              </a:xfrm>
              <a:prstGeom prst="lin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 w="76200" cap="rnd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721B67E-2FCC-4C7C-9791-244F19152AF5}"/>
                  </a:ext>
                </a:extLst>
              </p:cNvPr>
              <p:cNvGrpSpPr/>
              <p:nvPr/>
            </p:nvGrpSpPr>
            <p:grpSpPr>
              <a:xfrm>
                <a:off x="5361877" y="2023153"/>
                <a:ext cx="6041785" cy="7128549"/>
                <a:chOff x="5361877" y="2023153"/>
                <a:chExt cx="6041785" cy="7128549"/>
              </a:xfrm>
            </p:grpSpPr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50A94D4D-903A-43B8-AA6C-A16B104FF1E1}"/>
                    </a:ext>
                  </a:extLst>
                </p:cNvPr>
                <p:cNvSpPr/>
                <p:nvPr/>
              </p:nvSpPr>
              <p:spPr>
                <a:xfrm>
                  <a:off x="9385167" y="7130258"/>
                  <a:ext cx="506715" cy="506715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 w="38100" cap="rnd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7" name="Oval 546">
                  <a:extLst>
                    <a:ext uri="{FF2B5EF4-FFF2-40B4-BE49-F238E27FC236}">
                      <a16:creationId xmlns:a16="http://schemas.microsoft.com/office/drawing/2014/main" id="{460713A9-7A5F-46F4-8E8E-F4C163A93248}"/>
                    </a:ext>
                  </a:extLst>
                </p:cNvPr>
                <p:cNvSpPr/>
                <p:nvPr/>
              </p:nvSpPr>
              <p:spPr>
                <a:xfrm>
                  <a:off x="10896947" y="5582645"/>
                  <a:ext cx="506715" cy="506715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 w="38100" cap="rnd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8" name="Oval 547">
                  <a:extLst>
                    <a:ext uri="{FF2B5EF4-FFF2-40B4-BE49-F238E27FC236}">
                      <a16:creationId xmlns:a16="http://schemas.microsoft.com/office/drawing/2014/main" id="{7E5CF735-7D94-4C74-A6BD-68C8AA884872}"/>
                    </a:ext>
                  </a:extLst>
                </p:cNvPr>
                <p:cNvSpPr/>
                <p:nvPr/>
              </p:nvSpPr>
              <p:spPr>
                <a:xfrm>
                  <a:off x="6858134" y="2023153"/>
                  <a:ext cx="506715" cy="506715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 w="38100" cap="rnd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9" name="Oval 548">
                  <a:extLst>
                    <a:ext uri="{FF2B5EF4-FFF2-40B4-BE49-F238E27FC236}">
                      <a16:creationId xmlns:a16="http://schemas.microsoft.com/office/drawing/2014/main" id="{5A04F733-A69A-464A-9FEF-5768BFDF18E8}"/>
                    </a:ext>
                  </a:extLst>
                </p:cNvPr>
                <p:cNvSpPr/>
                <p:nvPr/>
              </p:nvSpPr>
              <p:spPr>
                <a:xfrm>
                  <a:off x="6376460" y="8644987"/>
                  <a:ext cx="506715" cy="506715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 w="38100" cap="rnd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0" name="Oval 549">
                  <a:extLst>
                    <a:ext uri="{FF2B5EF4-FFF2-40B4-BE49-F238E27FC236}">
                      <a16:creationId xmlns:a16="http://schemas.microsoft.com/office/drawing/2014/main" id="{686DEF48-B2D8-435A-9F90-9B37E996E3E9}"/>
                    </a:ext>
                  </a:extLst>
                </p:cNvPr>
                <p:cNvSpPr/>
                <p:nvPr/>
              </p:nvSpPr>
              <p:spPr>
                <a:xfrm>
                  <a:off x="6858134" y="4042150"/>
                  <a:ext cx="506715" cy="506715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 w="38100" cap="rnd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1" name="Oval 550">
                  <a:extLst>
                    <a:ext uri="{FF2B5EF4-FFF2-40B4-BE49-F238E27FC236}">
                      <a16:creationId xmlns:a16="http://schemas.microsoft.com/office/drawing/2014/main" id="{81BF1AF5-6326-4928-8B3D-4DC3892698A1}"/>
                    </a:ext>
                  </a:extLst>
                </p:cNvPr>
                <p:cNvSpPr/>
                <p:nvPr/>
              </p:nvSpPr>
              <p:spPr>
                <a:xfrm>
                  <a:off x="6858134" y="3051100"/>
                  <a:ext cx="506715" cy="506715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 w="38100" cap="rnd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3" name="Oval 552">
                  <a:extLst>
                    <a:ext uri="{FF2B5EF4-FFF2-40B4-BE49-F238E27FC236}">
                      <a16:creationId xmlns:a16="http://schemas.microsoft.com/office/drawing/2014/main" id="{D0397CD0-9FD5-4F5F-B002-68D25392CBB9}"/>
                    </a:ext>
                  </a:extLst>
                </p:cNvPr>
                <p:cNvSpPr/>
                <p:nvPr/>
              </p:nvSpPr>
              <p:spPr>
                <a:xfrm>
                  <a:off x="5361877" y="5593774"/>
                  <a:ext cx="506715" cy="506715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 w="38100" cap="rnd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4" name="Oval 553">
                  <a:extLst>
                    <a:ext uri="{FF2B5EF4-FFF2-40B4-BE49-F238E27FC236}">
                      <a16:creationId xmlns:a16="http://schemas.microsoft.com/office/drawing/2014/main" id="{A2C29F67-03E5-4423-909E-7E59B6AAD004}"/>
                    </a:ext>
                  </a:extLst>
                </p:cNvPr>
                <p:cNvSpPr/>
                <p:nvPr/>
              </p:nvSpPr>
              <p:spPr>
                <a:xfrm>
                  <a:off x="5870413" y="7122307"/>
                  <a:ext cx="506715" cy="506715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 w="38100" cap="rnd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0730E48-922F-4FF4-B85F-FC3512A2CE9F}"/>
                </a:ext>
              </a:extLst>
            </p:cNvPr>
            <p:cNvGrpSpPr/>
            <p:nvPr/>
          </p:nvGrpSpPr>
          <p:grpSpPr>
            <a:xfrm>
              <a:off x="2161131" y="-1065022"/>
              <a:ext cx="10948848" cy="1898367"/>
              <a:chOff x="1258032" y="-1144125"/>
              <a:chExt cx="10948848" cy="1898367"/>
            </a:xfrm>
          </p:grpSpPr>
          <p:sp>
            <p:nvSpPr>
              <p:cNvPr id="559" name="TextBox 558">
                <a:extLst>
                  <a:ext uri="{FF2B5EF4-FFF2-40B4-BE49-F238E27FC236}">
                    <a16:creationId xmlns:a16="http://schemas.microsoft.com/office/drawing/2014/main" id="{FE809016-ED02-4F84-896E-CCEB9DB06152}"/>
                  </a:ext>
                </a:extLst>
              </p:cNvPr>
              <p:cNvSpPr txBox="1"/>
              <p:nvPr/>
            </p:nvSpPr>
            <p:spPr>
              <a:xfrm>
                <a:off x="1258032" y="-1144125"/>
                <a:ext cx="10948848" cy="95410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pt-PT" sz="2800" i="1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Divide </a:t>
                </a:r>
                <a:r>
                  <a:rPr lang="pt-PT" sz="2800" i="1" dirty="0" err="1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pt-PT" sz="2800" i="1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800" i="1" dirty="0" err="1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grid</a:t>
                </a:r>
                <a:r>
                  <a:rPr lang="pt-PT" sz="2800" i="1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800" i="1" dirty="0" err="1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orthogonally</a:t>
                </a:r>
                <a:r>
                  <a:rPr lang="pt-PT" sz="2800" i="1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800" i="1" dirty="0" err="1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into</a:t>
                </a:r>
                <a:r>
                  <a:rPr lang="pt-PT" sz="2800" i="1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800" b="1" i="1" dirty="0" err="1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rotationally</a:t>
                </a:r>
                <a:r>
                  <a:rPr lang="pt-PT" sz="2800" b="1" i="1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800" b="1" i="1" dirty="0" err="1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symmetric</a:t>
                </a:r>
                <a:r>
                  <a:rPr lang="pt-PT" sz="2800" i="1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800" i="1" dirty="0" err="1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regions</a:t>
                </a:r>
                <a:r>
                  <a:rPr lang="pt-PT" sz="2800" i="1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ctr"/>
                <a:r>
                  <a:rPr lang="pt-PT" sz="2800" i="1" dirty="0" err="1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Each</a:t>
                </a:r>
                <a:r>
                  <a:rPr lang="pt-PT" sz="2800" i="1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800" i="1" dirty="0" err="1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region</a:t>
                </a:r>
                <a:r>
                  <a:rPr lang="pt-PT" sz="2800" i="1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pt-PT" sz="2800" i="1" dirty="0" err="1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galaxy</a:t>
                </a:r>
                <a:r>
                  <a:rPr lang="pt-PT" sz="2800" i="1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pt-PT" sz="2800" i="1" dirty="0" err="1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has</a:t>
                </a:r>
                <a:r>
                  <a:rPr lang="pt-PT" sz="2800" i="1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pt-PT" sz="2800" b="1" i="1" dirty="0" err="1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black</a:t>
                </a:r>
                <a:r>
                  <a:rPr lang="pt-PT" sz="2800" b="1" i="1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800" b="1" i="1" dirty="0" err="1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hole</a:t>
                </a:r>
                <a:r>
                  <a:rPr lang="pt-PT" sz="2800" i="1" dirty="0" err="1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.exactly</a:t>
                </a:r>
                <a:r>
                  <a:rPr lang="pt-PT" sz="2800" i="1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800" i="1" dirty="0" err="1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</a:t>
                </a:r>
                <a:r>
                  <a:rPr lang="pt-PT" sz="2800" i="1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800" i="1" dirty="0" err="1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its</a:t>
                </a:r>
                <a:r>
                  <a:rPr lang="pt-PT" sz="2800" i="1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centre.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303FA51-1FF8-4F7D-8D7C-9A3DD8AD7193}"/>
                  </a:ext>
                </a:extLst>
              </p:cNvPr>
              <p:cNvSpPr/>
              <p:nvPr/>
            </p:nvSpPr>
            <p:spPr>
              <a:xfrm>
                <a:off x="1410771" y="-199865"/>
                <a:ext cx="10643370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pt-PT" sz="2800" i="1" dirty="0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Also </a:t>
                </a:r>
                <a:r>
                  <a:rPr lang="pt-PT" sz="2800" i="1" dirty="0" err="1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place</a:t>
                </a:r>
                <a:r>
                  <a:rPr lang="pt-PT" sz="2800" i="1" dirty="0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800" i="1" dirty="0" err="1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exactly</a:t>
                </a:r>
                <a:r>
                  <a:rPr lang="pt-PT" sz="2800" i="1" dirty="0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800" b="1" i="1" dirty="0" err="1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two</a:t>
                </a:r>
                <a:r>
                  <a:rPr lang="pt-PT" sz="2800" i="1" dirty="0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stars per </a:t>
                </a:r>
                <a:r>
                  <a:rPr lang="pt-PT" sz="2800" b="1" i="1" dirty="0" err="1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region</a:t>
                </a:r>
                <a:r>
                  <a:rPr lang="pt-PT" sz="2800" i="1" dirty="0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800" i="1" dirty="0" err="1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pt-PT" sz="2800" i="1" dirty="0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800" b="1" i="1" dirty="0" err="1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line</a:t>
                </a:r>
                <a:r>
                  <a:rPr lang="pt-PT" sz="2800" i="1" dirty="0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0" algn="ctr"/>
                <a:r>
                  <a:rPr lang="pt-PT" sz="2800" i="1" dirty="0" err="1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Cells</a:t>
                </a:r>
                <a:r>
                  <a:rPr lang="pt-PT" sz="2800" i="1" dirty="0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800" i="1" dirty="0" err="1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containing</a:t>
                </a:r>
                <a:r>
                  <a:rPr lang="pt-PT" sz="2800" i="1" dirty="0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stars share no </a:t>
                </a:r>
                <a:r>
                  <a:rPr lang="pt-PT" sz="2800" i="1" dirty="0" err="1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vertices</a:t>
                </a:r>
                <a:r>
                  <a:rPr lang="pt-PT" sz="2800" i="1" dirty="0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50CE364-C6B7-49FD-9CEF-85AA89BE1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74582" y="-2686585"/>
            <a:ext cx="4704437" cy="54825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CE6F36-A825-49C0-8947-76A359B1F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17010" y="-1339161"/>
            <a:ext cx="4285630" cy="42943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FD7DE6-6020-4414-8B51-64DFAF579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946448" y="87411"/>
            <a:ext cx="3092609" cy="30354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0DB3AC-C0A2-40FF-9092-50AA33FB5E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734907" y="1228299"/>
            <a:ext cx="3035456" cy="306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89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Rectangle 555">
            <a:extLst>
              <a:ext uri="{FF2B5EF4-FFF2-40B4-BE49-F238E27FC236}">
                <a16:creationId xmlns:a16="http://schemas.microsoft.com/office/drawing/2014/main" id="{7DADE265-DFD0-4CAF-B6D1-F40869120FD9}"/>
              </a:ext>
            </a:extLst>
          </p:cNvPr>
          <p:cNvSpPr/>
          <p:nvPr/>
        </p:nvSpPr>
        <p:spPr>
          <a:xfrm>
            <a:off x="1574563" y="-2686585"/>
            <a:ext cx="12121982" cy="13964186"/>
          </a:xfrm>
          <a:prstGeom prst="rect">
            <a:avLst/>
          </a:prstGeom>
          <a:solidFill>
            <a:srgbClr val="C00000"/>
          </a:soli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CA929566-3B26-4AF5-9B12-74AE54BE3F4B}"/>
              </a:ext>
            </a:extLst>
          </p:cNvPr>
          <p:cNvSpPr/>
          <p:nvPr/>
        </p:nvSpPr>
        <p:spPr>
          <a:xfrm>
            <a:off x="8364414" y="10282644"/>
            <a:ext cx="506506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pt-PT" sz="300" i="1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#33 by Pedro PSI – 2</a:t>
            </a:r>
            <a:r>
              <a:rPr lang="en-US" b="1" baseline="300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January 2020</a:t>
            </a:r>
          </a:p>
          <a:p>
            <a:pPr algn="r"/>
            <a:r>
              <a:rPr lang="pt-PT" i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pedropsi.github.io/star-battle</a:t>
            </a: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71A1ECB2-9F07-4DDC-87C9-FCE9ED2B758E}"/>
              </a:ext>
            </a:extLst>
          </p:cNvPr>
          <p:cNvSpPr txBox="1"/>
          <p:nvPr/>
        </p:nvSpPr>
        <p:spPr>
          <a:xfrm>
            <a:off x="1975390" y="-2098234"/>
            <a:ext cx="113203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0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 </a:t>
            </a:r>
            <a:r>
              <a:rPr lang="pt-PT" sz="6000" b="1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Battle</a:t>
            </a:r>
            <a:r>
              <a:rPr lang="pt-PT" sz="60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6000" b="1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PT" sz="60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6000" b="1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pt-PT" sz="60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6000" b="1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Galaxies</a:t>
            </a:r>
            <a:r>
              <a:rPr lang="pt-PT" sz="60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  <a:r>
              <a:rPr lang="pt-PT" sz="6000" dirty="0">
                <a:solidFill>
                  <a:schemeClr val="accent4"/>
                </a:solidFill>
              </a:rPr>
              <a:t> ★</a:t>
            </a:r>
            <a:endParaRPr lang="pt-PT" sz="6000" b="1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B5A1D07-FBFA-4F6D-96E3-98DBB8DB287B}"/>
              </a:ext>
            </a:extLst>
          </p:cNvPr>
          <p:cNvGrpSpPr/>
          <p:nvPr/>
        </p:nvGrpSpPr>
        <p:grpSpPr>
          <a:xfrm>
            <a:off x="3612264" y="1778850"/>
            <a:ext cx="8046575" cy="8136567"/>
            <a:chOff x="4608272" y="206982"/>
            <a:chExt cx="6028577" cy="6096000"/>
          </a:xfrm>
          <a:solidFill>
            <a:schemeClr val="bg1"/>
          </a:solidFill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42F736F-0EFB-47EA-9775-101D6408E21F}"/>
                </a:ext>
              </a:extLst>
            </p:cNvPr>
            <p:cNvGrpSpPr/>
            <p:nvPr/>
          </p:nvGrpSpPr>
          <p:grpSpPr>
            <a:xfrm>
              <a:off x="4608272" y="206982"/>
              <a:ext cx="3027282" cy="6096000"/>
              <a:chOff x="7162880" y="206982"/>
              <a:chExt cx="3027282" cy="6096000"/>
            </a:xfrm>
            <a:grpFill/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D382350-0104-480C-828B-B51DCDF1DFBB}"/>
                  </a:ext>
                </a:extLst>
              </p:cNvPr>
              <p:cNvSpPr/>
              <p:nvPr/>
            </p:nvSpPr>
            <p:spPr>
              <a:xfrm>
                <a:off x="7924880" y="3254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897932E-3AFA-42DC-B0D0-107E0FF63B7F}"/>
                  </a:ext>
                </a:extLst>
              </p:cNvPr>
              <p:cNvSpPr/>
              <p:nvPr/>
            </p:nvSpPr>
            <p:spPr>
              <a:xfrm>
                <a:off x="7924880" y="4016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64D7C50-6CC9-4035-A784-4D715FDC30EF}"/>
                  </a:ext>
                </a:extLst>
              </p:cNvPr>
              <p:cNvSpPr/>
              <p:nvPr/>
            </p:nvSpPr>
            <p:spPr>
              <a:xfrm>
                <a:off x="7924880" y="4778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7350C3C-5DBD-4D15-AD56-BEDA856F99F3}"/>
                  </a:ext>
                </a:extLst>
              </p:cNvPr>
              <p:cNvSpPr/>
              <p:nvPr/>
            </p:nvSpPr>
            <p:spPr>
              <a:xfrm>
                <a:off x="7924880" y="5540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00B65AB-3728-4F9B-A25B-665D9A7195FF}"/>
                  </a:ext>
                </a:extLst>
              </p:cNvPr>
              <p:cNvSpPr/>
              <p:nvPr/>
            </p:nvSpPr>
            <p:spPr>
              <a:xfrm>
                <a:off x="7162880" y="3254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BFCB338-A6DE-4E44-9AE8-92E36A550FA4}"/>
                  </a:ext>
                </a:extLst>
              </p:cNvPr>
              <p:cNvSpPr/>
              <p:nvPr/>
            </p:nvSpPr>
            <p:spPr>
              <a:xfrm>
                <a:off x="7162880" y="4016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CF0AC2E-E672-4202-B79B-78E8417E39B5}"/>
                  </a:ext>
                </a:extLst>
              </p:cNvPr>
              <p:cNvSpPr/>
              <p:nvPr/>
            </p:nvSpPr>
            <p:spPr>
              <a:xfrm>
                <a:off x="7162880" y="4778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8396458-AE2A-44F7-9C1F-E6678F123E40}"/>
                  </a:ext>
                </a:extLst>
              </p:cNvPr>
              <p:cNvSpPr/>
              <p:nvPr/>
            </p:nvSpPr>
            <p:spPr>
              <a:xfrm>
                <a:off x="7162880" y="5540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4D0F51C-BD37-46C3-8D7F-D881865DCE5C}"/>
                  </a:ext>
                </a:extLst>
              </p:cNvPr>
              <p:cNvSpPr/>
              <p:nvPr/>
            </p:nvSpPr>
            <p:spPr>
              <a:xfrm>
                <a:off x="7924880" y="206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8FA8CA4-DE4A-4FE9-8687-263B95B14C02}"/>
                  </a:ext>
                </a:extLst>
              </p:cNvPr>
              <p:cNvSpPr/>
              <p:nvPr/>
            </p:nvSpPr>
            <p:spPr>
              <a:xfrm>
                <a:off x="7924880" y="968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6E509D6-E01E-4959-93F1-685397C5BCB1}"/>
                  </a:ext>
                </a:extLst>
              </p:cNvPr>
              <p:cNvSpPr/>
              <p:nvPr/>
            </p:nvSpPr>
            <p:spPr>
              <a:xfrm>
                <a:off x="7924880" y="1730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9533336E-645C-4ACA-AEDF-887281445B7B}"/>
                  </a:ext>
                </a:extLst>
              </p:cNvPr>
              <p:cNvSpPr/>
              <p:nvPr/>
            </p:nvSpPr>
            <p:spPr>
              <a:xfrm>
                <a:off x="7162880" y="206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F6B561F-17C5-4B16-A641-ADDF4C867680}"/>
                  </a:ext>
                </a:extLst>
              </p:cNvPr>
              <p:cNvSpPr/>
              <p:nvPr/>
            </p:nvSpPr>
            <p:spPr>
              <a:xfrm>
                <a:off x="7162880" y="968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317BF6A6-2600-4C52-808C-C47F3E15D655}"/>
                  </a:ext>
                </a:extLst>
              </p:cNvPr>
              <p:cNvSpPr/>
              <p:nvPr/>
            </p:nvSpPr>
            <p:spPr>
              <a:xfrm>
                <a:off x="7162880" y="1730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4B2534D-0B45-44E3-9FD9-512B1C0D9B83}"/>
                  </a:ext>
                </a:extLst>
              </p:cNvPr>
              <p:cNvSpPr/>
              <p:nvPr/>
            </p:nvSpPr>
            <p:spPr>
              <a:xfrm>
                <a:off x="7924880" y="2492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9017CD8C-10BF-45C5-BB0D-E7CA097D8FA0}"/>
                  </a:ext>
                </a:extLst>
              </p:cNvPr>
              <p:cNvSpPr/>
              <p:nvPr/>
            </p:nvSpPr>
            <p:spPr>
              <a:xfrm>
                <a:off x="7162880" y="2492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7" name="Rectangle 686">
                <a:extLst>
                  <a:ext uri="{FF2B5EF4-FFF2-40B4-BE49-F238E27FC236}">
                    <a16:creationId xmlns:a16="http://schemas.microsoft.com/office/drawing/2014/main" id="{8F5A7AAB-EC98-4453-87A8-D6D55C281CBD}"/>
                  </a:ext>
                </a:extLst>
              </p:cNvPr>
              <p:cNvSpPr/>
              <p:nvPr/>
            </p:nvSpPr>
            <p:spPr>
              <a:xfrm flipH="1">
                <a:off x="8666162" y="3254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8" name="Rectangle 687">
                <a:extLst>
                  <a:ext uri="{FF2B5EF4-FFF2-40B4-BE49-F238E27FC236}">
                    <a16:creationId xmlns:a16="http://schemas.microsoft.com/office/drawing/2014/main" id="{E0C33112-F1F9-4561-9E89-183484EEA7C4}"/>
                  </a:ext>
                </a:extLst>
              </p:cNvPr>
              <p:cNvSpPr/>
              <p:nvPr/>
            </p:nvSpPr>
            <p:spPr>
              <a:xfrm flipH="1">
                <a:off x="8666162" y="4016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1" name="Rectangle 690">
                <a:extLst>
                  <a:ext uri="{FF2B5EF4-FFF2-40B4-BE49-F238E27FC236}">
                    <a16:creationId xmlns:a16="http://schemas.microsoft.com/office/drawing/2014/main" id="{CEE67627-C697-4DD8-875C-BB76E7756C40}"/>
                  </a:ext>
                </a:extLst>
              </p:cNvPr>
              <p:cNvSpPr/>
              <p:nvPr/>
            </p:nvSpPr>
            <p:spPr>
              <a:xfrm flipH="1">
                <a:off x="8666162" y="4778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2" name="Rectangle 691">
                <a:extLst>
                  <a:ext uri="{FF2B5EF4-FFF2-40B4-BE49-F238E27FC236}">
                    <a16:creationId xmlns:a16="http://schemas.microsoft.com/office/drawing/2014/main" id="{F8038E57-24AF-4C71-A3B1-6AE9360C7B0F}"/>
                  </a:ext>
                </a:extLst>
              </p:cNvPr>
              <p:cNvSpPr/>
              <p:nvPr/>
            </p:nvSpPr>
            <p:spPr>
              <a:xfrm flipH="1">
                <a:off x="8666162" y="5540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3" name="Rectangle 692">
                <a:extLst>
                  <a:ext uri="{FF2B5EF4-FFF2-40B4-BE49-F238E27FC236}">
                    <a16:creationId xmlns:a16="http://schemas.microsoft.com/office/drawing/2014/main" id="{1E4E75BD-9E48-454A-A516-183D4B5D966E}"/>
                  </a:ext>
                </a:extLst>
              </p:cNvPr>
              <p:cNvSpPr/>
              <p:nvPr/>
            </p:nvSpPr>
            <p:spPr>
              <a:xfrm flipH="1">
                <a:off x="9428162" y="3254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4" name="Rectangle 693">
                <a:extLst>
                  <a:ext uri="{FF2B5EF4-FFF2-40B4-BE49-F238E27FC236}">
                    <a16:creationId xmlns:a16="http://schemas.microsoft.com/office/drawing/2014/main" id="{E3FA8480-4912-43C2-8B91-26124C4DA4AC}"/>
                  </a:ext>
                </a:extLst>
              </p:cNvPr>
              <p:cNvSpPr/>
              <p:nvPr/>
            </p:nvSpPr>
            <p:spPr>
              <a:xfrm flipH="1">
                <a:off x="9428162" y="4016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5" name="Rectangle 694">
                <a:extLst>
                  <a:ext uri="{FF2B5EF4-FFF2-40B4-BE49-F238E27FC236}">
                    <a16:creationId xmlns:a16="http://schemas.microsoft.com/office/drawing/2014/main" id="{7450E499-13B3-4FD9-AAF8-FA1355D189E9}"/>
                  </a:ext>
                </a:extLst>
              </p:cNvPr>
              <p:cNvSpPr/>
              <p:nvPr/>
            </p:nvSpPr>
            <p:spPr>
              <a:xfrm flipH="1">
                <a:off x="9428162" y="4778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6" name="Rectangle 695">
                <a:extLst>
                  <a:ext uri="{FF2B5EF4-FFF2-40B4-BE49-F238E27FC236}">
                    <a16:creationId xmlns:a16="http://schemas.microsoft.com/office/drawing/2014/main" id="{583A948E-8B66-499A-A36D-CCB7E17E61E0}"/>
                  </a:ext>
                </a:extLst>
              </p:cNvPr>
              <p:cNvSpPr/>
              <p:nvPr/>
            </p:nvSpPr>
            <p:spPr>
              <a:xfrm flipH="1">
                <a:off x="9428162" y="5540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0" name="Rectangle 699">
                <a:extLst>
                  <a:ext uri="{FF2B5EF4-FFF2-40B4-BE49-F238E27FC236}">
                    <a16:creationId xmlns:a16="http://schemas.microsoft.com/office/drawing/2014/main" id="{90296AE4-6CE0-4959-9447-29364EBF7009}"/>
                  </a:ext>
                </a:extLst>
              </p:cNvPr>
              <p:cNvSpPr/>
              <p:nvPr/>
            </p:nvSpPr>
            <p:spPr>
              <a:xfrm flipH="1">
                <a:off x="8666162" y="206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2" name="Rectangle 701">
                <a:extLst>
                  <a:ext uri="{FF2B5EF4-FFF2-40B4-BE49-F238E27FC236}">
                    <a16:creationId xmlns:a16="http://schemas.microsoft.com/office/drawing/2014/main" id="{A857E2DA-5F4C-4B43-9527-0788297FC693}"/>
                  </a:ext>
                </a:extLst>
              </p:cNvPr>
              <p:cNvSpPr/>
              <p:nvPr/>
            </p:nvSpPr>
            <p:spPr>
              <a:xfrm flipH="1">
                <a:off x="8666162" y="968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3" name="Rectangle 702">
                <a:extLst>
                  <a:ext uri="{FF2B5EF4-FFF2-40B4-BE49-F238E27FC236}">
                    <a16:creationId xmlns:a16="http://schemas.microsoft.com/office/drawing/2014/main" id="{1EB3A2AB-961F-476B-8E44-D9168DDC2887}"/>
                  </a:ext>
                </a:extLst>
              </p:cNvPr>
              <p:cNvSpPr/>
              <p:nvPr/>
            </p:nvSpPr>
            <p:spPr>
              <a:xfrm flipH="1">
                <a:off x="8666162" y="1730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4" name="Rectangle 703">
                <a:extLst>
                  <a:ext uri="{FF2B5EF4-FFF2-40B4-BE49-F238E27FC236}">
                    <a16:creationId xmlns:a16="http://schemas.microsoft.com/office/drawing/2014/main" id="{9DD141A0-C3E3-4A81-AD52-BE6D61600D41}"/>
                  </a:ext>
                </a:extLst>
              </p:cNvPr>
              <p:cNvSpPr/>
              <p:nvPr/>
            </p:nvSpPr>
            <p:spPr>
              <a:xfrm flipH="1">
                <a:off x="9428162" y="206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5" name="Rectangle 704">
                <a:extLst>
                  <a:ext uri="{FF2B5EF4-FFF2-40B4-BE49-F238E27FC236}">
                    <a16:creationId xmlns:a16="http://schemas.microsoft.com/office/drawing/2014/main" id="{E43EF233-DEB4-4F22-8882-01C23804DC6E}"/>
                  </a:ext>
                </a:extLst>
              </p:cNvPr>
              <p:cNvSpPr/>
              <p:nvPr/>
            </p:nvSpPr>
            <p:spPr>
              <a:xfrm flipH="1">
                <a:off x="9428162" y="968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6" name="Rectangle 705">
                <a:extLst>
                  <a:ext uri="{FF2B5EF4-FFF2-40B4-BE49-F238E27FC236}">
                    <a16:creationId xmlns:a16="http://schemas.microsoft.com/office/drawing/2014/main" id="{87C30096-07B8-406F-AF19-70285676FAB6}"/>
                  </a:ext>
                </a:extLst>
              </p:cNvPr>
              <p:cNvSpPr/>
              <p:nvPr/>
            </p:nvSpPr>
            <p:spPr>
              <a:xfrm flipH="1">
                <a:off x="9428162" y="1730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7" name="Rectangle 706">
                <a:extLst>
                  <a:ext uri="{FF2B5EF4-FFF2-40B4-BE49-F238E27FC236}">
                    <a16:creationId xmlns:a16="http://schemas.microsoft.com/office/drawing/2014/main" id="{4FB9CB31-6DB3-4A07-B3EC-64AA8B46449C}"/>
                  </a:ext>
                </a:extLst>
              </p:cNvPr>
              <p:cNvSpPr/>
              <p:nvPr/>
            </p:nvSpPr>
            <p:spPr>
              <a:xfrm flipH="1">
                <a:off x="8666162" y="2492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8" name="Rectangle 707">
                <a:extLst>
                  <a:ext uri="{FF2B5EF4-FFF2-40B4-BE49-F238E27FC236}">
                    <a16:creationId xmlns:a16="http://schemas.microsoft.com/office/drawing/2014/main" id="{C10F7115-A0B6-434F-B045-15DA71C6A6D1}"/>
                  </a:ext>
                </a:extLst>
              </p:cNvPr>
              <p:cNvSpPr/>
              <p:nvPr/>
            </p:nvSpPr>
            <p:spPr>
              <a:xfrm flipH="1">
                <a:off x="9428162" y="2492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A412731A-6613-4363-B357-DDD96C3808B4}"/>
                </a:ext>
              </a:extLst>
            </p:cNvPr>
            <p:cNvGrpSpPr/>
            <p:nvPr/>
          </p:nvGrpSpPr>
          <p:grpSpPr>
            <a:xfrm>
              <a:off x="7609567" y="206982"/>
              <a:ext cx="3027282" cy="6096000"/>
              <a:chOff x="7162880" y="206982"/>
              <a:chExt cx="3027282" cy="6096000"/>
            </a:xfrm>
            <a:grpFill/>
          </p:grpSpPr>
          <p:sp>
            <p:nvSpPr>
              <p:cNvPr id="498" name="Rectangle 497">
                <a:extLst>
                  <a:ext uri="{FF2B5EF4-FFF2-40B4-BE49-F238E27FC236}">
                    <a16:creationId xmlns:a16="http://schemas.microsoft.com/office/drawing/2014/main" id="{CC067C85-EE11-4E02-99CA-63EA1F56C5F2}"/>
                  </a:ext>
                </a:extLst>
              </p:cNvPr>
              <p:cNvSpPr/>
              <p:nvPr/>
            </p:nvSpPr>
            <p:spPr>
              <a:xfrm>
                <a:off x="7924880" y="3254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99" name="Rectangle 498">
                <a:extLst>
                  <a:ext uri="{FF2B5EF4-FFF2-40B4-BE49-F238E27FC236}">
                    <a16:creationId xmlns:a16="http://schemas.microsoft.com/office/drawing/2014/main" id="{EBF2E87A-B4E7-488D-9AB6-C007E65A671B}"/>
                  </a:ext>
                </a:extLst>
              </p:cNvPr>
              <p:cNvSpPr/>
              <p:nvPr/>
            </p:nvSpPr>
            <p:spPr>
              <a:xfrm>
                <a:off x="7924880" y="4016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0" name="Rectangle 499">
                <a:extLst>
                  <a:ext uri="{FF2B5EF4-FFF2-40B4-BE49-F238E27FC236}">
                    <a16:creationId xmlns:a16="http://schemas.microsoft.com/office/drawing/2014/main" id="{B77C84AC-CD38-42E4-B834-7641BB48DAB3}"/>
                  </a:ext>
                </a:extLst>
              </p:cNvPr>
              <p:cNvSpPr/>
              <p:nvPr/>
            </p:nvSpPr>
            <p:spPr>
              <a:xfrm>
                <a:off x="7924880" y="4778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1" name="Rectangle 500">
                <a:extLst>
                  <a:ext uri="{FF2B5EF4-FFF2-40B4-BE49-F238E27FC236}">
                    <a16:creationId xmlns:a16="http://schemas.microsoft.com/office/drawing/2014/main" id="{09648298-52E3-4468-BC98-C2E955C3588C}"/>
                  </a:ext>
                </a:extLst>
              </p:cNvPr>
              <p:cNvSpPr/>
              <p:nvPr/>
            </p:nvSpPr>
            <p:spPr>
              <a:xfrm>
                <a:off x="7924880" y="5540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2" name="Rectangle 501">
                <a:extLst>
                  <a:ext uri="{FF2B5EF4-FFF2-40B4-BE49-F238E27FC236}">
                    <a16:creationId xmlns:a16="http://schemas.microsoft.com/office/drawing/2014/main" id="{5C2A35DD-72E9-474E-B8CF-276F5F25F749}"/>
                  </a:ext>
                </a:extLst>
              </p:cNvPr>
              <p:cNvSpPr/>
              <p:nvPr/>
            </p:nvSpPr>
            <p:spPr>
              <a:xfrm>
                <a:off x="7162880" y="3254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3" name="Rectangle 502">
                <a:extLst>
                  <a:ext uri="{FF2B5EF4-FFF2-40B4-BE49-F238E27FC236}">
                    <a16:creationId xmlns:a16="http://schemas.microsoft.com/office/drawing/2014/main" id="{134B2FD2-0334-4335-A2FD-B0E83F1214B4}"/>
                  </a:ext>
                </a:extLst>
              </p:cNvPr>
              <p:cNvSpPr/>
              <p:nvPr/>
            </p:nvSpPr>
            <p:spPr>
              <a:xfrm>
                <a:off x="7162880" y="4016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4" name="Rectangle 503">
                <a:extLst>
                  <a:ext uri="{FF2B5EF4-FFF2-40B4-BE49-F238E27FC236}">
                    <a16:creationId xmlns:a16="http://schemas.microsoft.com/office/drawing/2014/main" id="{C54FD50A-95B2-46ED-8C0C-3B9CCEDBCF7D}"/>
                  </a:ext>
                </a:extLst>
              </p:cNvPr>
              <p:cNvSpPr/>
              <p:nvPr/>
            </p:nvSpPr>
            <p:spPr>
              <a:xfrm>
                <a:off x="7162880" y="4778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5" name="Rectangle 504">
                <a:extLst>
                  <a:ext uri="{FF2B5EF4-FFF2-40B4-BE49-F238E27FC236}">
                    <a16:creationId xmlns:a16="http://schemas.microsoft.com/office/drawing/2014/main" id="{6490D1A5-23E8-48C4-A646-ECE7394B5218}"/>
                  </a:ext>
                </a:extLst>
              </p:cNvPr>
              <p:cNvSpPr/>
              <p:nvPr/>
            </p:nvSpPr>
            <p:spPr>
              <a:xfrm>
                <a:off x="7162880" y="5540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6" name="Rectangle 505">
                <a:extLst>
                  <a:ext uri="{FF2B5EF4-FFF2-40B4-BE49-F238E27FC236}">
                    <a16:creationId xmlns:a16="http://schemas.microsoft.com/office/drawing/2014/main" id="{4F147942-A0BA-433A-8416-BA59BF5AF9B6}"/>
                  </a:ext>
                </a:extLst>
              </p:cNvPr>
              <p:cNvSpPr/>
              <p:nvPr/>
            </p:nvSpPr>
            <p:spPr>
              <a:xfrm>
                <a:off x="7924880" y="206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7" name="Rectangle 506">
                <a:extLst>
                  <a:ext uri="{FF2B5EF4-FFF2-40B4-BE49-F238E27FC236}">
                    <a16:creationId xmlns:a16="http://schemas.microsoft.com/office/drawing/2014/main" id="{4DA31590-4AFE-466B-A052-5F1BDCC8B208}"/>
                  </a:ext>
                </a:extLst>
              </p:cNvPr>
              <p:cNvSpPr/>
              <p:nvPr/>
            </p:nvSpPr>
            <p:spPr>
              <a:xfrm>
                <a:off x="7924880" y="968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8" name="Rectangle 507">
                <a:extLst>
                  <a:ext uri="{FF2B5EF4-FFF2-40B4-BE49-F238E27FC236}">
                    <a16:creationId xmlns:a16="http://schemas.microsoft.com/office/drawing/2014/main" id="{EA7DF675-33C5-4485-B31B-EA306681B451}"/>
                  </a:ext>
                </a:extLst>
              </p:cNvPr>
              <p:cNvSpPr/>
              <p:nvPr/>
            </p:nvSpPr>
            <p:spPr>
              <a:xfrm>
                <a:off x="7924880" y="1730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9" name="Rectangle 508">
                <a:extLst>
                  <a:ext uri="{FF2B5EF4-FFF2-40B4-BE49-F238E27FC236}">
                    <a16:creationId xmlns:a16="http://schemas.microsoft.com/office/drawing/2014/main" id="{DAB03677-C9E6-48F1-854C-C1C8FC9E0EF7}"/>
                  </a:ext>
                </a:extLst>
              </p:cNvPr>
              <p:cNvSpPr/>
              <p:nvPr/>
            </p:nvSpPr>
            <p:spPr>
              <a:xfrm>
                <a:off x="7162880" y="206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10" name="Rectangle 509">
                <a:extLst>
                  <a:ext uri="{FF2B5EF4-FFF2-40B4-BE49-F238E27FC236}">
                    <a16:creationId xmlns:a16="http://schemas.microsoft.com/office/drawing/2014/main" id="{D01E467B-3924-470B-83C7-C11ACB16126C}"/>
                  </a:ext>
                </a:extLst>
              </p:cNvPr>
              <p:cNvSpPr/>
              <p:nvPr/>
            </p:nvSpPr>
            <p:spPr>
              <a:xfrm>
                <a:off x="7162880" y="968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11" name="Rectangle 510">
                <a:extLst>
                  <a:ext uri="{FF2B5EF4-FFF2-40B4-BE49-F238E27FC236}">
                    <a16:creationId xmlns:a16="http://schemas.microsoft.com/office/drawing/2014/main" id="{C1FECB6F-D2EC-4CC4-80D4-66A174B61C64}"/>
                  </a:ext>
                </a:extLst>
              </p:cNvPr>
              <p:cNvSpPr/>
              <p:nvPr/>
            </p:nvSpPr>
            <p:spPr>
              <a:xfrm>
                <a:off x="7162880" y="1730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12" name="Rectangle 511">
                <a:extLst>
                  <a:ext uri="{FF2B5EF4-FFF2-40B4-BE49-F238E27FC236}">
                    <a16:creationId xmlns:a16="http://schemas.microsoft.com/office/drawing/2014/main" id="{86FB5B7C-6AFC-4B43-90AD-A75190F587F9}"/>
                  </a:ext>
                </a:extLst>
              </p:cNvPr>
              <p:cNvSpPr/>
              <p:nvPr/>
            </p:nvSpPr>
            <p:spPr>
              <a:xfrm>
                <a:off x="7924880" y="2492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13" name="Rectangle 512">
                <a:extLst>
                  <a:ext uri="{FF2B5EF4-FFF2-40B4-BE49-F238E27FC236}">
                    <a16:creationId xmlns:a16="http://schemas.microsoft.com/office/drawing/2014/main" id="{45892014-5D65-498D-8427-AC8588C1E8FD}"/>
                  </a:ext>
                </a:extLst>
              </p:cNvPr>
              <p:cNvSpPr/>
              <p:nvPr/>
            </p:nvSpPr>
            <p:spPr>
              <a:xfrm>
                <a:off x="7162880" y="2492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14" name="Rectangle 513">
                <a:extLst>
                  <a:ext uri="{FF2B5EF4-FFF2-40B4-BE49-F238E27FC236}">
                    <a16:creationId xmlns:a16="http://schemas.microsoft.com/office/drawing/2014/main" id="{4D3221F4-802B-4D47-A711-487D4599AEF3}"/>
                  </a:ext>
                </a:extLst>
              </p:cNvPr>
              <p:cNvSpPr/>
              <p:nvPr/>
            </p:nvSpPr>
            <p:spPr>
              <a:xfrm flipH="1">
                <a:off x="8666162" y="3254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15" name="Rectangle 514">
                <a:extLst>
                  <a:ext uri="{FF2B5EF4-FFF2-40B4-BE49-F238E27FC236}">
                    <a16:creationId xmlns:a16="http://schemas.microsoft.com/office/drawing/2014/main" id="{F07D12B5-FC39-4068-BA24-8D4EE0C5BDE5}"/>
                  </a:ext>
                </a:extLst>
              </p:cNvPr>
              <p:cNvSpPr/>
              <p:nvPr/>
            </p:nvSpPr>
            <p:spPr>
              <a:xfrm flipH="1">
                <a:off x="8666162" y="4016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16" name="Rectangle 515">
                <a:extLst>
                  <a:ext uri="{FF2B5EF4-FFF2-40B4-BE49-F238E27FC236}">
                    <a16:creationId xmlns:a16="http://schemas.microsoft.com/office/drawing/2014/main" id="{CECB61D7-5571-4C0D-B51A-5748CE5365A0}"/>
                  </a:ext>
                </a:extLst>
              </p:cNvPr>
              <p:cNvSpPr/>
              <p:nvPr/>
            </p:nvSpPr>
            <p:spPr>
              <a:xfrm flipH="1">
                <a:off x="8666162" y="4778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17" name="Rectangle 516">
                <a:extLst>
                  <a:ext uri="{FF2B5EF4-FFF2-40B4-BE49-F238E27FC236}">
                    <a16:creationId xmlns:a16="http://schemas.microsoft.com/office/drawing/2014/main" id="{E70253CA-1E80-4942-A5B9-223882280210}"/>
                  </a:ext>
                </a:extLst>
              </p:cNvPr>
              <p:cNvSpPr/>
              <p:nvPr/>
            </p:nvSpPr>
            <p:spPr>
              <a:xfrm flipH="1">
                <a:off x="8666162" y="5540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18" name="Rectangle 517">
                <a:extLst>
                  <a:ext uri="{FF2B5EF4-FFF2-40B4-BE49-F238E27FC236}">
                    <a16:creationId xmlns:a16="http://schemas.microsoft.com/office/drawing/2014/main" id="{E88068EC-E30B-4D3F-8EC4-E86F6E4C8158}"/>
                  </a:ext>
                </a:extLst>
              </p:cNvPr>
              <p:cNvSpPr/>
              <p:nvPr/>
            </p:nvSpPr>
            <p:spPr>
              <a:xfrm flipH="1">
                <a:off x="9428162" y="3254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19" name="Rectangle 518">
                <a:extLst>
                  <a:ext uri="{FF2B5EF4-FFF2-40B4-BE49-F238E27FC236}">
                    <a16:creationId xmlns:a16="http://schemas.microsoft.com/office/drawing/2014/main" id="{86247766-F3F1-448F-8CCB-58AF1107449E}"/>
                  </a:ext>
                </a:extLst>
              </p:cNvPr>
              <p:cNvSpPr/>
              <p:nvPr/>
            </p:nvSpPr>
            <p:spPr>
              <a:xfrm flipH="1">
                <a:off x="9428162" y="4016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0" name="Rectangle 519">
                <a:extLst>
                  <a:ext uri="{FF2B5EF4-FFF2-40B4-BE49-F238E27FC236}">
                    <a16:creationId xmlns:a16="http://schemas.microsoft.com/office/drawing/2014/main" id="{8F075282-84AD-4A0E-BF43-9E8EE6B4C531}"/>
                  </a:ext>
                </a:extLst>
              </p:cNvPr>
              <p:cNvSpPr/>
              <p:nvPr/>
            </p:nvSpPr>
            <p:spPr>
              <a:xfrm flipH="1">
                <a:off x="9428162" y="4778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1" name="Rectangle 520">
                <a:extLst>
                  <a:ext uri="{FF2B5EF4-FFF2-40B4-BE49-F238E27FC236}">
                    <a16:creationId xmlns:a16="http://schemas.microsoft.com/office/drawing/2014/main" id="{0F0FC488-7032-42A1-BAF9-875D2954252E}"/>
                  </a:ext>
                </a:extLst>
              </p:cNvPr>
              <p:cNvSpPr/>
              <p:nvPr/>
            </p:nvSpPr>
            <p:spPr>
              <a:xfrm flipH="1">
                <a:off x="9428162" y="5540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2" name="Rectangle 521">
                <a:extLst>
                  <a:ext uri="{FF2B5EF4-FFF2-40B4-BE49-F238E27FC236}">
                    <a16:creationId xmlns:a16="http://schemas.microsoft.com/office/drawing/2014/main" id="{CF5E9258-A270-4BF4-B595-272F43AE77BC}"/>
                  </a:ext>
                </a:extLst>
              </p:cNvPr>
              <p:cNvSpPr/>
              <p:nvPr/>
            </p:nvSpPr>
            <p:spPr>
              <a:xfrm flipH="1">
                <a:off x="8666162" y="206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3" name="Rectangle 522">
                <a:extLst>
                  <a:ext uri="{FF2B5EF4-FFF2-40B4-BE49-F238E27FC236}">
                    <a16:creationId xmlns:a16="http://schemas.microsoft.com/office/drawing/2014/main" id="{BC1B3F85-3838-493E-AE11-53F96C628A22}"/>
                  </a:ext>
                </a:extLst>
              </p:cNvPr>
              <p:cNvSpPr/>
              <p:nvPr/>
            </p:nvSpPr>
            <p:spPr>
              <a:xfrm flipH="1">
                <a:off x="8666162" y="968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4" name="Rectangle 523">
                <a:extLst>
                  <a:ext uri="{FF2B5EF4-FFF2-40B4-BE49-F238E27FC236}">
                    <a16:creationId xmlns:a16="http://schemas.microsoft.com/office/drawing/2014/main" id="{16146BF1-83D6-4761-86A6-54FAB26F7A2D}"/>
                  </a:ext>
                </a:extLst>
              </p:cNvPr>
              <p:cNvSpPr/>
              <p:nvPr/>
            </p:nvSpPr>
            <p:spPr>
              <a:xfrm flipH="1">
                <a:off x="8666162" y="1730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5" name="Rectangle 524">
                <a:extLst>
                  <a:ext uri="{FF2B5EF4-FFF2-40B4-BE49-F238E27FC236}">
                    <a16:creationId xmlns:a16="http://schemas.microsoft.com/office/drawing/2014/main" id="{F40A2201-6E4E-4FA4-82DE-1A7D7EFCAE20}"/>
                  </a:ext>
                </a:extLst>
              </p:cNvPr>
              <p:cNvSpPr/>
              <p:nvPr/>
            </p:nvSpPr>
            <p:spPr>
              <a:xfrm flipH="1">
                <a:off x="9428162" y="206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6" name="Rectangle 525">
                <a:extLst>
                  <a:ext uri="{FF2B5EF4-FFF2-40B4-BE49-F238E27FC236}">
                    <a16:creationId xmlns:a16="http://schemas.microsoft.com/office/drawing/2014/main" id="{F2ABD8DD-8A5A-45DF-BDC7-C01A46ECA7DD}"/>
                  </a:ext>
                </a:extLst>
              </p:cNvPr>
              <p:cNvSpPr/>
              <p:nvPr/>
            </p:nvSpPr>
            <p:spPr>
              <a:xfrm flipH="1">
                <a:off x="9428162" y="968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7" name="Rectangle 526">
                <a:extLst>
                  <a:ext uri="{FF2B5EF4-FFF2-40B4-BE49-F238E27FC236}">
                    <a16:creationId xmlns:a16="http://schemas.microsoft.com/office/drawing/2014/main" id="{7E7A9F83-615A-4CF4-83F2-86FA2BC20311}"/>
                  </a:ext>
                </a:extLst>
              </p:cNvPr>
              <p:cNvSpPr/>
              <p:nvPr/>
            </p:nvSpPr>
            <p:spPr>
              <a:xfrm flipH="1">
                <a:off x="9428162" y="1730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8" name="Rectangle 527">
                <a:extLst>
                  <a:ext uri="{FF2B5EF4-FFF2-40B4-BE49-F238E27FC236}">
                    <a16:creationId xmlns:a16="http://schemas.microsoft.com/office/drawing/2014/main" id="{C87D2531-2D47-47F1-BC05-85E02647ABCC}"/>
                  </a:ext>
                </a:extLst>
              </p:cNvPr>
              <p:cNvSpPr/>
              <p:nvPr/>
            </p:nvSpPr>
            <p:spPr>
              <a:xfrm flipH="1">
                <a:off x="8666162" y="2492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9" name="Rectangle 528">
                <a:extLst>
                  <a:ext uri="{FF2B5EF4-FFF2-40B4-BE49-F238E27FC236}">
                    <a16:creationId xmlns:a16="http://schemas.microsoft.com/office/drawing/2014/main" id="{A2466DDE-5161-469B-8708-F594F4ED6F6B}"/>
                  </a:ext>
                </a:extLst>
              </p:cNvPr>
              <p:cNvSpPr/>
              <p:nvPr/>
            </p:nvSpPr>
            <p:spPr>
              <a:xfrm flipH="1">
                <a:off x="9428162" y="2492982"/>
                <a:ext cx="762000" cy="762000"/>
              </a:xfrm>
              <a:prstGeom prst="rect">
                <a:avLst/>
              </a:prstGeom>
              <a:grp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A20ACD95-CC60-4E98-B8C1-059401777F24}"/>
              </a:ext>
            </a:extLst>
          </p:cNvPr>
          <p:cNvCxnSpPr>
            <a:cxnSpLocks/>
          </p:cNvCxnSpPr>
          <p:nvPr/>
        </p:nvCxnSpPr>
        <p:spPr>
          <a:xfrm flipH="1">
            <a:off x="3612265" y="1778850"/>
            <a:ext cx="8046573" cy="1"/>
          </a:xfrm>
          <a:prstGeom prst="line">
            <a:avLst/>
          </a:prstGeom>
          <a:solidFill>
            <a:schemeClr val="tx1">
              <a:lumMod val="95000"/>
              <a:lumOff val="5000"/>
            </a:schemeClr>
          </a:solidFill>
          <a:ln w="762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Straight Connector 537">
            <a:extLst>
              <a:ext uri="{FF2B5EF4-FFF2-40B4-BE49-F238E27FC236}">
                <a16:creationId xmlns:a16="http://schemas.microsoft.com/office/drawing/2014/main" id="{5B4455E4-4D81-440D-992F-18FB6A72962C}"/>
              </a:ext>
            </a:extLst>
          </p:cNvPr>
          <p:cNvCxnSpPr>
            <a:cxnSpLocks/>
          </p:cNvCxnSpPr>
          <p:nvPr/>
        </p:nvCxnSpPr>
        <p:spPr>
          <a:xfrm flipH="1">
            <a:off x="3612265" y="9915416"/>
            <a:ext cx="8046573" cy="1"/>
          </a:xfrm>
          <a:prstGeom prst="line">
            <a:avLst/>
          </a:prstGeom>
          <a:solidFill>
            <a:schemeClr val="tx1">
              <a:lumMod val="95000"/>
              <a:lumOff val="5000"/>
            </a:schemeClr>
          </a:solidFill>
          <a:ln w="762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A273E16D-5C54-46D0-AE5A-BFA43AB902AC}"/>
              </a:ext>
            </a:extLst>
          </p:cNvPr>
          <p:cNvCxnSpPr>
            <a:cxnSpLocks/>
          </p:cNvCxnSpPr>
          <p:nvPr/>
        </p:nvCxnSpPr>
        <p:spPr>
          <a:xfrm flipH="1">
            <a:off x="3612265" y="1778849"/>
            <a:ext cx="1" cy="8136567"/>
          </a:xfrm>
          <a:prstGeom prst="line">
            <a:avLst/>
          </a:prstGeom>
          <a:solidFill>
            <a:schemeClr val="tx1">
              <a:lumMod val="95000"/>
              <a:lumOff val="5000"/>
            </a:schemeClr>
          </a:solidFill>
          <a:ln w="762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D7977978-5FC5-4686-9EED-0043417AFD2B}"/>
              </a:ext>
            </a:extLst>
          </p:cNvPr>
          <p:cNvCxnSpPr>
            <a:cxnSpLocks/>
          </p:cNvCxnSpPr>
          <p:nvPr/>
        </p:nvCxnSpPr>
        <p:spPr>
          <a:xfrm flipH="1">
            <a:off x="11658843" y="1778849"/>
            <a:ext cx="1" cy="8136567"/>
          </a:xfrm>
          <a:prstGeom prst="line">
            <a:avLst/>
          </a:prstGeom>
          <a:solidFill>
            <a:schemeClr val="tx1">
              <a:lumMod val="95000"/>
              <a:lumOff val="5000"/>
            </a:schemeClr>
          </a:solidFill>
          <a:ln w="762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33A0063D-F45E-4D0E-8A82-1C32EC7DED69}"/>
              </a:ext>
            </a:extLst>
          </p:cNvPr>
          <p:cNvGrpSpPr/>
          <p:nvPr/>
        </p:nvGrpSpPr>
        <p:grpSpPr>
          <a:xfrm>
            <a:off x="4375979" y="2542565"/>
            <a:ext cx="7027683" cy="6609137"/>
            <a:chOff x="4375979" y="2542565"/>
            <a:chExt cx="7027683" cy="660913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0A94D4D-903A-43B8-AA6C-A16B104FF1E1}"/>
                </a:ext>
              </a:extLst>
            </p:cNvPr>
            <p:cNvSpPr/>
            <p:nvPr/>
          </p:nvSpPr>
          <p:spPr>
            <a:xfrm>
              <a:off x="9385167" y="2542565"/>
              <a:ext cx="506715" cy="506715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381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7" name="Oval 546">
              <a:extLst>
                <a:ext uri="{FF2B5EF4-FFF2-40B4-BE49-F238E27FC236}">
                  <a16:creationId xmlns:a16="http://schemas.microsoft.com/office/drawing/2014/main" id="{460713A9-7A5F-46F4-8E8E-F4C163A93248}"/>
                </a:ext>
              </a:extLst>
            </p:cNvPr>
            <p:cNvSpPr/>
            <p:nvPr/>
          </p:nvSpPr>
          <p:spPr>
            <a:xfrm>
              <a:off x="10896947" y="7627917"/>
              <a:ext cx="506715" cy="506715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381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7E5CF735-7D94-4C74-A6BD-68C8AA884872}"/>
                </a:ext>
              </a:extLst>
            </p:cNvPr>
            <p:cNvSpPr/>
            <p:nvPr/>
          </p:nvSpPr>
          <p:spPr>
            <a:xfrm>
              <a:off x="9878094" y="6607529"/>
              <a:ext cx="506715" cy="506715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381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9" name="Oval 548">
              <a:extLst>
                <a:ext uri="{FF2B5EF4-FFF2-40B4-BE49-F238E27FC236}">
                  <a16:creationId xmlns:a16="http://schemas.microsoft.com/office/drawing/2014/main" id="{5A04F733-A69A-464A-9FEF-5768BFDF18E8}"/>
                </a:ext>
              </a:extLst>
            </p:cNvPr>
            <p:cNvSpPr/>
            <p:nvPr/>
          </p:nvSpPr>
          <p:spPr>
            <a:xfrm>
              <a:off x="6376217" y="8644987"/>
              <a:ext cx="506715" cy="506715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381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0" name="Oval 549">
              <a:extLst>
                <a:ext uri="{FF2B5EF4-FFF2-40B4-BE49-F238E27FC236}">
                  <a16:creationId xmlns:a16="http://schemas.microsoft.com/office/drawing/2014/main" id="{686DEF48-B2D8-435A-9F90-9B37E996E3E9}"/>
                </a:ext>
              </a:extLst>
            </p:cNvPr>
            <p:cNvSpPr/>
            <p:nvPr/>
          </p:nvSpPr>
          <p:spPr>
            <a:xfrm>
              <a:off x="4375979" y="4576705"/>
              <a:ext cx="506715" cy="506715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381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1" name="Oval 550">
              <a:extLst>
                <a:ext uri="{FF2B5EF4-FFF2-40B4-BE49-F238E27FC236}">
                  <a16:creationId xmlns:a16="http://schemas.microsoft.com/office/drawing/2014/main" id="{81BF1AF5-6326-4928-8B3D-4DC3892698A1}"/>
                </a:ext>
              </a:extLst>
            </p:cNvPr>
            <p:cNvSpPr/>
            <p:nvPr/>
          </p:nvSpPr>
          <p:spPr>
            <a:xfrm>
              <a:off x="6376216" y="3051100"/>
              <a:ext cx="506715" cy="506715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381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3" name="Oval 552">
              <a:extLst>
                <a:ext uri="{FF2B5EF4-FFF2-40B4-BE49-F238E27FC236}">
                  <a16:creationId xmlns:a16="http://schemas.microsoft.com/office/drawing/2014/main" id="{D0397CD0-9FD5-4F5F-B002-68D25392CBB9}"/>
                </a:ext>
              </a:extLst>
            </p:cNvPr>
            <p:cNvSpPr/>
            <p:nvPr/>
          </p:nvSpPr>
          <p:spPr>
            <a:xfrm>
              <a:off x="7886556" y="6114085"/>
              <a:ext cx="506715" cy="506715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381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4" name="Oval 553">
              <a:extLst>
                <a:ext uri="{FF2B5EF4-FFF2-40B4-BE49-F238E27FC236}">
                  <a16:creationId xmlns:a16="http://schemas.microsoft.com/office/drawing/2014/main" id="{A2C29F67-03E5-4423-909E-7E59B6AAD004}"/>
                </a:ext>
              </a:extLst>
            </p:cNvPr>
            <p:cNvSpPr/>
            <p:nvPr/>
          </p:nvSpPr>
          <p:spPr>
            <a:xfrm>
              <a:off x="4867171" y="7122307"/>
              <a:ext cx="506715" cy="506715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381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0730E48-922F-4FF4-B85F-FC3512A2CE9F}"/>
              </a:ext>
            </a:extLst>
          </p:cNvPr>
          <p:cNvGrpSpPr/>
          <p:nvPr/>
        </p:nvGrpSpPr>
        <p:grpSpPr>
          <a:xfrm>
            <a:off x="3139143" y="-1082570"/>
            <a:ext cx="8992823" cy="2147942"/>
            <a:chOff x="2236044" y="-1082570"/>
            <a:chExt cx="8992823" cy="2147942"/>
          </a:xfrm>
        </p:grpSpPr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FE809016-ED02-4F84-896E-CCEB9DB06152}"/>
                </a:ext>
              </a:extLst>
            </p:cNvPr>
            <p:cNvSpPr txBox="1"/>
            <p:nvPr/>
          </p:nvSpPr>
          <p:spPr>
            <a:xfrm>
              <a:off x="2236044" y="-1082570"/>
              <a:ext cx="8992823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PT" sz="24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Divide </a:t>
              </a:r>
              <a:r>
                <a:rPr lang="pt-PT" sz="2400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sz="24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grid</a:t>
              </a:r>
              <a:r>
                <a:rPr lang="pt-PT" sz="24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orthogonally</a:t>
              </a:r>
              <a:r>
                <a:rPr lang="pt-PT" sz="24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into</a:t>
              </a:r>
              <a:r>
                <a:rPr lang="pt-PT" sz="24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b="1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rotationally</a:t>
              </a:r>
              <a:r>
                <a:rPr lang="pt-PT" sz="2400" b="1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b="1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symmetric</a:t>
              </a:r>
              <a:r>
                <a:rPr lang="pt-PT" sz="24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regions</a:t>
              </a:r>
              <a:r>
                <a:rPr lang="pt-PT" sz="24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ctr"/>
              <a:r>
                <a:rPr lang="pt-PT" sz="2400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Every</a:t>
              </a:r>
              <a:r>
                <a:rPr lang="pt-PT" sz="24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region</a:t>
              </a:r>
              <a:r>
                <a:rPr lang="pt-PT" sz="24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</a:t>
              </a:r>
              <a:r>
                <a:rPr lang="pt-PT" sz="24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centered</a:t>
              </a:r>
              <a:r>
                <a:rPr lang="pt-PT" sz="24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</a:t>
              </a:r>
              <a:r>
                <a:rPr lang="pt-PT" sz="24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 </a:t>
              </a:r>
              <a:r>
                <a:rPr lang="pt-PT" sz="2400" b="1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black</a:t>
              </a:r>
              <a:r>
                <a:rPr lang="pt-PT" sz="2400" b="1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b="1" i="1" dirty="0" err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hole</a:t>
              </a:r>
              <a:r>
                <a:rPr lang="pt-PT" sz="2400" i="1" dirty="0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303FA51-1FF8-4F7D-8D7C-9A3DD8AD7193}"/>
                </a:ext>
              </a:extLst>
            </p:cNvPr>
            <p:cNvSpPr/>
            <p:nvPr/>
          </p:nvSpPr>
          <p:spPr>
            <a:xfrm>
              <a:off x="2361495" y="-234844"/>
              <a:ext cx="8741921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pt-PT" sz="2400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Then</a:t>
              </a:r>
              <a:r>
                <a:rPr lang="pt-PT" sz="24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place</a:t>
              </a:r>
              <a:r>
                <a:rPr lang="pt-PT" sz="24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exactly</a:t>
              </a:r>
              <a:r>
                <a:rPr lang="pt-PT" sz="24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b="1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two</a:t>
              </a:r>
              <a:r>
                <a:rPr lang="pt-PT" sz="24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stars per </a:t>
              </a:r>
              <a:r>
                <a:rPr lang="pt-PT" sz="2400" b="1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region</a:t>
              </a:r>
              <a:r>
                <a:rPr lang="pt-PT" sz="24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</a:t>
              </a:r>
              <a:r>
                <a:rPr lang="pt-PT" sz="24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b="1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</a:t>
              </a:r>
              <a:r>
                <a:rPr lang="pt-PT" sz="24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lvl="0" algn="ctr"/>
              <a:r>
                <a:rPr lang="pt-PT" sz="2400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Cells</a:t>
              </a:r>
              <a:r>
                <a:rPr lang="pt-PT" sz="24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containing</a:t>
              </a:r>
              <a:r>
                <a:rPr lang="pt-PT" sz="24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stars share no </a:t>
              </a:r>
              <a:r>
                <a:rPr lang="pt-PT" sz="2400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vertices</a:t>
              </a:r>
              <a:r>
                <a:rPr lang="pt-PT" sz="24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562" name="Rectangle 561">
              <a:extLst>
                <a:ext uri="{FF2B5EF4-FFF2-40B4-BE49-F238E27FC236}">
                  <a16:creationId xmlns:a16="http://schemas.microsoft.com/office/drawing/2014/main" id="{B9BFBB3A-7F25-43A1-B3FC-D0F1D65952CC}"/>
                </a:ext>
              </a:extLst>
            </p:cNvPr>
            <p:cNvSpPr/>
            <p:nvPr/>
          </p:nvSpPr>
          <p:spPr>
            <a:xfrm>
              <a:off x="2361495" y="603707"/>
              <a:ext cx="874192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pt-PT" sz="24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Stars </a:t>
              </a:r>
              <a:r>
                <a:rPr lang="pt-PT" sz="2400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</a:t>
              </a:r>
              <a:r>
                <a:rPr lang="pt-PT" sz="24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black</a:t>
              </a:r>
              <a:r>
                <a:rPr lang="pt-PT" sz="24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holes</a:t>
              </a:r>
              <a:r>
                <a:rPr lang="pt-PT" sz="24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b="1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may</a:t>
              </a:r>
              <a:r>
                <a:rPr lang="pt-PT" sz="24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overlap</a:t>
              </a:r>
              <a:r>
                <a:rPr lang="pt-PT" sz="2400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7450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1678</TotalTime>
  <Words>131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119</cp:revision>
  <dcterms:created xsi:type="dcterms:W3CDTF">2020-11-28T13:10:41Z</dcterms:created>
  <dcterms:modified xsi:type="dcterms:W3CDTF">2021-01-06T12:43:01Z</dcterms:modified>
</cp:coreProperties>
</file>