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  <p:sldId id="259" r:id="rId5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1220" y="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C3955-5D6B-4140-8CBF-71B56EC7C2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C4ABFF-F181-414A-8895-902E1879FC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9380B-8328-4890-8113-10EFAEC4A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2890F-A4D2-42B6-A0B6-3EFF9CB8B483}" type="datetimeFigureOut">
              <a:rPr lang="pt-PT" smtClean="0"/>
              <a:t>12/07/2020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B0AAD-DE6C-43D7-8829-9E894A093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11689-F325-4037-AB92-2786E410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FE2FE-F165-4169-8078-14C7B3471F1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45601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E4178-1F04-4695-A8BF-CB92C63F8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35B62-B02D-4558-A861-C47D635DA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68CAE-A1A4-49F2-B954-71B7DA49B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2890F-A4D2-42B6-A0B6-3EFF9CB8B483}" type="datetimeFigureOut">
              <a:rPr lang="pt-PT" smtClean="0"/>
              <a:t>12/07/2020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CCA68-91F5-4823-925F-51F00B194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4A118-D3E5-4B2A-8BD3-540479344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FE2FE-F165-4169-8078-14C7B3471F1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50847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4B284-32D4-4E86-ABE5-D4575DEE4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4EFA36-7949-4B06-994E-B720BE6FF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184F9-B68B-4567-9299-4F4DF529B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2890F-A4D2-42B6-A0B6-3EFF9CB8B483}" type="datetimeFigureOut">
              <a:rPr lang="pt-PT" smtClean="0"/>
              <a:t>12/07/2020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C50EA9-A84B-4BAD-A612-5EB89615D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D33C1-B908-46F2-90F0-AB1C4853D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FE2FE-F165-4169-8078-14C7B3471F1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18496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53E4F-CA88-4948-857E-9C1FC3C7B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0403A-A32E-4265-A427-EA77726663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9E1BF6-C880-402A-B355-EC9E761D46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89C19E-370C-4E92-9382-8C52C9C34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2890F-A4D2-42B6-A0B6-3EFF9CB8B483}" type="datetimeFigureOut">
              <a:rPr lang="pt-PT" smtClean="0"/>
              <a:t>12/07/2020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6C7EBC-64D4-4213-A711-5961A4915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8AC5C8-0F1A-4F42-825A-796ADA3B1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FE2FE-F165-4169-8078-14C7B3471F1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52545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8E32C-20B7-42E1-AFA3-797807A7D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0745DB-7323-48D6-8427-AAF4BADECB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0A4554-2334-4828-8E5F-8039E63AB1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D1852B-87AC-47C1-9DF6-B4E49EA333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F4BD62-1BC8-4B37-B0DA-E160D5FC1A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5B6C33-401B-42EE-96D1-67E053192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2890F-A4D2-42B6-A0B6-3EFF9CB8B483}" type="datetimeFigureOut">
              <a:rPr lang="pt-PT" smtClean="0"/>
              <a:t>12/07/2020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CE0E43-6FB9-40C7-B255-17B1ED5E8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ECCEEC-4D8D-448C-AA36-5C2D4D71A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FE2FE-F165-4169-8078-14C7B3471F1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93651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38927-D773-4062-9C86-E5495B1AB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57599B-CD53-4438-8DF2-3D832A5EB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2890F-A4D2-42B6-A0B6-3EFF9CB8B483}" type="datetimeFigureOut">
              <a:rPr lang="pt-PT" smtClean="0"/>
              <a:t>12/07/2020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77B393-7E7C-4603-94EE-8F50841CF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954253-0CDF-4F05-8B05-10EA69D7E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FE2FE-F165-4169-8078-14C7B3471F1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00863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CAD823-5102-4846-8DEE-35A2306E5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2890F-A4D2-42B6-A0B6-3EFF9CB8B483}" type="datetimeFigureOut">
              <a:rPr lang="pt-PT" smtClean="0"/>
              <a:t>12/07/2020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6970F4-77C9-46A9-B097-9AD910F41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F7403B-E8E2-454A-8AF2-E4D4C9274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FE2FE-F165-4169-8078-14C7B3471F1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98625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2EE3C-1EE0-4940-81AB-83C47CEC6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8DA8E-71AE-47C9-B6FE-A7FBDDC90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01A673-4D24-41B6-995D-77C507D23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CEE58B-BEE9-4787-9577-C725E8377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2890F-A4D2-42B6-A0B6-3EFF9CB8B483}" type="datetimeFigureOut">
              <a:rPr lang="pt-PT" smtClean="0"/>
              <a:t>12/07/2020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E11F1D-D314-450A-BAC2-3A68D1C03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ECA833-550B-45C1-82F6-7D1C3EFD6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FE2FE-F165-4169-8078-14C7B3471F1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38315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22E56-6C0B-4F0A-892A-AAF2DF1B2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946D88-BDE9-4A28-AEDC-FE348F12F0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56ADE6-4924-4E76-8FC2-D24D9524B5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F6765-A638-44E3-A8D3-10BE829AE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2890F-A4D2-42B6-A0B6-3EFF9CB8B483}" type="datetimeFigureOut">
              <a:rPr lang="pt-PT" smtClean="0"/>
              <a:t>12/07/2020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C9BAA6-FB88-4332-967F-EEB383D76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ED19ED-3628-41C0-AE31-39443F3B6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FE2FE-F165-4169-8078-14C7B3471F1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01984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80946-250F-45DC-B633-F42623AED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FABC99-5020-4055-8503-AA9713CCC9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BDCBE-B9A7-498C-9FC1-B707DA0C5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2890F-A4D2-42B6-A0B6-3EFF9CB8B483}" type="datetimeFigureOut">
              <a:rPr lang="pt-PT" smtClean="0"/>
              <a:t>12/07/2020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47135-6FA7-4511-B445-FCD6326FE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13B85-D1E8-4EEA-92CF-6D90FF781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FE2FE-F165-4169-8078-14C7B3471F1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27051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90A4CB-1D9F-4528-A119-834E63D74A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0537D0-49DA-476C-8FCF-0151D59907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E8F6B-FAA5-41FF-B4AB-F41159A68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2890F-A4D2-42B6-A0B6-3EFF9CB8B483}" type="datetimeFigureOut">
              <a:rPr lang="pt-PT" smtClean="0"/>
              <a:t>12/07/2020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98544-00DC-44C2-B3C1-01F625CAC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A272E-57E4-4C3F-86E6-A9489446C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FE2FE-F165-4169-8078-14C7B3471F1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65241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FCCEE6-F0C1-4B16-AF5C-3494832B4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A8822-88E7-427D-8754-3F3894600F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EE6D8-AD4F-47E7-9F27-DD932A7A50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B2890F-A4D2-42B6-A0B6-3EFF9CB8B483}" type="datetimeFigureOut">
              <a:rPr lang="pt-PT" smtClean="0"/>
              <a:t>12/07/2020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A3ED2-038F-4857-8FAE-C9C1B74159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2AD94-8209-48AF-ABED-1DE63F133E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7FE2FE-F165-4169-8078-14C7B3471F1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09765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9" name="Group 328">
            <a:extLst>
              <a:ext uri="{FF2B5EF4-FFF2-40B4-BE49-F238E27FC236}">
                <a16:creationId xmlns:a16="http://schemas.microsoft.com/office/drawing/2014/main" id="{05F0A2C7-41EA-4072-AAE0-ED33C89BDF86}"/>
              </a:ext>
            </a:extLst>
          </p:cNvPr>
          <p:cNvGrpSpPr/>
          <p:nvPr/>
        </p:nvGrpSpPr>
        <p:grpSpPr>
          <a:xfrm>
            <a:off x="2481561" y="-1659955"/>
            <a:ext cx="7803339" cy="9072432"/>
            <a:chOff x="2481561" y="-1659955"/>
            <a:chExt cx="7803339" cy="9072432"/>
          </a:xfrm>
        </p:grpSpPr>
        <p:sp>
          <p:nvSpPr>
            <p:cNvPr id="306" name="Rectangle 305">
              <a:extLst>
                <a:ext uri="{FF2B5EF4-FFF2-40B4-BE49-F238E27FC236}">
                  <a16:creationId xmlns:a16="http://schemas.microsoft.com/office/drawing/2014/main" id="{B7AEC6B0-F527-4C59-837F-17386C59B492}"/>
                </a:ext>
              </a:extLst>
            </p:cNvPr>
            <p:cNvSpPr/>
            <p:nvPr/>
          </p:nvSpPr>
          <p:spPr>
            <a:xfrm>
              <a:off x="2481561" y="-1659955"/>
              <a:ext cx="7803339" cy="90724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DB09372A-A5E2-495F-AE86-C358B364881C}"/>
                </a:ext>
              </a:extLst>
            </p:cNvPr>
            <p:cNvSpPr txBox="1"/>
            <p:nvPr/>
          </p:nvSpPr>
          <p:spPr>
            <a:xfrm>
              <a:off x="2863702" y="-1246188"/>
              <a:ext cx="7039056" cy="10156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Hyperbolic</a:t>
              </a:r>
              <a:r>
                <a:rPr lang="pt-PT" sz="3200" b="1" dirty="0">
                  <a:latin typeface="Arial" panose="020B0604020202020204" pitchFamily="34" charset="0"/>
                  <a:cs typeface="Arial" panose="020B0604020202020204" pitchFamily="34" charset="0"/>
                </a:rPr>
                <a:t> Star </a:t>
              </a:r>
              <a:r>
                <a:rPr lang="pt-PT" sz="3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Battle</a:t>
              </a:r>
              <a:r>
                <a:rPr lang="pt-PT" sz="32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pt-PT" sz="3200" dirty="0">
                  <a:latin typeface="Arial" panose="020B0604020202020204" pitchFamily="34" charset="0"/>
                  <a:cs typeface="Arial" panose="020B0604020202020204" pitchFamily="34" charset="0"/>
                </a:rPr>
                <a:t> ★ </a:t>
              </a:r>
            </a:p>
            <a:p>
              <a:pPr algn="ctr"/>
              <a:r>
                <a:rPr lang="pt-PT" sz="2800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{4,6} </a:t>
              </a:r>
              <a:r>
                <a:rPr lang="pt-PT" sz="2800" i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grid</a:t>
              </a:r>
              <a:r>
                <a:rPr lang="pt-PT" sz="2800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– </a:t>
              </a:r>
              <a:r>
                <a:rPr lang="pt-PT" sz="28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medium</a:t>
              </a:r>
              <a:endParaRPr lang="pt-PT" sz="2800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8" name="TextBox 307">
              <a:extLst>
                <a:ext uri="{FF2B5EF4-FFF2-40B4-BE49-F238E27FC236}">
                  <a16:creationId xmlns:a16="http://schemas.microsoft.com/office/drawing/2014/main" id="{E2109DCF-A635-4196-BA90-D543688B759B}"/>
                </a:ext>
              </a:extLst>
            </p:cNvPr>
            <p:cNvSpPr txBox="1"/>
            <p:nvPr/>
          </p:nvSpPr>
          <p:spPr>
            <a:xfrm>
              <a:off x="2576259" y="-174147"/>
              <a:ext cx="7607041" cy="5847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pt-PT" sz="24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Place</a:t>
              </a:r>
              <a:r>
                <a:rPr lang="pt-PT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exactly</a:t>
              </a:r>
              <a:r>
                <a:rPr lang="pt-PT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one</a:t>
              </a:r>
              <a:r>
                <a:rPr lang="pt-PT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star</a:t>
              </a:r>
              <a:r>
                <a:rPr lang="pt-PT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per </a:t>
              </a:r>
              <a:r>
                <a:rPr lang="pt-PT" sz="24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</a:t>
              </a:r>
              <a:r>
                <a:rPr lang="pt-PT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</a:t>
              </a:r>
              <a:r>
                <a:rPr lang="pt-PT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region</a:t>
              </a:r>
              <a:r>
                <a:rPr lang="pt-PT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DB6D467D-F066-49D6-A477-5B3395599BD4}"/>
                </a:ext>
              </a:extLst>
            </p:cNvPr>
            <p:cNvSpPr/>
            <p:nvPr/>
          </p:nvSpPr>
          <p:spPr>
            <a:xfrm>
              <a:off x="5138675" y="6574677"/>
              <a:ext cx="5065066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pt-PT" i="1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with</a:t>
              </a:r>
              <a:r>
                <a:rPr lang="pt-PT" i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i="1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thanks</a:t>
              </a:r>
              <a:r>
                <a:rPr lang="pt-PT" i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to </a:t>
              </a:r>
              <a:r>
                <a:rPr lang="pt-PT" i="1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ZenoRogue</a:t>
              </a:r>
              <a:r>
                <a:rPr lang="pt-PT" i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for </a:t>
              </a:r>
              <a:r>
                <a:rPr lang="pt-PT" i="1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</a:t>
              </a:r>
              <a:r>
                <a:rPr lang="pt-PT" i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i="1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grid</a:t>
              </a:r>
              <a:endParaRPr lang="pt-PT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r"/>
              <a:endParaRPr lang="pt-PT" sz="3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r"/>
              <a:r>
                <a:rPr lang="pt-PT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#6 </a:t>
              </a:r>
              <a:r>
                <a:rPr lang="pt-PT" b="1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by</a:t>
              </a:r>
              <a:r>
                <a:rPr lang="pt-PT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b="1" i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Pedro PSI</a:t>
              </a:r>
              <a:r>
                <a:rPr lang="pt-PT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– 12</a:t>
              </a:r>
              <a:r>
                <a:rPr lang="pt-PT" b="1" baseline="30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</a:t>
              </a:r>
              <a:r>
                <a:rPr lang="pt-PT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b="1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July</a:t>
              </a:r>
              <a:r>
                <a:rPr lang="pt-PT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2020, v.1</a:t>
              </a:r>
            </a:p>
          </p:txBody>
        </p:sp>
        <p:sp>
          <p:nvSpPr>
            <p:cNvPr id="310" name="TextBox 309">
              <a:extLst>
                <a:ext uri="{FF2B5EF4-FFF2-40B4-BE49-F238E27FC236}">
                  <a16:creationId xmlns:a16="http://schemas.microsoft.com/office/drawing/2014/main" id="{1BE944F2-655A-44A0-B754-0EB71FA01E9F}"/>
                </a:ext>
              </a:extLst>
            </p:cNvPr>
            <p:cNvSpPr txBox="1"/>
            <p:nvPr/>
          </p:nvSpPr>
          <p:spPr>
            <a:xfrm>
              <a:off x="2576259" y="320313"/>
              <a:ext cx="7607041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pt-PT" sz="24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Cells</a:t>
              </a:r>
              <a:r>
                <a:rPr lang="pt-PT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with</a:t>
              </a:r>
              <a:r>
                <a:rPr lang="pt-PT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stars share no </a:t>
              </a:r>
              <a:r>
                <a:rPr lang="pt-PT" sz="24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vertices</a:t>
              </a:r>
              <a:r>
                <a:rPr lang="pt-PT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  <p:grpSp>
          <p:nvGrpSpPr>
            <p:cNvPr id="328" name="Group 327">
              <a:extLst>
                <a:ext uri="{FF2B5EF4-FFF2-40B4-BE49-F238E27FC236}">
                  <a16:creationId xmlns:a16="http://schemas.microsoft.com/office/drawing/2014/main" id="{EBE9823D-9F93-4461-9820-71AF93E1C321}"/>
                </a:ext>
              </a:extLst>
            </p:cNvPr>
            <p:cNvGrpSpPr/>
            <p:nvPr/>
          </p:nvGrpSpPr>
          <p:grpSpPr>
            <a:xfrm>
              <a:off x="3572268" y="804087"/>
              <a:ext cx="5638800" cy="5638800"/>
              <a:chOff x="3572268" y="804087"/>
              <a:chExt cx="5638800" cy="5638800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4D472BDD-2AD4-4D01-881E-670E815873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572268" y="804087"/>
                <a:ext cx="5638800" cy="5638800"/>
              </a:xfrm>
              <a:prstGeom prst="rect">
                <a:avLst/>
              </a:prstGeom>
            </p:spPr>
          </p:pic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B5A3B8BA-93A6-4571-99E0-1292B13D9919}"/>
                  </a:ext>
                </a:extLst>
              </p:cNvPr>
              <p:cNvSpPr/>
              <p:nvPr/>
            </p:nvSpPr>
            <p:spPr>
              <a:xfrm>
                <a:off x="3656934" y="934232"/>
                <a:ext cx="5435600" cy="5435600"/>
              </a:xfrm>
              <a:custGeom>
                <a:avLst/>
                <a:gdLst>
                  <a:gd name="connsiteX0" fmla="*/ 1905000 w 5435600"/>
                  <a:gd name="connsiteY0" fmla="*/ 934720 h 5435600"/>
                  <a:gd name="connsiteX1" fmla="*/ 1600200 w 5435600"/>
                  <a:gd name="connsiteY1" fmla="*/ 1209040 h 5435600"/>
                  <a:gd name="connsiteX2" fmla="*/ 1559560 w 5435600"/>
                  <a:gd name="connsiteY2" fmla="*/ 1645920 h 5435600"/>
                  <a:gd name="connsiteX3" fmla="*/ 1418167 w 5435600"/>
                  <a:gd name="connsiteY3" fmla="*/ 1962574 h 5435600"/>
                  <a:gd name="connsiteX4" fmla="*/ 1275080 w 5435600"/>
                  <a:gd name="connsiteY4" fmla="*/ 2204720 h 5435600"/>
                  <a:gd name="connsiteX5" fmla="*/ 1071880 w 5435600"/>
                  <a:gd name="connsiteY5" fmla="*/ 2407920 h 5435600"/>
                  <a:gd name="connsiteX6" fmla="*/ 797560 w 5435600"/>
                  <a:gd name="connsiteY6" fmla="*/ 2509520 h 5435600"/>
                  <a:gd name="connsiteX7" fmla="*/ 868680 w 5435600"/>
                  <a:gd name="connsiteY7" fmla="*/ 2926080 h 5435600"/>
                  <a:gd name="connsiteX8" fmla="*/ 1230207 w 5435600"/>
                  <a:gd name="connsiteY8" fmla="*/ 3228340 h 5435600"/>
                  <a:gd name="connsiteX9" fmla="*/ 1417320 w 5435600"/>
                  <a:gd name="connsiteY9" fmla="*/ 3444240 h 5435600"/>
                  <a:gd name="connsiteX10" fmla="*/ 1559560 w 5435600"/>
                  <a:gd name="connsiteY10" fmla="*/ 3728720 h 5435600"/>
                  <a:gd name="connsiteX11" fmla="*/ 1640840 w 5435600"/>
                  <a:gd name="connsiteY11" fmla="*/ 3992880 h 5435600"/>
                  <a:gd name="connsiteX12" fmla="*/ 1620520 w 5435600"/>
                  <a:gd name="connsiteY12" fmla="*/ 4307840 h 5435600"/>
                  <a:gd name="connsiteX13" fmla="*/ 1986280 w 5435600"/>
                  <a:gd name="connsiteY13" fmla="*/ 4419600 h 5435600"/>
                  <a:gd name="connsiteX14" fmla="*/ 2413000 w 5435600"/>
                  <a:gd name="connsiteY14" fmla="*/ 4257040 h 5435600"/>
                  <a:gd name="connsiteX15" fmla="*/ 2717800 w 5435600"/>
                  <a:gd name="connsiteY15" fmla="*/ 4216400 h 5435600"/>
                  <a:gd name="connsiteX16" fmla="*/ 3012440 w 5435600"/>
                  <a:gd name="connsiteY16" fmla="*/ 4257040 h 5435600"/>
                  <a:gd name="connsiteX17" fmla="*/ 3327400 w 5435600"/>
                  <a:gd name="connsiteY17" fmla="*/ 4323080 h 5435600"/>
                  <a:gd name="connsiteX18" fmla="*/ 3571240 w 5435600"/>
                  <a:gd name="connsiteY18" fmla="*/ 4480560 h 5435600"/>
                  <a:gd name="connsiteX19" fmla="*/ 3845560 w 5435600"/>
                  <a:gd name="connsiteY19" fmla="*/ 4226560 h 5435600"/>
                  <a:gd name="connsiteX20" fmla="*/ 3926840 w 5435600"/>
                  <a:gd name="connsiteY20" fmla="*/ 3759200 h 5435600"/>
                  <a:gd name="connsiteX21" fmla="*/ 4028440 w 5435600"/>
                  <a:gd name="connsiteY21" fmla="*/ 3495040 h 5435600"/>
                  <a:gd name="connsiteX22" fmla="*/ 4201160 w 5435600"/>
                  <a:gd name="connsiteY22" fmla="*/ 3230880 h 5435600"/>
                  <a:gd name="connsiteX23" fmla="*/ 4414520 w 5435600"/>
                  <a:gd name="connsiteY23" fmla="*/ 3007360 h 5435600"/>
                  <a:gd name="connsiteX24" fmla="*/ 4678680 w 5435600"/>
                  <a:gd name="connsiteY24" fmla="*/ 2875280 h 5435600"/>
                  <a:gd name="connsiteX25" fmla="*/ 4597400 w 5435600"/>
                  <a:gd name="connsiteY25" fmla="*/ 2489200 h 5435600"/>
                  <a:gd name="connsiteX26" fmla="*/ 4231640 w 5435600"/>
                  <a:gd name="connsiteY26" fmla="*/ 2225040 h 5435600"/>
                  <a:gd name="connsiteX27" fmla="*/ 4048760 w 5435600"/>
                  <a:gd name="connsiteY27" fmla="*/ 1960880 h 5435600"/>
                  <a:gd name="connsiteX28" fmla="*/ 3916680 w 5435600"/>
                  <a:gd name="connsiteY28" fmla="*/ 1686560 h 5435600"/>
                  <a:gd name="connsiteX29" fmla="*/ 3855720 w 5435600"/>
                  <a:gd name="connsiteY29" fmla="*/ 1402080 h 5435600"/>
                  <a:gd name="connsiteX30" fmla="*/ 3855720 w 5435600"/>
                  <a:gd name="connsiteY30" fmla="*/ 1117600 h 5435600"/>
                  <a:gd name="connsiteX31" fmla="*/ 3510280 w 5435600"/>
                  <a:gd name="connsiteY31" fmla="*/ 995680 h 5435600"/>
                  <a:gd name="connsiteX32" fmla="*/ 3063240 w 5435600"/>
                  <a:gd name="connsiteY32" fmla="*/ 1158240 h 5435600"/>
                  <a:gd name="connsiteX33" fmla="*/ 2758440 w 5435600"/>
                  <a:gd name="connsiteY33" fmla="*/ 1188720 h 5435600"/>
                  <a:gd name="connsiteX34" fmla="*/ 2453640 w 5435600"/>
                  <a:gd name="connsiteY34" fmla="*/ 1178560 h 5435600"/>
                  <a:gd name="connsiteX35" fmla="*/ 2159000 w 5435600"/>
                  <a:gd name="connsiteY35" fmla="*/ 1127760 h 5435600"/>
                  <a:gd name="connsiteX36" fmla="*/ 2717800 w 5435600"/>
                  <a:gd name="connsiteY36" fmla="*/ 0 h 5435600"/>
                  <a:gd name="connsiteX37" fmla="*/ 5435600 w 5435600"/>
                  <a:gd name="connsiteY37" fmla="*/ 2717800 h 5435600"/>
                  <a:gd name="connsiteX38" fmla="*/ 2717800 w 5435600"/>
                  <a:gd name="connsiteY38" fmla="*/ 5435600 h 5435600"/>
                  <a:gd name="connsiteX39" fmla="*/ 0 w 5435600"/>
                  <a:gd name="connsiteY39" fmla="*/ 2717800 h 5435600"/>
                  <a:gd name="connsiteX40" fmla="*/ 2717800 w 5435600"/>
                  <a:gd name="connsiteY40" fmla="*/ 0 h 5435600"/>
                  <a:gd name="connsiteX0" fmla="*/ 1905000 w 5435600"/>
                  <a:gd name="connsiteY0" fmla="*/ 934720 h 5435600"/>
                  <a:gd name="connsiteX1" fmla="*/ 1600200 w 5435600"/>
                  <a:gd name="connsiteY1" fmla="*/ 1209040 h 5435600"/>
                  <a:gd name="connsiteX2" fmla="*/ 1559560 w 5435600"/>
                  <a:gd name="connsiteY2" fmla="*/ 1645920 h 5435600"/>
                  <a:gd name="connsiteX3" fmla="*/ 1418167 w 5435600"/>
                  <a:gd name="connsiteY3" fmla="*/ 1962574 h 5435600"/>
                  <a:gd name="connsiteX4" fmla="*/ 1275080 w 5435600"/>
                  <a:gd name="connsiteY4" fmla="*/ 2204720 h 5435600"/>
                  <a:gd name="connsiteX5" fmla="*/ 1071880 w 5435600"/>
                  <a:gd name="connsiteY5" fmla="*/ 2407920 h 5435600"/>
                  <a:gd name="connsiteX6" fmla="*/ 802640 w 5435600"/>
                  <a:gd name="connsiteY6" fmla="*/ 2555240 h 5435600"/>
                  <a:gd name="connsiteX7" fmla="*/ 868680 w 5435600"/>
                  <a:gd name="connsiteY7" fmla="*/ 2926080 h 5435600"/>
                  <a:gd name="connsiteX8" fmla="*/ 1230207 w 5435600"/>
                  <a:gd name="connsiteY8" fmla="*/ 3228340 h 5435600"/>
                  <a:gd name="connsiteX9" fmla="*/ 1417320 w 5435600"/>
                  <a:gd name="connsiteY9" fmla="*/ 3444240 h 5435600"/>
                  <a:gd name="connsiteX10" fmla="*/ 1559560 w 5435600"/>
                  <a:gd name="connsiteY10" fmla="*/ 3728720 h 5435600"/>
                  <a:gd name="connsiteX11" fmla="*/ 1640840 w 5435600"/>
                  <a:gd name="connsiteY11" fmla="*/ 3992880 h 5435600"/>
                  <a:gd name="connsiteX12" fmla="*/ 1620520 w 5435600"/>
                  <a:gd name="connsiteY12" fmla="*/ 4307840 h 5435600"/>
                  <a:gd name="connsiteX13" fmla="*/ 1986280 w 5435600"/>
                  <a:gd name="connsiteY13" fmla="*/ 4419600 h 5435600"/>
                  <a:gd name="connsiteX14" fmla="*/ 2413000 w 5435600"/>
                  <a:gd name="connsiteY14" fmla="*/ 4257040 h 5435600"/>
                  <a:gd name="connsiteX15" fmla="*/ 2717800 w 5435600"/>
                  <a:gd name="connsiteY15" fmla="*/ 4216400 h 5435600"/>
                  <a:gd name="connsiteX16" fmla="*/ 3012440 w 5435600"/>
                  <a:gd name="connsiteY16" fmla="*/ 4257040 h 5435600"/>
                  <a:gd name="connsiteX17" fmla="*/ 3327400 w 5435600"/>
                  <a:gd name="connsiteY17" fmla="*/ 4323080 h 5435600"/>
                  <a:gd name="connsiteX18" fmla="*/ 3571240 w 5435600"/>
                  <a:gd name="connsiteY18" fmla="*/ 4480560 h 5435600"/>
                  <a:gd name="connsiteX19" fmla="*/ 3845560 w 5435600"/>
                  <a:gd name="connsiteY19" fmla="*/ 4226560 h 5435600"/>
                  <a:gd name="connsiteX20" fmla="*/ 3926840 w 5435600"/>
                  <a:gd name="connsiteY20" fmla="*/ 3759200 h 5435600"/>
                  <a:gd name="connsiteX21" fmla="*/ 4028440 w 5435600"/>
                  <a:gd name="connsiteY21" fmla="*/ 3495040 h 5435600"/>
                  <a:gd name="connsiteX22" fmla="*/ 4201160 w 5435600"/>
                  <a:gd name="connsiteY22" fmla="*/ 3230880 h 5435600"/>
                  <a:gd name="connsiteX23" fmla="*/ 4414520 w 5435600"/>
                  <a:gd name="connsiteY23" fmla="*/ 3007360 h 5435600"/>
                  <a:gd name="connsiteX24" fmla="*/ 4678680 w 5435600"/>
                  <a:gd name="connsiteY24" fmla="*/ 2875280 h 5435600"/>
                  <a:gd name="connsiteX25" fmla="*/ 4597400 w 5435600"/>
                  <a:gd name="connsiteY25" fmla="*/ 2489200 h 5435600"/>
                  <a:gd name="connsiteX26" fmla="*/ 4231640 w 5435600"/>
                  <a:gd name="connsiteY26" fmla="*/ 2225040 h 5435600"/>
                  <a:gd name="connsiteX27" fmla="*/ 4048760 w 5435600"/>
                  <a:gd name="connsiteY27" fmla="*/ 1960880 h 5435600"/>
                  <a:gd name="connsiteX28" fmla="*/ 3916680 w 5435600"/>
                  <a:gd name="connsiteY28" fmla="*/ 1686560 h 5435600"/>
                  <a:gd name="connsiteX29" fmla="*/ 3855720 w 5435600"/>
                  <a:gd name="connsiteY29" fmla="*/ 1402080 h 5435600"/>
                  <a:gd name="connsiteX30" fmla="*/ 3855720 w 5435600"/>
                  <a:gd name="connsiteY30" fmla="*/ 1117600 h 5435600"/>
                  <a:gd name="connsiteX31" fmla="*/ 3510280 w 5435600"/>
                  <a:gd name="connsiteY31" fmla="*/ 995680 h 5435600"/>
                  <a:gd name="connsiteX32" fmla="*/ 3063240 w 5435600"/>
                  <a:gd name="connsiteY32" fmla="*/ 1158240 h 5435600"/>
                  <a:gd name="connsiteX33" fmla="*/ 2758440 w 5435600"/>
                  <a:gd name="connsiteY33" fmla="*/ 1188720 h 5435600"/>
                  <a:gd name="connsiteX34" fmla="*/ 2453640 w 5435600"/>
                  <a:gd name="connsiteY34" fmla="*/ 1178560 h 5435600"/>
                  <a:gd name="connsiteX35" fmla="*/ 2159000 w 5435600"/>
                  <a:gd name="connsiteY35" fmla="*/ 1127760 h 5435600"/>
                  <a:gd name="connsiteX36" fmla="*/ 1905000 w 5435600"/>
                  <a:gd name="connsiteY36" fmla="*/ 934720 h 5435600"/>
                  <a:gd name="connsiteX37" fmla="*/ 2717800 w 5435600"/>
                  <a:gd name="connsiteY37" fmla="*/ 0 h 5435600"/>
                  <a:gd name="connsiteX38" fmla="*/ 5435600 w 5435600"/>
                  <a:gd name="connsiteY38" fmla="*/ 2717800 h 5435600"/>
                  <a:gd name="connsiteX39" fmla="*/ 2717800 w 5435600"/>
                  <a:gd name="connsiteY39" fmla="*/ 5435600 h 5435600"/>
                  <a:gd name="connsiteX40" fmla="*/ 0 w 5435600"/>
                  <a:gd name="connsiteY40" fmla="*/ 2717800 h 5435600"/>
                  <a:gd name="connsiteX41" fmla="*/ 2717800 w 5435600"/>
                  <a:gd name="connsiteY41" fmla="*/ 0 h 5435600"/>
                  <a:gd name="connsiteX0" fmla="*/ 1905000 w 5435600"/>
                  <a:gd name="connsiteY0" fmla="*/ 934720 h 5435600"/>
                  <a:gd name="connsiteX1" fmla="*/ 1610360 w 5435600"/>
                  <a:gd name="connsiteY1" fmla="*/ 1229360 h 5435600"/>
                  <a:gd name="connsiteX2" fmla="*/ 1559560 w 5435600"/>
                  <a:gd name="connsiteY2" fmla="*/ 1645920 h 5435600"/>
                  <a:gd name="connsiteX3" fmla="*/ 1418167 w 5435600"/>
                  <a:gd name="connsiteY3" fmla="*/ 1962574 h 5435600"/>
                  <a:gd name="connsiteX4" fmla="*/ 1275080 w 5435600"/>
                  <a:gd name="connsiteY4" fmla="*/ 2204720 h 5435600"/>
                  <a:gd name="connsiteX5" fmla="*/ 1071880 w 5435600"/>
                  <a:gd name="connsiteY5" fmla="*/ 2407920 h 5435600"/>
                  <a:gd name="connsiteX6" fmla="*/ 802640 w 5435600"/>
                  <a:gd name="connsiteY6" fmla="*/ 2555240 h 5435600"/>
                  <a:gd name="connsiteX7" fmla="*/ 868680 w 5435600"/>
                  <a:gd name="connsiteY7" fmla="*/ 2926080 h 5435600"/>
                  <a:gd name="connsiteX8" fmla="*/ 1230207 w 5435600"/>
                  <a:gd name="connsiteY8" fmla="*/ 3228340 h 5435600"/>
                  <a:gd name="connsiteX9" fmla="*/ 1417320 w 5435600"/>
                  <a:gd name="connsiteY9" fmla="*/ 3444240 h 5435600"/>
                  <a:gd name="connsiteX10" fmla="*/ 1559560 w 5435600"/>
                  <a:gd name="connsiteY10" fmla="*/ 3728720 h 5435600"/>
                  <a:gd name="connsiteX11" fmla="*/ 1640840 w 5435600"/>
                  <a:gd name="connsiteY11" fmla="*/ 3992880 h 5435600"/>
                  <a:gd name="connsiteX12" fmla="*/ 1620520 w 5435600"/>
                  <a:gd name="connsiteY12" fmla="*/ 4307840 h 5435600"/>
                  <a:gd name="connsiteX13" fmla="*/ 1986280 w 5435600"/>
                  <a:gd name="connsiteY13" fmla="*/ 4419600 h 5435600"/>
                  <a:gd name="connsiteX14" fmla="*/ 2413000 w 5435600"/>
                  <a:gd name="connsiteY14" fmla="*/ 4257040 h 5435600"/>
                  <a:gd name="connsiteX15" fmla="*/ 2717800 w 5435600"/>
                  <a:gd name="connsiteY15" fmla="*/ 4216400 h 5435600"/>
                  <a:gd name="connsiteX16" fmla="*/ 3012440 w 5435600"/>
                  <a:gd name="connsiteY16" fmla="*/ 4257040 h 5435600"/>
                  <a:gd name="connsiteX17" fmla="*/ 3327400 w 5435600"/>
                  <a:gd name="connsiteY17" fmla="*/ 4323080 h 5435600"/>
                  <a:gd name="connsiteX18" fmla="*/ 3571240 w 5435600"/>
                  <a:gd name="connsiteY18" fmla="*/ 4480560 h 5435600"/>
                  <a:gd name="connsiteX19" fmla="*/ 3845560 w 5435600"/>
                  <a:gd name="connsiteY19" fmla="*/ 4226560 h 5435600"/>
                  <a:gd name="connsiteX20" fmla="*/ 3926840 w 5435600"/>
                  <a:gd name="connsiteY20" fmla="*/ 3759200 h 5435600"/>
                  <a:gd name="connsiteX21" fmla="*/ 4028440 w 5435600"/>
                  <a:gd name="connsiteY21" fmla="*/ 3495040 h 5435600"/>
                  <a:gd name="connsiteX22" fmla="*/ 4201160 w 5435600"/>
                  <a:gd name="connsiteY22" fmla="*/ 3230880 h 5435600"/>
                  <a:gd name="connsiteX23" fmla="*/ 4414520 w 5435600"/>
                  <a:gd name="connsiteY23" fmla="*/ 3007360 h 5435600"/>
                  <a:gd name="connsiteX24" fmla="*/ 4678680 w 5435600"/>
                  <a:gd name="connsiteY24" fmla="*/ 2875280 h 5435600"/>
                  <a:gd name="connsiteX25" fmla="*/ 4597400 w 5435600"/>
                  <a:gd name="connsiteY25" fmla="*/ 2489200 h 5435600"/>
                  <a:gd name="connsiteX26" fmla="*/ 4231640 w 5435600"/>
                  <a:gd name="connsiteY26" fmla="*/ 2225040 h 5435600"/>
                  <a:gd name="connsiteX27" fmla="*/ 4048760 w 5435600"/>
                  <a:gd name="connsiteY27" fmla="*/ 1960880 h 5435600"/>
                  <a:gd name="connsiteX28" fmla="*/ 3916680 w 5435600"/>
                  <a:gd name="connsiteY28" fmla="*/ 1686560 h 5435600"/>
                  <a:gd name="connsiteX29" fmla="*/ 3855720 w 5435600"/>
                  <a:gd name="connsiteY29" fmla="*/ 1402080 h 5435600"/>
                  <a:gd name="connsiteX30" fmla="*/ 3855720 w 5435600"/>
                  <a:gd name="connsiteY30" fmla="*/ 1117600 h 5435600"/>
                  <a:gd name="connsiteX31" fmla="*/ 3510280 w 5435600"/>
                  <a:gd name="connsiteY31" fmla="*/ 995680 h 5435600"/>
                  <a:gd name="connsiteX32" fmla="*/ 3063240 w 5435600"/>
                  <a:gd name="connsiteY32" fmla="*/ 1158240 h 5435600"/>
                  <a:gd name="connsiteX33" fmla="*/ 2758440 w 5435600"/>
                  <a:gd name="connsiteY33" fmla="*/ 1188720 h 5435600"/>
                  <a:gd name="connsiteX34" fmla="*/ 2453640 w 5435600"/>
                  <a:gd name="connsiteY34" fmla="*/ 1178560 h 5435600"/>
                  <a:gd name="connsiteX35" fmla="*/ 2159000 w 5435600"/>
                  <a:gd name="connsiteY35" fmla="*/ 1127760 h 5435600"/>
                  <a:gd name="connsiteX36" fmla="*/ 1905000 w 5435600"/>
                  <a:gd name="connsiteY36" fmla="*/ 934720 h 5435600"/>
                  <a:gd name="connsiteX37" fmla="*/ 2717800 w 5435600"/>
                  <a:gd name="connsiteY37" fmla="*/ 0 h 5435600"/>
                  <a:gd name="connsiteX38" fmla="*/ 5435600 w 5435600"/>
                  <a:gd name="connsiteY38" fmla="*/ 2717800 h 5435600"/>
                  <a:gd name="connsiteX39" fmla="*/ 2717800 w 5435600"/>
                  <a:gd name="connsiteY39" fmla="*/ 5435600 h 5435600"/>
                  <a:gd name="connsiteX40" fmla="*/ 0 w 5435600"/>
                  <a:gd name="connsiteY40" fmla="*/ 2717800 h 5435600"/>
                  <a:gd name="connsiteX41" fmla="*/ 2717800 w 5435600"/>
                  <a:gd name="connsiteY41" fmla="*/ 0 h 5435600"/>
                  <a:gd name="connsiteX0" fmla="*/ 1905000 w 5435600"/>
                  <a:gd name="connsiteY0" fmla="*/ 934720 h 5435600"/>
                  <a:gd name="connsiteX1" fmla="*/ 1610360 w 5435600"/>
                  <a:gd name="connsiteY1" fmla="*/ 1229360 h 5435600"/>
                  <a:gd name="connsiteX2" fmla="*/ 1559560 w 5435600"/>
                  <a:gd name="connsiteY2" fmla="*/ 1645920 h 5435600"/>
                  <a:gd name="connsiteX3" fmla="*/ 1418167 w 5435600"/>
                  <a:gd name="connsiteY3" fmla="*/ 1962574 h 5435600"/>
                  <a:gd name="connsiteX4" fmla="*/ 1275080 w 5435600"/>
                  <a:gd name="connsiteY4" fmla="*/ 2204720 h 5435600"/>
                  <a:gd name="connsiteX5" fmla="*/ 1071880 w 5435600"/>
                  <a:gd name="connsiteY5" fmla="*/ 2407920 h 5435600"/>
                  <a:gd name="connsiteX6" fmla="*/ 802640 w 5435600"/>
                  <a:gd name="connsiteY6" fmla="*/ 2555240 h 5435600"/>
                  <a:gd name="connsiteX7" fmla="*/ 868680 w 5435600"/>
                  <a:gd name="connsiteY7" fmla="*/ 2926080 h 5435600"/>
                  <a:gd name="connsiteX8" fmla="*/ 1230207 w 5435600"/>
                  <a:gd name="connsiteY8" fmla="*/ 3228340 h 5435600"/>
                  <a:gd name="connsiteX9" fmla="*/ 1417320 w 5435600"/>
                  <a:gd name="connsiteY9" fmla="*/ 3444240 h 5435600"/>
                  <a:gd name="connsiteX10" fmla="*/ 1559560 w 5435600"/>
                  <a:gd name="connsiteY10" fmla="*/ 3728720 h 5435600"/>
                  <a:gd name="connsiteX11" fmla="*/ 1640840 w 5435600"/>
                  <a:gd name="connsiteY11" fmla="*/ 3992880 h 5435600"/>
                  <a:gd name="connsiteX12" fmla="*/ 1620520 w 5435600"/>
                  <a:gd name="connsiteY12" fmla="*/ 4307840 h 5435600"/>
                  <a:gd name="connsiteX13" fmla="*/ 1986280 w 5435600"/>
                  <a:gd name="connsiteY13" fmla="*/ 4419600 h 5435600"/>
                  <a:gd name="connsiteX14" fmla="*/ 2413000 w 5435600"/>
                  <a:gd name="connsiteY14" fmla="*/ 4257040 h 5435600"/>
                  <a:gd name="connsiteX15" fmla="*/ 2717800 w 5435600"/>
                  <a:gd name="connsiteY15" fmla="*/ 4216400 h 5435600"/>
                  <a:gd name="connsiteX16" fmla="*/ 3012440 w 5435600"/>
                  <a:gd name="connsiteY16" fmla="*/ 4257040 h 5435600"/>
                  <a:gd name="connsiteX17" fmla="*/ 3327400 w 5435600"/>
                  <a:gd name="connsiteY17" fmla="*/ 4323080 h 5435600"/>
                  <a:gd name="connsiteX18" fmla="*/ 3571240 w 5435600"/>
                  <a:gd name="connsiteY18" fmla="*/ 4480560 h 5435600"/>
                  <a:gd name="connsiteX19" fmla="*/ 3845560 w 5435600"/>
                  <a:gd name="connsiteY19" fmla="*/ 4226560 h 5435600"/>
                  <a:gd name="connsiteX20" fmla="*/ 3926840 w 5435600"/>
                  <a:gd name="connsiteY20" fmla="*/ 3759200 h 5435600"/>
                  <a:gd name="connsiteX21" fmla="*/ 4028440 w 5435600"/>
                  <a:gd name="connsiteY21" fmla="*/ 3495040 h 5435600"/>
                  <a:gd name="connsiteX22" fmla="*/ 4201160 w 5435600"/>
                  <a:gd name="connsiteY22" fmla="*/ 3230880 h 5435600"/>
                  <a:gd name="connsiteX23" fmla="*/ 4414520 w 5435600"/>
                  <a:gd name="connsiteY23" fmla="*/ 3007360 h 5435600"/>
                  <a:gd name="connsiteX24" fmla="*/ 4678680 w 5435600"/>
                  <a:gd name="connsiteY24" fmla="*/ 2875280 h 5435600"/>
                  <a:gd name="connsiteX25" fmla="*/ 4597400 w 5435600"/>
                  <a:gd name="connsiteY25" fmla="*/ 2489200 h 5435600"/>
                  <a:gd name="connsiteX26" fmla="*/ 4231640 w 5435600"/>
                  <a:gd name="connsiteY26" fmla="*/ 2225040 h 5435600"/>
                  <a:gd name="connsiteX27" fmla="*/ 4048760 w 5435600"/>
                  <a:gd name="connsiteY27" fmla="*/ 1960880 h 5435600"/>
                  <a:gd name="connsiteX28" fmla="*/ 3916680 w 5435600"/>
                  <a:gd name="connsiteY28" fmla="*/ 1686560 h 5435600"/>
                  <a:gd name="connsiteX29" fmla="*/ 3815080 w 5435600"/>
                  <a:gd name="connsiteY29" fmla="*/ 1402080 h 5435600"/>
                  <a:gd name="connsiteX30" fmla="*/ 3855720 w 5435600"/>
                  <a:gd name="connsiteY30" fmla="*/ 1117600 h 5435600"/>
                  <a:gd name="connsiteX31" fmla="*/ 3510280 w 5435600"/>
                  <a:gd name="connsiteY31" fmla="*/ 995680 h 5435600"/>
                  <a:gd name="connsiteX32" fmla="*/ 3063240 w 5435600"/>
                  <a:gd name="connsiteY32" fmla="*/ 1158240 h 5435600"/>
                  <a:gd name="connsiteX33" fmla="*/ 2758440 w 5435600"/>
                  <a:gd name="connsiteY33" fmla="*/ 1188720 h 5435600"/>
                  <a:gd name="connsiteX34" fmla="*/ 2453640 w 5435600"/>
                  <a:gd name="connsiteY34" fmla="*/ 1178560 h 5435600"/>
                  <a:gd name="connsiteX35" fmla="*/ 2159000 w 5435600"/>
                  <a:gd name="connsiteY35" fmla="*/ 1127760 h 5435600"/>
                  <a:gd name="connsiteX36" fmla="*/ 1905000 w 5435600"/>
                  <a:gd name="connsiteY36" fmla="*/ 934720 h 5435600"/>
                  <a:gd name="connsiteX37" fmla="*/ 2717800 w 5435600"/>
                  <a:gd name="connsiteY37" fmla="*/ 0 h 5435600"/>
                  <a:gd name="connsiteX38" fmla="*/ 5435600 w 5435600"/>
                  <a:gd name="connsiteY38" fmla="*/ 2717800 h 5435600"/>
                  <a:gd name="connsiteX39" fmla="*/ 2717800 w 5435600"/>
                  <a:gd name="connsiteY39" fmla="*/ 5435600 h 5435600"/>
                  <a:gd name="connsiteX40" fmla="*/ 0 w 5435600"/>
                  <a:gd name="connsiteY40" fmla="*/ 2717800 h 5435600"/>
                  <a:gd name="connsiteX41" fmla="*/ 2717800 w 5435600"/>
                  <a:gd name="connsiteY41" fmla="*/ 0 h 5435600"/>
                  <a:gd name="connsiteX0" fmla="*/ 1905000 w 5435600"/>
                  <a:gd name="connsiteY0" fmla="*/ 934720 h 5435600"/>
                  <a:gd name="connsiteX1" fmla="*/ 1610360 w 5435600"/>
                  <a:gd name="connsiteY1" fmla="*/ 1229360 h 5435600"/>
                  <a:gd name="connsiteX2" fmla="*/ 1559560 w 5435600"/>
                  <a:gd name="connsiteY2" fmla="*/ 1645920 h 5435600"/>
                  <a:gd name="connsiteX3" fmla="*/ 1418167 w 5435600"/>
                  <a:gd name="connsiteY3" fmla="*/ 1962574 h 5435600"/>
                  <a:gd name="connsiteX4" fmla="*/ 1275080 w 5435600"/>
                  <a:gd name="connsiteY4" fmla="*/ 2204720 h 5435600"/>
                  <a:gd name="connsiteX5" fmla="*/ 1071880 w 5435600"/>
                  <a:gd name="connsiteY5" fmla="*/ 2407920 h 5435600"/>
                  <a:gd name="connsiteX6" fmla="*/ 802640 w 5435600"/>
                  <a:gd name="connsiteY6" fmla="*/ 2555240 h 5435600"/>
                  <a:gd name="connsiteX7" fmla="*/ 868680 w 5435600"/>
                  <a:gd name="connsiteY7" fmla="*/ 2926080 h 5435600"/>
                  <a:gd name="connsiteX8" fmla="*/ 1230207 w 5435600"/>
                  <a:gd name="connsiteY8" fmla="*/ 3228340 h 5435600"/>
                  <a:gd name="connsiteX9" fmla="*/ 1417320 w 5435600"/>
                  <a:gd name="connsiteY9" fmla="*/ 3444240 h 5435600"/>
                  <a:gd name="connsiteX10" fmla="*/ 1559560 w 5435600"/>
                  <a:gd name="connsiteY10" fmla="*/ 3728720 h 5435600"/>
                  <a:gd name="connsiteX11" fmla="*/ 1640840 w 5435600"/>
                  <a:gd name="connsiteY11" fmla="*/ 3992880 h 5435600"/>
                  <a:gd name="connsiteX12" fmla="*/ 1620520 w 5435600"/>
                  <a:gd name="connsiteY12" fmla="*/ 4307840 h 5435600"/>
                  <a:gd name="connsiteX13" fmla="*/ 1986280 w 5435600"/>
                  <a:gd name="connsiteY13" fmla="*/ 4419600 h 5435600"/>
                  <a:gd name="connsiteX14" fmla="*/ 2413000 w 5435600"/>
                  <a:gd name="connsiteY14" fmla="*/ 4257040 h 5435600"/>
                  <a:gd name="connsiteX15" fmla="*/ 2717800 w 5435600"/>
                  <a:gd name="connsiteY15" fmla="*/ 4216400 h 5435600"/>
                  <a:gd name="connsiteX16" fmla="*/ 3012440 w 5435600"/>
                  <a:gd name="connsiteY16" fmla="*/ 4257040 h 5435600"/>
                  <a:gd name="connsiteX17" fmla="*/ 3327400 w 5435600"/>
                  <a:gd name="connsiteY17" fmla="*/ 4323080 h 5435600"/>
                  <a:gd name="connsiteX18" fmla="*/ 3571240 w 5435600"/>
                  <a:gd name="connsiteY18" fmla="*/ 4480560 h 5435600"/>
                  <a:gd name="connsiteX19" fmla="*/ 3845560 w 5435600"/>
                  <a:gd name="connsiteY19" fmla="*/ 4226560 h 5435600"/>
                  <a:gd name="connsiteX20" fmla="*/ 3926840 w 5435600"/>
                  <a:gd name="connsiteY20" fmla="*/ 3759200 h 5435600"/>
                  <a:gd name="connsiteX21" fmla="*/ 4028440 w 5435600"/>
                  <a:gd name="connsiteY21" fmla="*/ 3495040 h 5435600"/>
                  <a:gd name="connsiteX22" fmla="*/ 4201160 w 5435600"/>
                  <a:gd name="connsiteY22" fmla="*/ 3230880 h 5435600"/>
                  <a:gd name="connsiteX23" fmla="*/ 4414520 w 5435600"/>
                  <a:gd name="connsiteY23" fmla="*/ 3007360 h 5435600"/>
                  <a:gd name="connsiteX24" fmla="*/ 4678680 w 5435600"/>
                  <a:gd name="connsiteY24" fmla="*/ 2875280 h 5435600"/>
                  <a:gd name="connsiteX25" fmla="*/ 4612640 w 5435600"/>
                  <a:gd name="connsiteY25" fmla="*/ 2509520 h 5435600"/>
                  <a:gd name="connsiteX26" fmla="*/ 4231640 w 5435600"/>
                  <a:gd name="connsiteY26" fmla="*/ 2225040 h 5435600"/>
                  <a:gd name="connsiteX27" fmla="*/ 4048760 w 5435600"/>
                  <a:gd name="connsiteY27" fmla="*/ 1960880 h 5435600"/>
                  <a:gd name="connsiteX28" fmla="*/ 3916680 w 5435600"/>
                  <a:gd name="connsiteY28" fmla="*/ 1686560 h 5435600"/>
                  <a:gd name="connsiteX29" fmla="*/ 3815080 w 5435600"/>
                  <a:gd name="connsiteY29" fmla="*/ 1402080 h 5435600"/>
                  <a:gd name="connsiteX30" fmla="*/ 3855720 w 5435600"/>
                  <a:gd name="connsiteY30" fmla="*/ 1117600 h 5435600"/>
                  <a:gd name="connsiteX31" fmla="*/ 3510280 w 5435600"/>
                  <a:gd name="connsiteY31" fmla="*/ 995680 h 5435600"/>
                  <a:gd name="connsiteX32" fmla="*/ 3063240 w 5435600"/>
                  <a:gd name="connsiteY32" fmla="*/ 1158240 h 5435600"/>
                  <a:gd name="connsiteX33" fmla="*/ 2758440 w 5435600"/>
                  <a:gd name="connsiteY33" fmla="*/ 1188720 h 5435600"/>
                  <a:gd name="connsiteX34" fmla="*/ 2453640 w 5435600"/>
                  <a:gd name="connsiteY34" fmla="*/ 1178560 h 5435600"/>
                  <a:gd name="connsiteX35" fmla="*/ 2159000 w 5435600"/>
                  <a:gd name="connsiteY35" fmla="*/ 1127760 h 5435600"/>
                  <a:gd name="connsiteX36" fmla="*/ 1905000 w 5435600"/>
                  <a:gd name="connsiteY36" fmla="*/ 934720 h 5435600"/>
                  <a:gd name="connsiteX37" fmla="*/ 2717800 w 5435600"/>
                  <a:gd name="connsiteY37" fmla="*/ 0 h 5435600"/>
                  <a:gd name="connsiteX38" fmla="*/ 5435600 w 5435600"/>
                  <a:gd name="connsiteY38" fmla="*/ 2717800 h 5435600"/>
                  <a:gd name="connsiteX39" fmla="*/ 2717800 w 5435600"/>
                  <a:gd name="connsiteY39" fmla="*/ 5435600 h 5435600"/>
                  <a:gd name="connsiteX40" fmla="*/ 0 w 5435600"/>
                  <a:gd name="connsiteY40" fmla="*/ 2717800 h 5435600"/>
                  <a:gd name="connsiteX41" fmla="*/ 2717800 w 5435600"/>
                  <a:gd name="connsiteY41" fmla="*/ 0 h 5435600"/>
                  <a:gd name="connsiteX0" fmla="*/ 1905000 w 5435600"/>
                  <a:gd name="connsiteY0" fmla="*/ 934720 h 5435600"/>
                  <a:gd name="connsiteX1" fmla="*/ 1610360 w 5435600"/>
                  <a:gd name="connsiteY1" fmla="*/ 1229360 h 5435600"/>
                  <a:gd name="connsiteX2" fmla="*/ 1559560 w 5435600"/>
                  <a:gd name="connsiteY2" fmla="*/ 1645920 h 5435600"/>
                  <a:gd name="connsiteX3" fmla="*/ 1418167 w 5435600"/>
                  <a:gd name="connsiteY3" fmla="*/ 1962574 h 5435600"/>
                  <a:gd name="connsiteX4" fmla="*/ 1275080 w 5435600"/>
                  <a:gd name="connsiteY4" fmla="*/ 2204720 h 5435600"/>
                  <a:gd name="connsiteX5" fmla="*/ 1071880 w 5435600"/>
                  <a:gd name="connsiteY5" fmla="*/ 2407920 h 5435600"/>
                  <a:gd name="connsiteX6" fmla="*/ 802640 w 5435600"/>
                  <a:gd name="connsiteY6" fmla="*/ 2555240 h 5435600"/>
                  <a:gd name="connsiteX7" fmla="*/ 868680 w 5435600"/>
                  <a:gd name="connsiteY7" fmla="*/ 2926080 h 5435600"/>
                  <a:gd name="connsiteX8" fmla="*/ 1230207 w 5435600"/>
                  <a:gd name="connsiteY8" fmla="*/ 3228340 h 5435600"/>
                  <a:gd name="connsiteX9" fmla="*/ 1417320 w 5435600"/>
                  <a:gd name="connsiteY9" fmla="*/ 3444240 h 5435600"/>
                  <a:gd name="connsiteX10" fmla="*/ 1559560 w 5435600"/>
                  <a:gd name="connsiteY10" fmla="*/ 3728720 h 5435600"/>
                  <a:gd name="connsiteX11" fmla="*/ 1640840 w 5435600"/>
                  <a:gd name="connsiteY11" fmla="*/ 3992880 h 5435600"/>
                  <a:gd name="connsiteX12" fmla="*/ 1620520 w 5435600"/>
                  <a:gd name="connsiteY12" fmla="*/ 4307840 h 5435600"/>
                  <a:gd name="connsiteX13" fmla="*/ 1986280 w 5435600"/>
                  <a:gd name="connsiteY13" fmla="*/ 4419600 h 5435600"/>
                  <a:gd name="connsiteX14" fmla="*/ 2413000 w 5435600"/>
                  <a:gd name="connsiteY14" fmla="*/ 4257040 h 5435600"/>
                  <a:gd name="connsiteX15" fmla="*/ 2717800 w 5435600"/>
                  <a:gd name="connsiteY15" fmla="*/ 4216400 h 5435600"/>
                  <a:gd name="connsiteX16" fmla="*/ 3012440 w 5435600"/>
                  <a:gd name="connsiteY16" fmla="*/ 4257040 h 5435600"/>
                  <a:gd name="connsiteX17" fmla="*/ 3327400 w 5435600"/>
                  <a:gd name="connsiteY17" fmla="*/ 4323080 h 5435600"/>
                  <a:gd name="connsiteX18" fmla="*/ 3571240 w 5435600"/>
                  <a:gd name="connsiteY18" fmla="*/ 4480560 h 5435600"/>
                  <a:gd name="connsiteX19" fmla="*/ 3845560 w 5435600"/>
                  <a:gd name="connsiteY19" fmla="*/ 4226560 h 5435600"/>
                  <a:gd name="connsiteX20" fmla="*/ 3926840 w 5435600"/>
                  <a:gd name="connsiteY20" fmla="*/ 3759200 h 5435600"/>
                  <a:gd name="connsiteX21" fmla="*/ 4028440 w 5435600"/>
                  <a:gd name="connsiteY21" fmla="*/ 3495040 h 5435600"/>
                  <a:gd name="connsiteX22" fmla="*/ 4201160 w 5435600"/>
                  <a:gd name="connsiteY22" fmla="*/ 3230880 h 5435600"/>
                  <a:gd name="connsiteX23" fmla="*/ 4414520 w 5435600"/>
                  <a:gd name="connsiteY23" fmla="*/ 3007360 h 5435600"/>
                  <a:gd name="connsiteX24" fmla="*/ 4678680 w 5435600"/>
                  <a:gd name="connsiteY24" fmla="*/ 2875280 h 5435600"/>
                  <a:gd name="connsiteX25" fmla="*/ 4612640 w 5435600"/>
                  <a:gd name="connsiteY25" fmla="*/ 2509520 h 5435600"/>
                  <a:gd name="connsiteX26" fmla="*/ 4231640 w 5435600"/>
                  <a:gd name="connsiteY26" fmla="*/ 2225040 h 5435600"/>
                  <a:gd name="connsiteX27" fmla="*/ 4048760 w 5435600"/>
                  <a:gd name="connsiteY27" fmla="*/ 1960880 h 5435600"/>
                  <a:gd name="connsiteX28" fmla="*/ 3916680 w 5435600"/>
                  <a:gd name="connsiteY28" fmla="*/ 1686560 h 5435600"/>
                  <a:gd name="connsiteX29" fmla="*/ 3815080 w 5435600"/>
                  <a:gd name="connsiteY29" fmla="*/ 1402080 h 5435600"/>
                  <a:gd name="connsiteX30" fmla="*/ 3855720 w 5435600"/>
                  <a:gd name="connsiteY30" fmla="*/ 1117600 h 5435600"/>
                  <a:gd name="connsiteX31" fmla="*/ 3510280 w 5435600"/>
                  <a:gd name="connsiteY31" fmla="*/ 995680 h 5435600"/>
                  <a:gd name="connsiteX32" fmla="*/ 3063240 w 5435600"/>
                  <a:gd name="connsiteY32" fmla="*/ 1158240 h 5435600"/>
                  <a:gd name="connsiteX33" fmla="*/ 2758440 w 5435600"/>
                  <a:gd name="connsiteY33" fmla="*/ 1188720 h 5435600"/>
                  <a:gd name="connsiteX34" fmla="*/ 2453640 w 5435600"/>
                  <a:gd name="connsiteY34" fmla="*/ 1178560 h 5435600"/>
                  <a:gd name="connsiteX35" fmla="*/ 2159000 w 5435600"/>
                  <a:gd name="connsiteY35" fmla="*/ 1127760 h 5435600"/>
                  <a:gd name="connsiteX36" fmla="*/ 1905000 w 5435600"/>
                  <a:gd name="connsiteY36" fmla="*/ 934720 h 5435600"/>
                  <a:gd name="connsiteX37" fmla="*/ 2717800 w 5435600"/>
                  <a:gd name="connsiteY37" fmla="*/ 0 h 5435600"/>
                  <a:gd name="connsiteX38" fmla="*/ 5435600 w 5435600"/>
                  <a:gd name="connsiteY38" fmla="*/ 2717800 h 5435600"/>
                  <a:gd name="connsiteX39" fmla="*/ 2717800 w 5435600"/>
                  <a:gd name="connsiteY39" fmla="*/ 5435600 h 5435600"/>
                  <a:gd name="connsiteX40" fmla="*/ 0 w 5435600"/>
                  <a:gd name="connsiteY40" fmla="*/ 2717800 h 5435600"/>
                  <a:gd name="connsiteX41" fmla="*/ 2717800 w 5435600"/>
                  <a:gd name="connsiteY41" fmla="*/ 0 h 5435600"/>
                  <a:gd name="connsiteX0" fmla="*/ 1905000 w 5435600"/>
                  <a:gd name="connsiteY0" fmla="*/ 934720 h 5435600"/>
                  <a:gd name="connsiteX1" fmla="*/ 1610360 w 5435600"/>
                  <a:gd name="connsiteY1" fmla="*/ 1229360 h 5435600"/>
                  <a:gd name="connsiteX2" fmla="*/ 1559560 w 5435600"/>
                  <a:gd name="connsiteY2" fmla="*/ 1645920 h 5435600"/>
                  <a:gd name="connsiteX3" fmla="*/ 1418167 w 5435600"/>
                  <a:gd name="connsiteY3" fmla="*/ 1962574 h 5435600"/>
                  <a:gd name="connsiteX4" fmla="*/ 1275080 w 5435600"/>
                  <a:gd name="connsiteY4" fmla="*/ 2204720 h 5435600"/>
                  <a:gd name="connsiteX5" fmla="*/ 1071880 w 5435600"/>
                  <a:gd name="connsiteY5" fmla="*/ 2407920 h 5435600"/>
                  <a:gd name="connsiteX6" fmla="*/ 802640 w 5435600"/>
                  <a:gd name="connsiteY6" fmla="*/ 2555240 h 5435600"/>
                  <a:gd name="connsiteX7" fmla="*/ 868680 w 5435600"/>
                  <a:gd name="connsiteY7" fmla="*/ 2926080 h 5435600"/>
                  <a:gd name="connsiteX8" fmla="*/ 1230207 w 5435600"/>
                  <a:gd name="connsiteY8" fmla="*/ 3228340 h 5435600"/>
                  <a:gd name="connsiteX9" fmla="*/ 1417320 w 5435600"/>
                  <a:gd name="connsiteY9" fmla="*/ 3444240 h 5435600"/>
                  <a:gd name="connsiteX10" fmla="*/ 1559560 w 5435600"/>
                  <a:gd name="connsiteY10" fmla="*/ 3728720 h 5435600"/>
                  <a:gd name="connsiteX11" fmla="*/ 1640840 w 5435600"/>
                  <a:gd name="connsiteY11" fmla="*/ 3992880 h 5435600"/>
                  <a:gd name="connsiteX12" fmla="*/ 1620520 w 5435600"/>
                  <a:gd name="connsiteY12" fmla="*/ 4307840 h 5435600"/>
                  <a:gd name="connsiteX13" fmla="*/ 1986280 w 5435600"/>
                  <a:gd name="connsiteY13" fmla="*/ 4419600 h 5435600"/>
                  <a:gd name="connsiteX14" fmla="*/ 2413000 w 5435600"/>
                  <a:gd name="connsiteY14" fmla="*/ 4257040 h 5435600"/>
                  <a:gd name="connsiteX15" fmla="*/ 2717800 w 5435600"/>
                  <a:gd name="connsiteY15" fmla="*/ 4216400 h 5435600"/>
                  <a:gd name="connsiteX16" fmla="*/ 3012440 w 5435600"/>
                  <a:gd name="connsiteY16" fmla="*/ 4257040 h 5435600"/>
                  <a:gd name="connsiteX17" fmla="*/ 3327400 w 5435600"/>
                  <a:gd name="connsiteY17" fmla="*/ 4323080 h 5435600"/>
                  <a:gd name="connsiteX18" fmla="*/ 3571240 w 5435600"/>
                  <a:gd name="connsiteY18" fmla="*/ 4480560 h 5435600"/>
                  <a:gd name="connsiteX19" fmla="*/ 3845560 w 5435600"/>
                  <a:gd name="connsiteY19" fmla="*/ 4226560 h 5435600"/>
                  <a:gd name="connsiteX20" fmla="*/ 3926840 w 5435600"/>
                  <a:gd name="connsiteY20" fmla="*/ 3759200 h 5435600"/>
                  <a:gd name="connsiteX21" fmla="*/ 4028440 w 5435600"/>
                  <a:gd name="connsiteY21" fmla="*/ 3495040 h 5435600"/>
                  <a:gd name="connsiteX22" fmla="*/ 4201160 w 5435600"/>
                  <a:gd name="connsiteY22" fmla="*/ 3230880 h 5435600"/>
                  <a:gd name="connsiteX23" fmla="*/ 4414520 w 5435600"/>
                  <a:gd name="connsiteY23" fmla="*/ 3007360 h 5435600"/>
                  <a:gd name="connsiteX24" fmla="*/ 4678680 w 5435600"/>
                  <a:gd name="connsiteY24" fmla="*/ 2875280 h 5435600"/>
                  <a:gd name="connsiteX25" fmla="*/ 4612640 w 5435600"/>
                  <a:gd name="connsiteY25" fmla="*/ 2509520 h 5435600"/>
                  <a:gd name="connsiteX26" fmla="*/ 4231640 w 5435600"/>
                  <a:gd name="connsiteY26" fmla="*/ 2225040 h 5435600"/>
                  <a:gd name="connsiteX27" fmla="*/ 4048760 w 5435600"/>
                  <a:gd name="connsiteY27" fmla="*/ 1960880 h 5435600"/>
                  <a:gd name="connsiteX28" fmla="*/ 3916680 w 5435600"/>
                  <a:gd name="connsiteY28" fmla="*/ 1686560 h 5435600"/>
                  <a:gd name="connsiteX29" fmla="*/ 3815080 w 5435600"/>
                  <a:gd name="connsiteY29" fmla="*/ 1402080 h 5435600"/>
                  <a:gd name="connsiteX30" fmla="*/ 3855720 w 5435600"/>
                  <a:gd name="connsiteY30" fmla="*/ 1117600 h 5435600"/>
                  <a:gd name="connsiteX31" fmla="*/ 3510280 w 5435600"/>
                  <a:gd name="connsiteY31" fmla="*/ 995680 h 5435600"/>
                  <a:gd name="connsiteX32" fmla="*/ 3063240 w 5435600"/>
                  <a:gd name="connsiteY32" fmla="*/ 1158240 h 5435600"/>
                  <a:gd name="connsiteX33" fmla="*/ 2758440 w 5435600"/>
                  <a:gd name="connsiteY33" fmla="*/ 1188720 h 5435600"/>
                  <a:gd name="connsiteX34" fmla="*/ 2453640 w 5435600"/>
                  <a:gd name="connsiteY34" fmla="*/ 1178560 h 5435600"/>
                  <a:gd name="connsiteX35" fmla="*/ 2159000 w 5435600"/>
                  <a:gd name="connsiteY35" fmla="*/ 1127760 h 5435600"/>
                  <a:gd name="connsiteX36" fmla="*/ 1905000 w 5435600"/>
                  <a:gd name="connsiteY36" fmla="*/ 934720 h 5435600"/>
                  <a:gd name="connsiteX37" fmla="*/ 2717800 w 5435600"/>
                  <a:gd name="connsiteY37" fmla="*/ 0 h 5435600"/>
                  <a:gd name="connsiteX38" fmla="*/ 5435600 w 5435600"/>
                  <a:gd name="connsiteY38" fmla="*/ 2717800 h 5435600"/>
                  <a:gd name="connsiteX39" fmla="*/ 2717800 w 5435600"/>
                  <a:gd name="connsiteY39" fmla="*/ 5435600 h 5435600"/>
                  <a:gd name="connsiteX40" fmla="*/ 0 w 5435600"/>
                  <a:gd name="connsiteY40" fmla="*/ 2717800 h 5435600"/>
                  <a:gd name="connsiteX41" fmla="*/ 2717800 w 5435600"/>
                  <a:gd name="connsiteY41" fmla="*/ 0 h 5435600"/>
                  <a:gd name="connsiteX0" fmla="*/ 1905000 w 5435600"/>
                  <a:gd name="connsiteY0" fmla="*/ 934720 h 5435600"/>
                  <a:gd name="connsiteX1" fmla="*/ 1610360 w 5435600"/>
                  <a:gd name="connsiteY1" fmla="*/ 1229360 h 5435600"/>
                  <a:gd name="connsiteX2" fmla="*/ 1559560 w 5435600"/>
                  <a:gd name="connsiteY2" fmla="*/ 1645920 h 5435600"/>
                  <a:gd name="connsiteX3" fmla="*/ 1418167 w 5435600"/>
                  <a:gd name="connsiteY3" fmla="*/ 1962574 h 5435600"/>
                  <a:gd name="connsiteX4" fmla="*/ 1275080 w 5435600"/>
                  <a:gd name="connsiteY4" fmla="*/ 2204720 h 5435600"/>
                  <a:gd name="connsiteX5" fmla="*/ 1071880 w 5435600"/>
                  <a:gd name="connsiteY5" fmla="*/ 2407920 h 5435600"/>
                  <a:gd name="connsiteX6" fmla="*/ 802640 w 5435600"/>
                  <a:gd name="connsiteY6" fmla="*/ 2555240 h 5435600"/>
                  <a:gd name="connsiteX7" fmla="*/ 868680 w 5435600"/>
                  <a:gd name="connsiteY7" fmla="*/ 2926080 h 5435600"/>
                  <a:gd name="connsiteX8" fmla="*/ 1230207 w 5435600"/>
                  <a:gd name="connsiteY8" fmla="*/ 3228340 h 5435600"/>
                  <a:gd name="connsiteX9" fmla="*/ 1417320 w 5435600"/>
                  <a:gd name="connsiteY9" fmla="*/ 3444240 h 5435600"/>
                  <a:gd name="connsiteX10" fmla="*/ 1559560 w 5435600"/>
                  <a:gd name="connsiteY10" fmla="*/ 3728720 h 5435600"/>
                  <a:gd name="connsiteX11" fmla="*/ 1640840 w 5435600"/>
                  <a:gd name="connsiteY11" fmla="*/ 3992880 h 5435600"/>
                  <a:gd name="connsiteX12" fmla="*/ 1620520 w 5435600"/>
                  <a:gd name="connsiteY12" fmla="*/ 4307840 h 5435600"/>
                  <a:gd name="connsiteX13" fmla="*/ 1986280 w 5435600"/>
                  <a:gd name="connsiteY13" fmla="*/ 4419600 h 5435600"/>
                  <a:gd name="connsiteX14" fmla="*/ 2413000 w 5435600"/>
                  <a:gd name="connsiteY14" fmla="*/ 4257040 h 5435600"/>
                  <a:gd name="connsiteX15" fmla="*/ 2717800 w 5435600"/>
                  <a:gd name="connsiteY15" fmla="*/ 4216400 h 5435600"/>
                  <a:gd name="connsiteX16" fmla="*/ 3012440 w 5435600"/>
                  <a:gd name="connsiteY16" fmla="*/ 4257040 h 5435600"/>
                  <a:gd name="connsiteX17" fmla="*/ 3327400 w 5435600"/>
                  <a:gd name="connsiteY17" fmla="*/ 4323080 h 5435600"/>
                  <a:gd name="connsiteX18" fmla="*/ 3571240 w 5435600"/>
                  <a:gd name="connsiteY18" fmla="*/ 4480560 h 5435600"/>
                  <a:gd name="connsiteX19" fmla="*/ 3845560 w 5435600"/>
                  <a:gd name="connsiteY19" fmla="*/ 4226560 h 5435600"/>
                  <a:gd name="connsiteX20" fmla="*/ 3926840 w 5435600"/>
                  <a:gd name="connsiteY20" fmla="*/ 3759200 h 5435600"/>
                  <a:gd name="connsiteX21" fmla="*/ 4028440 w 5435600"/>
                  <a:gd name="connsiteY21" fmla="*/ 3495040 h 5435600"/>
                  <a:gd name="connsiteX22" fmla="*/ 4201160 w 5435600"/>
                  <a:gd name="connsiteY22" fmla="*/ 3230880 h 5435600"/>
                  <a:gd name="connsiteX23" fmla="*/ 4414520 w 5435600"/>
                  <a:gd name="connsiteY23" fmla="*/ 3007360 h 5435600"/>
                  <a:gd name="connsiteX24" fmla="*/ 4678680 w 5435600"/>
                  <a:gd name="connsiteY24" fmla="*/ 2875280 h 5435600"/>
                  <a:gd name="connsiteX25" fmla="*/ 4612640 w 5435600"/>
                  <a:gd name="connsiteY25" fmla="*/ 2509520 h 5435600"/>
                  <a:gd name="connsiteX26" fmla="*/ 4231640 w 5435600"/>
                  <a:gd name="connsiteY26" fmla="*/ 2225040 h 5435600"/>
                  <a:gd name="connsiteX27" fmla="*/ 4048760 w 5435600"/>
                  <a:gd name="connsiteY27" fmla="*/ 1960880 h 5435600"/>
                  <a:gd name="connsiteX28" fmla="*/ 3916680 w 5435600"/>
                  <a:gd name="connsiteY28" fmla="*/ 1686560 h 5435600"/>
                  <a:gd name="connsiteX29" fmla="*/ 3815080 w 5435600"/>
                  <a:gd name="connsiteY29" fmla="*/ 1402080 h 5435600"/>
                  <a:gd name="connsiteX30" fmla="*/ 3855720 w 5435600"/>
                  <a:gd name="connsiteY30" fmla="*/ 1117600 h 5435600"/>
                  <a:gd name="connsiteX31" fmla="*/ 3510280 w 5435600"/>
                  <a:gd name="connsiteY31" fmla="*/ 995680 h 5435600"/>
                  <a:gd name="connsiteX32" fmla="*/ 3063240 w 5435600"/>
                  <a:gd name="connsiteY32" fmla="*/ 1158240 h 5435600"/>
                  <a:gd name="connsiteX33" fmla="*/ 2758440 w 5435600"/>
                  <a:gd name="connsiteY33" fmla="*/ 1188720 h 5435600"/>
                  <a:gd name="connsiteX34" fmla="*/ 2453640 w 5435600"/>
                  <a:gd name="connsiteY34" fmla="*/ 1178560 h 5435600"/>
                  <a:gd name="connsiteX35" fmla="*/ 2159000 w 5435600"/>
                  <a:gd name="connsiteY35" fmla="*/ 1127760 h 5435600"/>
                  <a:gd name="connsiteX36" fmla="*/ 1905000 w 5435600"/>
                  <a:gd name="connsiteY36" fmla="*/ 934720 h 5435600"/>
                  <a:gd name="connsiteX37" fmla="*/ 2717800 w 5435600"/>
                  <a:gd name="connsiteY37" fmla="*/ 0 h 5435600"/>
                  <a:gd name="connsiteX38" fmla="*/ 5435600 w 5435600"/>
                  <a:gd name="connsiteY38" fmla="*/ 2717800 h 5435600"/>
                  <a:gd name="connsiteX39" fmla="*/ 2717800 w 5435600"/>
                  <a:gd name="connsiteY39" fmla="*/ 5435600 h 5435600"/>
                  <a:gd name="connsiteX40" fmla="*/ 0 w 5435600"/>
                  <a:gd name="connsiteY40" fmla="*/ 2717800 h 5435600"/>
                  <a:gd name="connsiteX41" fmla="*/ 2717800 w 5435600"/>
                  <a:gd name="connsiteY41" fmla="*/ 0 h 5435600"/>
                  <a:gd name="connsiteX0" fmla="*/ 1905000 w 5435600"/>
                  <a:gd name="connsiteY0" fmla="*/ 934720 h 5435600"/>
                  <a:gd name="connsiteX1" fmla="*/ 1610360 w 5435600"/>
                  <a:gd name="connsiteY1" fmla="*/ 1229360 h 5435600"/>
                  <a:gd name="connsiteX2" fmla="*/ 1559560 w 5435600"/>
                  <a:gd name="connsiteY2" fmla="*/ 1645920 h 5435600"/>
                  <a:gd name="connsiteX3" fmla="*/ 1418167 w 5435600"/>
                  <a:gd name="connsiteY3" fmla="*/ 1962574 h 5435600"/>
                  <a:gd name="connsiteX4" fmla="*/ 1275080 w 5435600"/>
                  <a:gd name="connsiteY4" fmla="*/ 2204720 h 5435600"/>
                  <a:gd name="connsiteX5" fmla="*/ 1071880 w 5435600"/>
                  <a:gd name="connsiteY5" fmla="*/ 2407920 h 5435600"/>
                  <a:gd name="connsiteX6" fmla="*/ 802640 w 5435600"/>
                  <a:gd name="connsiteY6" fmla="*/ 2555240 h 5435600"/>
                  <a:gd name="connsiteX7" fmla="*/ 868680 w 5435600"/>
                  <a:gd name="connsiteY7" fmla="*/ 2926080 h 5435600"/>
                  <a:gd name="connsiteX8" fmla="*/ 1230207 w 5435600"/>
                  <a:gd name="connsiteY8" fmla="*/ 3228340 h 5435600"/>
                  <a:gd name="connsiteX9" fmla="*/ 1417320 w 5435600"/>
                  <a:gd name="connsiteY9" fmla="*/ 3444240 h 5435600"/>
                  <a:gd name="connsiteX10" fmla="*/ 1559560 w 5435600"/>
                  <a:gd name="connsiteY10" fmla="*/ 3728720 h 5435600"/>
                  <a:gd name="connsiteX11" fmla="*/ 1640840 w 5435600"/>
                  <a:gd name="connsiteY11" fmla="*/ 3992880 h 5435600"/>
                  <a:gd name="connsiteX12" fmla="*/ 1620520 w 5435600"/>
                  <a:gd name="connsiteY12" fmla="*/ 4307840 h 5435600"/>
                  <a:gd name="connsiteX13" fmla="*/ 1986280 w 5435600"/>
                  <a:gd name="connsiteY13" fmla="*/ 4419600 h 5435600"/>
                  <a:gd name="connsiteX14" fmla="*/ 2413000 w 5435600"/>
                  <a:gd name="connsiteY14" fmla="*/ 4257040 h 5435600"/>
                  <a:gd name="connsiteX15" fmla="*/ 2717800 w 5435600"/>
                  <a:gd name="connsiteY15" fmla="*/ 4216400 h 5435600"/>
                  <a:gd name="connsiteX16" fmla="*/ 3012440 w 5435600"/>
                  <a:gd name="connsiteY16" fmla="*/ 4257040 h 5435600"/>
                  <a:gd name="connsiteX17" fmla="*/ 3327400 w 5435600"/>
                  <a:gd name="connsiteY17" fmla="*/ 4323080 h 5435600"/>
                  <a:gd name="connsiteX18" fmla="*/ 3571240 w 5435600"/>
                  <a:gd name="connsiteY18" fmla="*/ 4480560 h 5435600"/>
                  <a:gd name="connsiteX19" fmla="*/ 3845560 w 5435600"/>
                  <a:gd name="connsiteY19" fmla="*/ 4226560 h 5435600"/>
                  <a:gd name="connsiteX20" fmla="*/ 3926840 w 5435600"/>
                  <a:gd name="connsiteY20" fmla="*/ 3759200 h 5435600"/>
                  <a:gd name="connsiteX21" fmla="*/ 4028440 w 5435600"/>
                  <a:gd name="connsiteY21" fmla="*/ 3495040 h 5435600"/>
                  <a:gd name="connsiteX22" fmla="*/ 4201160 w 5435600"/>
                  <a:gd name="connsiteY22" fmla="*/ 3230880 h 5435600"/>
                  <a:gd name="connsiteX23" fmla="*/ 4414520 w 5435600"/>
                  <a:gd name="connsiteY23" fmla="*/ 3007360 h 5435600"/>
                  <a:gd name="connsiteX24" fmla="*/ 4678680 w 5435600"/>
                  <a:gd name="connsiteY24" fmla="*/ 2875280 h 5435600"/>
                  <a:gd name="connsiteX25" fmla="*/ 4612640 w 5435600"/>
                  <a:gd name="connsiteY25" fmla="*/ 2509520 h 5435600"/>
                  <a:gd name="connsiteX26" fmla="*/ 4231640 w 5435600"/>
                  <a:gd name="connsiteY26" fmla="*/ 2225040 h 5435600"/>
                  <a:gd name="connsiteX27" fmla="*/ 4048760 w 5435600"/>
                  <a:gd name="connsiteY27" fmla="*/ 1960880 h 5435600"/>
                  <a:gd name="connsiteX28" fmla="*/ 3916680 w 5435600"/>
                  <a:gd name="connsiteY28" fmla="*/ 1686560 h 5435600"/>
                  <a:gd name="connsiteX29" fmla="*/ 3815080 w 5435600"/>
                  <a:gd name="connsiteY29" fmla="*/ 1402080 h 5435600"/>
                  <a:gd name="connsiteX30" fmla="*/ 3855720 w 5435600"/>
                  <a:gd name="connsiteY30" fmla="*/ 1117600 h 5435600"/>
                  <a:gd name="connsiteX31" fmla="*/ 3510280 w 5435600"/>
                  <a:gd name="connsiteY31" fmla="*/ 995680 h 5435600"/>
                  <a:gd name="connsiteX32" fmla="*/ 3063240 w 5435600"/>
                  <a:gd name="connsiteY32" fmla="*/ 1158240 h 5435600"/>
                  <a:gd name="connsiteX33" fmla="*/ 2758440 w 5435600"/>
                  <a:gd name="connsiteY33" fmla="*/ 1188720 h 5435600"/>
                  <a:gd name="connsiteX34" fmla="*/ 2453640 w 5435600"/>
                  <a:gd name="connsiteY34" fmla="*/ 1178560 h 5435600"/>
                  <a:gd name="connsiteX35" fmla="*/ 2159000 w 5435600"/>
                  <a:gd name="connsiteY35" fmla="*/ 1127760 h 5435600"/>
                  <a:gd name="connsiteX36" fmla="*/ 1905000 w 5435600"/>
                  <a:gd name="connsiteY36" fmla="*/ 934720 h 5435600"/>
                  <a:gd name="connsiteX37" fmla="*/ 2717800 w 5435600"/>
                  <a:gd name="connsiteY37" fmla="*/ 0 h 5435600"/>
                  <a:gd name="connsiteX38" fmla="*/ 5435600 w 5435600"/>
                  <a:gd name="connsiteY38" fmla="*/ 2717800 h 5435600"/>
                  <a:gd name="connsiteX39" fmla="*/ 2717800 w 5435600"/>
                  <a:gd name="connsiteY39" fmla="*/ 5435600 h 5435600"/>
                  <a:gd name="connsiteX40" fmla="*/ 0 w 5435600"/>
                  <a:gd name="connsiteY40" fmla="*/ 2717800 h 5435600"/>
                  <a:gd name="connsiteX41" fmla="*/ 2717800 w 5435600"/>
                  <a:gd name="connsiteY41" fmla="*/ 0 h 5435600"/>
                  <a:gd name="connsiteX0" fmla="*/ 1905000 w 5435600"/>
                  <a:gd name="connsiteY0" fmla="*/ 934720 h 5435600"/>
                  <a:gd name="connsiteX1" fmla="*/ 1610360 w 5435600"/>
                  <a:gd name="connsiteY1" fmla="*/ 1229360 h 5435600"/>
                  <a:gd name="connsiteX2" fmla="*/ 1559560 w 5435600"/>
                  <a:gd name="connsiteY2" fmla="*/ 1645920 h 5435600"/>
                  <a:gd name="connsiteX3" fmla="*/ 1418167 w 5435600"/>
                  <a:gd name="connsiteY3" fmla="*/ 1962574 h 5435600"/>
                  <a:gd name="connsiteX4" fmla="*/ 1275080 w 5435600"/>
                  <a:gd name="connsiteY4" fmla="*/ 2204720 h 5435600"/>
                  <a:gd name="connsiteX5" fmla="*/ 1071880 w 5435600"/>
                  <a:gd name="connsiteY5" fmla="*/ 2407920 h 5435600"/>
                  <a:gd name="connsiteX6" fmla="*/ 802640 w 5435600"/>
                  <a:gd name="connsiteY6" fmla="*/ 2555240 h 5435600"/>
                  <a:gd name="connsiteX7" fmla="*/ 868680 w 5435600"/>
                  <a:gd name="connsiteY7" fmla="*/ 2926080 h 5435600"/>
                  <a:gd name="connsiteX8" fmla="*/ 1230207 w 5435600"/>
                  <a:gd name="connsiteY8" fmla="*/ 3228340 h 5435600"/>
                  <a:gd name="connsiteX9" fmla="*/ 1417320 w 5435600"/>
                  <a:gd name="connsiteY9" fmla="*/ 3444240 h 5435600"/>
                  <a:gd name="connsiteX10" fmla="*/ 1559560 w 5435600"/>
                  <a:gd name="connsiteY10" fmla="*/ 3728720 h 5435600"/>
                  <a:gd name="connsiteX11" fmla="*/ 1640840 w 5435600"/>
                  <a:gd name="connsiteY11" fmla="*/ 3992880 h 5435600"/>
                  <a:gd name="connsiteX12" fmla="*/ 1620520 w 5435600"/>
                  <a:gd name="connsiteY12" fmla="*/ 4307840 h 5435600"/>
                  <a:gd name="connsiteX13" fmla="*/ 1986280 w 5435600"/>
                  <a:gd name="connsiteY13" fmla="*/ 4419600 h 5435600"/>
                  <a:gd name="connsiteX14" fmla="*/ 2413000 w 5435600"/>
                  <a:gd name="connsiteY14" fmla="*/ 4257040 h 5435600"/>
                  <a:gd name="connsiteX15" fmla="*/ 2717800 w 5435600"/>
                  <a:gd name="connsiteY15" fmla="*/ 4216400 h 5435600"/>
                  <a:gd name="connsiteX16" fmla="*/ 3012440 w 5435600"/>
                  <a:gd name="connsiteY16" fmla="*/ 4257040 h 5435600"/>
                  <a:gd name="connsiteX17" fmla="*/ 3327400 w 5435600"/>
                  <a:gd name="connsiteY17" fmla="*/ 4323080 h 5435600"/>
                  <a:gd name="connsiteX18" fmla="*/ 3571240 w 5435600"/>
                  <a:gd name="connsiteY18" fmla="*/ 4480560 h 5435600"/>
                  <a:gd name="connsiteX19" fmla="*/ 3845560 w 5435600"/>
                  <a:gd name="connsiteY19" fmla="*/ 4226560 h 5435600"/>
                  <a:gd name="connsiteX20" fmla="*/ 3926840 w 5435600"/>
                  <a:gd name="connsiteY20" fmla="*/ 3759200 h 5435600"/>
                  <a:gd name="connsiteX21" fmla="*/ 4028440 w 5435600"/>
                  <a:gd name="connsiteY21" fmla="*/ 3495040 h 5435600"/>
                  <a:gd name="connsiteX22" fmla="*/ 4201160 w 5435600"/>
                  <a:gd name="connsiteY22" fmla="*/ 3230880 h 5435600"/>
                  <a:gd name="connsiteX23" fmla="*/ 4414520 w 5435600"/>
                  <a:gd name="connsiteY23" fmla="*/ 3007360 h 5435600"/>
                  <a:gd name="connsiteX24" fmla="*/ 4678680 w 5435600"/>
                  <a:gd name="connsiteY24" fmla="*/ 2875280 h 5435600"/>
                  <a:gd name="connsiteX25" fmla="*/ 4612640 w 5435600"/>
                  <a:gd name="connsiteY25" fmla="*/ 2509520 h 5435600"/>
                  <a:gd name="connsiteX26" fmla="*/ 4231640 w 5435600"/>
                  <a:gd name="connsiteY26" fmla="*/ 2225040 h 5435600"/>
                  <a:gd name="connsiteX27" fmla="*/ 4048760 w 5435600"/>
                  <a:gd name="connsiteY27" fmla="*/ 1960880 h 5435600"/>
                  <a:gd name="connsiteX28" fmla="*/ 3916680 w 5435600"/>
                  <a:gd name="connsiteY28" fmla="*/ 1686560 h 5435600"/>
                  <a:gd name="connsiteX29" fmla="*/ 3815080 w 5435600"/>
                  <a:gd name="connsiteY29" fmla="*/ 1402080 h 5435600"/>
                  <a:gd name="connsiteX30" fmla="*/ 3855720 w 5435600"/>
                  <a:gd name="connsiteY30" fmla="*/ 1117600 h 5435600"/>
                  <a:gd name="connsiteX31" fmla="*/ 3510280 w 5435600"/>
                  <a:gd name="connsiteY31" fmla="*/ 995680 h 5435600"/>
                  <a:gd name="connsiteX32" fmla="*/ 3063240 w 5435600"/>
                  <a:gd name="connsiteY32" fmla="*/ 1158240 h 5435600"/>
                  <a:gd name="connsiteX33" fmla="*/ 2758440 w 5435600"/>
                  <a:gd name="connsiteY33" fmla="*/ 1209040 h 5435600"/>
                  <a:gd name="connsiteX34" fmla="*/ 2453640 w 5435600"/>
                  <a:gd name="connsiteY34" fmla="*/ 1178560 h 5435600"/>
                  <a:gd name="connsiteX35" fmla="*/ 2159000 w 5435600"/>
                  <a:gd name="connsiteY35" fmla="*/ 1127760 h 5435600"/>
                  <a:gd name="connsiteX36" fmla="*/ 1905000 w 5435600"/>
                  <a:gd name="connsiteY36" fmla="*/ 934720 h 5435600"/>
                  <a:gd name="connsiteX37" fmla="*/ 2717800 w 5435600"/>
                  <a:gd name="connsiteY37" fmla="*/ 0 h 5435600"/>
                  <a:gd name="connsiteX38" fmla="*/ 5435600 w 5435600"/>
                  <a:gd name="connsiteY38" fmla="*/ 2717800 h 5435600"/>
                  <a:gd name="connsiteX39" fmla="*/ 2717800 w 5435600"/>
                  <a:gd name="connsiteY39" fmla="*/ 5435600 h 5435600"/>
                  <a:gd name="connsiteX40" fmla="*/ 0 w 5435600"/>
                  <a:gd name="connsiteY40" fmla="*/ 2717800 h 5435600"/>
                  <a:gd name="connsiteX41" fmla="*/ 2717800 w 5435600"/>
                  <a:gd name="connsiteY41" fmla="*/ 0 h 5435600"/>
                  <a:gd name="connsiteX0" fmla="*/ 1905000 w 5435600"/>
                  <a:gd name="connsiteY0" fmla="*/ 934720 h 5435600"/>
                  <a:gd name="connsiteX1" fmla="*/ 1610360 w 5435600"/>
                  <a:gd name="connsiteY1" fmla="*/ 1229360 h 5435600"/>
                  <a:gd name="connsiteX2" fmla="*/ 1559560 w 5435600"/>
                  <a:gd name="connsiteY2" fmla="*/ 1645920 h 5435600"/>
                  <a:gd name="connsiteX3" fmla="*/ 1418167 w 5435600"/>
                  <a:gd name="connsiteY3" fmla="*/ 1962574 h 5435600"/>
                  <a:gd name="connsiteX4" fmla="*/ 1275080 w 5435600"/>
                  <a:gd name="connsiteY4" fmla="*/ 2204720 h 5435600"/>
                  <a:gd name="connsiteX5" fmla="*/ 1071880 w 5435600"/>
                  <a:gd name="connsiteY5" fmla="*/ 2407920 h 5435600"/>
                  <a:gd name="connsiteX6" fmla="*/ 802640 w 5435600"/>
                  <a:gd name="connsiteY6" fmla="*/ 2555240 h 5435600"/>
                  <a:gd name="connsiteX7" fmla="*/ 868680 w 5435600"/>
                  <a:gd name="connsiteY7" fmla="*/ 2926080 h 5435600"/>
                  <a:gd name="connsiteX8" fmla="*/ 1230207 w 5435600"/>
                  <a:gd name="connsiteY8" fmla="*/ 3228340 h 5435600"/>
                  <a:gd name="connsiteX9" fmla="*/ 1417320 w 5435600"/>
                  <a:gd name="connsiteY9" fmla="*/ 3444240 h 5435600"/>
                  <a:gd name="connsiteX10" fmla="*/ 1559560 w 5435600"/>
                  <a:gd name="connsiteY10" fmla="*/ 3728720 h 5435600"/>
                  <a:gd name="connsiteX11" fmla="*/ 1640840 w 5435600"/>
                  <a:gd name="connsiteY11" fmla="*/ 3992880 h 5435600"/>
                  <a:gd name="connsiteX12" fmla="*/ 1620520 w 5435600"/>
                  <a:gd name="connsiteY12" fmla="*/ 4307840 h 5435600"/>
                  <a:gd name="connsiteX13" fmla="*/ 1986280 w 5435600"/>
                  <a:gd name="connsiteY13" fmla="*/ 4419600 h 5435600"/>
                  <a:gd name="connsiteX14" fmla="*/ 2413000 w 5435600"/>
                  <a:gd name="connsiteY14" fmla="*/ 4257040 h 5435600"/>
                  <a:gd name="connsiteX15" fmla="*/ 2717800 w 5435600"/>
                  <a:gd name="connsiteY15" fmla="*/ 4216400 h 5435600"/>
                  <a:gd name="connsiteX16" fmla="*/ 3012440 w 5435600"/>
                  <a:gd name="connsiteY16" fmla="*/ 4257040 h 5435600"/>
                  <a:gd name="connsiteX17" fmla="*/ 3327400 w 5435600"/>
                  <a:gd name="connsiteY17" fmla="*/ 4323080 h 5435600"/>
                  <a:gd name="connsiteX18" fmla="*/ 3571240 w 5435600"/>
                  <a:gd name="connsiteY18" fmla="*/ 4480560 h 5435600"/>
                  <a:gd name="connsiteX19" fmla="*/ 3845560 w 5435600"/>
                  <a:gd name="connsiteY19" fmla="*/ 4226560 h 5435600"/>
                  <a:gd name="connsiteX20" fmla="*/ 3926840 w 5435600"/>
                  <a:gd name="connsiteY20" fmla="*/ 3759200 h 5435600"/>
                  <a:gd name="connsiteX21" fmla="*/ 4028440 w 5435600"/>
                  <a:gd name="connsiteY21" fmla="*/ 3495040 h 5435600"/>
                  <a:gd name="connsiteX22" fmla="*/ 4201160 w 5435600"/>
                  <a:gd name="connsiteY22" fmla="*/ 3230880 h 5435600"/>
                  <a:gd name="connsiteX23" fmla="*/ 4414520 w 5435600"/>
                  <a:gd name="connsiteY23" fmla="*/ 3007360 h 5435600"/>
                  <a:gd name="connsiteX24" fmla="*/ 4678680 w 5435600"/>
                  <a:gd name="connsiteY24" fmla="*/ 2875280 h 5435600"/>
                  <a:gd name="connsiteX25" fmla="*/ 4612640 w 5435600"/>
                  <a:gd name="connsiteY25" fmla="*/ 2509520 h 5435600"/>
                  <a:gd name="connsiteX26" fmla="*/ 4231640 w 5435600"/>
                  <a:gd name="connsiteY26" fmla="*/ 2225040 h 5435600"/>
                  <a:gd name="connsiteX27" fmla="*/ 4048760 w 5435600"/>
                  <a:gd name="connsiteY27" fmla="*/ 1960880 h 5435600"/>
                  <a:gd name="connsiteX28" fmla="*/ 3916680 w 5435600"/>
                  <a:gd name="connsiteY28" fmla="*/ 1686560 h 5435600"/>
                  <a:gd name="connsiteX29" fmla="*/ 3815080 w 5435600"/>
                  <a:gd name="connsiteY29" fmla="*/ 1402080 h 5435600"/>
                  <a:gd name="connsiteX30" fmla="*/ 3855720 w 5435600"/>
                  <a:gd name="connsiteY30" fmla="*/ 1117600 h 5435600"/>
                  <a:gd name="connsiteX31" fmla="*/ 3510280 w 5435600"/>
                  <a:gd name="connsiteY31" fmla="*/ 995680 h 5435600"/>
                  <a:gd name="connsiteX32" fmla="*/ 3063240 w 5435600"/>
                  <a:gd name="connsiteY32" fmla="*/ 1158240 h 5435600"/>
                  <a:gd name="connsiteX33" fmla="*/ 2758440 w 5435600"/>
                  <a:gd name="connsiteY33" fmla="*/ 1209040 h 5435600"/>
                  <a:gd name="connsiteX34" fmla="*/ 2453640 w 5435600"/>
                  <a:gd name="connsiteY34" fmla="*/ 1178560 h 5435600"/>
                  <a:gd name="connsiteX35" fmla="*/ 2159000 w 5435600"/>
                  <a:gd name="connsiteY35" fmla="*/ 1127760 h 5435600"/>
                  <a:gd name="connsiteX36" fmla="*/ 1905000 w 5435600"/>
                  <a:gd name="connsiteY36" fmla="*/ 934720 h 5435600"/>
                  <a:gd name="connsiteX37" fmla="*/ 2717800 w 5435600"/>
                  <a:gd name="connsiteY37" fmla="*/ 0 h 5435600"/>
                  <a:gd name="connsiteX38" fmla="*/ 5435600 w 5435600"/>
                  <a:gd name="connsiteY38" fmla="*/ 2717800 h 5435600"/>
                  <a:gd name="connsiteX39" fmla="*/ 2717800 w 5435600"/>
                  <a:gd name="connsiteY39" fmla="*/ 5435600 h 5435600"/>
                  <a:gd name="connsiteX40" fmla="*/ 0 w 5435600"/>
                  <a:gd name="connsiteY40" fmla="*/ 2717800 h 5435600"/>
                  <a:gd name="connsiteX41" fmla="*/ 2717800 w 5435600"/>
                  <a:gd name="connsiteY41" fmla="*/ 0 h 5435600"/>
                  <a:gd name="connsiteX0" fmla="*/ 1905000 w 5435600"/>
                  <a:gd name="connsiteY0" fmla="*/ 934720 h 5435600"/>
                  <a:gd name="connsiteX1" fmla="*/ 1610360 w 5435600"/>
                  <a:gd name="connsiteY1" fmla="*/ 1229360 h 5435600"/>
                  <a:gd name="connsiteX2" fmla="*/ 1559560 w 5435600"/>
                  <a:gd name="connsiteY2" fmla="*/ 1645920 h 5435600"/>
                  <a:gd name="connsiteX3" fmla="*/ 1418167 w 5435600"/>
                  <a:gd name="connsiteY3" fmla="*/ 1962574 h 5435600"/>
                  <a:gd name="connsiteX4" fmla="*/ 1275080 w 5435600"/>
                  <a:gd name="connsiteY4" fmla="*/ 2204720 h 5435600"/>
                  <a:gd name="connsiteX5" fmla="*/ 1071880 w 5435600"/>
                  <a:gd name="connsiteY5" fmla="*/ 2407920 h 5435600"/>
                  <a:gd name="connsiteX6" fmla="*/ 802640 w 5435600"/>
                  <a:gd name="connsiteY6" fmla="*/ 2555240 h 5435600"/>
                  <a:gd name="connsiteX7" fmla="*/ 868680 w 5435600"/>
                  <a:gd name="connsiteY7" fmla="*/ 2926080 h 5435600"/>
                  <a:gd name="connsiteX8" fmla="*/ 1230207 w 5435600"/>
                  <a:gd name="connsiteY8" fmla="*/ 3228340 h 5435600"/>
                  <a:gd name="connsiteX9" fmla="*/ 1417320 w 5435600"/>
                  <a:gd name="connsiteY9" fmla="*/ 3444240 h 5435600"/>
                  <a:gd name="connsiteX10" fmla="*/ 1559560 w 5435600"/>
                  <a:gd name="connsiteY10" fmla="*/ 3728720 h 5435600"/>
                  <a:gd name="connsiteX11" fmla="*/ 1640840 w 5435600"/>
                  <a:gd name="connsiteY11" fmla="*/ 3992880 h 5435600"/>
                  <a:gd name="connsiteX12" fmla="*/ 1620520 w 5435600"/>
                  <a:gd name="connsiteY12" fmla="*/ 4307840 h 5435600"/>
                  <a:gd name="connsiteX13" fmla="*/ 1986280 w 5435600"/>
                  <a:gd name="connsiteY13" fmla="*/ 4419600 h 5435600"/>
                  <a:gd name="connsiteX14" fmla="*/ 2413000 w 5435600"/>
                  <a:gd name="connsiteY14" fmla="*/ 4257040 h 5435600"/>
                  <a:gd name="connsiteX15" fmla="*/ 2717800 w 5435600"/>
                  <a:gd name="connsiteY15" fmla="*/ 4216400 h 5435600"/>
                  <a:gd name="connsiteX16" fmla="*/ 3012440 w 5435600"/>
                  <a:gd name="connsiteY16" fmla="*/ 4257040 h 5435600"/>
                  <a:gd name="connsiteX17" fmla="*/ 3327400 w 5435600"/>
                  <a:gd name="connsiteY17" fmla="*/ 4323080 h 5435600"/>
                  <a:gd name="connsiteX18" fmla="*/ 3571240 w 5435600"/>
                  <a:gd name="connsiteY18" fmla="*/ 4480560 h 5435600"/>
                  <a:gd name="connsiteX19" fmla="*/ 3845560 w 5435600"/>
                  <a:gd name="connsiteY19" fmla="*/ 4226560 h 5435600"/>
                  <a:gd name="connsiteX20" fmla="*/ 3926840 w 5435600"/>
                  <a:gd name="connsiteY20" fmla="*/ 3759200 h 5435600"/>
                  <a:gd name="connsiteX21" fmla="*/ 4028440 w 5435600"/>
                  <a:gd name="connsiteY21" fmla="*/ 3495040 h 5435600"/>
                  <a:gd name="connsiteX22" fmla="*/ 4201160 w 5435600"/>
                  <a:gd name="connsiteY22" fmla="*/ 3230880 h 5435600"/>
                  <a:gd name="connsiteX23" fmla="*/ 4414520 w 5435600"/>
                  <a:gd name="connsiteY23" fmla="*/ 3007360 h 5435600"/>
                  <a:gd name="connsiteX24" fmla="*/ 4678680 w 5435600"/>
                  <a:gd name="connsiteY24" fmla="*/ 2875280 h 5435600"/>
                  <a:gd name="connsiteX25" fmla="*/ 4612640 w 5435600"/>
                  <a:gd name="connsiteY25" fmla="*/ 2509520 h 5435600"/>
                  <a:gd name="connsiteX26" fmla="*/ 4231640 w 5435600"/>
                  <a:gd name="connsiteY26" fmla="*/ 2225040 h 5435600"/>
                  <a:gd name="connsiteX27" fmla="*/ 4048760 w 5435600"/>
                  <a:gd name="connsiteY27" fmla="*/ 1960880 h 5435600"/>
                  <a:gd name="connsiteX28" fmla="*/ 3916680 w 5435600"/>
                  <a:gd name="connsiteY28" fmla="*/ 1686560 h 5435600"/>
                  <a:gd name="connsiteX29" fmla="*/ 3815080 w 5435600"/>
                  <a:gd name="connsiteY29" fmla="*/ 1402080 h 5435600"/>
                  <a:gd name="connsiteX30" fmla="*/ 3855720 w 5435600"/>
                  <a:gd name="connsiteY30" fmla="*/ 1117600 h 5435600"/>
                  <a:gd name="connsiteX31" fmla="*/ 3510280 w 5435600"/>
                  <a:gd name="connsiteY31" fmla="*/ 995680 h 5435600"/>
                  <a:gd name="connsiteX32" fmla="*/ 3063240 w 5435600"/>
                  <a:gd name="connsiteY32" fmla="*/ 1158240 h 5435600"/>
                  <a:gd name="connsiteX33" fmla="*/ 2758440 w 5435600"/>
                  <a:gd name="connsiteY33" fmla="*/ 1209040 h 5435600"/>
                  <a:gd name="connsiteX34" fmla="*/ 2453640 w 5435600"/>
                  <a:gd name="connsiteY34" fmla="*/ 1178560 h 5435600"/>
                  <a:gd name="connsiteX35" fmla="*/ 2159000 w 5435600"/>
                  <a:gd name="connsiteY35" fmla="*/ 1127760 h 5435600"/>
                  <a:gd name="connsiteX36" fmla="*/ 1905000 w 5435600"/>
                  <a:gd name="connsiteY36" fmla="*/ 934720 h 5435600"/>
                  <a:gd name="connsiteX37" fmla="*/ 2717800 w 5435600"/>
                  <a:gd name="connsiteY37" fmla="*/ 0 h 5435600"/>
                  <a:gd name="connsiteX38" fmla="*/ 5435600 w 5435600"/>
                  <a:gd name="connsiteY38" fmla="*/ 2717800 h 5435600"/>
                  <a:gd name="connsiteX39" fmla="*/ 2717800 w 5435600"/>
                  <a:gd name="connsiteY39" fmla="*/ 5435600 h 5435600"/>
                  <a:gd name="connsiteX40" fmla="*/ 0 w 5435600"/>
                  <a:gd name="connsiteY40" fmla="*/ 2717800 h 5435600"/>
                  <a:gd name="connsiteX41" fmla="*/ 2717800 w 5435600"/>
                  <a:gd name="connsiteY41" fmla="*/ 0 h 5435600"/>
                  <a:gd name="connsiteX0" fmla="*/ 1905000 w 5435600"/>
                  <a:gd name="connsiteY0" fmla="*/ 934720 h 5435600"/>
                  <a:gd name="connsiteX1" fmla="*/ 1610360 w 5435600"/>
                  <a:gd name="connsiteY1" fmla="*/ 1229360 h 5435600"/>
                  <a:gd name="connsiteX2" fmla="*/ 1559560 w 5435600"/>
                  <a:gd name="connsiteY2" fmla="*/ 1645920 h 5435600"/>
                  <a:gd name="connsiteX3" fmla="*/ 1418167 w 5435600"/>
                  <a:gd name="connsiteY3" fmla="*/ 1962574 h 5435600"/>
                  <a:gd name="connsiteX4" fmla="*/ 1275080 w 5435600"/>
                  <a:gd name="connsiteY4" fmla="*/ 2204720 h 5435600"/>
                  <a:gd name="connsiteX5" fmla="*/ 1071880 w 5435600"/>
                  <a:gd name="connsiteY5" fmla="*/ 2407920 h 5435600"/>
                  <a:gd name="connsiteX6" fmla="*/ 802640 w 5435600"/>
                  <a:gd name="connsiteY6" fmla="*/ 2555240 h 5435600"/>
                  <a:gd name="connsiteX7" fmla="*/ 868680 w 5435600"/>
                  <a:gd name="connsiteY7" fmla="*/ 2926080 h 5435600"/>
                  <a:gd name="connsiteX8" fmla="*/ 1230207 w 5435600"/>
                  <a:gd name="connsiteY8" fmla="*/ 3228340 h 5435600"/>
                  <a:gd name="connsiteX9" fmla="*/ 1417320 w 5435600"/>
                  <a:gd name="connsiteY9" fmla="*/ 3444240 h 5435600"/>
                  <a:gd name="connsiteX10" fmla="*/ 1559560 w 5435600"/>
                  <a:gd name="connsiteY10" fmla="*/ 3728720 h 5435600"/>
                  <a:gd name="connsiteX11" fmla="*/ 1640840 w 5435600"/>
                  <a:gd name="connsiteY11" fmla="*/ 3992880 h 5435600"/>
                  <a:gd name="connsiteX12" fmla="*/ 1620520 w 5435600"/>
                  <a:gd name="connsiteY12" fmla="*/ 4307840 h 5435600"/>
                  <a:gd name="connsiteX13" fmla="*/ 1986280 w 5435600"/>
                  <a:gd name="connsiteY13" fmla="*/ 4419600 h 5435600"/>
                  <a:gd name="connsiteX14" fmla="*/ 2413000 w 5435600"/>
                  <a:gd name="connsiteY14" fmla="*/ 4257040 h 5435600"/>
                  <a:gd name="connsiteX15" fmla="*/ 2717800 w 5435600"/>
                  <a:gd name="connsiteY15" fmla="*/ 4216400 h 5435600"/>
                  <a:gd name="connsiteX16" fmla="*/ 3012440 w 5435600"/>
                  <a:gd name="connsiteY16" fmla="*/ 4257040 h 5435600"/>
                  <a:gd name="connsiteX17" fmla="*/ 3327400 w 5435600"/>
                  <a:gd name="connsiteY17" fmla="*/ 4323080 h 5435600"/>
                  <a:gd name="connsiteX18" fmla="*/ 3571240 w 5435600"/>
                  <a:gd name="connsiteY18" fmla="*/ 4480560 h 5435600"/>
                  <a:gd name="connsiteX19" fmla="*/ 3845560 w 5435600"/>
                  <a:gd name="connsiteY19" fmla="*/ 4226560 h 5435600"/>
                  <a:gd name="connsiteX20" fmla="*/ 3926840 w 5435600"/>
                  <a:gd name="connsiteY20" fmla="*/ 3759200 h 5435600"/>
                  <a:gd name="connsiteX21" fmla="*/ 4028440 w 5435600"/>
                  <a:gd name="connsiteY21" fmla="*/ 3495040 h 5435600"/>
                  <a:gd name="connsiteX22" fmla="*/ 4201160 w 5435600"/>
                  <a:gd name="connsiteY22" fmla="*/ 3230880 h 5435600"/>
                  <a:gd name="connsiteX23" fmla="*/ 4414520 w 5435600"/>
                  <a:gd name="connsiteY23" fmla="*/ 3007360 h 5435600"/>
                  <a:gd name="connsiteX24" fmla="*/ 4678680 w 5435600"/>
                  <a:gd name="connsiteY24" fmla="*/ 2875280 h 5435600"/>
                  <a:gd name="connsiteX25" fmla="*/ 4612640 w 5435600"/>
                  <a:gd name="connsiteY25" fmla="*/ 2509520 h 5435600"/>
                  <a:gd name="connsiteX26" fmla="*/ 4231640 w 5435600"/>
                  <a:gd name="connsiteY26" fmla="*/ 2225040 h 5435600"/>
                  <a:gd name="connsiteX27" fmla="*/ 4048760 w 5435600"/>
                  <a:gd name="connsiteY27" fmla="*/ 1960880 h 5435600"/>
                  <a:gd name="connsiteX28" fmla="*/ 3916680 w 5435600"/>
                  <a:gd name="connsiteY28" fmla="*/ 1686560 h 5435600"/>
                  <a:gd name="connsiteX29" fmla="*/ 3815080 w 5435600"/>
                  <a:gd name="connsiteY29" fmla="*/ 1402080 h 5435600"/>
                  <a:gd name="connsiteX30" fmla="*/ 3855720 w 5435600"/>
                  <a:gd name="connsiteY30" fmla="*/ 1117600 h 5435600"/>
                  <a:gd name="connsiteX31" fmla="*/ 3510280 w 5435600"/>
                  <a:gd name="connsiteY31" fmla="*/ 995680 h 5435600"/>
                  <a:gd name="connsiteX32" fmla="*/ 3063240 w 5435600"/>
                  <a:gd name="connsiteY32" fmla="*/ 1158240 h 5435600"/>
                  <a:gd name="connsiteX33" fmla="*/ 2758440 w 5435600"/>
                  <a:gd name="connsiteY33" fmla="*/ 1209040 h 5435600"/>
                  <a:gd name="connsiteX34" fmla="*/ 2453640 w 5435600"/>
                  <a:gd name="connsiteY34" fmla="*/ 1178560 h 5435600"/>
                  <a:gd name="connsiteX35" fmla="*/ 2159000 w 5435600"/>
                  <a:gd name="connsiteY35" fmla="*/ 1127760 h 5435600"/>
                  <a:gd name="connsiteX36" fmla="*/ 1905000 w 5435600"/>
                  <a:gd name="connsiteY36" fmla="*/ 934720 h 5435600"/>
                  <a:gd name="connsiteX37" fmla="*/ 2717800 w 5435600"/>
                  <a:gd name="connsiteY37" fmla="*/ 0 h 5435600"/>
                  <a:gd name="connsiteX38" fmla="*/ 5435600 w 5435600"/>
                  <a:gd name="connsiteY38" fmla="*/ 2717800 h 5435600"/>
                  <a:gd name="connsiteX39" fmla="*/ 2717800 w 5435600"/>
                  <a:gd name="connsiteY39" fmla="*/ 5435600 h 5435600"/>
                  <a:gd name="connsiteX40" fmla="*/ 0 w 5435600"/>
                  <a:gd name="connsiteY40" fmla="*/ 2717800 h 5435600"/>
                  <a:gd name="connsiteX41" fmla="*/ 2717800 w 5435600"/>
                  <a:gd name="connsiteY41" fmla="*/ 0 h 5435600"/>
                  <a:gd name="connsiteX0" fmla="*/ 1905000 w 5435600"/>
                  <a:gd name="connsiteY0" fmla="*/ 934720 h 5435600"/>
                  <a:gd name="connsiteX1" fmla="*/ 1610360 w 5435600"/>
                  <a:gd name="connsiteY1" fmla="*/ 1229360 h 5435600"/>
                  <a:gd name="connsiteX2" fmla="*/ 1559560 w 5435600"/>
                  <a:gd name="connsiteY2" fmla="*/ 1645920 h 5435600"/>
                  <a:gd name="connsiteX3" fmla="*/ 1418167 w 5435600"/>
                  <a:gd name="connsiteY3" fmla="*/ 1962574 h 5435600"/>
                  <a:gd name="connsiteX4" fmla="*/ 1275080 w 5435600"/>
                  <a:gd name="connsiteY4" fmla="*/ 2204720 h 5435600"/>
                  <a:gd name="connsiteX5" fmla="*/ 1071880 w 5435600"/>
                  <a:gd name="connsiteY5" fmla="*/ 2407920 h 5435600"/>
                  <a:gd name="connsiteX6" fmla="*/ 802640 w 5435600"/>
                  <a:gd name="connsiteY6" fmla="*/ 2555240 h 5435600"/>
                  <a:gd name="connsiteX7" fmla="*/ 868680 w 5435600"/>
                  <a:gd name="connsiteY7" fmla="*/ 2926080 h 5435600"/>
                  <a:gd name="connsiteX8" fmla="*/ 1230207 w 5435600"/>
                  <a:gd name="connsiteY8" fmla="*/ 3228340 h 5435600"/>
                  <a:gd name="connsiteX9" fmla="*/ 1417320 w 5435600"/>
                  <a:gd name="connsiteY9" fmla="*/ 3444240 h 5435600"/>
                  <a:gd name="connsiteX10" fmla="*/ 1559560 w 5435600"/>
                  <a:gd name="connsiteY10" fmla="*/ 3728720 h 5435600"/>
                  <a:gd name="connsiteX11" fmla="*/ 1640840 w 5435600"/>
                  <a:gd name="connsiteY11" fmla="*/ 3992880 h 5435600"/>
                  <a:gd name="connsiteX12" fmla="*/ 1620520 w 5435600"/>
                  <a:gd name="connsiteY12" fmla="*/ 4307840 h 5435600"/>
                  <a:gd name="connsiteX13" fmla="*/ 1986280 w 5435600"/>
                  <a:gd name="connsiteY13" fmla="*/ 4419600 h 5435600"/>
                  <a:gd name="connsiteX14" fmla="*/ 2413000 w 5435600"/>
                  <a:gd name="connsiteY14" fmla="*/ 4257040 h 5435600"/>
                  <a:gd name="connsiteX15" fmla="*/ 2717800 w 5435600"/>
                  <a:gd name="connsiteY15" fmla="*/ 4216400 h 5435600"/>
                  <a:gd name="connsiteX16" fmla="*/ 3012440 w 5435600"/>
                  <a:gd name="connsiteY16" fmla="*/ 4257040 h 5435600"/>
                  <a:gd name="connsiteX17" fmla="*/ 3327400 w 5435600"/>
                  <a:gd name="connsiteY17" fmla="*/ 4323080 h 5435600"/>
                  <a:gd name="connsiteX18" fmla="*/ 3571240 w 5435600"/>
                  <a:gd name="connsiteY18" fmla="*/ 4480560 h 5435600"/>
                  <a:gd name="connsiteX19" fmla="*/ 3845560 w 5435600"/>
                  <a:gd name="connsiteY19" fmla="*/ 4226560 h 5435600"/>
                  <a:gd name="connsiteX20" fmla="*/ 3926840 w 5435600"/>
                  <a:gd name="connsiteY20" fmla="*/ 3759200 h 5435600"/>
                  <a:gd name="connsiteX21" fmla="*/ 4028440 w 5435600"/>
                  <a:gd name="connsiteY21" fmla="*/ 3495040 h 5435600"/>
                  <a:gd name="connsiteX22" fmla="*/ 4201160 w 5435600"/>
                  <a:gd name="connsiteY22" fmla="*/ 3230880 h 5435600"/>
                  <a:gd name="connsiteX23" fmla="*/ 4414520 w 5435600"/>
                  <a:gd name="connsiteY23" fmla="*/ 3007360 h 5435600"/>
                  <a:gd name="connsiteX24" fmla="*/ 4678680 w 5435600"/>
                  <a:gd name="connsiteY24" fmla="*/ 2875280 h 5435600"/>
                  <a:gd name="connsiteX25" fmla="*/ 4612640 w 5435600"/>
                  <a:gd name="connsiteY25" fmla="*/ 2509520 h 5435600"/>
                  <a:gd name="connsiteX26" fmla="*/ 4231640 w 5435600"/>
                  <a:gd name="connsiteY26" fmla="*/ 2225040 h 5435600"/>
                  <a:gd name="connsiteX27" fmla="*/ 4048760 w 5435600"/>
                  <a:gd name="connsiteY27" fmla="*/ 1960880 h 5435600"/>
                  <a:gd name="connsiteX28" fmla="*/ 3916680 w 5435600"/>
                  <a:gd name="connsiteY28" fmla="*/ 1686560 h 5435600"/>
                  <a:gd name="connsiteX29" fmla="*/ 3815080 w 5435600"/>
                  <a:gd name="connsiteY29" fmla="*/ 1402080 h 5435600"/>
                  <a:gd name="connsiteX30" fmla="*/ 3855720 w 5435600"/>
                  <a:gd name="connsiteY30" fmla="*/ 1117600 h 5435600"/>
                  <a:gd name="connsiteX31" fmla="*/ 3510280 w 5435600"/>
                  <a:gd name="connsiteY31" fmla="*/ 995680 h 5435600"/>
                  <a:gd name="connsiteX32" fmla="*/ 3063240 w 5435600"/>
                  <a:gd name="connsiteY32" fmla="*/ 1158240 h 5435600"/>
                  <a:gd name="connsiteX33" fmla="*/ 2758440 w 5435600"/>
                  <a:gd name="connsiteY33" fmla="*/ 1209040 h 5435600"/>
                  <a:gd name="connsiteX34" fmla="*/ 2453640 w 5435600"/>
                  <a:gd name="connsiteY34" fmla="*/ 1178560 h 5435600"/>
                  <a:gd name="connsiteX35" fmla="*/ 2159000 w 5435600"/>
                  <a:gd name="connsiteY35" fmla="*/ 1127760 h 5435600"/>
                  <a:gd name="connsiteX36" fmla="*/ 1905000 w 5435600"/>
                  <a:gd name="connsiteY36" fmla="*/ 934720 h 5435600"/>
                  <a:gd name="connsiteX37" fmla="*/ 2717800 w 5435600"/>
                  <a:gd name="connsiteY37" fmla="*/ 0 h 5435600"/>
                  <a:gd name="connsiteX38" fmla="*/ 5435600 w 5435600"/>
                  <a:gd name="connsiteY38" fmla="*/ 2717800 h 5435600"/>
                  <a:gd name="connsiteX39" fmla="*/ 2717800 w 5435600"/>
                  <a:gd name="connsiteY39" fmla="*/ 5435600 h 5435600"/>
                  <a:gd name="connsiteX40" fmla="*/ 0 w 5435600"/>
                  <a:gd name="connsiteY40" fmla="*/ 2717800 h 5435600"/>
                  <a:gd name="connsiteX41" fmla="*/ 2717800 w 5435600"/>
                  <a:gd name="connsiteY41" fmla="*/ 0 h 5435600"/>
                  <a:gd name="connsiteX0" fmla="*/ 1905000 w 5435600"/>
                  <a:gd name="connsiteY0" fmla="*/ 934720 h 5435600"/>
                  <a:gd name="connsiteX1" fmla="*/ 1610360 w 5435600"/>
                  <a:gd name="connsiteY1" fmla="*/ 1229360 h 5435600"/>
                  <a:gd name="connsiteX2" fmla="*/ 1559560 w 5435600"/>
                  <a:gd name="connsiteY2" fmla="*/ 1645920 h 5435600"/>
                  <a:gd name="connsiteX3" fmla="*/ 1418167 w 5435600"/>
                  <a:gd name="connsiteY3" fmla="*/ 1962574 h 5435600"/>
                  <a:gd name="connsiteX4" fmla="*/ 1275080 w 5435600"/>
                  <a:gd name="connsiteY4" fmla="*/ 2204720 h 5435600"/>
                  <a:gd name="connsiteX5" fmla="*/ 1071880 w 5435600"/>
                  <a:gd name="connsiteY5" fmla="*/ 2407920 h 5435600"/>
                  <a:gd name="connsiteX6" fmla="*/ 802640 w 5435600"/>
                  <a:gd name="connsiteY6" fmla="*/ 2555240 h 5435600"/>
                  <a:gd name="connsiteX7" fmla="*/ 868680 w 5435600"/>
                  <a:gd name="connsiteY7" fmla="*/ 2926080 h 5435600"/>
                  <a:gd name="connsiteX8" fmla="*/ 1230207 w 5435600"/>
                  <a:gd name="connsiteY8" fmla="*/ 3228340 h 5435600"/>
                  <a:gd name="connsiteX9" fmla="*/ 1417320 w 5435600"/>
                  <a:gd name="connsiteY9" fmla="*/ 3444240 h 5435600"/>
                  <a:gd name="connsiteX10" fmla="*/ 1559560 w 5435600"/>
                  <a:gd name="connsiteY10" fmla="*/ 3728720 h 5435600"/>
                  <a:gd name="connsiteX11" fmla="*/ 1640840 w 5435600"/>
                  <a:gd name="connsiteY11" fmla="*/ 3992880 h 5435600"/>
                  <a:gd name="connsiteX12" fmla="*/ 1620520 w 5435600"/>
                  <a:gd name="connsiteY12" fmla="*/ 4307840 h 5435600"/>
                  <a:gd name="connsiteX13" fmla="*/ 1986280 w 5435600"/>
                  <a:gd name="connsiteY13" fmla="*/ 4419600 h 5435600"/>
                  <a:gd name="connsiteX14" fmla="*/ 2413000 w 5435600"/>
                  <a:gd name="connsiteY14" fmla="*/ 4257040 h 5435600"/>
                  <a:gd name="connsiteX15" fmla="*/ 2717800 w 5435600"/>
                  <a:gd name="connsiteY15" fmla="*/ 4216400 h 5435600"/>
                  <a:gd name="connsiteX16" fmla="*/ 3012440 w 5435600"/>
                  <a:gd name="connsiteY16" fmla="*/ 4257040 h 5435600"/>
                  <a:gd name="connsiteX17" fmla="*/ 3327400 w 5435600"/>
                  <a:gd name="connsiteY17" fmla="*/ 4323080 h 5435600"/>
                  <a:gd name="connsiteX18" fmla="*/ 3571240 w 5435600"/>
                  <a:gd name="connsiteY18" fmla="*/ 4480560 h 5435600"/>
                  <a:gd name="connsiteX19" fmla="*/ 3845560 w 5435600"/>
                  <a:gd name="connsiteY19" fmla="*/ 4226560 h 5435600"/>
                  <a:gd name="connsiteX20" fmla="*/ 3926840 w 5435600"/>
                  <a:gd name="connsiteY20" fmla="*/ 3759200 h 5435600"/>
                  <a:gd name="connsiteX21" fmla="*/ 4028440 w 5435600"/>
                  <a:gd name="connsiteY21" fmla="*/ 3495040 h 5435600"/>
                  <a:gd name="connsiteX22" fmla="*/ 4201160 w 5435600"/>
                  <a:gd name="connsiteY22" fmla="*/ 3230880 h 5435600"/>
                  <a:gd name="connsiteX23" fmla="*/ 4414520 w 5435600"/>
                  <a:gd name="connsiteY23" fmla="*/ 3007360 h 5435600"/>
                  <a:gd name="connsiteX24" fmla="*/ 4678680 w 5435600"/>
                  <a:gd name="connsiteY24" fmla="*/ 2875280 h 5435600"/>
                  <a:gd name="connsiteX25" fmla="*/ 4612640 w 5435600"/>
                  <a:gd name="connsiteY25" fmla="*/ 2509520 h 5435600"/>
                  <a:gd name="connsiteX26" fmla="*/ 4231640 w 5435600"/>
                  <a:gd name="connsiteY26" fmla="*/ 2225040 h 5435600"/>
                  <a:gd name="connsiteX27" fmla="*/ 4048760 w 5435600"/>
                  <a:gd name="connsiteY27" fmla="*/ 1960880 h 5435600"/>
                  <a:gd name="connsiteX28" fmla="*/ 3916680 w 5435600"/>
                  <a:gd name="connsiteY28" fmla="*/ 1686560 h 5435600"/>
                  <a:gd name="connsiteX29" fmla="*/ 3815080 w 5435600"/>
                  <a:gd name="connsiteY29" fmla="*/ 1402080 h 5435600"/>
                  <a:gd name="connsiteX30" fmla="*/ 3855720 w 5435600"/>
                  <a:gd name="connsiteY30" fmla="*/ 1117600 h 5435600"/>
                  <a:gd name="connsiteX31" fmla="*/ 3510280 w 5435600"/>
                  <a:gd name="connsiteY31" fmla="*/ 995680 h 5435600"/>
                  <a:gd name="connsiteX32" fmla="*/ 3063240 w 5435600"/>
                  <a:gd name="connsiteY32" fmla="*/ 1158240 h 5435600"/>
                  <a:gd name="connsiteX33" fmla="*/ 2758440 w 5435600"/>
                  <a:gd name="connsiteY33" fmla="*/ 1209040 h 5435600"/>
                  <a:gd name="connsiteX34" fmla="*/ 2453640 w 5435600"/>
                  <a:gd name="connsiteY34" fmla="*/ 1178560 h 5435600"/>
                  <a:gd name="connsiteX35" fmla="*/ 2159000 w 5435600"/>
                  <a:gd name="connsiteY35" fmla="*/ 1127760 h 5435600"/>
                  <a:gd name="connsiteX36" fmla="*/ 1905000 w 5435600"/>
                  <a:gd name="connsiteY36" fmla="*/ 934720 h 5435600"/>
                  <a:gd name="connsiteX37" fmla="*/ 2717800 w 5435600"/>
                  <a:gd name="connsiteY37" fmla="*/ 0 h 5435600"/>
                  <a:gd name="connsiteX38" fmla="*/ 5435600 w 5435600"/>
                  <a:gd name="connsiteY38" fmla="*/ 2717800 h 5435600"/>
                  <a:gd name="connsiteX39" fmla="*/ 2717800 w 5435600"/>
                  <a:gd name="connsiteY39" fmla="*/ 5435600 h 5435600"/>
                  <a:gd name="connsiteX40" fmla="*/ 0 w 5435600"/>
                  <a:gd name="connsiteY40" fmla="*/ 2717800 h 5435600"/>
                  <a:gd name="connsiteX41" fmla="*/ 2717800 w 5435600"/>
                  <a:gd name="connsiteY41" fmla="*/ 0 h 5435600"/>
                  <a:gd name="connsiteX0" fmla="*/ 1905000 w 5435600"/>
                  <a:gd name="connsiteY0" fmla="*/ 934720 h 5435600"/>
                  <a:gd name="connsiteX1" fmla="*/ 1610360 w 5435600"/>
                  <a:gd name="connsiteY1" fmla="*/ 1229360 h 5435600"/>
                  <a:gd name="connsiteX2" fmla="*/ 1559560 w 5435600"/>
                  <a:gd name="connsiteY2" fmla="*/ 1645920 h 5435600"/>
                  <a:gd name="connsiteX3" fmla="*/ 1418167 w 5435600"/>
                  <a:gd name="connsiteY3" fmla="*/ 1962574 h 5435600"/>
                  <a:gd name="connsiteX4" fmla="*/ 1275080 w 5435600"/>
                  <a:gd name="connsiteY4" fmla="*/ 2204720 h 5435600"/>
                  <a:gd name="connsiteX5" fmla="*/ 1071880 w 5435600"/>
                  <a:gd name="connsiteY5" fmla="*/ 2407920 h 5435600"/>
                  <a:gd name="connsiteX6" fmla="*/ 802640 w 5435600"/>
                  <a:gd name="connsiteY6" fmla="*/ 2555240 h 5435600"/>
                  <a:gd name="connsiteX7" fmla="*/ 868680 w 5435600"/>
                  <a:gd name="connsiteY7" fmla="*/ 2926080 h 5435600"/>
                  <a:gd name="connsiteX8" fmla="*/ 1230207 w 5435600"/>
                  <a:gd name="connsiteY8" fmla="*/ 3228340 h 5435600"/>
                  <a:gd name="connsiteX9" fmla="*/ 1417320 w 5435600"/>
                  <a:gd name="connsiteY9" fmla="*/ 3444240 h 5435600"/>
                  <a:gd name="connsiteX10" fmla="*/ 1559560 w 5435600"/>
                  <a:gd name="connsiteY10" fmla="*/ 3728720 h 5435600"/>
                  <a:gd name="connsiteX11" fmla="*/ 1640840 w 5435600"/>
                  <a:gd name="connsiteY11" fmla="*/ 3992880 h 5435600"/>
                  <a:gd name="connsiteX12" fmla="*/ 1620520 w 5435600"/>
                  <a:gd name="connsiteY12" fmla="*/ 4307840 h 5435600"/>
                  <a:gd name="connsiteX13" fmla="*/ 1986280 w 5435600"/>
                  <a:gd name="connsiteY13" fmla="*/ 4419600 h 5435600"/>
                  <a:gd name="connsiteX14" fmla="*/ 2413000 w 5435600"/>
                  <a:gd name="connsiteY14" fmla="*/ 4257040 h 5435600"/>
                  <a:gd name="connsiteX15" fmla="*/ 2717800 w 5435600"/>
                  <a:gd name="connsiteY15" fmla="*/ 4216400 h 5435600"/>
                  <a:gd name="connsiteX16" fmla="*/ 3021965 w 5435600"/>
                  <a:gd name="connsiteY16" fmla="*/ 4222115 h 5435600"/>
                  <a:gd name="connsiteX17" fmla="*/ 3327400 w 5435600"/>
                  <a:gd name="connsiteY17" fmla="*/ 4323080 h 5435600"/>
                  <a:gd name="connsiteX18" fmla="*/ 3571240 w 5435600"/>
                  <a:gd name="connsiteY18" fmla="*/ 4480560 h 5435600"/>
                  <a:gd name="connsiteX19" fmla="*/ 3845560 w 5435600"/>
                  <a:gd name="connsiteY19" fmla="*/ 4226560 h 5435600"/>
                  <a:gd name="connsiteX20" fmla="*/ 3926840 w 5435600"/>
                  <a:gd name="connsiteY20" fmla="*/ 3759200 h 5435600"/>
                  <a:gd name="connsiteX21" fmla="*/ 4028440 w 5435600"/>
                  <a:gd name="connsiteY21" fmla="*/ 3495040 h 5435600"/>
                  <a:gd name="connsiteX22" fmla="*/ 4201160 w 5435600"/>
                  <a:gd name="connsiteY22" fmla="*/ 3230880 h 5435600"/>
                  <a:gd name="connsiteX23" fmla="*/ 4414520 w 5435600"/>
                  <a:gd name="connsiteY23" fmla="*/ 3007360 h 5435600"/>
                  <a:gd name="connsiteX24" fmla="*/ 4678680 w 5435600"/>
                  <a:gd name="connsiteY24" fmla="*/ 2875280 h 5435600"/>
                  <a:gd name="connsiteX25" fmla="*/ 4612640 w 5435600"/>
                  <a:gd name="connsiteY25" fmla="*/ 2509520 h 5435600"/>
                  <a:gd name="connsiteX26" fmla="*/ 4231640 w 5435600"/>
                  <a:gd name="connsiteY26" fmla="*/ 2225040 h 5435600"/>
                  <a:gd name="connsiteX27" fmla="*/ 4048760 w 5435600"/>
                  <a:gd name="connsiteY27" fmla="*/ 1960880 h 5435600"/>
                  <a:gd name="connsiteX28" fmla="*/ 3916680 w 5435600"/>
                  <a:gd name="connsiteY28" fmla="*/ 1686560 h 5435600"/>
                  <a:gd name="connsiteX29" fmla="*/ 3815080 w 5435600"/>
                  <a:gd name="connsiteY29" fmla="*/ 1402080 h 5435600"/>
                  <a:gd name="connsiteX30" fmla="*/ 3855720 w 5435600"/>
                  <a:gd name="connsiteY30" fmla="*/ 1117600 h 5435600"/>
                  <a:gd name="connsiteX31" fmla="*/ 3510280 w 5435600"/>
                  <a:gd name="connsiteY31" fmla="*/ 995680 h 5435600"/>
                  <a:gd name="connsiteX32" fmla="*/ 3063240 w 5435600"/>
                  <a:gd name="connsiteY32" fmla="*/ 1158240 h 5435600"/>
                  <a:gd name="connsiteX33" fmla="*/ 2758440 w 5435600"/>
                  <a:gd name="connsiteY33" fmla="*/ 1209040 h 5435600"/>
                  <a:gd name="connsiteX34" fmla="*/ 2453640 w 5435600"/>
                  <a:gd name="connsiteY34" fmla="*/ 1178560 h 5435600"/>
                  <a:gd name="connsiteX35" fmla="*/ 2159000 w 5435600"/>
                  <a:gd name="connsiteY35" fmla="*/ 1127760 h 5435600"/>
                  <a:gd name="connsiteX36" fmla="*/ 1905000 w 5435600"/>
                  <a:gd name="connsiteY36" fmla="*/ 934720 h 5435600"/>
                  <a:gd name="connsiteX37" fmla="*/ 2717800 w 5435600"/>
                  <a:gd name="connsiteY37" fmla="*/ 0 h 5435600"/>
                  <a:gd name="connsiteX38" fmla="*/ 5435600 w 5435600"/>
                  <a:gd name="connsiteY38" fmla="*/ 2717800 h 5435600"/>
                  <a:gd name="connsiteX39" fmla="*/ 2717800 w 5435600"/>
                  <a:gd name="connsiteY39" fmla="*/ 5435600 h 5435600"/>
                  <a:gd name="connsiteX40" fmla="*/ 0 w 5435600"/>
                  <a:gd name="connsiteY40" fmla="*/ 2717800 h 5435600"/>
                  <a:gd name="connsiteX41" fmla="*/ 2717800 w 5435600"/>
                  <a:gd name="connsiteY41" fmla="*/ 0 h 5435600"/>
                  <a:gd name="connsiteX0" fmla="*/ 1905000 w 5435600"/>
                  <a:gd name="connsiteY0" fmla="*/ 934720 h 5435600"/>
                  <a:gd name="connsiteX1" fmla="*/ 1610360 w 5435600"/>
                  <a:gd name="connsiteY1" fmla="*/ 1229360 h 5435600"/>
                  <a:gd name="connsiteX2" fmla="*/ 1559560 w 5435600"/>
                  <a:gd name="connsiteY2" fmla="*/ 1645920 h 5435600"/>
                  <a:gd name="connsiteX3" fmla="*/ 1418167 w 5435600"/>
                  <a:gd name="connsiteY3" fmla="*/ 1962574 h 5435600"/>
                  <a:gd name="connsiteX4" fmla="*/ 1275080 w 5435600"/>
                  <a:gd name="connsiteY4" fmla="*/ 2204720 h 5435600"/>
                  <a:gd name="connsiteX5" fmla="*/ 1071880 w 5435600"/>
                  <a:gd name="connsiteY5" fmla="*/ 2407920 h 5435600"/>
                  <a:gd name="connsiteX6" fmla="*/ 802640 w 5435600"/>
                  <a:gd name="connsiteY6" fmla="*/ 2555240 h 5435600"/>
                  <a:gd name="connsiteX7" fmla="*/ 868680 w 5435600"/>
                  <a:gd name="connsiteY7" fmla="*/ 2926080 h 5435600"/>
                  <a:gd name="connsiteX8" fmla="*/ 1230207 w 5435600"/>
                  <a:gd name="connsiteY8" fmla="*/ 3228340 h 5435600"/>
                  <a:gd name="connsiteX9" fmla="*/ 1417320 w 5435600"/>
                  <a:gd name="connsiteY9" fmla="*/ 3444240 h 5435600"/>
                  <a:gd name="connsiteX10" fmla="*/ 1559560 w 5435600"/>
                  <a:gd name="connsiteY10" fmla="*/ 3728720 h 5435600"/>
                  <a:gd name="connsiteX11" fmla="*/ 1640840 w 5435600"/>
                  <a:gd name="connsiteY11" fmla="*/ 3992880 h 5435600"/>
                  <a:gd name="connsiteX12" fmla="*/ 1620520 w 5435600"/>
                  <a:gd name="connsiteY12" fmla="*/ 4307840 h 5435600"/>
                  <a:gd name="connsiteX13" fmla="*/ 1986280 w 5435600"/>
                  <a:gd name="connsiteY13" fmla="*/ 4419600 h 5435600"/>
                  <a:gd name="connsiteX14" fmla="*/ 2413000 w 5435600"/>
                  <a:gd name="connsiteY14" fmla="*/ 4257040 h 5435600"/>
                  <a:gd name="connsiteX15" fmla="*/ 2717800 w 5435600"/>
                  <a:gd name="connsiteY15" fmla="*/ 4216400 h 5435600"/>
                  <a:gd name="connsiteX16" fmla="*/ 3021965 w 5435600"/>
                  <a:gd name="connsiteY16" fmla="*/ 4222115 h 5435600"/>
                  <a:gd name="connsiteX17" fmla="*/ 3317875 w 5435600"/>
                  <a:gd name="connsiteY17" fmla="*/ 4304030 h 5435600"/>
                  <a:gd name="connsiteX18" fmla="*/ 3571240 w 5435600"/>
                  <a:gd name="connsiteY18" fmla="*/ 4480560 h 5435600"/>
                  <a:gd name="connsiteX19" fmla="*/ 3845560 w 5435600"/>
                  <a:gd name="connsiteY19" fmla="*/ 4226560 h 5435600"/>
                  <a:gd name="connsiteX20" fmla="*/ 3926840 w 5435600"/>
                  <a:gd name="connsiteY20" fmla="*/ 3759200 h 5435600"/>
                  <a:gd name="connsiteX21" fmla="*/ 4028440 w 5435600"/>
                  <a:gd name="connsiteY21" fmla="*/ 3495040 h 5435600"/>
                  <a:gd name="connsiteX22" fmla="*/ 4201160 w 5435600"/>
                  <a:gd name="connsiteY22" fmla="*/ 3230880 h 5435600"/>
                  <a:gd name="connsiteX23" fmla="*/ 4414520 w 5435600"/>
                  <a:gd name="connsiteY23" fmla="*/ 3007360 h 5435600"/>
                  <a:gd name="connsiteX24" fmla="*/ 4678680 w 5435600"/>
                  <a:gd name="connsiteY24" fmla="*/ 2875280 h 5435600"/>
                  <a:gd name="connsiteX25" fmla="*/ 4612640 w 5435600"/>
                  <a:gd name="connsiteY25" fmla="*/ 2509520 h 5435600"/>
                  <a:gd name="connsiteX26" fmla="*/ 4231640 w 5435600"/>
                  <a:gd name="connsiteY26" fmla="*/ 2225040 h 5435600"/>
                  <a:gd name="connsiteX27" fmla="*/ 4048760 w 5435600"/>
                  <a:gd name="connsiteY27" fmla="*/ 1960880 h 5435600"/>
                  <a:gd name="connsiteX28" fmla="*/ 3916680 w 5435600"/>
                  <a:gd name="connsiteY28" fmla="*/ 1686560 h 5435600"/>
                  <a:gd name="connsiteX29" fmla="*/ 3815080 w 5435600"/>
                  <a:gd name="connsiteY29" fmla="*/ 1402080 h 5435600"/>
                  <a:gd name="connsiteX30" fmla="*/ 3855720 w 5435600"/>
                  <a:gd name="connsiteY30" fmla="*/ 1117600 h 5435600"/>
                  <a:gd name="connsiteX31" fmla="*/ 3510280 w 5435600"/>
                  <a:gd name="connsiteY31" fmla="*/ 995680 h 5435600"/>
                  <a:gd name="connsiteX32" fmla="*/ 3063240 w 5435600"/>
                  <a:gd name="connsiteY32" fmla="*/ 1158240 h 5435600"/>
                  <a:gd name="connsiteX33" fmla="*/ 2758440 w 5435600"/>
                  <a:gd name="connsiteY33" fmla="*/ 1209040 h 5435600"/>
                  <a:gd name="connsiteX34" fmla="*/ 2453640 w 5435600"/>
                  <a:gd name="connsiteY34" fmla="*/ 1178560 h 5435600"/>
                  <a:gd name="connsiteX35" fmla="*/ 2159000 w 5435600"/>
                  <a:gd name="connsiteY35" fmla="*/ 1127760 h 5435600"/>
                  <a:gd name="connsiteX36" fmla="*/ 1905000 w 5435600"/>
                  <a:gd name="connsiteY36" fmla="*/ 934720 h 5435600"/>
                  <a:gd name="connsiteX37" fmla="*/ 2717800 w 5435600"/>
                  <a:gd name="connsiteY37" fmla="*/ 0 h 5435600"/>
                  <a:gd name="connsiteX38" fmla="*/ 5435600 w 5435600"/>
                  <a:gd name="connsiteY38" fmla="*/ 2717800 h 5435600"/>
                  <a:gd name="connsiteX39" fmla="*/ 2717800 w 5435600"/>
                  <a:gd name="connsiteY39" fmla="*/ 5435600 h 5435600"/>
                  <a:gd name="connsiteX40" fmla="*/ 0 w 5435600"/>
                  <a:gd name="connsiteY40" fmla="*/ 2717800 h 5435600"/>
                  <a:gd name="connsiteX41" fmla="*/ 2717800 w 5435600"/>
                  <a:gd name="connsiteY41" fmla="*/ 0 h 5435600"/>
                  <a:gd name="connsiteX0" fmla="*/ 1905000 w 5435600"/>
                  <a:gd name="connsiteY0" fmla="*/ 934720 h 5435600"/>
                  <a:gd name="connsiteX1" fmla="*/ 1610360 w 5435600"/>
                  <a:gd name="connsiteY1" fmla="*/ 1229360 h 5435600"/>
                  <a:gd name="connsiteX2" fmla="*/ 1559560 w 5435600"/>
                  <a:gd name="connsiteY2" fmla="*/ 1645920 h 5435600"/>
                  <a:gd name="connsiteX3" fmla="*/ 1418167 w 5435600"/>
                  <a:gd name="connsiteY3" fmla="*/ 1962574 h 5435600"/>
                  <a:gd name="connsiteX4" fmla="*/ 1275080 w 5435600"/>
                  <a:gd name="connsiteY4" fmla="*/ 2204720 h 5435600"/>
                  <a:gd name="connsiteX5" fmla="*/ 1071880 w 5435600"/>
                  <a:gd name="connsiteY5" fmla="*/ 2407920 h 5435600"/>
                  <a:gd name="connsiteX6" fmla="*/ 802640 w 5435600"/>
                  <a:gd name="connsiteY6" fmla="*/ 2555240 h 5435600"/>
                  <a:gd name="connsiteX7" fmla="*/ 868680 w 5435600"/>
                  <a:gd name="connsiteY7" fmla="*/ 2926080 h 5435600"/>
                  <a:gd name="connsiteX8" fmla="*/ 1230207 w 5435600"/>
                  <a:gd name="connsiteY8" fmla="*/ 3228340 h 5435600"/>
                  <a:gd name="connsiteX9" fmla="*/ 1417320 w 5435600"/>
                  <a:gd name="connsiteY9" fmla="*/ 3444240 h 5435600"/>
                  <a:gd name="connsiteX10" fmla="*/ 1559560 w 5435600"/>
                  <a:gd name="connsiteY10" fmla="*/ 3728720 h 5435600"/>
                  <a:gd name="connsiteX11" fmla="*/ 1640840 w 5435600"/>
                  <a:gd name="connsiteY11" fmla="*/ 3992880 h 5435600"/>
                  <a:gd name="connsiteX12" fmla="*/ 1620520 w 5435600"/>
                  <a:gd name="connsiteY12" fmla="*/ 4307840 h 5435600"/>
                  <a:gd name="connsiteX13" fmla="*/ 1986280 w 5435600"/>
                  <a:gd name="connsiteY13" fmla="*/ 4419600 h 5435600"/>
                  <a:gd name="connsiteX14" fmla="*/ 2419350 w 5435600"/>
                  <a:gd name="connsiteY14" fmla="*/ 4257040 h 5435600"/>
                  <a:gd name="connsiteX15" fmla="*/ 2717800 w 5435600"/>
                  <a:gd name="connsiteY15" fmla="*/ 4216400 h 5435600"/>
                  <a:gd name="connsiteX16" fmla="*/ 3021965 w 5435600"/>
                  <a:gd name="connsiteY16" fmla="*/ 4222115 h 5435600"/>
                  <a:gd name="connsiteX17" fmla="*/ 3317875 w 5435600"/>
                  <a:gd name="connsiteY17" fmla="*/ 4304030 h 5435600"/>
                  <a:gd name="connsiteX18" fmla="*/ 3571240 w 5435600"/>
                  <a:gd name="connsiteY18" fmla="*/ 4480560 h 5435600"/>
                  <a:gd name="connsiteX19" fmla="*/ 3845560 w 5435600"/>
                  <a:gd name="connsiteY19" fmla="*/ 4226560 h 5435600"/>
                  <a:gd name="connsiteX20" fmla="*/ 3926840 w 5435600"/>
                  <a:gd name="connsiteY20" fmla="*/ 3759200 h 5435600"/>
                  <a:gd name="connsiteX21" fmla="*/ 4028440 w 5435600"/>
                  <a:gd name="connsiteY21" fmla="*/ 3495040 h 5435600"/>
                  <a:gd name="connsiteX22" fmla="*/ 4201160 w 5435600"/>
                  <a:gd name="connsiteY22" fmla="*/ 3230880 h 5435600"/>
                  <a:gd name="connsiteX23" fmla="*/ 4414520 w 5435600"/>
                  <a:gd name="connsiteY23" fmla="*/ 3007360 h 5435600"/>
                  <a:gd name="connsiteX24" fmla="*/ 4678680 w 5435600"/>
                  <a:gd name="connsiteY24" fmla="*/ 2875280 h 5435600"/>
                  <a:gd name="connsiteX25" fmla="*/ 4612640 w 5435600"/>
                  <a:gd name="connsiteY25" fmla="*/ 2509520 h 5435600"/>
                  <a:gd name="connsiteX26" fmla="*/ 4231640 w 5435600"/>
                  <a:gd name="connsiteY26" fmla="*/ 2225040 h 5435600"/>
                  <a:gd name="connsiteX27" fmla="*/ 4048760 w 5435600"/>
                  <a:gd name="connsiteY27" fmla="*/ 1960880 h 5435600"/>
                  <a:gd name="connsiteX28" fmla="*/ 3916680 w 5435600"/>
                  <a:gd name="connsiteY28" fmla="*/ 1686560 h 5435600"/>
                  <a:gd name="connsiteX29" fmla="*/ 3815080 w 5435600"/>
                  <a:gd name="connsiteY29" fmla="*/ 1402080 h 5435600"/>
                  <a:gd name="connsiteX30" fmla="*/ 3855720 w 5435600"/>
                  <a:gd name="connsiteY30" fmla="*/ 1117600 h 5435600"/>
                  <a:gd name="connsiteX31" fmla="*/ 3510280 w 5435600"/>
                  <a:gd name="connsiteY31" fmla="*/ 995680 h 5435600"/>
                  <a:gd name="connsiteX32" fmla="*/ 3063240 w 5435600"/>
                  <a:gd name="connsiteY32" fmla="*/ 1158240 h 5435600"/>
                  <a:gd name="connsiteX33" fmla="*/ 2758440 w 5435600"/>
                  <a:gd name="connsiteY33" fmla="*/ 1209040 h 5435600"/>
                  <a:gd name="connsiteX34" fmla="*/ 2453640 w 5435600"/>
                  <a:gd name="connsiteY34" fmla="*/ 1178560 h 5435600"/>
                  <a:gd name="connsiteX35" fmla="*/ 2159000 w 5435600"/>
                  <a:gd name="connsiteY35" fmla="*/ 1127760 h 5435600"/>
                  <a:gd name="connsiteX36" fmla="*/ 1905000 w 5435600"/>
                  <a:gd name="connsiteY36" fmla="*/ 934720 h 5435600"/>
                  <a:gd name="connsiteX37" fmla="*/ 2717800 w 5435600"/>
                  <a:gd name="connsiteY37" fmla="*/ 0 h 5435600"/>
                  <a:gd name="connsiteX38" fmla="*/ 5435600 w 5435600"/>
                  <a:gd name="connsiteY38" fmla="*/ 2717800 h 5435600"/>
                  <a:gd name="connsiteX39" fmla="*/ 2717800 w 5435600"/>
                  <a:gd name="connsiteY39" fmla="*/ 5435600 h 5435600"/>
                  <a:gd name="connsiteX40" fmla="*/ 0 w 5435600"/>
                  <a:gd name="connsiteY40" fmla="*/ 2717800 h 5435600"/>
                  <a:gd name="connsiteX41" fmla="*/ 2717800 w 5435600"/>
                  <a:gd name="connsiteY41" fmla="*/ 0 h 5435600"/>
                  <a:gd name="connsiteX0" fmla="*/ 1905000 w 5435600"/>
                  <a:gd name="connsiteY0" fmla="*/ 934720 h 5435600"/>
                  <a:gd name="connsiteX1" fmla="*/ 1610360 w 5435600"/>
                  <a:gd name="connsiteY1" fmla="*/ 1229360 h 5435600"/>
                  <a:gd name="connsiteX2" fmla="*/ 1559560 w 5435600"/>
                  <a:gd name="connsiteY2" fmla="*/ 1645920 h 5435600"/>
                  <a:gd name="connsiteX3" fmla="*/ 1418167 w 5435600"/>
                  <a:gd name="connsiteY3" fmla="*/ 1962574 h 5435600"/>
                  <a:gd name="connsiteX4" fmla="*/ 1275080 w 5435600"/>
                  <a:gd name="connsiteY4" fmla="*/ 2204720 h 5435600"/>
                  <a:gd name="connsiteX5" fmla="*/ 1071880 w 5435600"/>
                  <a:gd name="connsiteY5" fmla="*/ 2407920 h 5435600"/>
                  <a:gd name="connsiteX6" fmla="*/ 802640 w 5435600"/>
                  <a:gd name="connsiteY6" fmla="*/ 2555240 h 5435600"/>
                  <a:gd name="connsiteX7" fmla="*/ 868680 w 5435600"/>
                  <a:gd name="connsiteY7" fmla="*/ 2926080 h 5435600"/>
                  <a:gd name="connsiteX8" fmla="*/ 1230207 w 5435600"/>
                  <a:gd name="connsiteY8" fmla="*/ 3228340 h 5435600"/>
                  <a:gd name="connsiteX9" fmla="*/ 1417320 w 5435600"/>
                  <a:gd name="connsiteY9" fmla="*/ 3444240 h 5435600"/>
                  <a:gd name="connsiteX10" fmla="*/ 1559560 w 5435600"/>
                  <a:gd name="connsiteY10" fmla="*/ 3728720 h 5435600"/>
                  <a:gd name="connsiteX11" fmla="*/ 1640840 w 5435600"/>
                  <a:gd name="connsiteY11" fmla="*/ 3992880 h 5435600"/>
                  <a:gd name="connsiteX12" fmla="*/ 1620520 w 5435600"/>
                  <a:gd name="connsiteY12" fmla="*/ 4307840 h 5435600"/>
                  <a:gd name="connsiteX13" fmla="*/ 1986280 w 5435600"/>
                  <a:gd name="connsiteY13" fmla="*/ 4419600 h 5435600"/>
                  <a:gd name="connsiteX14" fmla="*/ 2419350 w 5435600"/>
                  <a:gd name="connsiteY14" fmla="*/ 4257040 h 5435600"/>
                  <a:gd name="connsiteX15" fmla="*/ 2717800 w 5435600"/>
                  <a:gd name="connsiteY15" fmla="*/ 4216400 h 5435600"/>
                  <a:gd name="connsiteX16" fmla="*/ 3021965 w 5435600"/>
                  <a:gd name="connsiteY16" fmla="*/ 4222115 h 5435600"/>
                  <a:gd name="connsiteX17" fmla="*/ 3317875 w 5435600"/>
                  <a:gd name="connsiteY17" fmla="*/ 4304030 h 5435600"/>
                  <a:gd name="connsiteX18" fmla="*/ 3571240 w 5435600"/>
                  <a:gd name="connsiteY18" fmla="*/ 4480560 h 5435600"/>
                  <a:gd name="connsiteX19" fmla="*/ 3845560 w 5435600"/>
                  <a:gd name="connsiteY19" fmla="*/ 4226560 h 5435600"/>
                  <a:gd name="connsiteX20" fmla="*/ 3926840 w 5435600"/>
                  <a:gd name="connsiteY20" fmla="*/ 3759200 h 5435600"/>
                  <a:gd name="connsiteX21" fmla="*/ 4028440 w 5435600"/>
                  <a:gd name="connsiteY21" fmla="*/ 3495040 h 5435600"/>
                  <a:gd name="connsiteX22" fmla="*/ 4201160 w 5435600"/>
                  <a:gd name="connsiteY22" fmla="*/ 3230880 h 5435600"/>
                  <a:gd name="connsiteX23" fmla="*/ 4414520 w 5435600"/>
                  <a:gd name="connsiteY23" fmla="*/ 3007360 h 5435600"/>
                  <a:gd name="connsiteX24" fmla="*/ 4678680 w 5435600"/>
                  <a:gd name="connsiteY24" fmla="*/ 2875280 h 5435600"/>
                  <a:gd name="connsiteX25" fmla="*/ 4612640 w 5435600"/>
                  <a:gd name="connsiteY25" fmla="*/ 2509520 h 5435600"/>
                  <a:gd name="connsiteX26" fmla="*/ 4231640 w 5435600"/>
                  <a:gd name="connsiteY26" fmla="*/ 2225040 h 5435600"/>
                  <a:gd name="connsiteX27" fmla="*/ 4048760 w 5435600"/>
                  <a:gd name="connsiteY27" fmla="*/ 1960880 h 5435600"/>
                  <a:gd name="connsiteX28" fmla="*/ 3916680 w 5435600"/>
                  <a:gd name="connsiteY28" fmla="*/ 1686560 h 5435600"/>
                  <a:gd name="connsiteX29" fmla="*/ 3815080 w 5435600"/>
                  <a:gd name="connsiteY29" fmla="*/ 1402080 h 5435600"/>
                  <a:gd name="connsiteX30" fmla="*/ 3855720 w 5435600"/>
                  <a:gd name="connsiteY30" fmla="*/ 1117600 h 5435600"/>
                  <a:gd name="connsiteX31" fmla="*/ 3510280 w 5435600"/>
                  <a:gd name="connsiteY31" fmla="*/ 995680 h 5435600"/>
                  <a:gd name="connsiteX32" fmla="*/ 3063240 w 5435600"/>
                  <a:gd name="connsiteY32" fmla="*/ 1158240 h 5435600"/>
                  <a:gd name="connsiteX33" fmla="*/ 2758440 w 5435600"/>
                  <a:gd name="connsiteY33" fmla="*/ 1209040 h 5435600"/>
                  <a:gd name="connsiteX34" fmla="*/ 2453640 w 5435600"/>
                  <a:gd name="connsiteY34" fmla="*/ 1178560 h 5435600"/>
                  <a:gd name="connsiteX35" fmla="*/ 2159000 w 5435600"/>
                  <a:gd name="connsiteY35" fmla="*/ 1127760 h 5435600"/>
                  <a:gd name="connsiteX36" fmla="*/ 1905000 w 5435600"/>
                  <a:gd name="connsiteY36" fmla="*/ 934720 h 5435600"/>
                  <a:gd name="connsiteX37" fmla="*/ 2717800 w 5435600"/>
                  <a:gd name="connsiteY37" fmla="*/ 0 h 5435600"/>
                  <a:gd name="connsiteX38" fmla="*/ 5435600 w 5435600"/>
                  <a:gd name="connsiteY38" fmla="*/ 2717800 h 5435600"/>
                  <a:gd name="connsiteX39" fmla="*/ 2717800 w 5435600"/>
                  <a:gd name="connsiteY39" fmla="*/ 5435600 h 5435600"/>
                  <a:gd name="connsiteX40" fmla="*/ 0 w 5435600"/>
                  <a:gd name="connsiteY40" fmla="*/ 2717800 h 5435600"/>
                  <a:gd name="connsiteX41" fmla="*/ 2717800 w 5435600"/>
                  <a:gd name="connsiteY41" fmla="*/ 0 h 5435600"/>
                  <a:gd name="connsiteX0" fmla="*/ 1905000 w 5435600"/>
                  <a:gd name="connsiteY0" fmla="*/ 934720 h 5435600"/>
                  <a:gd name="connsiteX1" fmla="*/ 1610360 w 5435600"/>
                  <a:gd name="connsiteY1" fmla="*/ 1229360 h 5435600"/>
                  <a:gd name="connsiteX2" fmla="*/ 1559560 w 5435600"/>
                  <a:gd name="connsiteY2" fmla="*/ 1645920 h 5435600"/>
                  <a:gd name="connsiteX3" fmla="*/ 1418167 w 5435600"/>
                  <a:gd name="connsiteY3" fmla="*/ 1962574 h 5435600"/>
                  <a:gd name="connsiteX4" fmla="*/ 1275080 w 5435600"/>
                  <a:gd name="connsiteY4" fmla="*/ 2204720 h 5435600"/>
                  <a:gd name="connsiteX5" fmla="*/ 1071880 w 5435600"/>
                  <a:gd name="connsiteY5" fmla="*/ 2407920 h 5435600"/>
                  <a:gd name="connsiteX6" fmla="*/ 802640 w 5435600"/>
                  <a:gd name="connsiteY6" fmla="*/ 2555240 h 5435600"/>
                  <a:gd name="connsiteX7" fmla="*/ 868680 w 5435600"/>
                  <a:gd name="connsiteY7" fmla="*/ 2926080 h 5435600"/>
                  <a:gd name="connsiteX8" fmla="*/ 1230207 w 5435600"/>
                  <a:gd name="connsiteY8" fmla="*/ 3228340 h 5435600"/>
                  <a:gd name="connsiteX9" fmla="*/ 1417320 w 5435600"/>
                  <a:gd name="connsiteY9" fmla="*/ 3444240 h 5435600"/>
                  <a:gd name="connsiteX10" fmla="*/ 1559560 w 5435600"/>
                  <a:gd name="connsiteY10" fmla="*/ 3728720 h 5435600"/>
                  <a:gd name="connsiteX11" fmla="*/ 1640840 w 5435600"/>
                  <a:gd name="connsiteY11" fmla="*/ 3992880 h 5435600"/>
                  <a:gd name="connsiteX12" fmla="*/ 1620520 w 5435600"/>
                  <a:gd name="connsiteY12" fmla="*/ 4307840 h 5435600"/>
                  <a:gd name="connsiteX13" fmla="*/ 1986280 w 5435600"/>
                  <a:gd name="connsiteY13" fmla="*/ 4419600 h 5435600"/>
                  <a:gd name="connsiteX14" fmla="*/ 2419350 w 5435600"/>
                  <a:gd name="connsiteY14" fmla="*/ 4257040 h 5435600"/>
                  <a:gd name="connsiteX15" fmla="*/ 2717800 w 5435600"/>
                  <a:gd name="connsiteY15" fmla="*/ 4216400 h 5435600"/>
                  <a:gd name="connsiteX16" fmla="*/ 3021965 w 5435600"/>
                  <a:gd name="connsiteY16" fmla="*/ 4222115 h 5435600"/>
                  <a:gd name="connsiteX17" fmla="*/ 3317875 w 5435600"/>
                  <a:gd name="connsiteY17" fmla="*/ 4304030 h 5435600"/>
                  <a:gd name="connsiteX18" fmla="*/ 3571240 w 5435600"/>
                  <a:gd name="connsiteY18" fmla="*/ 4480560 h 5435600"/>
                  <a:gd name="connsiteX19" fmla="*/ 3845560 w 5435600"/>
                  <a:gd name="connsiteY19" fmla="*/ 4226560 h 5435600"/>
                  <a:gd name="connsiteX20" fmla="*/ 3926840 w 5435600"/>
                  <a:gd name="connsiteY20" fmla="*/ 3759200 h 5435600"/>
                  <a:gd name="connsiteX21" fmla="*/ 4028440 w 5435600"/>
                  <a:gd name="connsiteY21" fmla="*/ 3495040 h 5435600"/>
                  <a:gd name="connsiteX22" fmla="*/ 4201160 w 5435600"/>
                  <a:gd name="connsiteY22" fmla="*/ 3230880 h 5435600"/>
                  <a:gd name="connsiteX23" fmla="*/ 4414520 w 5435600"/>
                  <a:gd name="connsiteY23" fmla="*/ 3007360 h 5435600"/>
                  <a:gd name="connsiteX24" fmla="*/ 4678680 w 5435600"/>
                  <a:gd name="connsiteY24" fmla="*/ 2875280 h 5435600"/>
                  <a:gd name="connsiteX25" fmla="*/ 4612640 w 5435600"/>
                  <a:gd name="connsiteY25" fmla="*/ 2509520 h 5435600"/>
                  <a:gd name="connsiteX26" fmla="*/ 4231640 w 5435600"/>
                  <a:gd name="connsiteY26" fmla="*/ 2225040 h 5435600"/>
                  <a:gd name="connsiteX27" fmla="*/ 4048760 w 5435600"/>
                  <a:gd name="connsiteY27" fmla="*/ 1960880 h 5435600"/>
                  <a:gd name="connsiteX28" fmla="*/ 3916680 w 5435600"/>
                  <a:gd name="connsiteY28" fmla="*/ 1686560 h 5435600"/>
                  <a:gd name="connsiteX29" fmla="*/ 3815080 w 5435600"/>
                  <a:gd name="connsiteY29" fmla="*/ 1402080 h 5435600"/>
                  <a:gd name="connsiteX30" fmla="*/ 3855720 w 5435600"/>
                  <a:gd name="connsiteY30" fmla="*/ 1117600 h 5435600"/>
                  <a:gd name="connsiteX31" fmla="*/ 3510280 w 5435600"/>
                  <a:gd name="connsiteY31" fmla="*/ 995680 h 5435600"/>
                  <a:gd name="connsiteX32" fmla="*/ 3063240 w 5435600"/>
                  <a:gd name="connsiteY32" fmla="*/ 1158240 h 5435600"/>
                  <a:gd name="connsiteX33" fmla="*/ 2758440 w 5435600"/>
                  <a:gd name="connsiteY33" fmla="*/ 1209040 h 5435600"/>
                  <a:gd name="connsiteX34" fmla="*/ 2453640 w 5435600"/>
                  <a:gd name="connsiteY34" fmla="*/ 1178560 h 5435600"/>
                  <a:gd name="connsiteX35" fmla="*/ 2159000 w 5435600"/>
                  <a:gd name="connsiteY35" fmla="*/ 1127760 h 5435600"/>
                  <a:gd name="connsiteX36" fmla="*/ 1905000 w 5435600"/>
                  <a:gd name="connsiteY36" fmla="*/ 934720 h 5435600"/>
                  <a:gd name="connsiteX37" fmla="*/ 2717800 w 5435600"/>
                  <a:gd name="connsiteY37" fmla="*/ 0 h 5435600"/>
                  <a:gd name="connsiteX38" fmla="*/ 5435600 w 5435600"/>
                  <a:gd name="connsiteY38" fmla="*/ 2717800 h 5435600"/>
                  <a:gd name="connsiteX39" fmla="*/ 2717800 w 5435600"/>
                  <a:gd name="connsiteY39" fmla="*/ 5435600 h 5435600"/>
                  <a:gd name="connsiteX40" fmla="*/ 0 w 5435600"/>
                  <a:gd name="connsiteY40" fmla="*/ 2717800 h 5435600"/>
                  <a:gd name="connsiteX41" fmla="*/ 2717800 w 5435600"/>
                  <a:gd name="connsiteY41" fmla="*/ 0 h 5435600"/>
                  <a:gd name="connsiteX0" fmla="*/ 1905000 w 5435600"/>
                  <a:gd name="connsiteY0" fmla="*/ 934720 h 5435600"/>
                  <a:gd name="connsiteX1" fmla="*/ 1610360 w 5435600"/>
                  <a:gd name="connsiteY1" fmla="*/ 1229360 h 5435600"/>
                  <a:gd name="connsiteX2" fmla="*/ 1559560 w 5435600"/>
                  <a:gd name="connsiteY2" fmla="*/ 1645920 h 5435600"/>
                  <a:gd name="connsiteX3" fmla="*/ 1418167 w 5435600"/>
                  <a:gd name="connsiteY3" fmla="*/ 1962574 h 5435600"/>
                  <a:gd name="connsiteX4" fmla="*/ 1275080 w 5435600"/>
                  <a:gd name="connsiteY4" fmla="*/ 2204720 h 5435600"/>
                  <a:gd name="connsiteX5" fmla="*/ 1071880 w 5435600"/>
                  <a:gd name="connsiteY5" fmla="*/ 2407920 h 5435600"/>
                  <a:gd name="connsiteX6" fmla="*/ 802640 w 5435600"/>
                  <a:gd name="connsiteY6" fmla="*/ 2555240 h 5435600"/>
                  <a:gd name="connsiteX7" fmla="*/ 868680 w 5435600"/>
                  <a:gd name="connsiteY7" fmla="*/ 2926080 h 5435600"/>
                  <a:gd name="connsiteX8" fmla="*/ 1230207 w 5435600"/>
                  <a:gd name="connsiteY8" fmla="*/ 3228340 h 5435600"/>
                  <a:gd name="connsiteX9" fmla="*/ 1417320 w 5435600"/>
                  <a:gd name="connsiteY9" fmla="*/ 3444240 h 5435600"/>
                  <a:gd name="connsiteX10" fmla="*/ 1559560 w 5435600"/>
                  <a:gd name="connsiteY10" fmla="*/ 3728720 h 5435600"/>
                  <a:gd name="connsiteX11" fmla="*/ 1640840 w 5435600"/>
                  <a:gd name="connsiteY11" fmla="*/ 3992880 h 5435600"/>
                  <a:gd name="connsiteX12" fmla="*/ 1620520 w 5435600"/>
                  <a:gd name="connsiteY12" fmla="*/ 4307840 h 5435600"/>
                  <a:gd name="connsiteX13" fmla="*/ 1992630 w 5435600"/>
                  <a:gd name="connsiteY13" fmla="*/ 4413250 h 5435600"/>
                  <a:gd name="connsiteX14" fmla="*/ 2419350 w 5435600"/>
                  <a:gd name="connsiteY14" fmla="*/ 4257040 h 5435600"/>
                  <a:gd name="connsiteX15" fmla="*/ 2717800 w 5435600"/>
                  <a:gd name="connsiteY15" fmla="*/ 4216400 h 5435600"/>
                  <a:gd name="connsiteX16" fmla="*/ 3021965 w 5435600"/>
                  <a:gd name="connsiteY16" fmla="*/ 4222115 h 5435600"/>
                  <a:gd name="connsiteX17" fmla="*/ 3317875 w 5435600"/>
                  <a:gd name="connsiteY17" fmla="*/ 4304030 h 5435600"/>
                  <a:gd name="connsiteX18" fmla="*/ 3571240 w 5435600"/>
                  <a:gd name="connsiteY18" fmla="*/ 4480560 h 5435600"/>
                  <a:gd name="connsiteX19" fmla="*/ 3845560 w 5435600"/>
                  <a:gd name="connsiteY19" fmla="*/ 4226560 h 5435600"/>
                  <a:gd name="connsiteX20" fmla="*/ 3926840 w 5435600"/>
                  <a:gd name="connsiteY20" fmla="*/ 3759200 h 5435600"/>
                  <a:gd name="connsiteX21" fmla="*/ 4028440 w 5435600"/>
                  <a:gd name="connsiteY21" fmla="*/ 3495040 h 5435600"/>
                  <a:gd name="connsiteX22" fmla="*/ 4201160 w 5435600"/>
                  <a:gd name="connsiteY22" fmla="*/ 3230880 h 5435600"/>
                  <a:gd name="connsiteX23" fmla="*/ 4414520 w 5435600"/>
                  <a:gd name="connsiteY23" fmla="*/ 3007360 h 5435600"/>
                  <a:gd name="connsiteX24" fmla="*/ 4678680 w 5435600"/>
                  <a:gd name="connsiteY24" fmla="*/ 2875280 h 5435600"/>
                  <a:gd name="connsiteX25" fmla="*/ 4612640 w 5435600"/>
                  <a:gd name="connsiteY25" fmla="*/ 2509520 h 5435600"/>
                  <a:gd name="connsiteX26" fmla="*/ 4231640 w 5435600"/>
                  <a:gd name="connsiteY26" fmla="*/ 2225040 h 5435600"/>
                  <a:gd name="connsiteX27" fmla="*/ 4048760 w 5435600"/>
                  <a:gd name="connsiteY27" fmla="*/ 1960880 h 5435600"/>
                  <a:gd name="connsiteX28" fmla="*/ 3916680 w 5435600"/>
                  <a:gd name="connsiteY28" fmla="*/ 1686560 h 5435600"/>
                  <a:gd name="connsiteX29" fmla="*/ 3815080 w 5435600"/>
                  <a:gd name="connsiteY29" fmla="*/ 1402080 h 5435600"/>
                  <a:gd name="connsiteX30" fmla="*/ 3855720 w 5435600"/>
                  <a:gd name="connsiteY30" fmla="*/ 1117600 h 5435600"/>
                  <a:gd name="connsiteX31" fmla="*/ 3510280 w 5435600"/>
                  <a:gd name="connsiteY31" fmla="*/ 995680 h 5435600"/>
                  <a:gd name="connsiteX32" fmla="*/ 3063240 w 5435600"/>
                  <a:gd name="connsiteY32" fmla="*/ 1158240 h 5435600"/>
                  <a:gd name="connsiteX33" fmla="*/ 2758440 w 5435600"/>
                  <a:gd name="connsiteY33" fmla="*/ 1209040 h 5435600"/>
                  <a:gd name="connsiteX34" fmla="*/ 2453640 w 5435600"/>
                  <a:gd name="connsiteY34" fmla="*/ 1178560 h 5435600"/>
                  <a:gd name="connsiteX35" fmla="*/ 2159000 w 5435600"/>
                  <a:gd name="connsiteY35" fmla="*/ 1127760 h 5435600"/>
                  <a:gd name="connsiteX36" fmla="*/ 1905000 w 5435600"/>
                  <a:gd name="connsiteY36" fmla="*/ 934720 h 5435600"/>
                  <a:gd name="connsiteX37" fmla="*/ 2717800 w 5435600"/>
                  <a:gd name="connsiteY37" fmla="*/ 0 h 5435600"/>
                  <a:gd name="connsiteX38" fmla="*/ 5435600 w 5435600"/>
                  <a:gd name="connsiteY38" fmla="*/ 2717800 h 5435600"/>
                  <a:gd name="connsiteX39" fmla="*/ 2717800 w 5435600"/>
                  <a:gd name="connsiteY39" fmla="*/ 5435600 h 5435600"/>
                  <a:gd name="connsiteX40" fmla="*/ 0 w 5435600"/>
                  <a:gd name="connsiteY40" fmla="*/ 2717800 h 5435600"/>
                  <a:gd name="connsiteX41" fmla="*/ 2717800 w 5435600"/>
                  <a:gd name="connsiteY41" fmla="*/ 0 h 5435600"/>
                  <a:gd name="connsiteX0" fmla="*/ 1905000 w 5435600"/>
                  <a:gd name="connsiteY0" fmla="*/ 934720 h 5435600"/>
                  <a:gd name="connsiteX1" fmla="*/ 1610360 w 5435600"/>
                  <a:gd name="connsiteY1" fmla="*/ 1229360 h 5435600"/>
                  <a:gd name="connsiteX2" fmla="*/ 1559560 w 5435600"/>
                  <a:gd name="connsiteY2" fmla="*/ 1645920 h 5435600"/>
                  <a:gd name="connsiteX3" fmla="*/ 1418167 w 5435600"/>
                  <a:gd name="connsiteY3" fmla="*/ 1962574 h 5435600"/>
                  <a:gd name="connsiteX4" fmla="*/ 1275080 w 5435600"/>
                  <a:gd name="connsiteY4" fmla="*/ 2204720 h 5435600"/>
                  <a:gd name="connsiteX5" fmla="*/ 1071880 w 5435600"/>
                  <a:gd name="connsiteY5" fmla="*/ 2407920 h 5435600"/>
                  <a:gd name="connsiteX6" fmla="*/ 802640 w 5435600"/>
                  <a:gd name="connsiteY6" fmla="*/ 2555240 h 5435600"/>
                  <a:gd name="connsiteX7" fmla="*/ 868680 w 5435600"/>
                  <a:gd name="connsiteY7" fmla="*/ 2926080 h 5435600"/>
                  <a:gd name="connsiteX8" fmla="*/ 1230207 w 5435600"/>
                  <a:gd name="connsiteY8" fmla="*/ 3228340 h 5435600"/>
                  <a:gd name="connsiteX9" fmla="*/ 1417320 w 5435600"/>
                  <a:gd name="connsiteY9" fmla="*/ 3444240 h 5435600"/>
                  <a:gd name="connsiteX10" fmla="*/ 1559560 w 5435600"/>
                  <a:gd name="connsiteY10" fmla="*/ 3728720 h 5435600"/>
                  <a:gd name="connsiteX11" fmla="*/ 1640840 w 5435600"/>
                  <a:gd name="connsiteY11" fmla="*/ 3992880 h 5435600"/>
                  <a:gd name="connsiteX12" fmla="*/ 1620520 w 5435600"/>
                  <a:gd name="connsiteY12" fmla="*/ 4307840 h 5435600"/>
                  <a:gd name="connsiteX13" fmla="*/ 1992630 w 5435600"/>
                  <a:gd name="connsiteY13" fmla="*/ 4413250 h 5435600"/>
                  <a:gd name="connsiteX14" fmla="*/ 2419350 w 5435600"/>
                  <a:gd name="connsiteY14" fmla="*/ 4257040 h 5435600"/>
                  <a:gd name="connsiteX15" fmla="*/ 2717800 w 5435600"/>
                  <a:gd name="connsiteY15" fmla="*/ 4216400 h 5435600"/>
                  <a:gd name="connsiteX16" fmla="*/ 3021965 w 5435600"/>
                  <a:gd name="connsiteY16" fmla="*/ 4222115 h 5435600"/>
                  <a:gd name="connsiteX17" fmla="*/ 3317875 w 5435600"/>
                  <a:gd name="connsiteY17" fmla="*/ 4304030 h 5435600"/>
                  <a:gd name="connsiteX18" fmla="*/ 3571240 w 5435600"/>
                  <a:gd name="connsiteY18" fmla="*/ 4480560 h 5435600"/>
                  <a:gd name="connsiteX19" fmla="*/ 3845560 w 5435600"/>
                  <a:gd name="connsiteY19" fmla="*/ 4226560 h 5435600"/>
                  <a:gd name="connsiteX20" fmla="*/ 3926840 w 5435600"/>
                  <a:gd name="connsiteY20" fmla="*/ 3759200 h 5435600"/>
                  <a:gd name="connsiteX21" fmla="*/ 4028440 w 5435600"/>
                  <a:gd name="connsiteY21" fmla="*/ 3495040 h 5435600"/>
                  <a:gd name="connsiteX22" fmla="*/ 4201160 w 5435600"/>
                  <a:gd name="connsiteY22" fmla="*/ 3230880 h 5435600"/>
                  <a:gd name="connsiteX23" fmla="*/ 4414520 w 5435600"/>
                  <a:gd name="connsiteY23" fmla="*/ 3007360 h 5435600"/>
                  <a:gd name="connsiteX24" fmla="*/ 4678680 w 5435600"/>
                  <a:gd name="connsiteY24" fmla="*/ 2875280 h 5435600"/>
                  <a:gd name="connsiteX25" fmla="*/ 4612640 w 5435600"/>
                  <a:gd name="connsiteY25" fmla="*/ 2509520 h 5435600"/>
                  <a:gd name="connsiteX26" fmla="*/ 4231640 w 5435600"/>
                  <a:gd name="connsiteY26" fmla="*/ 2225040 h 5435600"/>
                  <a:gd name="connsiteX27" fmla="*/ 4048760 w 5435600"/>
                  <a:gd name="connsiteY27" fmla="*/ 1960880 h 5435600"/>
                  <a:gd name="connsiteX28" fmla="*/ 3916680 w 5435600"/>
                  <a:gd name="connsiteY28" fmla="*/ 1686560 h 5435600"/>
                  <a:gd name="connsiteX29" fmla="*/ 3815080 w 5435600"/>
                  <a:gd name="connsiteY29" fmla="*/ 1402080 h 5435600"/>
                  <a:gd name="connsiteX30" fmla="*/ 3855720 w 5435600"/>
                  <a:gd name="connsiteY30" fmla="*/ 1117600 h 5435600"/>
                  <a:gd name="connsiteX31" fmla="*/ 3510280 w 5435600"/>
                  <a:gd name="connsiteY31" fmla="*/ 995680 h 5435600"/>
                  <a:gd name="connsiteX32" fmla="*/ 3063240 w 5435600"/>
                  <a:gd name="connsiteY32" fmla="*/ 1158240 h 5435600"/>
                  <a:gd name="connsiteX33" fmla="*/ 2758440 w 5435600"/>
                  <a:gd name="connsiteY33" fmla="*/ 1209040 h 5435600"/>
                  <a:gd name="connsiteX34" fmla="*/ 2453640 w 5435600"/>
                  <a:gd name="connsiteY34" fmla="*/ 1178560 h 5435600"/>
                  <a:gd name="connsiteX35" fmla="*/ 2159000 w 5435600"/>
                  <a:gd name="connsiteY35" fmla="*/ 1127760 h 5435600"/>
                  <a:gd name="connsiteX36" fmla="*/ 1905000 w 5435600"/>
                  <a:gd name="connsiteY36" fmla="*/ 934720 h 5435600"/>
                  <a:gd name="connsiteX37" fmla="*/ 2717800 w 5435600"/>
                  <a:gd name="connsiteY37" fmla="*/ 0 h 5435600"/>
                  <a:gd name="connsiteX38" fmla="*/ 5435600 w 5435600"/>
                  <a:gd name="connsiteY38" fmla="*/ 2717800 h 5435600"/>
                  <a:gd name="connsiteX39" fmla="*/ 2717800 w 5435600"/>
                  <a:gd name="connsiteY39" fmla="*/ 5435600 h 5435600"/>
                  <a:gd name="connsiteX40" fmla="*/ 0 w 5435600"/>
                  <a:gd name="connsiteY40" fmla="*/ 2717800 h 5435600"/>
                  <a:gd name="connsiteX41" fmla="*/ 2717800 w 5435600"/>
                  <a:gd name="connsiteY41" fmla="*/ 0 h 5435600"/>
                  <a:gd name="connsiteX0" fmla="*/ 1905000 w 5435600"/>
                  <a:gd name="connsiteY0" fmla="*/ 934720 h 5435600"/>
                  <a:gd name="connsiteX1" fmla="*/ 1610360 w 5435600"/>
                  <a:gd name="connsiteY1" fmla="*/ 1229360 h 5435600"/>
                  <a:gd name="connsiteX2" fmla="*/ 1559560 w 5435600"/>
                  <a:gd name="connsiteY2" fmla="*/ 1645920 h 5435600"/>
                  <a:gd name="connsiteX3" fmla="*/ 1418167 w 5435600"/>
                  <a:gd name="connsiteY3" fmla="*/ 1962574 h 5435600"/>
                  <a:gd name="connsiteX4" fmla="*/ 1275080 w 5435600"/>
                  <a:gd name="connsiteY4" fmla="*/ 2204720 h 5435600"/>
                  <a:gd name="connsiteX5" fmla="*/ 1071880 w 5435600"/>
                  <a:gd name="connsiteY5" fmla="*/ 2407920 h 5435600"/>
                  <a:gd name="connsiteX6" fmla="*/ 802640 w 5435600"/>
                  <a:gd name="connsiteY6" fmla="*/ 2555240 h 5435600"/>
                  <a:gd name="connsiteX7" fmla="*/ 868680 w 5435600"/>
                  <a:gd name="connsiteY7" fmla="*/ 2926080 h 5435600"/>
                  <a:gd name="connsiteX8" fmla="*/ 1230207 w 5435600"/>
                  <a:gd name="connsiteY8" fmla="*/ 3228340 h 5435600"/>
                  <a:gd name="connsiteX9" fmla="*/ 1417320 w 5435600"/>
                  <a:gd name="connsiteY9" fmla="*/ 3444240 h 5435600"/>
                  <a:gd name="connsiteX10" fmla="*/ 1559560 w 5435600"/>
                  <a:gd name="connsiteY10" fmla="*/ 3728720 h 5435600"/>
                  <a:gd name="connsiteX11" fmla="*/ 1640840 w 5435600"/>
                  <a:gd name="connsiteY11" fmla="*/ 3992880 h 5435600"/>
                  <a:gd name="connsiteX12" fmla="*/ 1620520 w 5435600"/>
                  <a:gd name="connsiteY12" fmla="*/ 4307840 h 5435600"/>
                  <a:gd name="connsiteX13" fmla="*/ 1992630 w 5435600"/>
                  <a:gd name="connsiteY13" fmla="*/ 4413250 h 5435600"/>
                  <a:gd name="connsiteX14" fmla="*/ 2419350 w 5435600"/>
                  <a:gd name="connsiteY14" fmla="*/ 4257040 h 5435600"/>
                  <a:gd name="connsiteX15" fmla="*/ 2717800 w 5435600"/>
                  <a:gd name="connsiteY15" fmla="*/ 4216400 h 5435600"/>
                  <a:gd name="connsiteX16" fmla="*/ 3021965 w 5435600"/>
                  <a:gd name="connsiteY16" fmla="*/ 4222115 h 5435600"/>
                  <a:gd name="connsiteX17" fmla="*/ 3317875 w 5435600"/>
                  <a:gd name="connsiteY17" fmla="*/ 4304030 h 5435600"/>
                  <a:gd name="connsiteX18" fmla="*/ 3571240 w 5435600"/>
                  <a:gd name="connsiteY18" fmla="*/ 4480560 h 5435600"/>
                  <a:gd name="connsiteX19" fmla="*/ 3845560 w 5435600"/>
                  <a:gd name="connsiteY19" fmla="*/ 4226560 h 5435600"/>
                  <a:gd name="connsiteX20" fmla="*/ 3926840 w 5435600"/>
                  <a:gd name="connsiteY20" fmla="*/ 3759200 h 5435600"/>
                  <a:gd name="connsiteX21" fmla="*/ 4028440 w 5435600"/>
                  <a:gd name="connsiteY21" fmla="*/ 3495040 h 5435600"/>
                  <a:gd name="connsiteX22" fmla="*/ 4201160 w 5435600"/>
                  <a:gd name="connsiteY22" fmla="*/ 3230880 h 5435600"/>
                  <a:gd name="connsiteX23" fmla="*/ 4414520 w 5435600"/>
                  <a:gd name="connsiteY23" fmla="*/ 3007360 h 5435600"/>
                  <a:gd name="connsiteX24" fmla="*/ 4678680 w 5435600"/>
                  <a:gd name="connsiteY24" fmla="*/ 2875280 h 5435600"/>
                  <a:gd name="connsiteX25" fmla="*/ 4612640 w 5435600"/>
                  <a:gd name="connsiteY25" fmla="*/ 2509520 h 5435600"/>
                  <a:gd name="connsiteX26" fmla="*/ 4231640 w 5435600"/>
                  <a:gd name="connsiteY26" fmla="*/ 2225040 h 5435600"/>
                  <a:gd name="connsiteX27" fmla="*/ 4048760 w 5435600"/>
                  <a:gd name="connsiteY27" fmla="*/ 1960880 h 5435600"/>
                  <a:gd name="connsiteX28" fmla="*/ 3916680 w 5435600"/>
                  <a:gd name="connsiteY28" fmla="*/ 1686560 h 5435600"/>
                  <a:gd name="connsiteX29" fmla="*/ 3815080 w 5435600"/>
                  <a:gd name="connsiteY29" fmla="*/ 1402080 h 5435600"/>
                  <a:gd name="connsiteX30" fmla="*/ 3855720 w 5435600"/>
                  <a:gd name="connsiteY30" fmla="*/ 1117600 h 5435600"/>
                  <a:gd name="connsiteX31" fmla="*/ 3510280 w 5435600"/>
                  <a:gd name="connsiteY31" fmla="*/ 995680 h 5435600"/>
                  <a:gd name="connsiteX32" fmla="*/ 3063240 w 5435600"/>
                  <a:gd name="connsiteY32" fmla="*/ 1158240 h 5435600"/>
                  <a:gd name="connsiteX33" fmla="*/ 2758440 w 5435600"/>
                  <a:gd name="connsiteY33" fmla="*/ 1209040 h 5435600"/>
                  <a:gd name="connsiteX34" fmla="*/ 2453640 w 5435600"/>
                  <a:gd name="connsiteY34" fmla="*/ 1178560 h 5435600"/>
                  <a:gd name="connsiteX35" fmla="*/ 2159000 w 5435600"/>
                  <a:gd name="connsiteY35" fmla="*/ 1127760 h 5435600"/>
                  <a:gd name="connsiteX36" fmla="*/ 1905000 w 5435600"/>
                  <a:gd name="connsiteY36" fmla="*/ 934720 h 5435600"/>
                  <a:gd name="connsiteX37" fmla="*/ 2717800 w 5435600"/>
                  <a:gd name="connsiteY37" fmla="*/ 0 h 5435600"/>
                  <a:gd name="connsiteX38" fmla="*/ 5435600 w 5435600"/>
                  <a:gd name="connsiteY38" fmla="*/ 2717800 h 5435600"/>
                  <a:gd name="connsiteX39" fmla="*/ 2717800 w 5435600"/>
                  <a:gd name="connsiteY39" fmla="*/ 5435600 h 5435600"/>
                  <a:gd name="connsiteX40" fmla="*/ 0 w 5435600"/>
                  <a:gd name="connsiteY40" fmla="*/ 2717800 h 5435600"/>
                  <a:gd name="connsiteX41" fmla="*/ 2717800 w 5435600"/>
                  <a:gd name="connsiteY41" fmla="*/ 0 h 5435600"/>
                  <a:gd name="connsiteX0" fmla="*/ 1905000 w 5435600"/>
                  <a:gd name="connsiteY0" fmla="*/ 934720 h 5435600"/>
                  <a:gd name="connsiteX1" fmla="*/ 1610360 w 5435600"/>
                  <a:gd name="connsiteY1" fmla="*/ 1229360 h 5435600"/>
                  <a:gd name="connsiteX2" fmla="*/ 1559560 w 5435600"/>
                  <a:gd name="connsiteY2" fmla="*/ 1645920 h 5435600"/>
                  <a:gd name="connsiteX3" fmla="*/ 1418167 w 5435600"/>
                  <a:gd name="connsiteY3" fmla="*/ 1962574 h 5435600"/>
                  <a:gd name="connsiteX4" fmla="*/ 1275080 w 5435600"/>
                  <a:gd name="connsiteY4" fmla="*/ 2204720 h 5435600"/>
                  <a:gd name="connsiteX5" fmla="*/ 1071880 w 5435600"/>
                  <a:gd name="connsiteY5" fmla="*/ 2407920 h 5435600"/>
                  <a:gd name="connsiteX6" fmla="*/ 802640 w 5435600"/>
                  <a:gd name="connsiteY6" fmla="*/ 2555240 h 5435600"/>
                  <a:gd name="connsiteX7" fmla="*/ 868680 w 5435600"/>
                  <a:gd name="connsiteY7" fmla="*/ 2926080 h 5435600"/>
                  <a:gd name="connsiteX8" fmla="*/ 1230207 w 5435600"/>
                  <a:gd name="connsiteY8" fmla="*/ 3228340 h 5435600"/>
                  <a:gd name="connsiteX9" fmla="*/ 1417320 w 5435600"/>
                  <a:gd name="connsiteY9" fmla="*/ 3444240 h 5435600"/>
                  <a:gd name="connsiteX10" fmla="*/ 1559560 w 5435600"/>
                  <a:gd name="connsiteY10" fmla="*/ 3728720 h 5435600"/>
                  <a:gd name="connsiteX11" fmla="*/ 1640840 w 5435600"/>
                  <a:gd name="connsiteY11" fmla="*/ 3992880 h 5435600"/>
                  <a:gd name="connsiteX12" fmla="*/ 1620520 w 5435600"/>
                  <a:gd name="connsiteY12" fmla="*/ 4307840 h 5435600"/>
                  <a:gd name="connsiteX13" fmla="*/ 1992630 w 5435600"/>
                  <a:gd name="connsiteY13" fmla="*/ 4413250 h 5435600"/>
                  <a:gd name="connsiteX14" fmla="*/ 2428875 w 5435600"/>
                  <a:gd name="connsiteY14" fmla="*/ 4257040 h 5435600"/>
                  <a:gd name="connsiteX15" fmla="*/ 2717800 w 5435600"/>
                  <a:gd name="connsiteY15" fmla="*/ 4216400 h 5435600"/>
                  <a:gd name="connsiteX16" fmla="*/ 3021965 w 5435600"/>
                  <a:gd name="connsiteY16" fmla="*/ 4222115 h 5435600"/>
                  <a:gd name="connsiteX17" fmla="*/ 3317875 w 5435600"/>
                  <a:gd name="connsiteY17" fmla="*/ 4304030 h 5435600"/>
                  <a:gd name="connsiteX18" fmla="*/ 3571240 w 5435600"/>
                  <a:gd name="connsiteY18" fmla="*/ 4480560 h 5435600"/>
                  <a:gd name="connsiteX19" fmla="*/ 3845560 w 5435600"/>
                  <a:gd name="connsiteY19" fmla="*/ 4226560 h 5435600"/>
                  <a:gd name="connsiteX20" fmla="*/ 3926840 w 5435600"/>
                  <a:gd name="connsiteY20" fmla="*/ 3759200 h 5435600"/>
                  <a:gd name="connsiteX21" fmla="*/ 4028440 w 5435600"/>
                  <a:gd name="connsiteY21" fmla="*/ 3495040 h 5435600"/>
                  <a:gd name="connsiteX22" fmla="*/ 4201160 w 5435600"/>
                  <a:gd name="connsiteY22" fmla="*/ 3230880 h 5435600"/>
                  <a:gd name="connsiteX23" fmla="*/ 4414520 w 5435600"/>
                  <a:gd name="connsiteY23" fmla="*/ 3007360 h 5435600"/>
                  <a:gd name="connsiteX24" fmla="*/ 4678680 w 5435600"/>
                  <a:gd name="connsiteY24" fmla="*/ 2875280 h 5435600"/>
                  <a:gd name="connsiteX25" fmla="*/ 4612640 w 5435600"/>
                  <a:gd name="connsiteY25" fmla="*/ 2509520 h 5435600"/>
                  <a:gd name="connsiteX26" fmla="*/ 4231640 w 5435600"/>
                  <a:gd name="connsiteY26" fmla="*/ 2225040 h 5435600"/>
                  <a:gd name="connsiteX27" fmla="*/ 4048760 w 5435600"/>
                  <a:gd name="connsiteY27" fmla="*/ 1960880 h 5435600"/>
                  <a:gd name="connsiteX28" fmla="*/ 3916680 w 5435600"/>
                  <a:gd name="connsiteY28" fmla="*/ 1686560 h 5435600"/>
                  <a:gd name="connsiteX29" fmla="*/ 3815080 w 5435600"/>
                  <a:gd name="connsiteY29" fmla="*/ 1402080 h 5435600"/>
                  <a:gd name="connsiteX30" fmla="*/ 3855720 w 5435600"/>
                  <a:gd name="connsiteY30" fmla="*/ 1117600 h 5435600"/>
                  <a:gd name="connsiteX31" fmla="*/ 3510280 w 5435600"/>
                  <a:gd name="connsiteY31" fmla="*/ 995680 h 5435600"/>
                  <a:gd name="connsiteX32" fmla="*/ 3063240 w 5435600"/>
                  <a:gd name="connsiteY32" fmla="*/ 1158240 h 5435600"/>
                  <a:gd name="connsiteX33" fmla="*/ 2758440 w 5435600"/>
                  <a:gd name="connsiteY33" fmla="*/ 1209040 h 5435600"/>
                  <a:gd name="connsiteX34" fmla="*/ 2453640 w 5435600"/>
                  <a:gd name="connsiteY34" fmla="*/ 1178560 h 5435600"/>
                  <a:gd name="connsiteX35" fmla="*/ 2159000 w 5435600"/>
                  <a:gd name="connsiteY35" fmla="*/ 1127760 h 5435600"/>
                  <a:gd name="connsiteX36" fmla="*/ 1905000 w 5435600"/>
                  <a:gd name="connsiteY36" fmla="*/ 934720 h 5435600"/>
                  <a:gd name="connsiteX37" fmla="*/ 2717800 w 5435600"/>
                  <a:gd name="connsiteY37" fmla="*/ 0 h 5435600"/>
                  <a:gd name="connsiteX38" fmla="*/ 5435600 w 5435600"/>
                  <a:gd name="connsiteY38" fmla="*/ 2717800 h 5435600"/>
                  <a:gd name="connsiteX39" fmla="*/ 2717800 w 5435600"/>
                  <a:gd name="connsiteY39" fmla="*/ 5435600 h 5435600"/>
                  <a:gd name="connsiteX40" fmla="*/ 0 w 5435600"/>
                  <a:gd name="connsiteY40" fmla="*/ 2717800 h 5435600"/>
                  <a:gd name="connsiteX41" fmla="*/ 2717800 w 5435600"/>
                  <a:gd name="connsiteY41" fmla="*/ 0 h 5435600"/>
                  <a:gd name="connsiteX0" fmla="*/ 1905000 w 5435600"/>
                  <a:gd name="connsiteY0" fmla="*/ 934720 h 5435600"/>
                  <a:gd name="connsiteX1" fmla="*/ 1610360 w 5435600"/>
                  <a:gd name="connsiteY1" fmla="*/ 1229360 h 5435600"/>
                  <a:gd name="connsiteX2" fmla="*/ 1559560 w 5435600"/>
                  <a:gd name="connsiteY2" fmla="*/ 1645920 h 5435600"/>
                  <a:gd name="connsiteX3" fmla="*/ 1418167 w 5435600"/>
                  <a:gd name="connsiteY3" fmla="*/ 1962574 h 5435600"/>
                  <a:gd name="connsiteX4" fmla="*/ 1275080 w 5435600"/>
                  <a:gd name="connsiteY4" fmla="*/ 2204720 h 5435600"/>
                  <a:gd name="connsiteX5" fmla="*/ 1071880 w 5435600"/>
                  <a:gd name="connsiteY5" fmla="*/ 2407920 h 5435600"/>
                  <a:gd name="connsiteX6" fmla="*/ 802640 w 5435600"/>
                  <a:gd name="connsiteY6" fmla="*/ 2555240 h 5435600"/>
                  <a:gd name="connsiteX7" fmla="*/ 868680 w 5435600"/>
                  <a:gd name="connsiteY7" fmla="*/ 2926080 h 5435600"/>
                  <a:gd name="connsiteX8" fmla="*/ 1230207 w 5435600"/>
                  <a:gd name="connsiteY8" fmla="*/ 3228340 h 5435600"/>
                  <a:gd name="connsiteX9" fmla="*/ 1417320 w 5435600"/>
                  <a:gd name="connsiteY9" fmla="*/ 3444240 h 5435600"/>
                  <a:gd name="connsiteX10" fmla="*/ 1559560 w 5435600"/>
                  <a:gd name="connsiteY10" fmla="*/ 3728720 h 5435600"/>
                  <a:gd name="connsiteX11" fmla="*/ 1640840 w 5435600"/>
                  <a:gd name="connsiteY11" fmla="*/ 3992880 h 5435600"/>
                  <a:gd name="connsiteX12" fmla="*/ 1620520 w 5435600"/>
                  <a:gd name="connsiteY12" fmla="*/ 4307840 h 5435600"/>
                  <a:gd name="connsiteX13" fmla="*/ 1992630 w 5435600"/>
                  <a:gd name="connsiteY13" fmla="*/ 4413250 h 5435600"/>
                  <a:gd name="connsiteX14" fmla="*/ 2413000 w 5435600"/>
                  <a:gd name="connsiteY14" fmla="*/ 4247515 h 5435600"/>
                  <a:gd name="connsiteX15" fmla="*/ 2717800 w 5435600"/>
                  <a:gd name="connsiteY15" fmla="*/ 4216400 h 5435600"/>
                  <a:gd name="connsiteX16" fmla="*/ 3021965 w 5435600"/>
                  <a:gd name="connsiteY16" fmla="*/ 4222115 h 5435600"/>
                  <a:gd name="connsiteX17" fmla="*/ 3317875 w 5435600"/>
                  <a:gd name="connsiteY17" fmla="*/ 4304030 h 5435600"/>
                  <a:gd name="connsiteX18" fmla="*/ 3571240 w 5435600"/>
                  <a:gd name="connsiteY18" fmla="*/ 4480560 h 5435600"/>
                  <a:gd name="connsiteX19" fmla="*/ 3845560 w 5435600"/>
                  <a:gd name="connsiteY19" fmla="*/ 4226560 h 5435600"/>
                  <a:gd name="connsiteX20" fmla="*/ 3926840 w 5435600"/>
                  <a:gd name="connsiteY20" fmla="*/ 3759200 h 5435600"/>
                  <a:gd name="connsiteX21" fmla="*/ 4028440 w 5435600"/>
                  <a:gd name="connsiteY21" fmla="*/ 3495040 h 5435600"/>
                  <a:gd name="connsiteX22" fmla="*/ 4201160 w 5435600"/>
                  <a:gd name="connsiteY22" fmla="*/ 3230880 h 5435600"/>
                  <a:gd name="connsiteX23" fmla="*/ 4414520 w 5435600"/>
                  <a:gd name="connsiteY23" fmla="*/ 3007360 h 5435600"/>
                  <a:gd name="connsiteX24" fmla="*/ 4678680 w 5435600"/>
                  <a:gd name="connsiteY24" fmla="*/ 2875280 h 5435600"/>
                  <a:gd name="connsiteX25" fmla="*/ 4612640 w 5435600"/>
                  <a:gd name="connsiteY25" fmla="*/ 2509520 h 5435600"/>
                  <a:gd name="connsiteX26" fmla="*/ 4231640 w 5435600"/>
                  <a:gd name="connsiteY26" fmla="*/ 2225040 h 5435600"/>
                  <a:gd name="connsiteX27" fmla="*/ 4048760 w 5435600"/>
                  <a:gd name="connsiteY27" fmla="*/ 1960880 h 5435600"/>
                  <a:gd name="connsiteX28" fmla="*/ 3916680 w 5435600"/>
                  <a:gd name="connsiteY28" fmla="*/ 1686560 h 5435600"/>
                  <a:gd name="connsiteX29" fmla="*/ 3815080 w 5435600"/>
                  <a:gd name="connsiteY29" fmla="*/ 1402080 h 5435600"/>
                  <a:gd name="connsiteX30" fmla="*/ 3855720 w 5435600"/>
                  <a:gd name="connsiteY30" fmla="*/ 1117600 h 5435600"/>
                  <a:gd name="connsiteX31" fmla="*/ 3510280 w 5435600"/>
                  <a:gd name="connsiteY31" fmla="*/ 995680 h 5435600"/>
                  <a:gd name="connsiteX32" fmla="*/ 3063240 w 5435600"/>
                  <a:gd name="connsiteY32" fmla="*/ 1158240 h 5435600"/>
                  <a:gd name="connsiteX33" fmla="*/ 2758440 w 5435600"/>
                  <a:gd name="connsiteY33" fmla="*/ 1209040 h 5435600"/>
                  <a:gd name="connsiteX34" fmla="*/ 2453640 w 5435600"/>
                  <a:gd name="connsiteY34" fmla="*/ 1178560 h 5435600"/>
                  <a:gd name="connsiteX35" fmla="*/ 2159000 w 5435600"/>
                  <a:gd name="connsiteY35" fmla="*/ 1127760 h 5435600"/>
                  <a:gd name="connsiteX36" fmla="*/ 1905000 w 5435600"/>
                  <a:gd name="connsiteY36" fmla="*/ 934720 h 5435600"/>
                  <a:gd name="connsiteX37" fmla="*/ 2717800 w 5435600"/>
                  <a:gd name="connsiteY37" fmla="*/ 0 h 5435600"/>
                  <a:gd name="connsiteX38" fmla="*/ 5435600 w 5435600"/>
                  <a:gd name="connsiteY38" fmla="*/ 2717800 h 5435600"/>
                  <a:gd name="connsiteX39" fmla="*/ 2717800 w 5435600"/>
                  <a:gd name="connsiteY39" fmla="*/ 5435600 h 5435600"/>
                  <a:gd name="connsiteX40" fmla="*/ 0 w 5435600"/>
                  <a:gd name="connsiteY40" fmla="*/ 2717800 h 5435600"/>
                  <a:gd name="connsiteX41" fmla="*/ 2717800 w 5435600"/>
                  <a:gd name="connsiteY41" fmla="*/ 0 h 5435600"/>
                  <a:gd name="connsiteX0" fmla="*/ 1905000 w 5435600"/>
                  <a:gd name="connsiteY0" fmla="*/ 934720 h 5435600"/>
                  <a:gd name="connsiteX1" fmla="*/ 1610360 w 5435600"/>
                  <a:gd name="connsiteY1" fmla="*/ 1229360 h 5435600"/>
                  <a:gd name="connsiteX2" fmla="*/ 1559560 w 5435600"/>
                  <a:gd name="connsiteY2" fmla="*/ 1645920 h 5435600"/>
                  <a:gd name="connsiteX3" fmla="*/ 1418167 w 5435600"/>
                  <a:gd name="connsiteY3" fmla="*/ 1962574 h 5435600"/>
                  <a:gd name="connsiteX4" fmla="*/ 1275080 w 5435600"/>
                  <a:gd name="connsiteY4" fmla="*/ 2204720 h 5435600"/>
                  <a:gd name="connsiteX5" fmla="*/ 1071880 w 5435600"/>
                  <a:gd name="connsiteY5" fmla="*/ 2407920 h 5435600"/>
                  <a:gd name="connsiteX6" fmla="*/ 802640 w 5435600"/>
                  <a:gd name="connsiteY6" fmla="*/ 2555240 h 5435600"/>
                  <a:gd name="connsiteX7" fmla="*/ 868680 w 5435600"/>
                  <a:gd name="connsiteY7" fmla="*/ 2926080 h 5435600"/>
                  <a:gd name="connsiteX8" fmla="*/ 1230207 w 5435600"/>
                  <a:gd name="connsiteY8" fmla="*/ 3228340 h 5435600"/>
                  <a:gd name="connsiteX9" fmla="*/ 1417320 w 5435600"/>
                  <a:gd name="connsiteY9" fmla="*/ 3444240 h 5435600"/>
                  <a:gd name="connsiteX10" fmla="*/ 1559560 w 5435600"/>
                  <a:gd name="connsiteY10" fmla="*/ 3728720 h 5435600"/>
                  <a:gd name="connsiteX11" fmla="*/ 1640840 w 5435600"/>
                  <a:gd name="connsiteY11" fmla="*/ 3992880 h 5435600"/>
                  <a:gd name="connsiteX12" fmla="*/ 1620520 w 5435600"/>
                  <a:gd name="connsiteY12" fmla="*/ 4307840 h 5435600"/>
                  <a:gd name="connsiteX13" fmla="*/ 1992630 w 5435600"/>
                  <a:gd name="connsiteY13" fmla="*/ 4413250 h 5435600"/>
                  <a:gd name="connsiteX14" fmla="*/ 2413000 w 5435600"/>
                  <a:gd name="connsiteY14" fmla="*/ 4247515 h 5435600"/>
                  <a:gd name="connsiteX15" fmla="*/ 2717800 w 5435600"/>
                  <a:gd name="connsiteY15" fmla="*/ 4216400 h 5435600"/>
                  <a:gd name="connsiteX16" fmla="*/ 3021965 w 5435600"/>
                  <a:gd name="connsiteY16" fmla="*/ 4222115 h 5435600"/>
                  <a:gd name="connsiteX17" fmla="*/ 3317875 w 5435600"/>
                  <a:gd name="connsiteY17" fmla="*/ 4304030 h 5435600"/>
                  <a:gd name="connsiteX18" fmla="*/ 3571240 w 5435600"/>
                  <a:gd name="connsiteY18" fmla="*/ 4480560 h 5435600"/>
                  <a:gd name="connsiteX19" fmla="*/ 3845560 w 5435600"/>
                  <a:gd name="connsiteY19" fmla="*/ 4226560 h 5435600"/>
                  <a:gd name="connsiteX20" fmla="*/ 3926840 w 5435600"/>
                  <a:gd name="connsiteY20" fmla="*/ 3759200 h 5435600"/>
                  <a:gd name="connsiteX21" fmla="*/ 4028440 w 5435600"/>
                  <a:gd name="connsiteY21" fmla="*/ 3495040 h 5435600"/>
                  <a:gd name="connsiteX22" fmla="*/ 4201160 w 5435600"/>
                  <a:gd name="connsiteY22" fmla="*/ 3230880 h 5435600"/>
                  <a:gd name="connsiteX23" fmla="*/ 4414520 w 5435600"/>
                  <a:gd name="connsiteY23" fmla="*/ 3007360 h 5435600"/>
                  <a:gd name="connsiteX24" fmla="*/ 4678680 w 5435600"/>
                  <a:gd name="connsiteY24" fmla="*/ 2875280 h 5435600"/>
                  <a:gd name="connsiteX25" fmla="*/ 4612640 w 5435600"/>
                  <a:gd name="connsiteY25" fmla="*/ 2509520 h 5435600"/>
                  <a:gd name="connsiteX26" fmla="*/ 4231640 w 5435600"/>
                  <a:gd name="connsiteY26" fmla="*/ 2225040 h 5435600"/>
                  <a:gd name="connsiteX27" fmla="*/ 4048760 w 5435600"/>
                  <a:gd name="connsiteY27" fmla="*/ 1960880 h 5435600"/>
                  <a:gd name="connsiteX28" fmla="*/ 3916680 w 5435600"/>
                  <a:gd name="connsiteY28" fmla="*/ 1686560 h 5435600"/>
                  <a:gd name="connsiteX29" fmla="*/ 3815080 w 5435600"/>
                  <a:gd name="connsiteY29" fmla="*/ 1402080 h 5435600"/>
                  <a:gd name="connsiteX30" fmla="*/ 3855720 w 5435600"/>
                  <a:gd name="connsiteY30" fmla="*/ 1117600 h 5435600"/>
                  <a:gd name="connsiteX31" fmla="*/ 3510280 w 5435600"/>
                  <a:gd name="connsiteY31" fmla="*/ 995680 h 5435600"/>
                  <a:gd name="connsiteX32" fmla="*/ 3063240 w 5435600"/>
                  <a:gd name="connsiteY32" fmla="*/ 1158240 h 5435600"/>
                  <a:gd name="connsiteX33" fmla="*/ 2758440 w 5435600"/>
                  <a:gd name="connsiteY33" fmla="*/ 1209040 h 5435600"/>
                  <a:gd name="connsiteX34" fmla="*/ 2453640 w 5435600"/>
                  <a:gd name="connsiteY34" fmla="*/ 1178560 h 5435600"/>
                  <a:gd name="connsiteX35" fmla="*/ 2159000 w 5435600"/>
                  <a:gd name="connsiteY35" fmla="*/ 1127760 h 5435600"/>
                  <a:gd name="connsiteX36" fmla="*/ 1905000 w 5435600"/>
                  <a:gd name="connsiteY36" fmla="*/ 934720 h 5435600"/>
                  <a:gd name="connsiteX37" fmla="*/ 2717800 w 5435600"/>
                  <a:gd name="connsiteY37" fmla="*/ 0 h 5435600"/>
                  <a:gd name="connsiteX38" fmla="*/ 5435600 w 5435600"/>
                  <a:gd name="connsiteY38" fmla="*/ 2717800 h 5435600"/>
                  <a:gd name="connsiteX39" fmla="*/ 2717800 w 5435600"/>
                  <a:gd name="connsiteY39" fmla="*/ 5435600 h 5435600"/>
                  <a:gd name="connsiteX40" fmla="*/ 0 w 5435600"/>
                  <a:gd name="connsiteY40" fmla="*/ 2717800 h 5435600"/>
                  <a:gd name="connsiteX41" fmla="*/ 2717800 w 5435600"/>
                  <a:gd name="connsiteY41" fmla="*/ 0 h 5435600"/>
                  <a:gd name="connsiteX0" fmla="*/ 1905000 w 5435600"/>
                  <a:gd name="connsiteY0" fmla="*/ 934720 h 5435600"/>
                  <a:gd name="connsiteX1" fmla="*/ 1610360 w 5435600"/>
                  <a:gd name="connsiteY1" fmla="*/ 1229360 h 5435600"/>
                  <a:gd name="connsiteX2" fmla="*/ 1559560 w 5435600"/>
                  <a:gd name="connsiteY2" fmla="*/ 1645920 h 5435600"/>
                  <a:gd name="connsiteX3" fmla="*/ 1418167 w 5435600"/>
                  <a:gd name="connsiteY3" fmla="*/ 1962574 h 5435600"/>
                  <a:gd name="connsiteX4" fmla="*/ 1275080 w 5435600"/>
                  <a:gd name="connsiteY4" fmla="*/ 2204720 h 5435600"/>
                  <a:gd name="connsiteX5" fmla="*/ 1071880 w 5435600"/>
                  <a:gd name="connsiteY5" fmla="*/ 2407920 h 5435600"/>
                  <a:gd name="connsiteX6" fmla="*/ 802640 w 5435600"/>
                  <a:gd name="connsiteY6" fmla="*/ 2555240 h 5435600"/>
                  <a:gd name="connsiteX7" fmla="*/ 868680 w 5435600"/>
                  <a:gd name="connsiteY7" fmla="*/ 2926080 h 5435600"/>
                  <a:gd name="connsiteX8" fmla="*/ 1230207 w 5435600"/>
                  <a:gd name="connsiteY8" fmla="*/ 3228340 h 5435600"/>
                  <a:gd name="connsiteX9" fmla="*/ 1417320 w 5435600"/>
                  <a:gd name="connsiteY9" fmla="*/ 3444240 h 5435600"/>
                  <a:gd name="connsiteX10" fmla="*/ 1559560 w 5435600"/>
                  <a:gd name="connsiteY10" fmla="*/ 3728720 h 5435600"/>
                  <a:gd name="connsiteX11" fmla="*/ 1640840 w 5435600"/>
                  <a:gd name="connsiteY11" fmla="*/ 3992880 h 5435600"/>
                  <a:gd name="connsiteX12" fmla="*/ 1620520 w 5435600"/>
                  <a:gd name="connsiteY12" fmla="*/ 4307840 h 5435600"/>
                  <a:gd name="connsiteX13" fmla="*/ 1992630 w 5435600"/>
                  <a:gd name="connsiteY13" fmla="*/ 4413250 h 5435600"/>
                  <a:gd name="connsiteX14" fmla="*/ 2413000 w 5435600"/>
                  <a:gd name="connsiteY14" fmla="*/ 4247515 h 5435600"/>
                  <a:gd name="connsiteX15" fmla="*/ 2717800 w 5435600"/>
                  <a:gd name="connsiteY15" fmla="*/ 4216400 h 5435600"/>
                  <a:gd name="connsiteX16" fmla="*/ 3021965 w 5435600"/>
                  <a:gd name="connsiteY16" fmla="*/ 4222115 h 5435600"/>
                  <a:gd name="connsiteX17" fmla="*/ 3317875 w 5435600"/>
                  <a:gd name="connsiteY17" fmla="*/ 4304030 h 5435600"/>
                  <a:gd name="connsiteX18" fmla="*/ 3571240 w 5435600"/>
                  <a:gd name="connsiteY18" fmla="*/ 4480560 h 5435600"/>
                  <a:gd name="connsiteX19" fmla="*/ 3845560 w 5435600"/>
                  <a:gd name="connsiteY19" fmla="*/ 4226560 h 5435600"/>
                  <a:gd name="connsiteX20" fmla="*/ 3926840 w 5435600"/>
                  <a:gd name="connsiteY20" fmla="*/ 3759200 h 5435600"/>
                  <a:gd name="connsiteX21" fmla="*/ 4028440 w 5435600"/>
                  <a:gd name="connsiteY21" fmla="*/ 3495040 h 5435600"/>
                  <a:gd name="connsiteX22" fmla="*/ 4201160 w 5435600"/>
                  <a:gd name="connsiteY22" fmla="*/ 3230880 h 5435600"/>
                  <a:gd name="connsiteX23" fmla="*/ 4414520 w 5435600"/>
                  <a:gd name="connsiteY23" fmla="*/ 3007360 h 5435600"/>
                  <a:gd name="connsiteX24" fmla="*/ 4678680 w 5435600"/>
                  <a:gd name="connsiteY24" fmla="*/ 2875280 h 5435600"/>
                  <a:gd name="connsiteX25" fmla="*/ 4612640 w 5435600"/>
                  <a:gd name="connsiteY25" fmla="*/ 2509520 h 5435600"/>
                  <a:gd name="connsiteX26" fmla="*/ 4231640 w 5435600"/>
                  <a:gd name="connsiteY26" fmla="*/ 2225040 h 5435600"/>
                  <a:gd name="connsiteX27" fmla="*/ 4048760 w 5435600"/>
                  <a:gd name="connsiteY27" fmla="*/ 1960880 h 5435600"/>
                  <a:gd name="connsiteX28" fmla="*/ 3916680 w 5435600"/>
                  <a:gd name="connsiteY28" fmla="*/ 1686560 h 5435600"/>
                  <a:gd name="connsiteX29" fmla="*/ 3815080 w 5435600"/>
                  <a:gd name="connsiteY29" fmla="*/ 1402080 h 5435600"/>
                  <a:gd name="connsiteX30" fmla="*/ 3855720 w 5435600"/>
                  <a:gd name="connsiteY30" fmla="*/ 1117600 h 5435600"/>
                  <a:gd name="connsiteX31" fmla="*/ 3510280 w 5435600"/>
                  <a:gd name="connsiteY31" fmla="*/ 995680 h 5435600"/>
                  <a:gd name="connsiteX32" fmla="*/ 3063240 w 5435600"/>
                  <a:gd name="connsiteY32" fmla="*/ 1158240 h 5435600"/>
                  <a:gd name="connsiteX33" fmla="*/ 2758440 w 5435600"/>
                  <a:gd name="connsiteY33" fmla="*/ 1209040 h 5435600"/>
                  <a:gd name="connsiteX34" fmla="*/ 2453640 w 5435600"/>
                  <a:gd name="connsiteY34" fmla="*/ 1178560 h 5435600"/>
                  <a:gd name="connsiteX35" fmla="*/ 2159000 w 5435600"/>
                  <a:gd name="connsiteY35" fmla="*/ 1127760 h 5435600"/>
                  <a:gd name="connsiteX36" fmla="*/ 1905000 w 5435600"/>
                  <a:gd name="connsiteY36" fmla="*/ 934720 h 5435600"/>
                  <a:gd name="connsiteX37" fmla="*/ 2717800 w 5435600"/>
                  <a:gd name="connsiteY37" fmla="*/ 0 h 5435600"/>
                  <a:gd name="connsiteX38" fmla="*/ 5435600 w 5435600"/>
                  <a:gd name="connsiteY38" fmla="*/ 2717800 h 5435600"/>
                  <a:gd name="connsiteX39" fmla="*/ 2717800 w 5435600"/>
                  <a:gd name="connsiteY39" fmla="*/ 5435600 h 5435600"/>
                  <a:gd name="connsiteX40" fmla="*/ 0 w 5435600"/>
                  <a:gd name="connsiteY40" fmla="*/ 2717800 h 5435600"/>
                  <a:gd name="connsiteX41" fmla="*/ 2717800 w 5435600"/>
                  <a:gd name="connsiteY41" fmla="*/ 0 h 5435600"/>
                  <a:gd name="connsiteX0" fmla="*/ 1905000 w 5435600"/>
                  <a:gd name="connsiteY0" fmla="*/ 934720 h 5435600"/>
                  <a:gd name="connsiteX1" fmla="*/ 1610360 w 5435600"/>
                  <a:gd name="connsiteY1" fmla="*/ 1229360 h 5435600"/>
                  <a:gd name="connsiteX2" fmla="*/ 1559560 w 5435600"/>
                  <a:gd name="connsiteY2" fmla="*/ 1645920 h 5435600"/>
                  <a:gd name="connsiteX3" fmla="*/ 1418167 w 5435600"/>
                  <a:gd name="connsiteY3" fmla="*/ 1962574 h 5435600"/>
                  <a:gd name="connsiteX4" fmla="*/ 1275080 w 5435600"/>
                  <a:gd name="connsiteY4" fmla="*/ 2204720 h 5435600"/>
                  <a:gd name="connsiteX5" fmla="*/ 1071880 w 5435600"/>
                  <a:gd name="connsiteY5" fmla="*/ 2407920 h 5435600"/>
                  <a:gd name="connsiteX6" fmla="*/ 802640 w 5435600"/>
                  <a:gd name="connsiteY6" fmla="*/ 2555240 h 5435600"/>
                  <a:gd name="connsiteX7" fmla="*/ 868680 w 5435600"/>
                  <a:gd name="connsiteY7" fmla="*/ 2926080 h 5435600"/>
                  <a:gd name="connsiteX8" fmla="*/ 1230207 w 5435600"/>
                  <a:gd name="connsiteY8" fmla="*/ 3228340 h 5435600"/>
                  <a:gd name="connsiteX9" fmla="*/ 1417320 w 5435600"/>
                  <a:gd name="connsiteY9" fmla="*/ 3444240 h 5435600"/>
                  <a:gd name="connsiteX10" fmla="*/ 1559560 w 5435600"/>
                  <a:gd name="connsiteY10" fmla="*/ 3728720 h 5435600"/>
                  <a:gd name="connsiteX11" fmla="*/ 1640840 w 5435600"/>
                  <a:gd name="connsiteY11" fmla="*/ 3992880 h 5435600"/>
                  <a:gd name="connsiteX12" fmla="*/ 1620520 w 5435600"/>
                  <a:gd name="connsiteY12" fmla="*/ 4307840 h 5435600"/>
                  <a:gd name="connsiteX13" fmla="*/ 1992630 w 5435600"/>
                  <a:gd name="connsiteY13" fmla="*/ 4413250 h 5435600"/>
                  <a:gd name="connsiteX14" fmla="*/ 2413000 w 5435600"/>
                  <a:gd name="connsiteY14" fmla="*/ 4247515 h 5435600"/>
                  <a:gd name="connsiteX15" fmla="*/ 2717800 w 5435600"/>
                  <a:gd name="connsiteY15" fmla="*/ 4216400 h 5435600"/>
                  <a:gd name="connsiteX16" fmla="*/ 3021965 w 5435600"/>
                  <a:gd name="connsiteY16" fmla="*/ 4222115 h 5435600"/>
                  <a:gd name="connsiteX17" fmla="*/ 3317875 w 5435600"/>
                  <a:gd name="connsiteY17" fmla="*/ 4304030 h 5435600"/>
                  <a:gd name="connsiteX18" fmla="*/ 3564890 w 5435600"/>
                  <a:gd name="connsiteY18" fmla="*/ 4461510 h 5435600"/>
                  <a:gd name="connsiteX19" fmla="*/ 3845560 w 5435600"/>
                  <a:gd name="connsiteY19" fmla="*/ 4226560 h 5435600"/>
                  <a:gd name="connsiteX20" fmla="*/ 3926840 w 5435600"/>
                  <a:gd name="connsiteY20" fmla="*/ 3759200 h 5435600"/>
                  <a:gd name="connsiteX21" fmla="*/ 4028440 w 5435600"/>
                  <a:gd name="connsiteY21" fmla="*/ 3495040 h 5435600"/>
                  <a:gd name="connsiteX22" fmla="*/ 4201160 w 5435600"/>
                  <a:gd name="connsiteY22" fmla="*/ 3230880 h 5435600"/>
                  <a:gd name="connsiteX23" fmla="*/ 4414520 w 5435600"/>
                  <a:gd name="connsiteY23" fmla="*/ 3007360 h 5435600"/>
                  <a:gd name="connsiteX24" fmla="*/ 4678680 w 5435600"/>
                  <a:gd name="connsiteY24" fmla="*/ 2875280 h 5435600"/>
                  <a:gd name="connsiteX25" fmla="*/ 4612640 w 5435600"/>
                  <a:gd name="connsiteY25" fmla="*/ 2509520 h 5435600"/>
                  <a:gd name="connsiteX26" fmla="*/ 4231640 w 5435600"/>
                  <a:gd name="connsiteY26" fmla="*/ 2225040 h 5435600"/>
                  <a:gd name="connsiteX27" fmla="*/ 4048760 w 5435600"/>
                  <a:gd name="connsiteY27" fmla="*/ 1960880 h 5435600"/>
                  <a:gd name="connsiteX28" fmla="*/ 3916680 w 5435600"/>
                  <a:gd name="connsiteY28" fmla="*/ 1686560 h 5435600"/>
                  <a:gd name="connsiteX29" fmla="*/ 3815080 w 5435600"/>
                  <a:gd name="connsiteY29" fmla="*/ 1402080 h 5435600"/>
                  <a:gd name="connsiteX30" fmla="*/ 3855720 w 5435600"/>
                  <a:gd name="connsiteY30" fmla="*/ 1117600 h 5435600"/>
                  <a:gd name="connsiteX31" fmla="*/ 3510280 w 5435600"/>
                  <a:gd name="connsiteY31" fmla="*/ 995680 h 5435600"/>
                  <a:gd name="connsiteX32" fmla="*/ 3063240 w 5435600"/>
                  <a:gd name="connsiteY32" fmla="*/ 1158240 h 5435600"/>
                  <a:gd name="connsiteX33" fmla="*/ 2758440 w 5435600"/>
                  <a:gd name="connsiteY33" fmla="*/ 1209040 h 5435600"/>
                  <a:gd name="connsiteX34" fmla="*/ 2453640 w 5435600"/>
                  <a:gd name="connsiteY34" fmla="*/ 1178560 h 5435600"/>
                  <a:gd name="connsiteX35" fmla="*/ 2159000 w 5435600"/>
                  <a:gd name="connsiteY35" fmla="*/ 1127760 h 5435600"/>
                  <a:gd name="connsiteX36" fmla="*/ 1905000 w 5435600"/>
                  <a:gd name="connsiteY36" fmla="*/ 934720 h 5435600"/>
                  <a:gd name="connsiteX37" fmla="*/ 2717800 w 5435600"/>
                  <a:gd name="connsiteY37" fmla="*/ 0 h 5435600"/>
                  <a:gd name="connsiteX38" fmla="*/ 5435600 w 5435600"/>
                  <a:gd name="connsiteY38" fmla="*/ 2717800 h 5435600"/>
                  <a:gd name="connsiteX39" fmla="*/ 2717800 w 5435600"/>
                  <a:gd name="connsiteY39" fmla="*/ 5435600 h 5435600"/>
                  <a:gd name="connsiteX40" fmla="*/ 0 w 5435600"/>
                  <a:gd name="connsiteY40" fmla="*/ 2717800 h 5435600"/>
                  <a:gd name="connsiteX41" fmla="*/ 2717800 w 5435600"/>
                  <a:gd name="connsiteY41" fmla="*/ 0 h 5435600"/>
                  <a:gd name="connsiteX0" fmla="*/ 1905000 w 5435600"/>
                  <a:gd name="connsiteY0" fmla="*/ 934720 h 5435600"/>
                  <a:gd name="connsiteX1" fmla="*/ 1610360 w 5435600"/>
                  <a:gd name="connsiteY1" fmla="*/ 1229360 h 5435600"/>
                  <a:gd name="connsiteX2" fmla="*/ 1559560 w 5435600"/>
                  <a:gd name="connsiteY2" fmla="*/ 1645920 h 5435600"/>
                  <a:gd name="connsiteX3" fmla="*/ 1418167 w 5435600"/>
                  <a:gd name="connsiteY3" fmla="*/ 1962574 h 5435600"/>
                  <a:gd name="connsiteX4" fmla="*/ 1275080 w 5435600"/>
                  <a:gd name="connsiteY4" fmla="*/ 2204720 h 5435600"/>
                  <a:gd name="connsiteX5" fmla="*/ 1071880 w 5435600"/>
                  <a:gd name="connsiteY5" fmla="*/ 2407920 h 5435600"/>
                  <a:gd name="connsiteX6" fmla="*/ 802640 w 5435600"/>
                  <a:gd name="connsiteY6" fmla="*/ 2555240 h 5435600"/>
                  <a:gd name="connsiteX7" fmla="*/ 868680 w 5435600"/>
                  <a:gd name="connsiteY7" fmla="*/ 2926080 h 5435600"/>
                  <a:gd name="connsiteX8" fmla="*/ 1230207 w 5435600"/>
                  <a:gd name="connsiteY8" fmla="*/ 3228340 h 5435600"/>
                  <a:gd name="connsiteX9" fmla="*/ 1417320 w 5435600"/>
                  <a:gd name="connsiteY9" fmla="*/ 3444240 h 5435600"/>
                  <a:gd name="connsiteX10" fmla="*/ 1559560 w 5435600"/>
                  <a:gd name="connsiteY10" fmla="*/ 3728720 h 5435600"/>
                  <a:gd name="connsiteX11" fmla="*/ 1640840 w 5435600"/>
                  <a:gd name="connsiteY11" fmla="*/ 3992880 h 5435600"/>
                  <a:gd name="connsiteX12" fmla="*/ 1620520 w 5435600"/>
                  <a:gd name="connsiteY12" fmla="*/ 4307840 h 5435600"/>
                  <a:gd name="connsiteX13" fmla="*/ 1992630 w 5435600"/>
                  <a:gd name="connsiteY13" fmla="*/ 4413250 h 5435600"/>
                  <a:gd name="connsiteX14" fmla="*/ 2413000 w 5435600"/>
                  <a:gd name="connsiteY14" fmla="*/ 4247515 h 5435600"/>
                  <a:gd name="connsiteX15" fmla="*/ 2717800 w 5435600"/>
                  <a:gd name="connsiteY15" fmla="*/ 4216400 h 5435600"/>
                  <a:gd name="connsiteX16" fmla="*/ 3021965 w 5435600"/>
                  <a:gd name="connsiteY16" fmla="*/ 4222115 h 5435600"/>
                  <a:gd name="connsiteX17" fmla="*/ 3317875 w 5435600"/>
                  <a:gd name="connsiteY17" fmla="*/ 4304030 h 5435600"/>
                  <a:gd name="connsiteX18" fmla="*/ 3564890 w 5435600"/>
                  <a:gd name="connsiteY18" fmla="*/ 4461510 h 5435600"/>
                  <a:gd name="connsiteX19" fmla="*/ 3845560 w 5435600"/>
                  <a:gd name="connsiteY19" fmla="*/ 4210685 h 5435600"/>
                  <a:gd name="connsiteX20" fmla="*/ 3926840 w 5435600"/>
                  <a:gd name="connsiteY20" fmla="*/ 3759200 h 5435600"/>
                  <a:gd name="connsiteX21" fmla="*/ 4028440 w 5435600"/>
                  <a:gd name="connsiteY21" fmla="*/ 3495040 h 5435600"/>
                  <a:gd name="connsiteX22" fmla="*/ 4201160 w 5435600"/>
                  <a:gd name="connsiteY22" fmla="*/ 3230880 h 5435600"/>
                  <a:gd name="connsiteX23" fmla="*/ 4414520 w 5435600"/>
                  <a:gd name="connsiteY23" fmla="*/ 3007360 h 5435600"/>
                  <a:gd name="connsiteX24" fmla="*/ 4678680 w 5435600"/>
                  <a:gd name="connsiteY24" fmla="*/ 2875280 h 5435600"/>
                  <a:gd name="connsiteX25" fmla="*/ 4612640 w 5435600"/>
                  <a:gd name="connsiteY25" fmla="*/ 2509520 h 5435600"/>
                  <a:gd name="connsiteX26" fmla="*/ 4231640 w 5435600"/>
                  <a:gd name="connsiteY26" fmla="*/ 2225040 h 5435600"/>
                  <a:gd name="connsiteX27" fmla="*/ 4048760 w 5435600"/>
                  <a:gd name="connsiteY27" fmla="*/ 1960880 h 5435600"/>
                  <a:gd name="connsiteX28" fmla="*/ 3916680 w 5435600"/>
                  <a:gd name="connsiteY28" fmla="*/ 1686560 h 5435600"/>
                  <a:gd name="connsiteX29" fmla="*/ 3815080 w 5435600"/>
                  <a:gd name="connsiteY29" fmla="*/ 1402080 h 5435600"/>
                  <a:gd name="connsiteX30" fmla="*/ 3855720 w 5435600"/>
                  <a:gd name="connsiteY30" fmla="*/ 1117600 h 5435600"/>
                  <a:gd name="connsiteX31" fmla="*/ 3510280 w 5435600"/>
                  <a:gd name="connsiteY31" fmla="*/ 995680 h 5435600"/>
                  <a:gd name="connsiteX32" fmla="*/ 3063240 w 5435600"/>
                  <a:gd name="connsiteY32" fmla="*/ 1158240 h 5435600"/>
                  <a:gd name="connsiteX33" fmla="*/ 2758440 w 5435600"/>
                  <a:gd name="connsiteY33" fmla="*/ 1209040 h 5435600"/>
                  <a:gd name="connsiteX34" fmla="*/ 2453640 w 5435600"/>
                  <a:gd name="connsiteY34" fmla="*/ 1178560 h 5435600"/>
                  <a:gd name="connsiteX35" fmla="*/ 2159000 w 5435600"/>
                  <a:gd name="connsiteY35" fmla="*/ 1127760 h 5435600"/>
                  <a:gd name="connsiteX36" fmla="*/ 1905000 w 5435600"/>
                  <a:gd name="connsiteY36" fmla="*/ 934720 h 5435600"/>
                  <a:gd name="connsiteX37" fmla="*/ 2717800 w 5435600"/>
                  <a:gd name="connsiteY37" fmla="*/ 0 h 5435600"/>
                  <a:gd name="connsiteX38" fmla="*/ 5435600 w 5435600"/>
                  <a:gd name="connsiteY38" fmla="*/ 2717800 h 5435600"/>
                  <a:gd name="connsiteX39" fmla="*/ 2717800 w 5435600"/>
                  <a:gd name="connsiteY39" fmla="*/ 5435600 h 5435600"/>
                  <a:gd name="connsiteX40" fmla="*/ 0 w 5435600"/>
                  <a:gd name="connsiteY40" fmla="*/ 2717800 h 5435600"/>
                  <a:gd name="connsiteX41" fmla="*/ 2717800 w 5435600"/>
                  <a:gd name="connsiteY41" fmla="*/ 0 h 5435600"/>
                  <a:gd name="connsiteX0" fmla="*/ 1905000 w 5435600"/>
                  <a:gd name="connsiteY0" fmla="*/ 934720 h 5435600"/>
                  <a:gd name="connsiteX1" fmla="*/ 1610360 w 5435600"/>
                  <a:gd name="connsiteY1" fmla="*/ 1229360 h 5435600"/>
                  <a:gd name="connsiteX2" fmla="*/ 1559560 w 5435600"/>
                  <a:gd name="connsiteY2" fmla="*/ 1645920 h 5435600"/>
                  <a:gd name="connsiteX3" fmla="*/ 1418167 w 5435600"/>
                  <a:gd name="connsiteY3" fmla="*/ 1962574 h 5435600"/>
                  <a:gd name="connsiteX4" fmla="*/ 1275080 w 5435600"/>
                  <a:gd name="connsiteY4" fmla="*/ 2204720 h 5435600"/>
                  <a:gd name="connsiteX5" fmla="*/ 1071880 w 5435600"/>
                  <a:gd name="connsiteY5" fmla="*/ 2407920 h 5435600"/>
                  <a:gd name="connsiteX6" fmla="*/ 802640 w 5435600"/>
                  <a:gd name="connsiteY6" fmla="*/ 2555240 h 5435600"/>
                  <a:gd name="connsiteX7" fmla="*/ 868680 w 5435600"/>
                  <a:gd name="connsiteY7" fmla="*/ 2926080 h 5435600"/>
                  <a:gd name="connsiteX8" fmla="*/ 1230207 w 5435600"/>
                  <a:gd name="connsiteY8" fmla="*/ 3228340 h 5435600"/>
                  <a:gd name="connsiteX9" fmla="*/ 1417320 w 5435600"/>
                  <a:gd name="connsiteY9" fmla="*/ 3444240 h 5435600"/>
                  <a:gd name="connsiteX10" fmla="*/ 1559560 w 5435600"/>
                  <a:gd name="connsiteY10" fmla="*/ 3728720 h 5435600"/>
                  <a:gd name="connsiteX11" fmla="*/ 1640840 w 5435600"/>
                  <a:gd name="connsiteY11" fmla="*/ 3992880 h 5435600"/>
                  <a:gd name="connsiteX12" fmla="*/ 1620520 w 5435600"/>
                  <a:gd name="connsiteY12" fmla="*/ 4307840 h 5435600"/>
                  <a:gd name="connsiteX13" fmla="*/ 1992630 w 5435600"/>
                  <a:gd name="connsiteY13" fmla="*/ 4413250 h 5435600"/>
                  <a:gd name="connsiteX14" fmla="*/ 2413000 w 5435600"/>
                  <a:gd name="connsiteY14" fmla="*/ 4247515 h 5435600"/>
                  <a:gd name="connsiteX15" fmla="*/ 2717800 w 5435600"/>
                  <a:gd name="connsiteY15" fmla="*/ 4216400 h 5435600"/>
                  <a:gd name="connsiteX16" fmla="*/ 3021965 w 5435600"/>
                  <a:gd name="connsiteY16" fmla="*/ 4222115 h 5435600"/>
                  <a:gd name="connsiteX17" fmla="*/ 3317875 w 5435600"/>
                  <a:gd name="connsiteY17" fmla="*/ 4304030 h 5435600"/>
                  <a:gd name="connsiteX18" fmla="*/ 3564890 w 5435600"/>
                  <a:gd name="connsiteY18" fmla="*/ 4461510 h 5435600"/>
                  <a:gd name="connsiteX19" fmla="*/ 3845560 w 5435600"/>
                  <a:gd name="connsiteY19" fmla="*/ 4210685 h 5435600"/>
                  <a:gd name="connsiteX20" fmla="*/ 3926840 w 5435600"/>
                  <a:gd name="connsiteY20" fmla="*/ 3759200 h 5435600"/>
                  <a:gd name="connsiteX21" fmla="*/ 4028440 w 5435600"/>
                  <a:gd name="connsiteY21" fmla="*/ 3495040 h 5435600"/>
                  <a:gd name="connsiteX22" fmla="*/ 4201160 w 5435600"/>
                  <a:gd name="connsiteY22" fmla="*/ 3230880 h 5435600"/>
                  <a:gd name="connsiteX23" fmla="*/ 4424045 w 5435600"/>
                  <a:gd name="connsiteY23" fmla="*/ 2991485 h 5435600"/>
                  <a:gd name="connsiteX24" fmla="*/ 4678680 w 5435600"/>
                  <a:gd name="connsiteY24" fmla="*/ 2875280 h 5435600"/>
                  <a:gd name="connsiteX25" fmla="*/ 4612640 w 5435600"/>
                  <a:gd name="connsiteY25" fmla="*/ 2509520 h 5435600"/>
                  <a:gd name="connsiteX26" fmla="*/ 4231640 w 5435600"/>
                  <a:gd name="connsiteY26" fmla="*/ 2225040 h 5435600"/>
                  <a:gd name="connsiteX27" fmla="*/ 4048760 w 5435600"/>
                  <a:gd name="connsiteY27" fmla="*/ 1960880 h 5435600"/>
                  <a:gd name="connsiteX28" fmla="*/ 3916680 w 5435600"/>
                  <a:gd name="connsiteY28" fmla="*/ 1686560 h 5435600"/>
                  <a:gd name="connsiteX29" fmla="*/ 3815080 w 5435600"/>
                  <a:gd name="connsiteY29" fmla="*/ 1402080 h 5435600"/>
                  <a:gd name="connsiteX30" fmla="*/ 3855720 w 5435600"/>
                  <a:gd name="connsiteY30" fmla="*/ 1117600 h 5435600"/>
                  <a:gd name="connsiteX31" fmla="*/ 3510280 w 5435600"/>
                  <a:gd name="connsiteY31" fmla="*/ 995680 h 5435600"/>
                  <a:gd name="connsiteX32" fmla="*/ 3063240 w 5435600"/>
                  <a:gd name="connsiteY32" fmla="*/ 1158240 h 5435600"/>
                  <a:gd name="connsiteX33" fmla="*/ 2758440 w 5435600"/>
                  <a:gd name="connsiteY33" fmla="*/ 1209040 h 5435600"/>
                  <a:gd name="connsiteX34" fmla="*/ 2453640 w 5435600"/>
                  <a:gd name="connsiteY34" fmla="*/ 1178560 h 5435600"/>
                  <a:gd name="connsiteX35" fmla="*/ 2159000 w 5435600"/>
                  <a:gd name="connsiteY35" fmla="*/ 1127760 h 5435600"/>
                  <a:gd name="connsiteX36" fmla="*/ 1905000 w 5435600"/>
                  <a:gd name="connsiteY36" fmla="*/ 934720 h 5435600"/>
                  <a:gd name="connsiteX37" fmla="*/ 2717800 w 5435600"/>
                  <a:gd name="connsiteY37" fmla="*/ 0 h 5435600"/>
                  <a:gd name="connsiteX38" fmla="*/ 5435600 w 5435600"/>
                  <a:gd name="connsiteY38" fmla="*/ 2717800 h 5435600"/>
                  <a:gd name="connsiteX39" fmla="*/ 2717800 w 5435600"/>
                  <a:gd name="connsiteY39" fmla="*/ 5435600 h 5435600"/>
                  <a:gd name="connsiteX40" fmla="*/ 0 w 5435600"/>
                  <a:gd name="connsiteY40" fmla="*/ 2717800 h 5435600"/>
                  <a:gd name="connsiteX41" fmla="*/ 2717800 w 5435600"/>
                  <a:gd name="connsiteY41" fmla="*/ 0 h 5435600"/>
                  <a:gd name="connsiteX0" fmla="*/ 1905000 w 5435600"/>
                  <a:gd name="connsiteY0" fmla="*/ 934720 h 5435600"/>
                  <a:gd name="connsiteX1" fmla="*/ 1610360 w 5435600"/>
                  <a:gd name="connsiteY1" fmla="*/ 1229360 h 5435600"/>
                  <a:gd name="connsiteX2" fmla="*/ 1559560 w 5435600"/>
                  <a:gd name="connsiteY2" fmla="*/ 1645920 h 5435600"/>
                  <a:gd name="connsiteX3" fmla="*/ 1418167 w 5435600"/>
                  <a:gd name="connsiteY3" fmla="*/ 1962574 h 5435600"/>
                  <a:gd name="connsiteX4" fmla="*/ 1275080 w 5435600"/>
                  <a:gd name="connsiteY4" fmla="*/ 2204720 h 5435600"/>
                  <a:gd name="connsiteX5" fmla="*/ 1071880 w 5435600"/>
                  <a:gd name="connsiteY5" fmla="*/ 2407920 h 5435600"/>
                  <a:gd name="connsiteX6" fmla="*/ 802640 w 5435600"/>
                  <a:gd name="connsiteY6" fmla="*/ 2555240 h 5435600"/>
                  <a:gd name="connsiteX7" fmla="*/ 868680 w 5435600"/>
                  <a:gd name="connsiteY7" fmla="*/ 2926080 h 5435600"/>
                  <a:gd name="connsiteX8" fmla="*/ 1230207 w 5435600"/>
                  <a:gd name="connsiteY8" fmla="*/ 3228340 h 5435600"/>
                  <a:gd name="connsiteX9" fmla="*/ 1417320 w 5435600"/>
                  <a:gd name="connsiteY9" fmla="*/ 3444240 h 5435600"/>
                  <a:gd name="connsiteX10" fmla="*/ 1559560 w 5435600"/>
                  <a:gd name="connsiteY10" fmla="*/ 3728720 h 5435600"/>
                  <a:gd name="connsiteX11" fmla="*/ 1640840 w 5435600"/>
                  <a:gd name="connsiteY11" fmla="*/ 3992880 h 5435600"/>
                  <a:gd name="connsiteX12" fmla="*/ 1620520 w 5435600"/>
                  <a:gd name="connsiteY12" fmla="*/ 4307840 h 5435600"/>
                  <a:gd name="connsiteX13" fmla="*/ 1992630 w 5435600"/>
                  <a:gd name="connsiteY13" fmla="*/ 4413250 h 5435600"/>
                  <a:gd name="connsiteX14" fmla="*/ 2413000 w 5435600"/>
                  <a:gd name="connsiteY14" fmla="*/ 4247515 h 5435600"/>
                  <a:gd name="connsiteX15" fmla="*/ 2717800 w 5435600"/>
                  <a:gd name="connsiteY15" fmla="*/ 4216400 h 5435600"/>
                  <a:gd name="connsiteX16" fmla="*/ 3021965 w 5435600"/>
                  <a:gd name="connsiteY16" fmla="*/ 4222115 h 5435600"/>
                  <a:gd name="connsiteX17" fmla="*/ 3317875 w 5435600"/>
                  <a:gd name="connsiteY17" fmla="*/ 4304030 h 5435600"/>
                  <a:gd name="connsiteX18" fmla="*/ 3564890 w 5435600"/>
                  <a:gd name="connsiteY18" fmla="*/ 4461510 h 5435600"/>
                  <a:gd name="connsiteX19" fmla="*/ 3845560 w 5435600"/>
                  <a:gd name="connsiteY19" fmla="*/ 4210685 h 5435600"/>
                  <a:gd name="connsiteX20" fmla="*/ 3926840 w 5435600"/>
                  <a:gd name="connsiteY20" fmla="*/ 3759200 h 5435600"/>
                  <a:gd name="connsiteX21" fmla="*/ 4028440 w 5435600"/>
                  <a:gd name="connsiteY21" fmla="*/ 3495040 h 5435600"/>
                  <a:gd name="connsiteX22" fmla="*/ 4201160 w 5435600"/>
                  <a:gd name="connsiteY22" fmla="*/ 3230880 h 5435600"/>
                  <a:gd name="connsiteX23" fmla="*/ 4424045 w 5435600"/>
                  <a:gd name="connsiteY23" fmla="*/ 2991485 h 5435600"/>
                  <a:gd name="connsiteX24" fmla="*/ 4681855 w 5435600"/>
                  <a:gd name="connsiteY24" fmla="*/ 2856230 h 5435600"/>
                  <a:gd name="connsiteX25" fmla="*/ 4612640 w 5435600"/>
                  <a:gd name="connsiteY25" fmla="*/ 2509520 h 5435600"/>
                  <a:gd name="connsiteX26" fmla="*/ 4231640 w 5435600"/>
                  <a:gd name="connsiteY26" fmla="*/ 2225040 h 5435600"/>
                  <a:gd name="connsiteX27" fmla="*/ 4048760 w 5435600"/>
                  <a:gd name="connsiteY27" fmla="*/ 1960880 h 5435600"/>
                  <a:gd name="connsiteX28" fmla="*/ 3916680 w 5435600"/>
                  <a:gd name="connsiteY28" fmla="*/ 1686560 h 5435600"/>
                  <a:gd name="connsiteX29" fmla="*/ 3815080 w 5435600"/>
                  <a:gd name="connsiteY29" fmla="*/ 1402080 h 5435600"/>
                  <a:gd name="connsiteX30" fmla="*/ 3855720 w 5435600"/>
                  <a:gd name="connsiteY30" fmla="*/ 1117600 h 5435600"/>
                  <a:gd name="connsiteX31" fmla="*/ 3510280 w 5435600"/>
                  <a:gd name="connsiteY31" fmla="*/ 995680 h 5435600"/>
                  <a:gd name="connsiteX32" fmla="*/ 3063240 w 5435600"/>
                  <a:gd name="connsiteY32" fmla="*/ 1158240 h 5435600"/>
                  <a:gd name="connsiteX33" fmla="*/ 2758440 w 5435600"/>
                  <a:gd name="connsiteY33" fmla="*/ 1209040 h 5435600"/>
                  <a:gd name="connsiteX34" fmla="*/ 2453640 w 5435600"/>
                  <a:gd name="connsiteY34" fmla="*/ 1178560 h 5435600"/>
                  <a:gd name="connsiteX35" fmla="*/ 2159000 w 5435600"/>
                  <a:gd name="connsiteY35" fmla="*/ 1127760 h 5435600"/>
                  <a:gd name="connsiteX36" fmla="*/ 1905000 w 5435600"/>
                  <a:gd name="connsiteY36" fmla="*/ 934720 h 5435600"/>
                  <a:gd name="connsiteX37" fmla="*/ 2717800 w 5435600"/>
                  <a:gd name="connsiteY37" fmla="*/ 0 h 5435600"/>
                  <a:gd name="connsiteX38" fmla="*/ 5435600 w 5435600"/>
                  <a:gd name="connsiteY38" fmla="*/ 2717800 h 5435600"/>
                  <a:gd name="connsiteX39" fmla="*/ 2717800 w 5435600"/>
                  <a:gd name="connsiteY39" fmla="*/ 5435600 h 5435600"/>
                  <a:gd name="connsiteX40" fmla="*/ 0 w 5435600"/>
                  <a:gd name="connsiteY40" fmla="*/ 2717800 h 5435600"/>
                  <a:gd name="connsiteX41" fmla="*/ 2717800 w 5435600"/>
                  <a:gd name="connsiteY41" fmla="*/ 0 h 5435600"/>
                  <a:gd name="connsiteX0" fmla="*/ 1905000 w 5435600"/>
                  <a:gd name="connsiteY0" fmla="*/ 934720 h 5435600"/>
                  <a:gd name="connsiteX1" fmla="*/ 1610360 w 5435600"/>
                  <a:gd name="connsiteY1" fmla="*/ 1229360 h 5435600"/>
                  <a:gd name="connsiteX2" fmla="*/ 1559560 w 5435600"/>
                  <a:gd name="connsiteY2" fmla="*/ 1645920 h 5435600"/>
                  <a:gd name="connsiteX3" fmla="*/ 1418167 w 5435600"/>
                  <a:gd name="connsiteY3" fmla="*/ 1962574 h 5435600"/>
                  <a:gd name="connsiteX4" fmla="*/ 1275080 w 5435600"/>
                  <a:gd name="connsiteY4" fmla="*/ 2204720 h 5435600"/>
                  <a:gd name="connsiteX5" fmla="*/ 1071880 w 5435600"/>
                  <a:gd name="connsiteY5" fmla="*/ 2407920 h 5435600"/>
                  <a:gd name="connsiteX6" fmla="*/ 802640 w 5435600"/>
                  <a:gd name="connsiteY6" fmla="*/ 2555240 h 5435600"/>
                  <a:gd name="connsiteX7" fmla="*/ 868680 w 5435600"/>
                  <a:gd name="connsiteY7" fmla="*/ 2926080 h 5435600"/>
                  <a:gd name="connsiteX8" fmla="*/ 1230207 w 5435600"/>
                  <a:gd name="connsiteY8" fmla="*/ 3228340 h 5435600"/>
                  <a:gd name="connsiteX9" fmla="*/ 1417320 w 5435600"/>
                  <a:gd name="connsiteY9" fmla="*/ 3444240 h 5435600"/>
                  <a:gd name="connsiteX10" fmla="*/ 1559560 w 5435600"/>
                  <a:gd name="connsiteY10" fmla="*/ 3728720 h 5435600"/>
                  <a:gd name="connsiteX11" fmla="*/ 1640840 w 5435600"/>
                  <a:gd name="connsiteY11" fmla="*/ 3992880 h 5435600"/>
                  <a:gd name="connsiteX12" fmla="*/ 1620520 w 5435600"/>
                  <a:gd name="connsiteY12" fmla="*/ 4307840 h 5435600"/>
                  <a:gd name="connsiteX13" fmla="*/ 1992630 w 5435600"/>
                  <a:gd name="connsiteY13" fmla="*/ 4413250 h 5435600"/>
                  <a:gd name="connsiteX14" fmla="*/ 2413000 w 5435600"/>
                  <a:gd name="connsiteY14" fmla="*/ 4247515 h 5435600"/>
                  <a:gd name="connsiteX15" fmla="*/ 2717800 w 5435600"/>
                  <a:gd name="connsiteY15" fmla="*/ 4216400 h 5435600"/>
                  <a:gd name="connsiteX16" fmla="*/ 3021965 w 5435600"/>
                  <a:gd name="connsiteY16" fmla="*/ 4222115 h 5435600"/>
                  <a:gd name="connsiteX17" fmla="*/ 3317875 w 5435600"/>
                  <a:gd name="connsiteY17" fmla="*/ 4304030 h 5435600"/>
                  <a:gd name="connsiteX18" fmla="*/ 3564890 w 5435600"/>
                  <a:gd name="connsiteY18" fmla="*/ 4461510 h 5435600"/>
                  <a:gd name="connsiteX19" fmla="*/ 3845560 w 5435600"/>
                  <a:gd name="connsiteY19" fmla="*/ 4210685 h 5435600"/>
                  <a:gd name="connsiteX20" fmla="*/ 3926840 w 5435600"/>
                  <a:gd name="connsiteY20" fmla="*/ 3759200 h 5435600"/>
                  <a:gd name="connsiteX21" fmla="*/ 4028440 w 5435600"/>
                  <a:gd name="connsiteY21" fmla="*/ 3495040 h 5435600"/>
                  <a:gd name="connsiteX22" fmla="*/ 4213860 w 5435600"/>
                  <a:gd name="connsiteY22" fmla="*/ 3195955 h 5435600"/>
                  <a:gd name="connsiteX23" fmla="*/ 4424045 w 5435600"/>
                  <a:gd name="connsiteY23" fmla="*/ 2991485 h 5435600"/>
                  <a:gd name="connsiteX24" fmla="*/ 4681855 w 5435600"/>
                  <a:gd name="connsiteY24" fmla="*/ 2856230 h 5435600"/>
                  <a:gd name="connsiteX25" fmla="*/ 4612640 w 5435600"/>
                  <a:gd name="connsiteY25" fmla="*/ 2509520 h 5435600"/>
                  <a:gd name="connsiteX26" fmla="*/ 4231640 w 5435600"/>
                  <a:gd name="connsiteY26" fmla="*/ 2225040 h 5435600"/>
                  <a:gd name="connsiteX27" fmla="*/ 4048760 w 5435600"/>
                  <a:gd name="connsiteY27" fmla="*/ 1960880 h 5435600"/>
                  <a:gd name="connsiteX28" fmla="*/ 3916680 w 5435600"/>
                  <a:gd name="connsiteY28" fmla="*/ 1686560 h 5435600"/>
                  <a:gd name="connsiteX29" fmla="*/ 3815080 w 5435600"/>
                  <a:gd name="connsiteY29" fmla="*/ 1402080 h 5435600"/>
                  <a:gd name="connsiteX30" fmla="*/ 3855720 w 5435600"/>
                  <a:gd name="connsiteY30" fmla="*/ 1117600 h 5435600"/>
                  <a:gd name="connsiteX31" fmla="*/ 3510280 w 5435600"/>
                  <a:gd name="connsiteY31" fmla="*/ 995680 h 5435600"/>
                  <a:gd name="connsiteX32" fmla="*/ 3063240 w 5435600"/>
                  <a:gd name="connsiteY32" fmla="*/ 1158240 h 5435600"/>
                  <a:gd name="connsiteX33" fmla="*/ 2758440 w 5435600"/>
                  <a:gd name="connsiteY33" fmla="*/ 1209040 h 5435600"/>
                  <a:gd name="connsiteX34" fmla="*/ 2453640 w 5435600"/>
                  <a:gd name="connsiteY34" fmla="*/ 1178560 h 5435600"/>
                  <a:gd name="connsiteX35" fmla="*/ 2159000 w 5435600"/>
                  <a:gd name="connsiteY35" fmla="*/ 1127760 h 5435600"/>
                  <a:gd name="connsiteX36" fmla="*/ 1905000 w 5435600"/>
                  <a:gd name="connsiteY36" fmla="*/ 934720 h 5435600"/>
                  <a:gd name="connsiteX37" fmla="*/ 2717800 w 5435600"/>
                  <a:gd name="connsiteY37" fmla="*/ 0 h 5435600"/>
                  <a:gd name="connsiteX38" fmla="*/ 5435600 w 5435600"/>
                  <a:gd name="connsiteY38" fmla="*/ 2717800 h 5435600"/>
                  <a:gd name="connsiteX39" fmla="*/ 2717800 w 5435600"/>
                  <a:gd name="connsiteY39" fmla="*/ 5435600 h 5435600"/>
                  <a:gd name="connsiteX40" fmla="*/ 0 w 5435600"/>
                  <a:gd name="connsiteY40" fmla="*/ 2717800 h 5435600"/>
                  <a:gd name="connsiteX41" fmla="*/ 2717800 w 5435600"/>
                  <a:gd name="connsiteY41" fmla="*/ 0 h 5435600"/>
                  <a:gd name="connsiteX0" fmla="*/ 1905000 w 5435600"/>
                  <a:gd name="connsiteY0" fmla="*/ 934720 h 5435600"/>
                  <a:gd name="connsiteX1" fmla="*/ 1610360 w 5435600"/>
                  <a:gd name="connsiteY1" fmla="*/ 1229360 h 5435600"/>
                  <a:gd name="connsiteX2" fmla="*/ 1559560 w 5435600"/>
                  <a:gd name="connsiteY2" fmla="*/ 1645920 h 5435600"/>
                  <a:gd name="connsiteX3" fmla="*/ 1418167 w 5435600"/>
                  <a:gd name="connsiteY3" fmla="*/ 1962574 h 5435600"/>
                  <a:gd name="connsiteX4" fmla="*/ 1275080 w 5435600"/>
                  <a:gd name="connsiteY4" fmla="*/ 2204720 h 5435600"/>
                  <a:gd name="connsiteX5" fmla="*/ 1071880 w 5435600"/>
                  <a:gd name="connsiteY5" fmla="*/ 2407920 h 5435600"/>
                  <a:gd name="connsiteX6" fmla="*/ 802640 w 5435600"/>
                  <a:gd name="connsiteY6" fmla="*/ 2555240 h 5435600"/>
                  <a:gd name="connsiteX7" fmla="*/ 868680 w 5435600"/>
                  <a:gd name="connsiteY7" fmla="*/ 2926080 h 5435600"/>
                  <a:gd name="connsiteX8" fmla="*/ 1230207 w 5435600"/>
                  <a:gd name="connsiteY8" fmla="*/ 3228340 h 5435600"/>
                  <a:gd name="connsiteX9" fmla="*/ 1417320 w 5435600"/>
                  <a:gd name="connsiteY9" fmla="*/ 3444240 h 5435600"/>
                  <a:gd name="connsiteX10" fmla="*/ 1559560 w 5435600"/>
                  <a:gd name="connsiteY10" fmla="*/ 3728720 h 5435600"/>
                  <a:gd name="connsiteX11" fmla="*/ 1640840 w 5435600"/>
                  <a:gd name="connsiteY11" fmla="*/ 3992880 h 5435600"/>
                  <a:gd name="connsiteX12" fmla="*/ 1620520 w 5435600"/>
                  <a:gd name="connsiteY12" fmla="*/ 4307840 h 5435600"/>
                  <a:gd name="connsiteX13" fmla="*/ 1992630 w 5435600"/>
                  <a:gd name="connsiteY13" fmla="*/ 4413250 h 5435600"/>
                  <a:gd name="connsiteX14" fmla="*/ 2413000 w 5435600"/>
                  <a:gd name="connsiteY14" fmla="*/ 4247515 h 5435600"/>
                  <a:gd name="connsiteX15" fmla="*/ 2717800 w 5435600"/>
                  <a:gd name="connsiteY15" fmla="*/ 4216400 h 5435600"/>
                  <a:gd name="connsiteX16" fmla="*/ 3021965 w 5435600"/>
                  <a:gd name="connsiteY16" fmla="*/ 4222115 h 5435600"/>
                  <a:gd name="connsiteX17" fmla="*/ 3317875 w 5435600"/>
                  <a:gd name="connsiteY17" fmla="*/ 4304030 h 5435600"/>
                  <a:gd name="connsiteX18" fmla="*/ 3564890 w 5435600"/>
                  <a:gd name="connsiteY18" fmla="*/ 4461510 h 5435600"/>
                  <a:gd name="connsiteX19" fmla="*/ 3845560 w 5435600"/>
                  <a:gd name="connsiteY19" fmla="*/ 4210685 h 5435600"/>
                  <a:gd name="connsiteX20" fmla="*/ 3926840 w 5435600"/>
                  <a:gd name="connsiteY20" fmla="*/ 3759200 h 5435600"/>
                  <a:gd name="connsiteX21" fmla="*/ 4053840 w 5435600"/>
                  <a:gd name="connsiteY21" fmla="*/ 3456940 h 5435600"/>
                  <a:gd name="connsiteX22" fmla="*/ 4213860 w 5435600"/>
                  <a:gd name="connsiteY22" fmla="*/ 3195955 h 5435600"/>
                  <a:gd name="connsiteX23" fmla="*/ 4424045 w 5435600"/>
                  <a:gd name="connsiteY23" fmla="*/ 2991485 h 5435600"/>
                  <a:gd name="connsiteX24" fmla="*/ 4681855 w 5435600"/>
                  <a:gd name="connsiteY24" fmla="*/ 2856230 h 5435600"/>
                  <a:gd name="connsiteX25" fmla="*/ 4612640 w 5435600"/>
                  <a:gd name="connsiteY25" fmla="*/ 2509520 h 5435600"/>
                  <a:gd name="connsiteX26" fmla="*/ 4231640 w 5435600"/>
                  <a:gd name="connsiteY26" fmla="*/ 2225040 h 5435600"/>
                  <a:gd name="connsiteX27" fmla="*/ 4048760 w 5435600"/>
                  <a:gd name="connsiteY27" fmla="*/ 1960880 h 5435600"/>
                  <a:gd name="connsiteX28" fmla="*/ 3916680 w 5435600"/>
                  <a:gd name="connsiteY28" fmla="*/ 1686560 h 5435600"/>
                  <a:gd name="connsiteX29" fmla="*/ 3815080 w 5435600"/>
                  <a:gd name="connsiteY29" fmla="*/ 1402080 h 5435600"/>
                  <a:gd name="connsiteX30" fmla="*/ 3855720 w 5435600"/>
                  <a:gd name="connsiteY30" fmla="*/ 1117600 h 5435600"/>
                  <a:gd name="connsiteX31" fmla="*/ 3510280 w 5435600"/>
                  <a:gd name="connsiteY31" fmla="*/ 995680 h 5435600"/>
                  <a:gd name="connsiteX32" fmla="*/ 3063240 w 5435600"/>
                  <a:gd name="connsiteY32" fmla="*/ 1158240 h 5435600"/>
                  <a:gd name="connsiteX33" fmla="*/ 2758440 w 5435600"/>
                  <a:gd name="connsiteY33" fmla="*/ 1209040 h 5435600"/>
                  <a:gd name="connsiteX34" fmla="*/ 2453640 w 5435600"/>
                  <a:gd name="connsiteY34" fmla="*/ 1178560 h 5435600"/>
                  <a:gd name="connsiteX35" fmla="*/ 2159000 w 5435600"/>
                  <a:gd name="connsiteY35" fmla="*/ 1127760 h 5435600"/>
                  <a:gd name="connsiteX36" fmla="*/ 1905000 w 5435600"/>
                  <a:gd name="connsiteY36" fmla="*/ 934720 h 5435600"/>
                  <a:gd name="connsiteX37" fmla="*/ 2717800 w 5435600"/>
                  <a:gd name="connsiteY37" fmla="*/ 0 h 5435600"/>
                  <a:gd name="connsiteX38" fmla="*/ 5435600 w 5435600"/>
                  <a:gd name="connsiteY38" fmla="*/ 2717800 h 5435600"/>
                  <a:gd name="connsiteX39" fmla="*/ 2717800 w 5435600"/>
                  <a:gd name="connsiteY39" fmla="*/ 5435600 h 5435600"/>
                  <a:gd name="connsiteX40" fmla="*/ 0 w 5435600"/>
                  <a:gd name="connsiteY40" fmla="*/ 2717800 h 5435600"/>
                  <a:gd name="connsiteX41" fmla="*/ 2717800 w 5435600"/>
                  <a:gd name="connsiteY41" fmla="*/ 0 h 5435600"/>
                  <a:gd name="connsiteX0" fmla="*/ 1905000 w 5435600"/>
                  <a:gd name="connsiteY0" fmla="*/ 934720 h 5435600"/>
                  <a:gd name="connsiteX1" fmla="*/ 1610360 w 5435600"/>
                  <a:gd name="connsiteY1" fmla="*/ 1229360 h 5435600"/>
                  <a:gd name="connsiteX2" fmla="*/ 1559560 w 5435600"/>
                  <a:gd name="connsiteY2" fmla="*/ 1645920 h 5435600"/>
                  <a:gd name="connsiteX3" fmla="*/ 1418167 w 5435600"/>
                  <a:gd name="connsiteY3" fmla="*/ 1962574 h 5435600"/>
                  <a:gd name="connsiteX4" fmla="*/ 1275080 w 5435600"/>
                  <a:gd name="connsiteY4" fmla="*/ 2204720 h 5435600"/>
                  <a:gd name="connsiteX5" fmla="*/ 1071880 w 5435600"/>
                  <a:gd name="connsiteY5" fmla="*/ 2407920 h 5435600"/>
                  <a:gd name="connsiteX6" fmla="*/ 802640 w 5435600"/>
                  <a:gd name="connsiteY6" fmla="*/ 2555240 h 5435600"/>
                  <a:gd name="connsiteX7" fmla="*/ 868680 w 5435600"/>
                  <a:gd name="connsiteY7" fmla="*/ 2926080 h 5435600"/>
                  <a:gd name="connsiteX8" fmla="*/ 1230207 w 5435600"/>
                  <a:gd name="connsiteY8" fmla="*/ 3228340 h 5435600"/>
                  <a:gd name="connsiteX9" fmla="*/ 1417320 w 5435600"/>
                  <a:gd name="connsiteY9" fmla="*/ 3444240 h 5435600"/>
                  <a:gd name="connsiteX10" fmla="*/ 1559560 w 5435600"/>
                  <a:gd name="connsiteY10" fmla="*/ 3728720 h 5435600"/>
                  <a:gd name="connsiteX11" fmla="*/ 1640840 w 5435600"/>
                  <a:gd name="connsiteY11" fmla="*/ 3992880 h 5435600"/>
                  <a:gd name="connsiteX12" fmla="*/ 1620520 w 5435600"/>
                  <a:gd name="connsiteY12" fmla="*/ 4307840 h 5435600"/>
                  <a:gd name="connsiteX13" fmla="*/ 1992630 w 5435600"/>
                  <a:gd name="connsiteY13" fmla="*/ 4413250 h 5435600"/>
                  <a:gd name="connsiteX14" fmla="*/ 2413000 w 5435600"/>
                  <a:gd name="connsiteY14" fmla="*/ 4247515 h 5435600"/>
                  <a:gd name="connsiteX15" fmla="*/ 2717800 w 5435600"/>
                  <a:gd name="connsiteY15" fmla="*/ 4216400 h 5435600"/>
                  <a:gd name="connsiteX16" fmla="*/ 3021965 w 5435600"/>
                  <a:gd name="connsiteY16" fmla="*/ 4222115 h 5435600"/>
                  <a:gd name="connsiteX17" fmla="*/ 3317875 w 5435600"/>
                  <a:gd name="connsiteY17" fmla="*/ 4304030 h 5435600"/>
                  <a:gd name="connsiteX18" fmla="*/ 3564890 w 5435600"/>
                  <a:gd name="connsiteY18" fmla="*/ 4461510 h 5435600"/>
                  <a:gd name="connsiteX19" fmla="*/ 3845560 w 5435600"/>
                  <a:gd name="connsiteY19" fmla="*/ 4210685 h 5435600"/>
                  <a:gd name="connsiteX20" fmla="*/ 3926840 w 5435600"/>
                  <a:gd name="connsiteY20" fmla="*/ 3759200 h 5435600"/>
                  <a:gd name="connsiteX21" fmla="*/ 4041140 w 5435600"/>
                  <a:gd name="connsiteY21" fmla="*/ 3447415 h 5435600"/>
                  <a:gd name="connsiteX22" fmla="*/ 4213860 w 5435600"/>
                  <a:gd name="connsiteY22" fmla="*/ 3195955 h 5435600"/>
                  <a:gd name="connsiteX23" fmla="*/ 4424045 w 5435600"/>
                  <a:gd name="connsiteY23" fmla="*/ 2991485 h 5435600"/>
                  <a:gd name="connsiteX24" fmla="*/ 4681855 w 5435600"/>
                  <a:gd name="connsiteY24" fmla="*/ 2856230 h 5435600"/>
                  <a:gd name="connsiteX25" fmla="*/ 4612640 w 5435600"/>
                  <a:gd name="connsiteY25" fmla="*/ 2509520 h 5435600"/>
                  <a:gd name="connsiteX26" fmla="*/ 4231640 w 5435600"/>
                  <a:gd name="connsiteY26" fmla="*/ 2225040 h 5435600"/>
                  <a:gd name="connsiteX27" fmla="*/ 4048760 w 5435600"/>
                  <a:gd name="connsiteY27" fmla="*/ 1960880 h 5435600"/>
                  <a:gd name="connsiteX28" fmla="*/ 3916680 w 5435600"/>
                  <a:gd name="connsiteY28" fmla="*/ 1686560 h 5435600"/>
                  <a:gd name="connsiteX29" fmla="*/ 3815080 w 5435600"/>
                  <a:gd name="connsiteY29" fmla="*/ 1402080 h 5435600"/>
                  <a:gd name="connsiteX30" fmla="*/ 3855720 w 5435600"/>
                  <a:gd name="connsiteY30" fmla="*/ 1117600 h 5435600"/>
                  <a:gd name="connsiteX31" fmla="*/ 3510280 w 5435600"/>
                  <a:gd name="connsiteY31" fmla="*/ 995680 h 5435600"/>
                  <a:gd name="connsiteX32" fmla="*/ 3063240 w 5435600"/>
                  <a:gd name="connsiteY32" fmla="*/ 1158240 h 5435600"/>
                  <a:gd name="connsiteX33" fmla="*/ 2758440 w 5435600"/>
                  <a:gd name="connsiteY33" fmla="*/ 1209040 h 5435600"/>
                  <a:gd name="connsiteX34" fmla="*/ 2453640 w 5435600"/>
                  <a:gd name="connsiteY34" fmla="*/ 1178560 h 5435600"/>
                  <a:gd name="connsiteX35" fmla="*/ 2159000 w 5435600"/>
                  <a:gd name="connsiteY35" fmla="*/ 1127760 h 5435600"/>
                  <a:gd name="connsiteX36" fmla="*/ 1905000 w 5435600"/>
                  <a:gd name="connsiteY36" fmla="*/ 934720 h 5435600"/>
                  <a:gd name="connsiteX37" fmla="*/ 2717800 w 5435600"/>
                  <a:gd name="connsiteY37" fmla="*/ 0 h 5435600"/>
                  <a:gd name="connsiteX38" fmla="*/ 5435600 w 5435600"/>
                  <a:gd name="connsiteY38" fmla="*/ 2717800 h 5435600"/>
                  <a:gd name="connsiteX39" fmla="*/ 2717800 w 5435600"/>
                  <a:gd name="connsiteY39" fmla="*/ 5435600 h 5435600"/>
                  <a:gd name="connsiteX40" fmla="*/ 0 w 5435600"/>
                  <a:gd name="connsiteY40" fmla="*/ 2717800 h 5435600"/>
                  <a:gd name="connsiteX41" fmla="*/ 2717800 w 5435600"/>
                  <a:gd name="connsiteY41" fmla="*/ 0 h 543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5435600" h="5435600">
                    <a:moveTo>
                      <a:pt x="1905000" y="934720"/>
                    </a:moveTo>
                    <a:cubicBezTo>
                      <a:pt x="1806787" y="1032933"/>
                      <a:pt x="1723813" y="1171787"/>
                      <a:pt x="1610360" y="1229360"/>
                    </a:cubicBezTo>
                    <a:lnTo>
                      <a:pt x="1559560" y="1645920"/>
                    </a:lnTo>
                    <a:lnTo>
                      <a:pt x="1418167" y="1962574"/>
                    </a:lnTo>
                    <a:lnTo>
                      <a:pt x="1275080" y="2204720"/>
                    </a:lnTo>
                    <a:lnTo>
                      <a:pt x="1071880" y="2407920"/>
                    </a:lnTo>
                    <a:lnTo>
                      <a:pt x="802640" y="2555240"/>
                    </a:lnTo>
                    <a:lnTo>
                      <a:pt x="868680" y="2926080"/>
                    </a:lnTo>
                    <a:cubicBezTo>
                      <a:pt x="989189" y="3026833"/>
                      <a:pt x="1130018" y="3092027"/>
                      <a:pt x="1230207" y="3228340"/>
                    </a:cubicBezTo>
                    <a:lnTo>
                      <a:pt x="1417320" y="3444240"/>
                    </a:lnTo>
                    <a:lnTo>
                      <a:pt x="1559560" y="3728720"/>
                    </a:lnTo>
                    <a:lnTo>
                      <a:pt x="1640840" y="3992880"/>
                    </a:lnTo>
                    <a:lnTo>
                      <a:pt x="1620520" y="4307840"/>
                    </a:lnTo>
                    <a:cubicBezTo>
                      <a:pt x="1760432" y="4308052"/>
                      <a:pt x="1852718" y="4352713"/>
                      <a:pt x="1992630" y="4413250"/>
                    </a:cubicBezTo>
                    <a:cubicBezTo>
                      <a:pt x="2136987" y="4359063"/>
                      <a:pt x="2227368" y="4289002"/>
                      <a:pt x="2413000" y="4247515"/>
                    </a:cubicBezTo>
                    <a:lnTo>
                      <a:pt x="2717800" y="4216400"/>
                    </a:lnTo>
                    <a:cubicBezTo>
                      <a:pt x="2816013" y="4229947"/>
                      <a:pt x="2921953" y="4207510"/>
                      <a:pt x="3021965" y="4222115"/>
                    </a:cubicBezTo>
                    <a:cubicBezTo>
                      <a:pt x="3121977" y="4236720"/>
                      <a:pt x="3212888" y="4282017"/>
                      <a:pt x="3317875" y="4304030"/>
                    </a:cubicBezTo>
                    <a:lnTo>
                      <a:pt x="3564890" y="4461510"/>
                    </a:lnTo>
                    <a:cubicBezTo>
                      <a:pt x="3656330" y="4357793"/>
                      <a:pt x="3743960" y="4290272"/>
                      <a:pt x="3845560" y="4210685"/>
                    </a:cubicBezTo>
                    <a:cubicBezTo>
                      <a:pt x="3857413" y="4039658"/>
                      <a:pt x="3899747" y="3914987"/>
                      <a:pt x="3926840" y="3759200"/>
                    </a:cubicBezTo>
                    <a:lnTo>
                      <a:pt x="4041140" y="3447415"/>
                    </a:lnTo>
                    <a:lnTo>
                      <a:pt x="4213860" y="3195955"/>
                    </a:lnTo>
                    <a:lnTo>
                      <a:pt x="4424045" y="2991485"/>
                    </a:lnTo>
                    <a:lnTo>
                      <a:pt x="4681855" y="2856230"/>
                    </a:lnTo>
                    <a:cubicBezTo>
                      <a:pt x="4609042" y="2740660"/>
                      <a:pt x="4614333" y="2656840"/>
                      <a:pt x="4612640" y="2509520"/>
                    </a:cubicBezTo>
                    <a:cubicBezTo>
                      <a:pt x="4460240" y="2445173"/>
                      <a:pt x="4358640" y="2319867"/>
                      <a:pt x="4231640" y="2225040"/>
                    </a:cubicBezTo>
                    <a:lnTo>
                      <a:pt x="4048760" y="1960880"/>
                    </a:lnTo>
                    <a:lnTo>
                      <a:pt x="3916680" y="1686560"/>
                    </a:lnTo>
                    <a:lnTo>
                      <a:pt x="3815080" y="1402080"/>
                    </a:lnTo>
                    <a:lnTo>
                      <a:pt x="3855720" y="1117600"/>
                    </a:lnTo>
                    <a:cubicBezTo>
                      <a:pt x="3740573" y="1076960"/>
                      <a:pt x="3605107" y="1076960"/>
                      <a:pt x="3510280" y="995680"/>
                    </a:cubicBezTo>
                    <a:lnTo>
                      <a:pt x="3063240" y="1158240"/>
                    </a:lnTo>
                    <a:lnTo>
                      <a:pt x="2758440" y="1209040"/>
                    </a:lnTo>
                    <a:lnTo>
                      <a:pt x="2453640" y="1178560"/>
                    </a:lnTo>
                    <a:lnTo>
                      <a:pt x="2159000" y="1127760"/>
                    </a:lnTo>
                    <a:lnTo>
                      <a:pt x="1905000" y="934720"/>
                    </a:lnTo>
                    <a:close/>
                    <a:moveTo>
                      <a:pt x="2717800" y="0"/>
                    </a:moveTo>
                    <a:cubicBezTo>
                      <a:pt x="4218799" y="0"/>
                      <a:pt x="5435600" y="1216801"/>
                      <a:pt x="5435600" y="2717800"/>
                    </a:cubicBezTo>
                    <a:cubicBezTo>
                      <a:pt x="5435600" y="4218799"/>
                      <a:pt x="4218799" y="5435600"/>
                      <a:pt x="2717800" y="5435600"/>
                    </a:cubicBezTo>
                    <a:cubicBezTo>
                      <a:pt x="1216801" y="5435600"/>
                      <a:pt x="0" y="4218799"/>
                      <a:pt x="0" y="2717800"/>
                    </a:cubicBezTo>
                    <a:cubicBezTo>
                      <a:pt x="0" y="1216801"/>
                      <a:pt x="1216801" y="0"/>
                      <a:pt x="271780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tx1"/>
                  </a:gs>
                  <a:gs pos="53000">
                    <a:schemeClr val="tx1"/>
                  </a:gs>
                  <a:gs pos="70000">
                    <a:schemeClr val="bg1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24" name="Group 223">
                <a:extLst>
                  <a:ext uri="{FF2B5EF4-FFF2-40B4-BE49-F238E27FC236}">
                    <a16:creationId xmlns:a16="http://schemas.microsoft.com/office/drawing/2014/main" id="{247470D3-2815-4F31-85BD-B7F71E50341C}"/>
                  </a:ext>
                </a:extLst>
              </p:cNvPr>
              <p:cNvGrpSpPr/>
              <p:nvPr/>
            </p:nvGrpSpPr>
            <p:grpSpPr>
              <a:xfrm>
                <a:off x="4924185" y="2143272"/>
                <a:ext cx="2787224" cy="3014694"/>
                <a:chOff x="1546651" y="1948785"/>
                <a:chExt cx="2787224" cy="3014694"/>
              </a:xfrm>
            </p:grpSpPr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DADF28C1-CD0E-497E-A8F0-8F4A4F854D42}"/>
                    </a:ext>
                  </a:extLst>
                </p:cNvPr>
                <p:cNvCxnSpPr>
                  <a:cxnSpLocks/>
                  <a:stCxn id="8" idx="33"/>
                </p:cNvCxnSpPr>
                <p:nvPr/>
              </p:nvCxnSpPr>
              <p:spPr>
                <a:xfrm flipH="1">
                  <a:off x="3018700" y="1948785"/>
                  <a:ext cx="19140" cy="277366"/>
                </a:xfrm>
                <a:prstGeom prst="line">
                  <a:avLst/>
                </a:prstGeom>
                <a:ln w="349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Connector 10">
                  <a:extLst>
                    <a:ext uri="{FF2B5EF4-FFF2-40B4-BE49-F238E27FC236}">
                      <a16:creationId xmlns:a16="http://schemas.microsoft.com/office/drawing/2014/main" id="{3C24C173-B8E1-408D-AAFF-E96B4C0227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672928" y="2199641"/>
                  <a:ext cx="337766" cy="28128"/>
                </a:xfrm>
                <a:prstGeom prst="line">
                  <a:avLst/>
                </a:prstGeom>
                <a:ln w="349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C66C34F2-F8B0-43C5-9E0C-E6E13BDC01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580534" y="2199640"/>
                  <a:ext cx="90066" cy="394018"/>
                </a:xfrm>
                <a:prstGeom prst="line">
                  <a:avLst/>
                </a:prstGeom>
                <a:ln w="349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C7D86673-E3E8-4A16-81C1-EC5B29D2B9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08680" y="2234088"/>
                  <a:ext cx="251226" cy="791028"/>
                </a:xfrm>
                <a:prstGeom prst="line">
                  <a:avLst/>
                </a:prstGeom>
                <a:ln w="349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A25463E7-B1F5-4CB6-BA7B-AC631DD649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799920" y="2196388"/>
                  <a:ext cx="239079" cy="632857"/>
                </a:xfrm>
                <a:prstGeom prst="line">
                  <a:avLst/>
                </a:prstGeom>
                <a:ln w="349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4B181FF3-F8BA-42C7-9D88-5258B16C86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580534" y="2602667"/>
                  <a:ext cx="430160" cy="46658"/>
                </a:xfrm>
                <a:prstGeom prst="line">
                  <a:avLst/>
                </a:prstGeom>
                <a:ln w="349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BDFC1CB6-0837-4016-9E9E-9EE8FED5B5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09266" y="2660331"/>
                  <a:ext cx="4868" cy="768669"/>
                </a:xfrm>
                <a:prstGeom prst="line">
                  <a:avLst/>
                </a:prstGeom>
                <a:ln w="349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F8AC9C2D-EF03-481A-8E5E-9C3BDB84D2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022601" y="3041650"/>
                  <a:ext cx="642171" cy="387350"/>
                </a:xfrm>
                <a:prstGeom prst="line">
                  <a:avLst/>
                </a:prstGeom>
                <a:ln w="349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F7075142-8D88-40FC-87FB-9DF1473F17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347384" y="2100263"/>
                  <a:ext cx="333092" cy="96124"/>
                </a:xfrm>
                <a:prstGeom prst="line">
                  <a:avLst/>
                </a:prstGeom>
                <a:ln w="349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468326AA-E0C8-41A1-BAEB-7B8B0B354CEC}"/>
                    </a:ext>
                  </a:extLst>
                </p:cNvPr>
                <p:cNvCxnSpPr>
                  <a:cxnSpLocks/>
                  <a:stCxn id="8" idx="29"/>
                </p:cNvCxnSpPr>
                <p:nvPr/>
              </p:nvCxnSpPr>
              <p:spPr>
                <a:xfrm flipH="1">
                  <a:off x="3408680" y="2141825"/>
                  <a:ext cx="685800" cy="90645"/>
                </a:xfrm>
                <a:prstGeom prst="line">
                  <a:avLst/>
                </a:prstGeom>
                <a:ln w="349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C77E18A7-A704-4A2E-A6D8-33DEDE71E0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039002" y="2829246"/>
                  <a:ext cx="217086" cy="326704"/>
                </a:xfrm>
                <a:prstGeom prst="line">
                  <a:avLst/>
                </a:prstGeom>
                <a:ln w="349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51E0FB5B-6184-4687-874F-2A51092BEB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956050" y="3155951"/>
                  <a:ext cx="300038" cy="303212"/>
                </a:xfrm>
                <a:prstGeom prst="line">
                  <a:avLst/>
                </a:prstGeom>
                <a:ln w="349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3DA57581-1BAF-46C3-9D97-635D775670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956051" y="3459163"/>
                  <a:ext cx="300037" cy="291945"/>
                </a:xfrm>
                <a:prstGeom prst="line">
                  <a:avLst/>
                </a:prstGeom>
                <a:ln w="349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418D55F1-5510-48F5-AA9E-E26B560143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064001" y="4027489"/>
                  <a:ext cx="269874" cy="165738"/>
                </a:xfrm>
                <a:prstGeom prst="line">
                  <a:avLst/>
                </a:prstGeom>
                <a:ln w="349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>
                  <a:extLst>
                    <a:ext uri="{FF2B5EF4-FFF2-40B4-BE49-F238E27FC236}">
                      <a16:creationId xmlns:a16="http://schemas.microsoft.com/office/drawing/2014/main" id="{D0CE825E-5311-4BD5-9B87-E8E40BD824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064001" y="3751109"/>
                  <a:ext cx="188384" cy="263870"/>
                </a:xfrm>
                <a:prstGeom prst="line">
                  <a:avLst/>
                </a:prstGeom>
                <a:ln w="349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13A788C0-9519-46D8-9BFA-141071CC6D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460750" y="4257675"/>
                  <a:ext cx="422394" cy="123352"/>
                </a:xfrm>
                <a:prstGeom prst="line">
                  <a:avLst/>
                </a:prstGeom>
                <a:ln w="349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Connector 68">
                  <a:extLst>
                    <a:ext uri="{FF2B5EF4-FFF2-40B4-BE49-F238E27FC236}">
                      <a16:creationId xmlns:a16="http://schemas.microsoft.com/office/drawing/2014/main" id="{C11F0665-15C1-43B3-A7D9-C756C357F3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887588" y="4027489"/>
                  <a:ext cx="171969" cy="353537"/>
                </a:xfrm>
                <a:prstGeom prst="line">
                  <a:avLst/>
                </a:prstGeom>
                <a:ln w="349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Straight Connector 74">
                  <a:extLst>
                    <a:ext uri="{FF2B5EF4-FFF2-40B4-BE49-F238E27FC236}">
                      <a16:creationId xmlns:a16="http://schemas.microsoft.com/office/drawing/2014/main" id="{5BA4D7E2-50DF-42C7-9464-B0E778D243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030220" y="4204257"/>
                  <a:ext cx="430530" cy="53419"/>
                </a:xfrm>
                <a:prstGeom prst="line">
                  <a:avLst/>
                </a:prstGeom>
                <a:ln w="349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9F5E21D9-5038-4715-A9FB-91B15FB179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372053" y="4645025"/>
                  <a:ext cx="326194" cy="97394"/>
                </a:xfrm>
                <a:prstGeom prst="line">
                  <a:avLst/>
                </a:prstGeom>
                <a:ln w="349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Straight Connector 80">
                  <a:extLst>
                    <a:ext uri="{FF2B5EF4-FFF2-40B4-BE49-F238E27FC236}">
                      <a16:creationId xmlns:a16="http://schemas.microsoft.com/office/drawing/2014/main" id="{DDB9073A-5064-45CB-9C0F-9C5FD94EEC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698247" y="4381026"/>
                  <a:ext cx="184899" cy="361393"/>
                </a:xfrm>
                <a:prstGeom prst="line">
                  <a:avLst/>
                </a:prstGeom>
                <a:ln w="349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E562D12F-78F2-4359-A18F-D33ED9FFF7A0}"/>
                    </a:ext>
                  </a:extLst>
                </p:cNvPr>
                <p:cNvCxnSpPr>
                  <a:cxnSpLocks/>
                  <a:endCxn id="8" idx="16"/>
                </p:cNvCxnSpPr>
                <p:nvPr/>
              </p:nvCxnSpPr>
              <p:spPr>
                <a:xfrm flipH="1">
                  <a:off x="3301365" y="4643407"/>
                  <a:ext cx="70688" cy="318453"/>
                </a:xfrm>
                <a:prstGeom prst="line">
                  <a:avLst/>
                </a:prstGeom>
                <a:ln w="349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Connector 89">
                  <a:extLst>
                    <a:ext uri="{FF2B5EF4-FFF2-40B4-BE49-F238E27FC236}">
                      <a16:creationId xmlns:a16="http://schemas.microsoft.com/office/drawing/2014/main" id="{1D71F4EF-7194-4F9B-A547-720A06EF08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920229" y="4684754"/>
                  <a:ext cx="314814" cy="57665"/>
                </a:xfrm>
                <a:prstGeom prst="line">
                  <a:avLst/>
                </a:prstGeom>
                <a:ln w="349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>
                  <a:extLst>
                    <a:ext uri="{FF2B5EF4-FFF2-40B4-BE49-F238E27FC236}">
                      <a16:creationId xmlns:a16="http://schemas.microsoft.com/office/drawing/2014/main" id="{14664800-D33E-464E-A95D-D9A311EFBC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35044" y="4652522"/>
                  <a:ext cx="386956" cy="32232"/>
                </a:xfrm>
                <a:prstGeom prst="line">
                  <a:avLst/>
                </a:prstGeom>
                <a:ln w="349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Straight Connector 96">
                  <a:extLst>
                    <a:ext uri="{FF2B5EF4-FFF2-40B4-BE49-F238E27FC236}">
                      <a16:creationId xmlns:a16="http://schemas.microsoft.com/office/drawing/2014/main" id="{E56FB6D1-D8C4-404D-8F1E-7601CCB9B1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21762" y="4200020"/>
                  <a:ext cx="0" cy="763459"/>
                </a:xfrm>
                <a:prstGeom prst="line">
                  <a:avLst/>
                </a:prstGeom>
                <a:ln w="349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Connector 99">
                  <a:extLst>
                    <a:ext uri="{FF2B5EF4-FFF2-40B4-BE49-F238E27FC236}">
                      <a16:creationId xmlns:a16="http://schemas.microsoft.com/office/drawing/2014/main" id="{CC2F1931-C58B-461B-A295-1A1A2CDFD6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524236" y="4230966"/>
                  <a:ext cx="95835" cy="421556"/>
                </a:xfrm>
                <a:prstGeom prst="line">
                  <a:avLst/>
                </a:prstGeom>
                <a:ln w="349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958F5CA3-26BC-4404-9BA6-BBF67019723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522693" y="4200020"/>
                  <a:ext cx="499069" cy="30114"/>
                </a:xfrm>
                <a:prstGeom prst="line">
                  <a:avLst/>
                </a:prstGeom>
                <a:ln w="349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Straight Connector 107">
                  <a:extLst>
                    <a:ext uri="{FF2B5EF4-FFF2-40B4-BE49-F238E27FC236}">
                      <a16:creationId xmlns:a16="http://schemas.microsoft.com/office/drawing/2014/main" id="{315B471B-7F80-4E64-91C6-A2C754D6AB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994125" y="4027489"/>
                  <a:ext cx="238669" cy="643469"/>
                </a:xfrm>
                <a:prstGeom prst="line">
                  <a:avLst/>
                </a:prstGeom>
                <a:ln w="349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Straight Connector 112">
                  <a:extLst>
                    <a:ext uri="{FF2B5EF4-FFF2-40B4-BE49-F238E27FC236}">
                      <a16:creationId xmlns:a16="http://schemas.microsoft.com/office/drawing/2014/main" id="{56723A2D-360F-47FD-96A2-96139A9F7E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546651" y="3371075"/>
                  <a:ext cx="447475" cy="644320"/>
                </a:xfrm>
                <a:prstGeom prst="line">
                  <a:avLst/>
                </a:prstGeom>
                <a:ln w="349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Straight Connector 114">
                  <a:extLst>
                    <a:ext uri="{FF2B5EF4-FFF2-40B4-BE49-F238E27FC236}">
                      <a16:creationId xmlns:a16="http://schemas.microsoft.com/office/drawing/2014/main" id="{6CF9819C-1261-497B-A122-AD8B0D7452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077078" y="3379407"/>
                  <a:ext cx="272020" cy="420863"/>
                </a:xfrm>
                <a:prstGeom prst="line">
                  <a:avLst/>
                </a:prstGeom>
                <a:ln w="349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Straight Connector 116">
                  <a:extLst>
                    <a:ext uri="{FF2B5EF4-FFF2-40B4-BE49-F238E27FC236}">
                      <a16:creationId xmlns:a16="http://schemas.microsoft.com/office/drawing/2014/main" id="{95B8777E-D21A-4DFD-A607-4CF901AD37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012855" y="3809655"/>
                  <a:ext cx="345537" cy="195381"/>
                </a:xfrm>
                <a:prstGeom prst="line">
                  <a:avLst/>
                </a:prstGeom>
                <a:ln w="349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Straight Connector 118">
                  <a:extLst>
                    <a:ext uri="{FF2B5EF4-FFF2-40B4-BE49-F238E27FC236}">
                      <a16:creationId xmlns:a16="http://schemas.microsoft.com/office/drawing/2014/main" id="{79505010-2F23-449C-AF8B-686AF05F01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077078" y="3041114"/>
                  <a:ext cx="282976" cy="338293"/>
                </a:xfrm>
                <a:prstGeom prst="line">
                  <a:avLst/>
                </a:prstGeom>
                <a:ln w="349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Straight Connector 120">
                  <a:extLst>
                    <a:ext uri="{FF2B5EF4-FFF2-40B4-BE49-F238E27FC236}">
                      <a16:creationId xmlns:a16="http://schemas.microsoft.com/office/drawing/2014/main" id="{B2D2EF0D-FA39-452A-ADDE-D28AFB33F3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999555" y="2102415"/>
                  <a:ext cx="341638" cy="716158"/>
                </a:xfrm>
                <a:prstGeom prst="line">
                  <a:avLst/>
                </a:prstGeom>
                <a:ln w="349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Straight Connector 123">
                  <a:extLst>
                    <a:ext uri="{FF2B5EF4-FFF2-40B4-BE49-F238E27FC236}">
                      <a16:creationId xmlns:a16="http://schemas.microsoft.com/office/drawing/2014/main" id="{EFC82902-CA72-4D87-B44A-E8CD05CBEF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01882" y="2827958"/>
                  <a:ext cx="358171" cy="213692"/>
                </a:xfrm>
                <a:prstGeom prst="line">
                  <a:avLst/>
                </a:prstGeom>
                <a:ln w="349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Straight Connector 131">
                  <a:extLst>
                    <a:ext uri="{FF2B5EF4-FFF2-40B4-BE49-F238E27FC236}">
                      <a16:creationId xmlns:a16="http://schemas.microsoft.com/office/drawing/2014/main" id="{6DBDF128-C147-4AB6-9B75-97EBD0A696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546651" y="3115429"/>
                  <a:ext cx="235338" cy="255646"/>
                </a:xfrm>
                <a:prstGeom prst="line">
                  <a:avLst/>
                </a:prstGeom>
                <a:ln w="349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Straight Connector 135">
                  <a:extLst>
                    <a:ext uri="{FF2B5EF4-FFF2-40B4-BE49-F238E27FC236}">
                      <a16:creationId xmlns:a16="http://schemas.microsoft.com/office/drawing/2014/main" id="{9108F165-2172-44AF-A120-3356086594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546651" y="2934804"/>
                  <a:ext cx="235339" cy="180625"/>
                </a:xfrm>
                <a:prstGeom prst="line">
                  <a:avLst/>
                </a:prstGeom>
                <a:ln w="349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Straight Connector 138">
                  <a:extLst>
                    <a:ext uri="{FF2B5EF4-FFF2-40B4-BE49-F238E27FC236}">
                      <a16:creationId xmlns:a16="http://schemas.microsoft.com/office/drawing/2014/main" id="{8A562136-2B60-42D2-B893-A4107240FAF5}"/>
                    </a:ext>
                  </a:extLst>
                </p:cNvPr>
                <p:cNvCxnSpPr>
                  <a:cxnSpLocks/>
                  <a:endCxn id="8" idx="2"/>
                </p:cNvCxnSpPr>
                <p:nvPr/>
              </p:nvCxnSpPr>
              <p:spPr>
                <a:xfrm flipH="1" flipV="1">
                  <a:off x="1838960" y="2385665"/>
                  <a:ext cx="314125" cy="87763"/>
                </a:xfrm>
                <a:prstGeom prst="line">
                  <a:avLst/>
                </a:prstGeom>
                <a:ln w="34925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DEF35600-158E-4AE9-92DE-EF8586A63258}"/>
                  </a:ext>
                </a:extLst>
              </p:cNvPr>
              <p:cNvGrpSpPr/>
              <p:nvPr/>
            </p:nvGrpSpPr>
            <p:grpSpPr>
              <a:xfrm>
                <a:off x="4255726" y="1698597"/>
                <a:ext cx="4243671" cy="3873102"/>
                <a:chOff x="878192" y="1493950"/>
                <a:chExt cx="4243671" cy="3873102"/>
              </a:xfrm>
            </p:grpSpPr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A4CA1AD1-CECC-4BDD-9B18-8B5F387CD8EB}"/>
                    </a:ext>
                  </a:extLst>
                </p:cNvPr>
                <p:cNvSpPr txBox="1"/>
                <p:nvPr/>
              </p:nvSpPr>
              <p:spPr>
                <a:xfrm>
                  <a:off x="2235600" y="1493950"/>
                  <a:ext cx="28863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PT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</a:p>
              </p:txBody>
            </p:sp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91A61B21-FAA8-48F0-972E-44E98AD09301}"/>
                    </a:ext>
                  </a:extLst>
                </p:cNvPr>
                <p:cNvSpPr txBox="1"/>
                <p:nvPr/>
              </p:nvSpPr>
              <p:spPr>
                <a:xfrm>
                  <a:off x="2444034" y="1611910"/>
                  <a:ext cx="28863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PT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B</a:t>
                  </a:r>
                </a:p>
              </p:txBody>
            </p:sp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9BED2D70-5F07-4E63-A84C-D7FF246266B4}"/>
                    </a:ext>
                  </a:extLst>
                </p:cNvPr>
                <p:cNvSpPr txBox="1"/>
                <p:nvPr/>
              </p:nvSpPr>
              <p:spPr>
                <a:xfrm>
                  <a:off x="2715337" y="1647724"/>
                  <a:ext cx="28863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PT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</a:t>
                  </a:r>
                </a:p>
              </p:txBody>
            </p:sp>
            <p:sp>
              <p:nvSpPr>
                <p:cNvPr id="191" name="TextBox 190">
                  <a:extLst>
                    <a:ext uri="{FF2B5EF4-FFF2-40B4-BE49-F238E27FC236}">
                      <a16:creationId xmlns:a16="http://schemas.microsoft.com/office/drawing/2014/main" id="{83212103-E1FC-4B0F-A611-3596D56AD734}"/>
                    </a:ext>
                  </a:extLst>
                </p:cNvPr>
                <p:cNvSpPr txBox="1"/>
                <p:nvPr/>
              </p:nvSpPr>
              <p:spPr>
                <a:xfrm>
                  <a:off x="3034527" y="1654932"/>
                  <a:ext cx="28863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PT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D</a:t>
                  </a:r>
                </a:p>
              </p:txBody>
            </p:sp>
            <p:sp>
              <p:nvSpPr>
                <p:cNvPr id="192" name="TextBox 191">
                  <a:extLst>
                    <a:ext uri="{FF2B5EF4-FFF2-40B4-BE49-F238E27FC236}">
                      <a16:creationId xmlns:a16="http://schemas.microsoft.com/office/drawing/2014/main" id="{5C6A6137-5AD4-4569-AE92-1873FD04D268}"/>
                    </a:ext>
                  </a:extLst>
                </p:cNvPr>
                <p:cNvSpPr txBox="1"/>
                <p:nvPr/>
              </p:nvSpPr>
              <p:spPr>
                <a:xfrm>
                  <a:off x="3408352" y="1565800"/>
                  <a:ext cx="28863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PT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sp>
              <p:nvSpPr>
                <p:cNvPr id="193" name="TextBox 192">
                  <a:extLst>
                    <a:ext uri="{FF2B5EF4-FFF2-40B4-BE49-F238E27FC236}">
                      <a16:creationId xmlns:a16="http://schemas.microsoft.com/office/drawing/2014/main" id="{8164481F-5487-4B30-BBCF-2B992786E6FF}"/>
                    </a:ext>
                  </a:extLst>
                </p:cNvPr>
                <p:cNvSpPr txBox="1"/>
                <p:nvPr/>
              </p:nvSpPr>
              <p:spPr>
                <a:xfrm>
                  <a:off x="3782177" y="1498107"/>
                  <a:ext cx="28863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PT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F</a:t>
                  </a:r>
                </a:p>
              </p:txBody>
            </p:sp>
            <p:sp>
              <p:nvSpPr>
                <p:cNvPr id="194" name="TextBox 193">
                  <a:extLst>
                    <a:ext uri="{FF2B5EF4-FFF2-40B4-BE49-F238E27FC236}">
                      <a16:creationId xmlns:a16="http://schemas.microsoft.com/office/drawing/2014/main" id="{D268D591-5C8F-4837-806E-2D06CF2DC5C7}"/>
                    </a:ext>
                  </a:extLst>
                </p:cNvPr>
                <p:cNvSpPr txBox="1"/>
                <p:nvPr/>
              </p:nvSpPr>
              <p:spPr>
                <a:xfrm>
                  <a:off x="1772624" y="1604607"/>
                  <a:ext cx="28863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PT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G</a:t>
                  </a:r>
                </a:p>
              </p:txBody>
            </p:sp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E1CF458D-DBBD-43C6-B2F9-9B8E660EF87F}"/>
                    </a:ext>
                  </a:extLst>
                </p:cNvPr>
                <p:cNvSpPr txBox="1"/>
                <p:nvPr/>
              </p:nvSpPr>
              <p:spPr>
                <a:xfrm>
                  <a:off x="4055573" y="1850211"/>
                  <a:ext cx="28863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PT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G</a:t>
                  </a:r>
                </a:p>
              </p:txBody>
            </p:sp>
            <p:sp>
              <p:nvSpPr>
                <p:cNvPr id="196" name="TextBox 195">
                  <a:extLst>
                    <a:ext uri="{FF2B5EF4-FFF2-40B4-BE49-F238E27FC236}">
                      <a16:creationId xmlns:a16="http://schemas.microsoft.com/office/drawing/2014/main" id="{B4720AAB-65F2-4FA6-8061-920615786238}"/>
                    </a:ext>
                  </a:extLst>
                </p:cNvPr>
                <p:cNvSpPr txBox="1"/>
                <p:nvPr/>
              </p:nvSpPr>
              <p:spPr>
                <a:xfrm>
                  <a:off x="4100268" y="2124312"/>
                  <a:ext cx="28863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PT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H</a:t>
                  </a:r>
                </a:p>
              </p:txBody>
            </p:sp>
            <p:sp>
              <p:nvSpPr>
                <p:cNvPr id="197" name="TextBox 196">
                  <a:extLst>
                    <a:ext uri="{FF2B5EF4-FFF2-40B4-BE49-F238E27FC236}">
                      <a16:creationId xmlns:a16="http://schemas.microsoft.com/office/drawing/2014/main" id="{1C599383-4399-47DA-8D8B-4A4613B2F3C6}"/>
                    </a:ext>
                  </a:extLst>
                </p:cNvPr>
                <p:cNvSpPr txBox="1"/>
                <p:nvPr/>
              </p:nvSpPr>
              <p:spPr>
                <a:xfrm>
                  <a:off x="4198938" y="2331388"/>
                  <a:ext cx="28863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PT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I</a:t>
                  </a:r>
                </a:p>
              </p:txBody>
            </p:sp>
            <p:sp>
              <p:nvSpPr>
                <p:cNvPr id="198" name="TextBox 197">
                  <a:extLst>
                    <a:ext uri="{FF2B5EF4-FFF2-40B4-BE49-F238E27FC236}">
                      <a16:creationId xmlns:a16="http://schemas.microsoft.com/office/drawing/2014/main" id="{84BCF2E5-44E3-4E6C-AB1F-D6F5E67A9E92}"/>
                    </a:ext>
                  </a:extLst>
                </p:cNvPr>
                <p:cNvSpPr txBox="1"/>
                <p:nvPr/>
              </p:nvSpPr>
              <p:spPr>
                <a:xfrm>
                  <a:off x="4358877" y="2585175"/>
                  <a:ext cx="28863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PT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J</a:t>
                  </a:r>
                </a:p>
              </p:txBody>
            </p:sp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95C8775A-5009-491F-9FD0-E0297E665C21}"/>
                    </a:ext>
                  </a:extLst>
                </p:cNvPr>
                <p:cNvSpPr txBox="1"/>
                <p:nvPr/>
              </p:nvSpPr>
              <p:spPr>
                <a:xfrm>
                  <a:off x="4544591" y="2817367"/>
                  <a:ext cx="28863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PT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K</a:t>
                  </a:r>
                </a:p>
              </p:txBody>
            </p:sp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94D0D8ED-4ADC-4BBC-AD2C-C536AF860A2A}"/>
                    </a:ext>
                  </a:extLst>
                </p:cNvPr>
                <p:cNvSpPr txBox="1"/>
                <p:nvPr/>
              </p:nvSpPr>
              <p:spPr>
                <a:xfrm>
                  <a:off x="4833227" y="3166168"/>
                  <a:ext cx="28863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PT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  <p:sp>
              <p:nvSpPr>
                <p:cNvPr id="201" name="TextBox 200">
                  <a:extLst>
                    <a:ext uri="{FF2B5EF4-FFF2-40B4-BE49-F238E27FC236}">
                      <a16:creationId xmlns:a16="http://schemas.microsoft.com/office/drawing/2014/main" id="{E9E7572E-D875-40C0-AF99-6CABEAA31A04}"/>
                    </a:ext>
                  </a:extLst>
                </p:cNvPr>
                <p:cNvSpPr txBox="1"/>
                <p:nvPr/>
              </p:nvSpPr>
              <p:spPr>
                <a:xfrm>
                  <a:off x="4342077" y="3944028"/>
                  <a:ext cx="28863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PT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D</a:t>
                  </a:r>
                </a:p>
              </p:txBody>
            </p:sp>
            <p:sp>
              <p:nvSpPr>
                <p:cNvPr id="202" name="TextBox 201">
                  <a:extLst>
                    <a:ext uri="{FF2B5EF4-FFF2-40B4-BE49-F238E27FC236}">
                      <a16:creationId xmlns:a16="http://schemas.microsoft.com/office/drawing/2014/main" id="{69079FAF-1AC2-4AE8-8AC6-5094D04D205E}"/>
                    </a:ext>
                  </a:extLst>
                </p:cNvPr>
                <p:cNvSpPr txBox="1"/>
                <p:nvPr/>
              </p:nvSpPr>
              <p:spPr>
                <a:xfrm>
                  <a:off x="4544591" y="3738068"/>
                  <a:ext cx="28863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PT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</a:t>
                  </a:r>
                </a:p>
              </p:txBody>
            </p:sp>
            <p:sp>
              <p:nvSpPr>
                <p:cNvPr id="203" name="TextBox 202">
                  <a:extLst>
                    <a:ext uri="{FF2B5EF4-FFF2-40B4-BE49-F238E27FC236}">
                      <a16:creationId xmlns:a16="http://schemas.microsoft.com/office/drawing/2014/main" id="{4418BE21-0E04-4AEA-A89B-DECBE8620378}"/>
                    </a:ext>
                  </a:extLst>
                </p:cNvPr>
                <p:cNvSpPr txBox="1"/>
                <p:nvPr/>
              </p:nvSpPr>
              <p:spPr>
                <a:xfrm>
                  <a:off x="4740175" y="3605549"/>
                  <a:ext cx="28863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PT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F</a:t>
                  </a:r>
                </a:p>
              </p:txBody>
            </p:sp>
            <p:sp>
              <p:nvSpPr>
                <p:cNvPr id="204" name="TextBox 203">
                  <a:extLst>
                    <a:ext uri="{FF2B5EF4-FFF2-40B4-BE49-F238E27FC236}">
                      <a16:creationId xmlns:a16="http://schemas.microsoft.com/office/drawing/2014/main" id="{66D9168F-6FE6-498C-981B-8E5275504DFD}"/>
                    </a:ext>
                  </a:extLst>
                </p:cNvPr>
                <p:cNvSpPr txBox="1"/>
                <p:nvPr/>
              </p:nvSpPr>
              <p:spPr>
                <a:xfrm>
                  <a:off x="4188184" y="4220409"/>
                  <a:ext cx="28863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PT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M</a:t>
                  </a:r>
                </a:p>
              </p:txBody>
            </p:sp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2C23BA7E-F10E-4DDA-A7C8-613DA89856BB}"/>
                    </a:ext>
                  </a:extLst>
                </p:cNvPr>
                <p:cNvSpPr txBox="1"/>
                <p:nvPr/>
              </p:nvSpPr>
              <p:spPr>
                <a:xfrm>
                  <a:off x="4094588" y="4578128"/>
                  <a:ext cx="28863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PT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N</a:t>
                  </a:r>
                </a:p>
              </p:txBody>
            </p:sp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30367EB1-2172-46E8-AACB-980488B3C0C2}"/>
                    </a:ext>
                  </a:extLst>
                </p:cNvPr>
                <p:cNvSpPr txBox="1"/>
                <p:nvPr/>
              </p:nvSpPr>
              <p:spPr>
                <a:xfrm>
                  <a:off x="878192" y="3392216"/>
                  <a:ext cx="28863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PT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</a:p>
              </p:txBody>
            </p:sp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301D306D-C3E5-4480-932F-89EE1B1C590E}"/>
                    </a:ext>
                  </a:extLst>
                </p:cNvPr>
                <p:cNvSpPr txBox="1"/>
                <p:nvPr/>
              </p:nvSpPr>
              <p:spPr>
                <a:xfrm>
                  <a:off x="1378149" y="3944028"/>
                  <a:ext cx="28863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PT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</a:t>
                  </a:r>
                </a:p>
              </p:txBody>
            </p:sp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4D0C6A74-15EA-40DA-BE2B-9B1886FF787B}"/>
                    </a:ext>
                  </a:extLst>
                </p:cNvPr>
                <p:cNvSpPr txBox="1"/>
                <p:nvPr/>
              </p:nvSpPr>
              <p:spPr>
                <a:xfrm>
                  <a:off x="1123653" y="3693235"/>
                  <a:ext cx="28863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PT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B</a:t>
                  </a:r>
                </a:p>
              </p:txBody>
            </p:sp>
            <p:sp>
              <p:nvSpPr>
                <p:cNvPr id="209" name="TextBox 208">
                  <a:extLst>
                    <a:ext uri="{FF2B5EF4-FFF2-40B4-BE49-F238E27FC236}">
                      <a16:creationId xmlns:a16="http://schemas.microsoft.com/office/drawing/2014/main" id="{AC75EC21-5222-4AA0-A1AA-1E4B650A203B}"/>
                    </a:ext>
                  </a:extLst>
                </p:cNvPr>
                <p:cNvSpPr txBox="1"/>
                <p:nvPr/>
              </p:nvSpPr>
              <p:spPr>
                <a:xfrm>
                  <a:off x="1519148" y="4220409"/>
                  <a:ext cx="28863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PT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M</a:t>
                  </a:r>
                </a:p>
              </p:txBody>
            </p:sp>
            <p:sp>
              <p:nvSpPr>
                <p:cNvPr id="210" name="TextBox 209">
                  <a:extLst>
                    <a:ext uri="{FF2B5EF4-FFF2-40B4-BE49-F238E27FC236}">
                      <a16:creationId xmlns:a16="http://schemas.microsoft.com/office/drawing/2014/main" id="{6000AAE7-17EB-4F2E-975D-D25D1438FA81}"/>
                    </a:ext>
                  </a:extLst>
                </p:cNvPr>
                <p:cNvSpPr txBox="1"/>
                <p:nvPr/>
              </p:nvSpPr>
              <p:spPr>
                <a:xfrm>
                  <a:off x="1627933" y="4445179"/>
                  <a:ext cx="28863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PT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N</a:t>
                  </a:r>
                </a:p>
              </p:txBody>
            </p:sp>
            <p:sp>
              <p:nvSpPr>
                <p:cNvPr id="211" name="TextBox 210">
                  <a:extLst>
                    <a:ext uri="{FF2B5EF4-FFF2-40B4-BE49-F238E27FC236}">
                      <a16:creationId xmlns:a16="http://schemas.microsoft.com/office/drawing/2014/main" id="{7B5A36CD-62E9-42D5-944B-FFE10E485C07}"/>
                    </a:ext>
                  </a:extLst>
                </p:cNvPr>
                <p:cNvSpPr txBox="1"/>
                <p:nvPr/>
              </p:nvSpPr>
              <p:spPr>
                <a:xfrm>
                  <a:off x="1648171" y="4720721"/>
                  <a:ext cx="28863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PT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</a:t>
                  </a:r>
                </a:p>
              </p:txBody>
            </p:sp>
            <p:sp>
              <p:nvSpPr>
                <p:cNvPr id="212" name="TextBox 211">
                  <a:extLst>
                    <a:ext uri="{FF2B5EF4-FFF2-40B4-BE49-F238E27FC236}">
                      <a16:creationId xmlns:a16="http://schemas.microsoft.com/office/drawing/2014/main" id="{AB86225B-54AF-4317-B49D-56E7DB8A6851}"/>
                    </a:ext>
                  </a:extLst>
                </p:cNvPr>
                <p:cNvSpPr txBox="1"/>
                <p:nvPr/>
              </p:nvSpPr>
              <p:spPr>
                <a:xfrm>
                  <a:off x="3035414" y="4925964"/>
                  <a:ext cx="28863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PT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J</a:t>
                  </a:r>
                </a:p>
              </p:txBody>
            </p:sp>
            <p:sp>
              <p:nvSpPr>
                <p:cNvPr id="213" name="TextBox 212">
                  <a:extLst>
                    <a:ext uri="{FF2B5EF4-FFF2-40B4-BE49-F238E27FC236}">
                      <a16:creationId xmlns:a16="http://schemas.microsoft.com/office/drawing/2014/main" id="{61FCC4E3-84D2-4AD2-BEFC-976D59817182}"/>
                    </a:ext>
                  </a:extLst>
                </p:cNvPr>
                <p:cNvSpPr txBox="1"/>
                <p:nvPr/>
              </p:nvSpPr>
              <p:spPr>
                <a:xfrm>
                  <a:off x="3291927" y="4951860"/>
                  <a:ext cx="28863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PT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K</a:t>
                  </a:r>
                </a:p>
              </p:txBody>
            </p:sp>
            <p:sp>
              <p:nvSpPr>
                <p:cNvPr id="214" name="TextBox 213">
                  <a:extLst>
                    <a:ext uri="{FF2B5EF4-FFF2-40B4-BE49-F238E27FC236}">
                      <a16:creationId xmlns:a16="http://schemas.microsoft.com/office/drawing/2014/main" id="{70EED583-ED63-43EE-B45C-427EE80ED7CF}"/>
                    </a:ext>
                  </a:extLst>
                </p:cNvPr>
                <p:cNvSpPr txBox="1"/>
                <p:nvPr/>
              </p:nvSpPr>
              <p:spPr>
                <a:xfrm>
                  <a:off x="3556955" y="5026723"/>
                  <a:ext cx="28863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PT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</a:p>
              </p:txBody>
            </p:sp>
            <p:sp>
              <p:nvSpPr>
                <p:cNvPr id="215" name="TextBox 214">
                  <a:extLst>
                    <a:ext uri="{FF2B5EF4-FFF2-40B4-BE49-F238E27FC236}">
                      <a16:creationId xmlns:a16="http://schemas.microsoft.com/office/drawing/2014/main" id="{EAB6FEDD-C9D3-4F88-9BD1-F5D9650E9BE2}"/>
                    </a:ext>
                  </a:extLst>
                </p:cNvPr>
                <p:cNvSpPr txBox="1"/>
                <p:nvPr/>
              </p:nvSpPr>
              <p:spPr>
                <a:xfrm>
                  <a:off x="3968251" y="4916682"/>
                  <a:ext cx="28863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PT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</a:t>
                  </a:r>
                </a:p>
              </p:txBody>
            </p:sp>
            <p:sp>
              <p:nvSpPr>
                <p:cNvPr id="216" name="TextBox 215">
                  <a:extLst>
                    <a:ext uri="{FF2B5EF4-FFF2-40B4-BE49-F238E27FC236}">
                      <a16:creationId xmlns:a16="http://schemas.microsoft.com/office/drawing/2014/main" id="{FCF094DC-5F8E-421B-B4D3-9E91A01C6D36}"/>
                    </a:ext>
                  </a:extLst>
                </p:cNvPr>
                <p:cNvSpPr txBox="1"/>
                <p:nvPr/>
              </p:nvSpPr>
              <p:spPr>
                <a:xfrm>
                  <a:off x="2715389" y="4925964"/>
                  <a:ext cx="28863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PT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</a:t>
                  </a:r>
                </a:p>
              </p:txBody>
            </p:sp>
            <p:sp>
              <p:nvSpPr>
                <p:cNvPr id="217" name="TextBox 216">
                  <a:extLst>
                    <a:ext uri="{FF2B5EF4-FFF2-40B4-BE49-F238E27FC236}">
                      <a16:creationId xmlns:a16="http://schemas.microsoft.com/office/drawing/2014/main" id="{654A2BBC-4A53-4479-9695-C37541EF0553}"/>
                    </a:ext>
                  </a:extLst>
                </p:cNvPr>
                <p:cNvSpPr txBox="1"/>
                <p:nvPr/>
              </p:nvSpPr>
              <p:spPr>
                <a:xfrm>
                  <a:off x="2343996" y="5034687"/>
                  <a:ext cx="28863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PT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Q</a:t>
                  </a:r>
                </a:p>
              </p:txBody>
            </p:sp>
            <p:sp>
              <p:nvSpPr>
                <p:cNvPr id="218" name="TextBox 217">
                  <a:extLst>
                    <a:ext uri="{FF2B5EF4-FFF2-40B4-BE49-F238E27FC236}">
                      <a16:creationId xmlns:a16="http://schemas.microsoft.com/office/drawing/2014/main" id="{A9763975-46C7-4254-893F-0C143FFC9BA1}"/>
                    </a:ext>
                  </a:extLst>
                </p:cNvPr>
                <p:cNvSpPr txBox="1"/>
                <p:nvPr/>
              </p:nvSpPr>
              <p:spPr>
                <a:xfrm>
                  <a:off x="1870210" y="5059275"/>
                  <a:ext cx="28863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PT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</a:p>
              </p:txBody>
            </p:sp>
            <p:sp>
              <p:nvSpPr>
                <p:cNvPr id="219" name="TextBox 218">
                  <a:extLst>
                    <a:ext uri="{FF2B5EF4-FFF2-40B4-BE49-F238E27FC236}">
                      <a16:creationId xmlns:a16="http://schemas.microsoft.com/office/drawing/2014/main" id="{B6FD4835-9620-47DB-9682-9A99C02F9C16}"/>
                    </a:ext>
                  </a:extLst>
                </p:cNvPr>
                <p:cNvSpPr txBox="1"/>
                <p:nvPr/>
              </p:nvSpPr>
              <p:spPr>
                <a:xfrm>
                  <a:off x="1612467" y="1958417"/>
                  <a:ext cx="28863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PT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H</a:t>
                  </a:r>
                </a:p>
              </p:txBody>
            </p:sp>
            <p:sp>
              <p:nvSpPr>
                <p:cNvPr id="220" name="TextBox 219">
                  <a:extLst>
                    <a:ext uri="{FF2B5EF4-FFF2-40B4-BE49-F238E27FC236}">
                      <a16:creationId xmlns:a16="http://schemas.microsoft.com/office/drawing/2014/main" id="{C1741567-7D53-4C3D-837C-126A51549309}"/>
                    </a:ext>
                  </a:extLst>
                </p:cNvPr>
                <p:cNvSpPr txBox="1"/>
                <p:nvPr/>
              </p:nvSpPr>
              <p:spPr>
                <a:xfrm>
                  <a:off x="1574136" y="2311132"/>
                  <a:ext cx="28863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PT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I</a:t>
                  </a:r>
                </a:p>
              </p:txBody>
            </p:sp>
            <p:sp>
              <p:nvSpPr>
                <p:cNvPr id="221" name="TextBox 220">
                  <a:extLst>
                    <a:ext uri="{FF2B5EF4-FFF2-40B4-BE49-F238E27FC236}">
                      <a16:creationId xmlns:a16="http://schemas.microsoft.com/office/drawing/2014/main" id="{01364813-388E-4556-97DA-950EB35F0052}"/>
                    </a:ext>
                  </a:extLst>
                </p:cNvPr>
                <p:cNvSpPr txBox="1"/>
                <p:nvPr/>
              </p:nvSpPr>
              <p:spPr>
                <a:xfrm>
                  <a:off x="1420606" y="2565125"/>
                  <a:ext cx="28863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PT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</a:t>
                  </a:r>
                </a:p>
              </p:txBody>
            </p:sp>
            <p:sp>
              <p:nvSpPr>
                <p:cNvPr id="222" name="TextBox 221">
                  <a:extLst>
                    <a:ext uri="{FF2B5EF4-FFF2-40B4-BE49-F238E27FC236}">
                      <a16:creationId xmlns:a16="http://schemas.microsoft.com/office/drawing/2014/main" id="{7165815C-560B-4D5A-B259-101F90D0FFC1}"/>
                    </a:ext>
                  </a:extLst>
                </p:cNvPr>
                <p:cNvSpPr txBox="1"/>
                <p:nvPr/>
              </p:nvSpPr>
              <p:spPr>
                <a:xfrm>
                  <a:off x="1206713" y="2789397"/>
                  <a:ext cx="28863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PT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Q</a:t>
                  </a:r>
                </a:p>
              </p:txBody>
            </p:sp>
            <p:sp>
              <p:nvSpPr>
                <p:cNvPr id="223" name="TextBox 222">
                  <a:extLst>
                    <a:ext uri="{FF2B5EF4-FFF2-40B4-BE49-F238E27FC236}">
                      <a16:creationId xmlns:a16="http://schemas.microsoft.com/office/drawing/2014/main" id="{774DF649-9B95-4EA2-97D3-E106BD106C2F}"/>
                    </a:ext>
                  </a:extLst>
                </p:cNvPr>
                <p:cNvSpPr txBox="1"/>
                <p:nvPr/>
              </p:nvSpPr>
              <p:spPr>
                <a:xfrm>
                  <a:off x="1055937" y="2934804"/>
                  <a:ext cx="28863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PT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309762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B630F9-D9DC-4475-9DF7-8F605F55FC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734" y="609600"/>
            <a:ext cx="5638800" cy="5638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B624E0-9760-47FC-8557-0CE925D7B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667" y="609600"/>
            <a:ext cx="5619750" cy="618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474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D6F45-2DBA-43B5-A319-32862D3CE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27788-0701-46D3-AB05-B3FE884D6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212BD0-9560-4855-8ADD-AA6E6F949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737" y="642937"/>
            <a:ext cx="5724525" cy="557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749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0200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83</Words>
  <Application>Microsoft Office PowerPoint</Application>
  <PresentationFormat>Widescreen</PresentationFormat>
  <Paragraphs>43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Pedro</dc:creator>
  <cp:lastModifiedBy>Pedro</cp:lastModifiedBy>
  <cp:revision>14</cp:revision>
  <dcterms:created xsi:type="dcterms:W3CDTF">2020-07-11T22:52:42Z</dcterms:created>
  <dcterms:modified xsi:type="dcterms:W3CDTF">2020-07-12T11:46:04Z</dcterms:modified>
</cp:coreProperties>
</file>