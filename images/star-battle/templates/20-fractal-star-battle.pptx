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4" r:id="rId3"/>
    <p:sldId id="276" r:id="rId4"/>
    <p:sldId id="277" r:id="rId5"/>
    <p:sldId id="278" r:id="rId6"/>
    <p:sldId id="263" r:id="rId7"/>
    <p:sldId id="265" r:id="rId8"/>
    <p:sldId id="270" r:id="rId9"/>
    <p:sldId id="271" r:id="rId10"/>
    <p:sldId id="272" r:id="rId11"/>
    <p:sldId id="269" r:id="rId12"/>
    <p:sldId id="267" r:id="rId13"/>
    <p:sldId id="273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4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0F0F0"/>
    <a:srgbClr val="000000"/>
    <a:srgbClr val="E6E6E6"/>
    <a:srgbClr val="EAEAEA"/>
    <a:srgbClr val="BDE4FF"/>
    <a:srgbClr val="FFFFFF"/>
    <a:srgbClr val="DDDDDD"/>
    <a:srgbClr val="F8F8F8"/>
    <a:srgbClr val="E7D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5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3372" y="60"/>
      </p:cViewPr>
      <p:guideLst>
        <p:guide orient="horz" pos="2160"/>
        <p:guide pos="44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4B10-A2C1-480D-B251-52813054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B82A1-D82B-4FB8-91DE-E3F29354B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A038-E56C-491C-8747-439B2899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D5525-D998-41F4-B0F3-931A94D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1DF3-2D23-46E3-80BB-53C7697A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298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3FBB-DD6B-4046-8577-8728074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C797-7B07-4DAC-B981-D8350363C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DC9E-AFCF-4383-B004-0B8712E3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7D46-19D6-429A-8E9A-94740866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8C9A6-009C-4E35-B529-DD083CD1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379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C681-665A-4C52-8EFF-88CE04DB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B42AC-278C-4667-82F7-D0CD66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A54-76F3-4B89-8CF3-F0007BBF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C969-E8AE-481A-B33A-25DD2F0B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2219-0684-4125-B75A-9366C711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748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609D-F2FA-4949-8AB6-CC05FB54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4E51-044E-46CE-B23B-07E1DD642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1A9A-21DD-4F01-95F4-F53E66876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B5CE7-8FEA-458A-B8B8-46A62473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A60D3-EA55-43C3-8905-086738AA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37640-E0E3-4D5F-AF75-B26249A4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71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99A6-D916-4F1F-AD4D-E04AA8C9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1B0E8-E6D5-48AF-8568-A4E0C880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893AE-2BFF-45E7-9C2B-92B638966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57D34-A81E-4DBA-AFFE-8EAAC791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0DFA3-C31B-4E90-965F-C8BDA9DD9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D4CD-1A09-49E5-B497-FC6DA8D6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3DECC-5BC8-4A04-8CED-C6F4404D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16E1B-2D94-409D-B419-304E8750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2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C630-C7BE-4CC3-A305-2BF36536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D2241-1E0A-45D4-920E-F0EBC57C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5483F-C326-40DD-9D94-8672EF11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BB58C-EF52-4DEA-9101-B7D34421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57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A637A-58E1-468D-804C-CE510F94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447C9-8771-4468-B64A-3F70625A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C8BAA-F480-4277-BC34-9482482E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95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F407-6941-4BDC-A4F1-1DB206D4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CF04-F806-4B37-94D9-5EDF02D8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32CEB-35E8-42ED-9D40-321BBB365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D8A2D-DAE5-499E-ADDA-2A7A9720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2D464-6F70-4345-BCB1-479BDE3E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21D1-700C-4F4B-B048-A1369ECA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309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156F-92CD-499E-BAFC-DDACD4EF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8423F-09E2-4FE5-B215-45699FD0D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3CF3-821E-4B4B-83B6-C10BC34F7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99669-7653-4CDB-8B9F-32DCA9AC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B413-4EDD-463D-BC35-18722607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1CD3-AD2E-4C43-B49B-5E740D2D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62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0870-AAC7-418F-BD40-F2EE9D50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A2F20-8B54-4F21-9459-34AA30AB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B1A6-F31E-4753-B411-161284B1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1758-CF69-4E0E-B381-5544F77E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04C2A-69B7-405F-8562-2AEE9EB8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451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D701F-FD77-4FCC-96E1-0478B151D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5123-8982-4FD7-856B-F84EA8071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8B2D-B1DC-4FB8-BBEB-F8D0B8FA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78BF-9806-42E5-AD85-573B9F6D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1086-8FDB-4215-AC17-3E1F0C16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913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9FA83-7235-4693-BB5D-1126828C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BDCBD-62F2-4DC4-8EA9-55C691CE4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5C98-8165-4822-8209-32DD1FEF1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B7C4-9810-433B-A50A-DC01EC0EDDAD}" type="datetimeFigureOut">
              <a:rPr lang="pt-PT" smtClean="0"/>
              <a:t>21/12/2020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0151-340E-4249-BBCB-AF2D8E315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6F5F8-94C2-4578-9119-2C5BA200E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847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242799" y="3337305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347700" y="3937383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6D1473F0-46CE-4791-9A62-965CFFF3885B}"/>
              </a:ext>
            </a:extLst>
          </p:cNvPr>
          <p:cNvCxnSpPr>
            <a:cxnSpLocks/>
          </p:cNvCxnSpPr>
          <p:nvPr/>
        </p:nvCxnSpPr>
        <p:spPr>
          <a:xfrm flipH="1">
            <a:off x="13766799" y="3164794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3" name="Group 1372">
            <a:extLst>
              <a:ext uri="{FF2B5EF4-FFF2-40B4-BE49-F238E27FC236}">
                <a16:creationId xmlns:a16="http://schemas.microsoft.com/office/drawing/2014/main" id="{52DCCDE8-7248-4899-B209-21DB00530582}"/>
              </a:ext>
            </a:extLst>
          </p:cNvPr>
          <p:cNvGrpSpPr/>
          <p:nvPr/>
        </p:nvGrpSpPr>
        <p:grpSpPr>
          <a:xfrm>
            <a:off x="4087812" y="206982"/>
            <a:ext cx="6102350" cy="6096000"/>
            <a:chOff x="4086225" y="206982"/>
            <a:chExt cx="6102350" cy="6096000"/>
          </a:xfrm>
        </p:grpSpPr>
        <p:grpSp>
          <p:nvGrpSpPr>
            <p:cNvPr id="1372" name="Group 1371">
              <a:extLst>
                <a:ext uri="{FF2B5EF4-FFF2-40B4-BE49-F238E27FC236}">
                  <a16:creationId xmlns:a16="http://schemas.microsoft.com/office/drawing/2014/main" id="{5DF8C4BB-2FDF-4684-8032-0877FA9570AB}"/>
                </a:ext>
              </a:extLst>
            </p:cNvPr>
            <p:cNvGrpSpPr/>
            <p:nvPr/>
          </p:nvGrpSpPr>
          <p:grpSpPr>
            <a:xfrm>
              <a:off x="4086225" y="206982"/>
              <a:ext cx="6102350" cy="6096000"/>
              <a:chOff x="4086225" y="206982"/>
              <a:chExt cx="6102350" cy="6096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7" name="Rectangle 686">
                <a:extLst>
                  <a:ext uri="{FF2B5EF4-FFF2-40B4-BE49-F238E27FC236}">
                    <a16:creationId xmlns:a16="http://schemas.microsoft.com/office/drawing/2014/main" id="{8F5A7AAB-EC98-4453-87A8-D6D55C281CBD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E0C33112-F1F9-4561-9E89-183484EEA7C4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9" name="Rectangle 688">
                <a:extLst>
                  <a:ext uri="{FF2B5EF4-FFF2-40B4-BE49-F238E27FC236}">
                    <a16:creationId xmlns:a16="http://schemas.microsoft.com/office/drawing/2014/main" id="{857D6EF1-591B-4F3D-8C56-999B4B01A0AB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0" name="Rectangle 689">
                <a:extLst>
                  <a:ext uri="{FF2B5EF4-FFF2-40B4-BE49-F238E27FC236}">
                    <a16:creationId xmlns:a16="http://schemas.microsoft.com/office/drawing/2014/main" id="{8883BE95-B2C9-4CEC-9495-DCB452972559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CEE67627-C697-4DD8-875C-BB76E7756C40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F8038E57-24AF-4C71-A3B1-6AE9360C7B0F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1E4E75BD-9E48-454A-A516-183D4B5D966E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E3FA8480-4912-43C2-8B91-26124C4DA4AC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7450E499-13B3-4FD9-AAF8-FA1355D189E9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6" name="Rectangle 695">
                <a:extLst>
                  <a:ext uri="{FF2B5EF4-FFF2-40B4-BE49-F238E27FC236}">
                    <a16:creationId xmlns:a16="http://schemas.microsoft.com/office/drawing/2014/main" id="{583A948E-8B66-499A-A36D-CCB7E17E61E0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7" name="Rectangle 696">
                <a:extLst>
                  <a:ext uri="{FF2B5EF4-FFF2-40B4-BE49-F238E27FC236}">
                    <a16:creationId xmlns:a16="http://schemas.microsoft.com/office/drawing/2014/main" id="{9E1C0C6C-DB57-4520-BEAD-EB19B440A97F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93F967FE-D445-47B8-AEE2-40BD24F56D3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9" name="Rectangle 698">
                <a:extLst>
                  <a:ext uri="{FF2B5EF4-FFF2-40B4-BE49-F238E27FC236}">
                    <a16:creationId xmlns:a16="http://schemas.microsoft.com/office/drawing/2014/main" id="{836396A7-7997-43CF-AE1A-92138407AA90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0" name="Rectangle 699">
                <a:extLst>
                  <a:ext uri="{FF2B5EF4-FFF2-40B4-BE49-F238E27FC236}">
                    <a16:creationId xmlns:a16="http://schemas.microsoft.com/office/drawing/2014/main" id="{90296AE4-6CE0-4959-9447-29364EBF7009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8870B32B-8399-4B3A-9E6F-D107397DB700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2" name="Rectangle 701">
                <a:extLst>
                  <a:ext uri="{FF2B5EF4-FFF2-40B4-BE49-F238E27FC236}">
                    <a16:creationId xmlns:a16="http://schemas.microsoft.com/office/drawing/2014/main" id="{A857E2DA-5F4C-4B43-9527-0788297FC693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3" name="Rectangle 702">
                <a:extLst>
                  <a:ext uri="{FF2B5EF4-FFF2-40B4-BE49-F238E27FC236}">
                    <a16:creationId xmlns:a16="http://schemas.microsoft.com/office/drawing/2014/main" id="{1EB3A2AB-961F-476B-8E44-D9168DDC288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4" name="Rectangle 703">
                <a:extLst>
                  <a:ext uri="{FF2B5EF4-FFF2-40B4-BE49-F238E27FC236}">
                    <a16:creationId xmlns:a16="http://schemas.microsoft.com/office/drawing/2014/main" id="{9DD141A0-C3E3-4A81-AD52-BE6D61600D41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E43EF233-DEB4-4F22-8882-01C23804DC6E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6" name="Rectangle 705">
                <a:extLst>
                  <a:ext uri="{FF2B5EF4-FFF2-40B4-BE49-F238E27FC236}">
                    <a16:creationId xmlns:a16="http://schemas.microsoft.com/office/drawing/2014/main" id="{87C30096-07B8-406F-AF19-70285676FAB6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7" name="Rectangle 706">
                <a:extLst>
                  <a:ext uri="{FF2B5EF4-FFF2-40B4-BE49-F238E27FC236}">
                    <a16:creationId xmlns:a16="http://schemas.microsoft.com/office/drawing/2014/main" id="{4FB9CB31-6DB3-4A07-B3EC-64AA8B46449C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8" name="Rectangle 707">
                <a:extLst>
                  <a:ext uri="{FF2B5EF4-FFF2-40B4-BE49-F238E27FC236}">
                    <a16:creationId xmlns:a16="http://schemas.microsoft.com/office/drawing/2014/main" id="{C10F7115-A0B6-434F-B045-15DA71C6A6D1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9" name="Rectangle 708">
                <a:extLst>
                  <a:ext uri="{FF2B5EF4-FFF2-40B4-BE49-F238E27FC236}">
                    <a16:creationId xmlns:a16="http://schemas.microsoft.com/office/drawing/2014/main" id="{73FBA797-072F-401F-882C-1A91F8527D53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0" name="Rectangle 709">
                <a:extLst>
                  <a:ext uri="{FF2B5EF4-FFF2-40B4-BE49-F238E27FC236}">
                    <a16:creationId xmlns:a16="http://schemas.microsoft.com/office/drawing/2014/main" id="{C70B2DE3-1F84-4927-9DF5-1F85F87262EA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12" name="Group 711">
              <a:extLst>
                <a:ext uri="{FF2B5EF4-FFF2-40B4-BE49-F238E27FC236}">
                  <a16:creationId xmlns:a16="http://schemas.microsoft.com/office/drawing/2014/main" id="{1E034C38-98CC-4816-8EEF-91302DE6172A}"/>
                </a:ext>
              </a:extLst>
            </p:cNvPr>
            <p:cNvGrpSpPr/>
            <p:nvPr/>
          </p:nvGrpSpPr>
          <p:grpSpPr>
            <a:xfrm>
              <a:off x="5611812" y="1730982"/>
              <a:ext cx="3051176" cy="3048000"/>
              <a:chOff x="4086225" y="206982"/>
              <a:chExt cx="6102350" cy="6096000"/>
            </a:xfrm>
          </p:grpSpPr>
          <p:sp>
            <p:nvSpPr>
              <p:cNvPr id="713" name="Rectangle 712">
                <a:extLst>
                  <a:ext uri="{FF2B5EF4-FFF2-40B4-BE49-F238E27FC236}">
                    <a16:creationId xmlns:a16="http://schemas.microsoft.com/office/drawing/2014/main" id="{CB196928-1CAE-430B-B2FA-6768F5422E23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4" name="Rectangle 713">
                <a:extLst>
                  <a:ext uri="{FF2B5EF4-FFF2-40B4-BE49-F238E27FC236}">
                    <a16:creationId xmlns:a16="http://schemas.microsoft.com/office/drawing/2014/main" id="{14E2F107-954C-4C20-9409-DF000AE8053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5" name="Rectangle 714">
                <a:extLst>
                  <a:ext uri="{FF2B5EF4-FFF2-40B4-BE49-F238E27FC236}">
                    <a16:creationId xmlns:a16="http://schemas.microsoft.com/office/drawing/2014/main" id="{DA4CC975-472A-49B2-B912-A7FA82332033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6" name="Rectangle 715">
                <a:extLst>
                  <a:ext uri="{FF2B5EF4-FFF2-40B4-BE49-F238E27FC236}">
                    <a16:creationId xmlns:a16="http://schemas.microsoft.com/office/drawing/2014/main" id="{06B6C127-9733-4B39-A0AD-6B1AFDF36057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7" name="Rectangle 716">
                <a:extLst>
                  <a:ext uri="{FF2B5EF4-FFF2-40B4-BE49-F238E27FC236}">
                    <a16:creationId xmlns:a16="http://schemas.microsoft.com/office/drawing/2014/main" id="{BF050DD6-0301-4AF7-89AF-775D055980B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8" name="Rectangle 717">
                <a:extLst>
                  <a:ext uri="{FF2B5EF4-FFF2-40B4-BE49-F238E27FC236}">
                    <a16:creationId xmlns:a16="http://schemas.microsoft.com/office/drawing/2014/main" id="{5F485A7C-64E9-4EA3-9E61-11CA5BD665BE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9" name="Rectangle 718">
                <a:extLst>
                  <a:ext uri="{FF2B5EF4-FFF2-40B4-BE49-F238E27FC236}">
                    <a16:creationId xmlns:a16="http://schemas.microsoft.com/office/drawing/2014/main" id="{5F5D038F-4165-4FB1-9C5C-866DDCAB2039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0" name="Rectangle 719">
                <a:extLst>
                  <a:ext uri="{FF2B5EF4-FFF2-40B4-BE49-F238E27FC236}">
                    <a16:creationId xmlns:a16="http://schemas.microsoft.com/office/drawing/2014/main" id="{C5025889-640A-4328-B2B0-92941048C431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1" name="Rectangle 720">
                <a:extLst>
                  <a:ext uri="{FF2B5EF4-FFF2-40B4-BE49-F238E27FC236}">
                    <a16:creationId xmlns:a16="http://schemas.microsoft.com/office/drawing/2014/main" id="{AA04A24E-82E4-48AE-8E0E-64A79B81BEA1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2" name="Rectangle 721">
                <a:extLst>
                  <a:ext uri="{FF2B5EF4-FFF2-40B4-BE49-F238E27FC236}">
                    <a16:creationId xmlns:a16="http://schemas.microsoft.com/office/drawing/2014/main" id="{AED31514-2AA4-45EE-BEDE-27BFC4D21255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3" name="Rectangle 722">
                <a:extLst>
                  <a:ext uri="{FF2B5EF4-FFF2-40B4-BE49-F238E27FC236}">
                    <a16:creationId xmlns:a16="http://schemas.microsoft.com/office/drawing/2014/main" id="{125B218F-6189-432C-B4A7-7D5C495D11A7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4" name="Rectangle 723">
                <a:extLst>
                  <a:ext uri="{FF2B5EF4-FFF2-40B4-BE49-F238E27FC236}">
                    <a16:creationId xmlns:a16="http://schemas.microsoft.com/office/drawing/2014/main" id="{BA33B199-C7C5-4778-BC44-C8C3846B11F7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5" name="Rectangle 724">
                <a:extLst>
                  <a:ext uri="{FF2B5EF4-FFF2-40B4-BE49-F238E27FC236}">
                    <a16:creationId xmlns:a16="http://schemas.microsoft.com/office/drawing/2014/main" id="{6DCE2021-2CD4-4523-8439-382B779C2021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6" name="Rectangle 725">
                <a:extLst>
                  <a:ext uri="{FF2B5EF4-FFF2-40B4-BE49-F238E27FC236}">
                    <a16:creationId xmlns:a16="http://schemas.microsoft.com/office/drawing/2014/main" id="{F2C12250-2F97-4C0A-B337-F0E59169673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7" name="Rectangle 726">
                <a:extLst>
                  <a:ext uri="{FF2B5EF4-FFF2-40B4-BE49-F238E27FC236}">
                    <a16:creationId xmlns:a16="http://schemas.microsoft.com/office/drawing/2014/main" id="{E02A7489-6B6A-4654-B590-82CADC503497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8" name="Rectangle 727">
                <a:extLst>
                  <a:ext uri="{FF2B5EF4-FFF2-40B4-BE49-F238E27FC236}">
                    <a16:creationId xmlns:a16="http://schemas.microsoft.com/office/drawing/2014/main" id="{0F749365-8E89-41FB-A364-03C969490869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9" name="Rectangle 728">
                <a:extLst>
                  <a:ext uri="{FF2B5EF4-FFF2-40B4-BE49-F238E27FC236}">
                    <a16:creationId xmlns:a16="http://schemas.microsoft.com/office/drawing/2014/main" id="{F2A12796-C641-4FF3-A41D-7F48A5B70D0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0" name="Rectangle 729">
                <a:extLst>
                  <a:ext uri="{FF2B5EF4-FFF2-40B4-BE49-F238E27FC236}">
                    <a16:creationId xmlns:a16="http://schemas.microsoft.com/office/drawing/2014/main" id="{874E48BA-45D7-4ABA-A22D-3968B33B2F5A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1" name="Rectangle 730">
                <a:extLst>
                  <a:ext uri="{FF2B5EF4-FFF2-40B4-BE49-F238E27FC236}">
                    <a16:creationId xmlns:a16="http://schemas.microsoft.com/office/drawing/2014/main" id="{9C2ADA6E-BB55-4B62-90D7-73EB9654EB40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D8A535FA-06C1-4E74-B433-3A251C7F9BD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70F76C53-8127-4E52-B502-95BB148A21B1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4" name="Rectangle 733">
                <a:extLst>
                  <a:ext uri="{FF2B5EF4-FFF2-40B4-BE49-F238E27FC236}">
                    <a16:creationId xmlns:a16="http://schemas.microsoft.com/office/drawing/2014/main" id="{B8201AC5-8FE5-46D6-A26B-702C6FB159D1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E83221D1-CF5D-4037-8C6C-77E9D3872AE5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1B4AE601-67BC-4146-8458-BDE815CE0FA5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7" name="Rectangle 736">
                <a:extLst>
                  <a:ext uri="{FF2B5EF4-FFF2-40B4-BE49-F238E27FC236}">
                    <a16:creationId xmlns:a16="http://schemas.microsoft.com/office/drawing/2014/main" id="{901D0188-1ABD-49F2-B6D4-52DCF303CBB2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8" name="Rectangle 737">
                <a:extLst>
                  <a:ext uri="{FF2B5EF4-FFF2-40B4-BE49-F238E27FC236}">
                    <a16:creationId xmlns:a16="http://schemas.microsoft.com/office/drawing/2014/main" id="{0C795F63-E1E5-4E33-BCA9-2DFB51BC76C9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9" name="Rectangle 738">
                <a:extLst>
                  <a:ext uri="{FF2B5EF4-FFF2-40B4-BE49-F238E27FC236}">
                    <a16:creationId xmlns:a16="http://schemas.microsoft.com/office/drawing/2014/main" id="{FC6E1CBA-FB95-43B3-BD9B-127B51EF2AC6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0" name="Rectangle 739">
                <a:extLst>
                  <a:ext uri="{FF2B5EF4-FFF2-40B4-BE49-F238E27FC236}">
                    <a16:creationId xmlns:a16="http://schemas.microsoft.com/office/drawing/2014/main" id="{8AC634BD-E975-4D3E-9162-2E64EFBECF62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1" name="Rectangle 740">
                <a:extLst>
                  <a:ext uri="{FF2B5EF4-FFF2-40B4-BE49-F238E27FC236}">
                    <a16:creationId xmlns:a16="http://schemas.microsoft.com/office/drawing/2014/main" id="{F6DB22A1-4B18-4A07-A753-8B76C5DD026D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2" name="Rectangle 741">
                <a:extLst>
                  <a:ext uri="{FF2B5EF4-FFF2-40B4-BE49-F238E27FC236}">
                    <a16:creationId xmlns:a16="http://schemas.microsoft.com/office/drawing/2014/main" id="{4B3A5D04-5EA5-4AE9-A46F-AD51674985F5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3" name="Rectangle 742">
                <a:extLst>
                  <a:ext uri="{FF2B5EF4-FFF2-40B4-BE49-F238E27FC236}">
                    <a16:creationId xmlns:a16="http://schemas.microsoft.com/office/drawing/2014/main" id="{FC1BF16F-BBCD-4B13-9373-CFB0492512ED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4" name="Rectangle 743">
                <a:extLst>
                  <a:ext uri="{FF2B5EF4-FFF2-40B4-BE49-F238E27FC236}">
                    <a16:creationId xmlns:a16="http://schemas.microsoft.com/office/drawing/2014/main" id="{325EBEFD-221B-4870-B32A-684B9DDD75C5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5" name="Rectangle 744">
                <a:extLst>
                  <a:ext uri="{FF2B5EF4-FFF2-40B4-BE49-F238E27FC236}">
                    <a16:creationId xmlns:a16="http://schemas.microsoft.com/office/drawing/2014/main" id="{6FA5F983-4DD2-4D4A-B602-0A2428E0433B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1CED6DE8-8990-4A19-A783-27C4E6C7EEDB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7" name="Rectangle 746">
                <a:extLst>
                  <a:ext uri="{FF2B5EF4-FFF2-40B4-BE49-F238E27FC236}">
                    <a16:creationId xmlns:a16="http://schemas.microsoft.com/office/drawing/2014/main" id="{5CD568F4-C15E-4D9B-BECD-7287BD5E5C20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8" name="Rectangle 747">
                <a:extLst>
                  <a:ext uri="{FF2B5EF4-FFF2-40B4-BE49-F238E27FC236}">
                    <a16:creationId xmlns:a16="http://schemas.microsoft.com/office/drawing/2014/main" id="{4716A3AA-D3A6-4A1A-BBAF-93E579CD3670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04B79761-9085-4B8D-AD9F-63A47002C9DE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0" name="Rectangle 749">
                <a:extLst>
                  <a:ext uri="{FF2B5EF4-FFF2-40B4-BE49-F238E27FC236}">
                    <a16:creationId xmlns:a16="http://schemas.microsoft.com/office/drawing/2014/main" id="{8D5DC7E7-3148-441B-B8B9-C217799CE72E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1" name="Rectangle 750">
                <a:extLst>
                  <a:ext uri="{FF2B5EF4-FFF2-40B4-BE49-F238E27FC236}">
                    <a16:creationId xmlns:a16="http://schemas.microsoft.com/office/drawing/2014/main" id="{DED99CFF-5D7D-4946-B692-AC3E2717AF3D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2" name="Rectangle 751">
                <a:extLst>
                  <a:ext uri="{FF2B5EF4-FFF2-40B4-BE49-F238E27FC236}">
                    <a16:creationId xmlns:a16="http://schemas.microsoft.com/office/drawing/2014/main" id="{E8D9643D-2F6E-493C-BE61-9FC4AD2B7B31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3" name="Rectangle 752">
                <a:extLst>
                  <a:ext uri="{FF2B5EF4-FFF2-40B4-BE49-F238E27FC236}">
                    <a16:creationId xmlns:a16="http://schemas.microsoft.com/office/drawing/2014/main" id="{3538AFE0-8E03-41BD-BB54-036CEBBE0B3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568BD5B7-8314-4F0A-9257-9254EFFF62A0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5" name="Rectangle 754">
                <a:extLst>
                  <a:ext uri="{FF2B5EF4-FFF2-40B4-BE49-F238E27FC236}">
                    <a16:creationId xmlns:a16="http://schemas.microsoft.com/office/drawing/2014/main" id="{DAD36D8F-A790-4343-B5D8-7256C7DEDFA0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6" name="Rectangle 755">
                <a:extLst>
                  <a:ext uri="{FF2B5EF4-FFF2-40B4-BE49-F238E27FC236}">
                    <a16:creationId xmlns:a16="http://schemas.microsoft.com/office/drawing/2014/main" id="{28BC7B90-5352-40D3-9583-063778336921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7AE0733F-7D89-4F67-84AC-06FC86AA1139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E6AA23D8-B869-4750-B518-10D6D0B3479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6C8E41B3-668A-40BC-A5B7-936E43DF9BA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DE4418D3-CA34-45A6-8042-30D873601497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61" name="Group 760">
              <a:extLst>
                <a:ext uri="{FF2B5EF4-FFF2-40B4-BE49-F238E27FC236}">
                  <a16:creationId xmlns:a16="http://schemas.microsoft.com/office/drawing/2014/main" id="{08E3AEBA-49A5-4B5D-B82F-0F3D2ADF662A}"/>
                </a:ext>
              </a:extLst>
            </p:cNvPr>
            <p:cNvGrpSpPr/>
            <p:nvPr/>
          </p:nvGrpSpPr>
          <p:grpSpPr>
            <a:xfrm>
              <a:off x="6374606" y="2492982"/>
              <a:ext cx="1525588" cy="1524000"/>
              <a:chOff x="4086225" y="206982"/>
              <a:chExt cx="6102350" cy="6096000"/>
            </a:xfrm>
          </p:grpSpPr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6574228C-CC40-40C5-863B-1E3DD40015DF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ADF5D9B4-C51A-41FD-8F6C-6B02A7B2E88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B7907D88-A658-47D8-B67C-1C7849F1B1BD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C04949C0-58CC-48C6-BEE8-508AD3C662C4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D19C1962-E1DA-4933-9B74-E6A33594451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8B223F55-9FBD-4DAD-9EEB-66EA00E7C0AB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4DD67382-929A-48E8-A281-C6953CA5D74C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13E8FE36-C96C-4070-8D25-038CB707934A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E051052A-5229-4BC1-9A8B-F260B7C13269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0DA5AA55-FB02-41F8-A693-FFA0B2631D59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1C86B47B-DF1D-4037-A3B3-D8E785C9061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5952643B-C8A8-4D0C-B9B7-EC1970E4F4CC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1CDEF29F-D23F-42A9-B521-3C29A1F908B7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556EEE05-D83D-490D-A674-65E4E3856844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5235C6A6-B065-4101-BB37-9177DACC043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FE9277C8-7418-4135-BB06-AB85D158D67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B631027F-CDCD-40C3-B668-3BA672CACB33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53E893AB-0A16-4A4A-8742-C34E9902768E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8776175F-7A82-45DC-B6C1-BB9FAF0B274A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1" name="Rectangle 780">
                <a:extLst>
                  <a:ext uri="{FF2B5EF4-FFF2-40B4-BE49-F238E27FC236}">
                    <a16:creationId xmlns:a16="http://schemas.microsoft.com/office/drawing/2014/main" id="{70071BC3-7674-459D-8E4D-D6706BF7679B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2" name="Rectangle 781">
                <a:extLst>
                  <a:ext uri="{FF2B5EF4-FFF2-40B4-BE49-F238E27FC236}">
                    <a16:creationId xmlns:a16="http://schemas.microsoft.com/office/drawing/2014/main" id="{3F3AD84F-8E4F-477C-9598-C73F468E9D6B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3" name="Rectangle 782">
                <a:extLst>
                  <a:ext uri="{FF2B5EF4-FFF2-40B4-BE49-F238E27FC236}">
                    <a16:creationId xmlns:a16="http://schemas.microsoft.com/office/drawing/2014/main" id="{3975F855-8F58-4346-BC18-30957E324D59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4" name="Rectangle 783">
                <a:extLst>
                  <a:ext uri="{FF2B5EF4-FFF2-40B4-BE49-F238E27FC236}">
                    <a16:creationId xmlns:a16="http://schemas.microsoft.com/office/drawing/2014/main" id="{A8253085-33FB-4672-A2A2-08F93EFC68FF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5" name="Rectangle 784">
                <a:extLst>
                  <a:ext uri="{FF2B5EF4-FFF2-40B4-BE49-F238E27FC236}">
                    <a16:creationId xmlns:a16="http://schemas.microsoft.com/office/drawing/2014/main" id="{9E0E6AC3-8B73-4D62-A62C-59F10CE988FF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6" name="Rectangle 785">
                <a:extLst>
                  <a:ext uri="{FF2B5EF4-FFF2-40B4-BE49-F238E27FC236}">
                    <a16:creationId xmlns:a16="http://schemas.microsoft.com/office/drawing/2014/main" id="{6816432E-6BC5-4573-9365-5685FA951FA0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7" name="Rectangle 786">
                <a:extLst>
                  <a:ext uri="{FF2B5EF4-FFF2-40B4-BE49-F238E27FC236}">
                    <a16:creationId xmlns:a16="http://schemas.microsoft.com/office/drawing/2014/main" id="{4D187DA3-DB57-4DA0-B515-0035C1DD77C7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8" name="Rectangle 787">
                <a:extLst>
                  <a:ext uri="{FF2B5EF4-FFF2-40B4-BE49-F238E27FC236}">
                    <a16:creationId xmlns:a16="http://schemas.microsoft.com/office/drawing/2014/main" id="{A42BDD2B-20B1-43BC-AFB5-CFE111983280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9" name="Rectangle 788">
                <a:extLst>
                  <a:ext uri="{FF2B5EF4-FFF2-40B4-BE49-F238E27FC236}">
                    <a16:creationId xmlns:a16="http://schemas.microsoft.com/office/drawing/2014/main" id="{74C142AE-EB1C-4B7C-8C79-9B77CA476D09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0" name="Rectangle 789">
                <a:extLst>
                  <a:ext uri="{FF2B5EF4-FFF2-40B4-BE49-F238E27FC236}">
                    <a16:creationId xmlns:a16="http://schemas.microsoft.com/office/drawing/2014/main" id="{BA3FE558-F008-4CE5-A3B3-993A66A08D5F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1" name="Rectangle 790">
                <a:extLst>
                  <a:ext uri="{FF2B5EF4-FFF2-40B4-BE49-F238E27FC236}">
                    <a16:creationId xmlns:a16="http://schemas.microsoft.com/office/drawing/2014/main" id="{A6850209-84E0-4459-881A-51992E63FB2A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2" name="Rectangle 791">
                <a:extLst>
                  <a:ext uri="{FF2B5EF4-FFF2-40B4-BE49-F238E27FC236}">
                    <a16:creationId xmlns:a16="http://schemas.microsoft.com/office/drawing/2014/main" id="{CA5C9A84-61EF-4FEB-9EE8-C0C7B0A4D846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3" name="Rectangle 792">
                <a:extLst>
                  <a:ext uri="{FF2B5EF4-FFF2-40B4-BE49-F238E27FC236}">
                    <a16:creationId xmlns:a16="http://schemas.microsoft.com/office/drawing/2014/main" id="{DB06612D-63B7-44F3-8928-EE37786C5F17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4" name="Rectangle 793">
                <a:extLst>
                  <a:ext uri="{FF2B5EF4-FFF2-40B4-BE49-F238E27FC236}">
                    <a16:creationId xmlns:a16="http://schemas.microsoft.com/office/drawing/2014/main" id="{713C89ED-1CFF-441C-AED7-482C50E2BDE6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5" name="Rectangle 794">
                <a:extLst>
                  <a:ext uri="{FF2B5EF4-FFF2-40B4-BE49-F238E27FC236}">
                    <a16:creationId xmlns:a16="http://schemas.microsoft.com/office/drawing/2014/main" id="{1A87B7AB-585F-45D0-9789-3D0FB6736DFF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6" name="Rectangle 795">
                <a:extLst>
                  <a:ext uri="{FF2B5EF4-FFF2-40B4-BE49-F238E27FC236}">
                    <a16:creationId xmlns:a16="http://schemas.microsoft.com/office/drawing/2014/main" id="{81411C52-246C-466B-B135-372601400C55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7" name="Rectangle 796">
                <a:extLst>
                  <a:ext uri="{FF2B5EF4-FFF2-40B4-BE49-F238E27FC236}">
                    <a16:creationId xmlns:a16="http://schemas.microsoft.com/office/drawing/2014/main" id="{FB085937-5D96-4B23-97C7-145BC40664E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8" name="Rectangle 797">
                <a:extLst>
                  <a:ext uri="{FF2B5EF4-FFF2-40B4-BE49-F238E27FC236}">
                    <a16:creationId xmlns:a16="http://schemas.microsoft.com/office/drawing/2014/main" id="{8274042A-102C-439F-8697-D2764FEC6599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9" name="Rectangle 798">
                <a:extLst>
                  <a:ext uri="{FF2B5EF4-FFF2-40B4-BE49-F238E27FC236}">
                    <a16:creationId xmlns:a16="http://schemas.microsoft.com/office/drawing/2014/main" id="{DA0AC803-83E3-42E5-A4EA-E23FB223EAA1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0" name="Rectangle 799">
                <a:extLst>
                  <a:ext uri="{FF2B5EF4-FFF2-40B4-BE49-F238E27FC236}">
                    <a16:creationId xmlns:a16="http://schemas.microsoft.com/office/drawing/2014/main" id="{F7CA02EA-6348-4780-A2C9-0409AEDFF051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1" name="Rectangle 800">
                <a:extLst>
                  <a:ext uri="{FF2B5EF4-FFF2-40B4-BE49-F238E27FC236}">
                    <a16:creationId xmlns:a16="http://schemas.microsoft.com/office/drawing/2014/main" id="{025828D7-6798-4951-984F-1C11A59F6BBC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2" name="Rectangle 801">
                <a:extLst>
                  <a:ext uri="{FF2B5EF4-FFF2-40B4-BE49-F238E27FC236}">
                    <a16:creationId xmlns:a16="http://schemas.microsoft.com/office/drawing/2014/main" id="{1AAF1AF4-1E71-4B63-8B7A-B04C58A967DA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3" name="Rectangle 802">
                <a:extLst>
                  <a:ext uri="{FF2B5EF4-FFF2-40B4-BE49-F238E27FC236}">
                    <a16:creationId xmlns:a16="http://schemas.microsoft.com/office/drawing/2014/main" id="{E38CDF75-90B7-472F-8B91-9E41261B0E7B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4" name="Rectangle 803">
                <a:extLst>
                  <a:ext uri="{FF2B5EF4-FFF2-40B4-BE49-F238E27FC236}">
                    <a16:creationId xmlns:a16="http://schemas.microsoft.com/office/drawing/2014/main" id="{2B1D32FE-B344-48F4-B285-13C173B638F5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5" name="Rectangle 804">
                <a:extLst>
                  <a:ext uri="{FF2B5EF4-FFF2-40B4-BE49-F238E27FC236}">
                    <a16:creationId xmlns:a16="http://schemas.microsoft.com/office/drawing/2014/main" id="{860610C9-A3E1-4DE7-BEA4-11B23A84DDB9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6" name="Rectangle 805">
                <a:extLst>
                  <a:ext uri="{FF2B5EF4-FFF2-40B4-BE49-F238E27FC236}">
                    <a16:creationId xmlns:a16="http://schemas.microsoft.com/office/drawing/2014/main" id="{34F9D4D0-7FAF-4B0A-9230-0A3B7AA266A7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7" name="Rectangle 806">
                <a:extLst>
                  <a:ext uri="{FF2B5EF4-FFF2-40B4-BE49-F238E27FC236}">
                    <a16:creationId xmlns:a16="http://schemas.microsoft.com/office/drawing/2014/main" id="{9F92D0ED-BD88-4EE2-9D37-AC58278164C5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8" name="Rectangle 807">
                <a:extLst>
                  <a:ext uri="{FF2B5EF4-FFF2-40B4-BE49-F238E27FC236}">
                    <a16:creationId xmlns:a16="http://schemas.microsoft.com/office/drawing/2014/main" id="{92FAB8DF-1D04-4817-9878-C6045CB2E7E6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9" name="Rectangle 808">
                <a:extLst>
                  <a:ext uri="{FF2B5EF4-FFF2-40B4-BE49-F238E27FC236}">
                    <a16:creationId xmlns:a16="http://schemas.microsoft.com/office/drawing/2014/main" id="{47B8DC7C-2234-49CD-A6E0-113F4C121469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811" name="Group 810">
            <a:extLst>
              <a:ext uri="{FF2B5EF4-FFF2-40B4-BE49-F238E27FC236}">
                <a16:creationId xmlns:a16="http://schemas.microsoft.com/office/drawing/2014/main" id="{DD904D5E-6DE3-4319-BC90-0C2C5BAAA2A0}"/>
              </a:ext>
            </a:extLst>
          </p:cNvPr>
          <p:cNvGrpSpPr/>
          <p:nvPr/>
        </p:nvGrpSpPr>
        <p:grpSpPr>
          <a:xfrm>
            <a:off x="6758781" y="2875172"/>
            <a:ext cx="760412" cy="759620"/>
            <a:chOff x="4086225" y="206982"/>
            <a:chExt cx="6102350" cy="6096000"/>
          </a:xfrm>
        </p:grpSpPr>
        <p:grpSp>
          <p:nvGrpSpPr>
            <p:cNvPr id="812" name="Group 811">
              <a:extLst>
                <a:ext uri="{FF2B5EF4-FFF2-40B4-BE49-F238E27FC236}">
                  <a16:creationId xmlns:a16="http://schemas.microsoft.com/office/drawing/2014/main" id="{85D30815-680E-4997-B398-4DF214CC1DC2}"/>
                </a:ext>
              </a:extLst>
            </p:cNvPr>
            <p:cNvGrpSpPr/>
            <p:nvPr/>
          </p:nvGrpSpPr>
          <p:grpSpPr>
            <a:xfrm>
              <a:off x="4086225" y="206982"/>
              <a:ext cx="6102350" cy="6096000"/>
              <a:chOff x="4086225" y="206982"/>
              <a:chExt cx="6102350" cy="6096000"/>
            </a:xfrm>
          </p:grpSpPr>
          <p:sp>
            <p:nvSpPr>
              <p:cNvPr id="911" name="Rectangle 910">
                <a:extLst>
                  <a:ext uri="{FF2B5EF4-FFF2-40B4-BE49-F238E27FC236}">
                    <a16:creationId xmlns:a16="http://schemas.microsoft.com/office/drawing/2014/main" id="{787442B6-D937-4463-B635-960A8B1D1DF5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2" name="Rectangle 911">
                <a:extLst>
                  <a:ext uri="{FF2B5EF4-FFF2-40B4-BE49-F238E27FC236}">
                    <a16:creationId xmlns:a16="http://schemas.microsoft.com/office/drawing/2014/main" id="{3E718B56-6478-46E0-8F2A-9AC9CB32B591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3" name="Rectangle 912">
                <a:extLst>
                  <a:ext uri="{FF2B5EF4-FFF2-40B4-BE49-F238E27FC236}">
                    <a16:creationId xmlns:a16="http://schemas.microsoft.com/office/drawing/2014/main" id="{E03169E1-3D72-4BA1-88E9-33D3BE9230E9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3BD8C361-F22E-4637-9785-54E73DE739FD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5" name="Rectangle 914">
                <a:extLst>
                  <a:ext uri="{FF2B5EF4-FFF2-40B4-BE49-F238E27FC236}">
                    <a16:creationId xmlns:a16="http://schemas.microsoft.com/office/drawing/2014/main" id="{B5D0918D-3EFB-45F8-B5B5-20BF4954F71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6" name="Rectangle 915">
                <a:extLst>
                  <a:ext uri="{FF2B5EF4-FFF2-40B4-BE49-F238E27FC236}">
                    <a16:creationId xmlns:a16="http://schemas.microsoft.com/office/drawing/2014/main" id="{B61A31A2-0769-486E-9301-397DC6D39CFD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7" name="Rectangle 916">
                <a:extLst>
                  <a:ext uri="{FF2B5EF4-FFF2-40B4-BE49-F238E27FC236}">
                    <a16:creationId xmlns:a16="http://schemas.microsoft.com/office/drawing/2014/main" id="{B5A46BBA-D160-4544-A222-7BA66A83E36B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529BD346-E929-46A4-B033-EB881D0AEB4C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9" name="Rectangle 918">
                <a:extLst>
                  <a:ext uri="{FF2B5EF4-FFF2-40B4-BE49-F238E27FC236}">
                    <a16:creationId xmlns:a16="http://schemas.microsoft.com/office/drawing/2014/main" id="{772DF16B-548F-4173-945A-9498AD193887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0" name="Rectangle 919">
                <a:extLst>
                  <a:ext uri="{FF2B5EF4-FFF2-40B4-BE49-F238E27FC236}">
                    <a16:creationId xmlns:a16="http://schemas.microsoft.com/office/drawing/2014/main" id="{BED5DD4B-CE71-4DAD-97DA-2A8D240FEE85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1" name="Rectangle 920">
                <a:extLst>
                  <a:ext uri="{FF2B5EF4-FFF2-40B4-BE49-F238E27FC236}">
                    <a16:creationId xmlns:a16="http://schemas.microsoft.com/office/drawing/2014/main" id="{D8007BA5-25C2-4A2D-99F7-04F2781E4CCD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0D27F4E0-F0D7-4AF6-A1C5-EC640E760A69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3" name="Rectangle 922">
                <a:extLst>
                  <a:ext uri="{FF2B5EF4-FFF2-40B4-BE49-F238E27FC236}">
                    <a16:creationId xmlns:a16="http://schemas.microsoft.com/office/drawing/2014/main" id="{7074690F-56FB-4988-A3D7-BEFC5EB0F239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4" name="Rectangle 923">
                <a:extLst>
                  <a:ext uri="{FF2B5EF4-FFF2-40B4-BE49-F238E27FC236}">
                    <a16:creationId xmlns:a16="http://schemas.microsoft.com/office/drawing/2014/main" id="{398F4ECD-7DB9-4911-B3F6-BC7FF11D00E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5" name="Rectangle 924">
                <a:extLst>
                  <a:ext uri="{FF2B5EF4-FFF2-40B4-BE49-F238E27FC236}">
                    <a16:creationId xmlns:a16="http://schemas.microsoft.com/office/drawing/2014/main" id="{DA746085-D208-420C-8731-869227673825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6" name="Rectangle 925">
                <a:extLst>
                  <a:ext uri="{FF2B5EF4-FFF2-40B4-BE49-F238E27FC236}">
                    <a16:creationId xmlns:a16="http://schemas.microsoft.com/office/drawing/2014/main" id="{8EE960CA-CE88-4FF8-87B4-1836FF9C7E2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7" name="Rectangle 926">
                <a:extLst>
                  <a:ext uri="{FF2B5EF4-FFF2-40B4-BE49-F238E27FC236}">
                    <a16:creationId xmlns:a16="http://schemas.microsoft.com/office/drawing/2014/main" id="{867326A9-AC5C-45D3-AB16-1AB0A7D8498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8" name="Rectangle 927">
                <a:extLst>
                  <a:ext uri="{FF2B5EF4-FFF2-40B4-BE49-F238E27FC236}">
                    <a16:creationId xmlns:a16="http://schemas.microsoft.com/office/drawing/2014/main" id="{8165CE4C-C3C4-4598-A547-5079B2E4D2F2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9" name="Rectangle 928">
                <a:extLst>
                  <a:ext uri="{FF2B5EF4-FFF2-40B4-BE49-F238E27FC236}">
                    <a16:creationId xmlns:a16="http://schemas.microsoft.com/office/drawing/2014/main" id="{183C077D-DFD1-4E13-B18A-34EBDF310B1C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0" name="Rectangle 929">
                <a:extLst>
                  <a:ext uri="{FF2B5EF4-FFF2-40B4-BE49-F238E27FC236}">
                    <a16:creationId xmlns:a16="http://schemas.microsoft.com/office/drawing/2014/main" id="{62FA009E-6CED-46CC-979A-AB490B24262D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1" name="Rectangle 930">
                <a:extLst>
                  <a:ext uri="{FF2B5EF4-FFF2-40B4-BE49-F238E27FC236}">
                    <a16:creationId xmlns:a16="http://schemas.microsoft.com/office/drawing/2014/main" id="{F26F3272-EED1-4BD5-9A16-532F4C9A87F6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2" name="Rectangle 931">
                <a:extLst>
                  <a:ext uri="{FF2B5EF4-FFF2-40B4-BE49-F238E27FC236}">
                    <a16:creationId xmlns:a16="http://schemas.microsoft.com/office/drawing/2014/main" id="{5E35A044-BB48-4DF9-A19D-D7DA060BA5A1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3" name="Rectangle 932">
                <a:extLst>
                  <a:ext uri="{FF2B5EF4-FFF2-40B4-BE49-F238E27FC236}">
                    <a16:creationId xmlns:a16="http://schemas.microsoft.com/office/drawing/2014/main" id="{E8D2663E-2C67-4AAF-B280-9ED4F8A3C488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4" name="Rectangle 933">
                <a:extLst>
                  <a:ext uri="{FF2B5EF4-FFF2-40B4-BE49-F238E27FC236}">
                    <a16:creationId xmlns:a16="http://schemas.microsoft.com/office/drawing/2014/main" id="{BB223833-56A0-4746-87DA-5A6C71C652E8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5" name="Rectangle 934">
                <a:extLst>
                  <a:ext uri="{FF2B5EF4-FFF2-40B4-BE49-F238E27FC236}">
                    <a16:creationId xmlns:a16="http://schemas.microsoft.com/office/drawing/2014/main" id="{1A70510E-737A-4C89-9FD9-91861D76E35F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6" name="Rectangle 935">
                <a:extLst>
                  <a:ext uri="{FF2B5EF4-FFF2-40B4-BE49-F238E27FC236}">
                    <a16:creationId xmlns:a16="http://schemas.microsoft.com/office/drawing/2014/main" id="{2EE01EF6-3899-41E0-A83B-5CBF695F8FB6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1DA7A3AD-55F1-4E06-B953-3CBE333CDC4C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8" name="Rectangle 937">
                <a:extLst>
                  <a:ext uri="{FF2B5EF4-FFF2-40B4-BE49-F238E27FC236}">
                    <a16:creationId xmlns:a16="http://schemas.microsoft.com/office/drawing/2014/main" id="{1AFA3A1F-162C-4A7C-89D5-F8047F1E398B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9" name="Rectangle 938">
                <a:extLst>
                  <a:ext uri="{FF2B5EF4-FFF2-40B4-BE49-F238E27FC236}">
                    <a16:creationId xmlns:a16="http://schemas.microsoft.com/office/drawing/2014/main" id="{8559F35F-D224-40EC-BD5A-B462EC2F49DA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0A14465E-B9F3-47BF-87A1-E6EFBA6BE3D9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1" name="Rectangle 940">
                <a:extLst>
                  <a:ext uri="{FF2B5EF4-FFF2-40B4-BE49-F238E27FC236}">
                    <a16:creationId xmlns:a16="http://schemas.microsoft.com/office/drawing/2014/main" id="{4DAD4386-7BB3-4087-A80D-92747191E3CF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2" name="Rectangle 941">
                <a:extLst>
                  <a:ext uri="{FF2B5EF4-FFF2-40B4-BE49-F238E27FC236}">
                    <a16:creationId xmlns:a16="http://schemas.microsoft.com/office/drawing/2014/main" id="{918D9F79-1712-42E4-BD22-D78DC1CDDA88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3" name="Rectangle 942">
                <a:extLst>
                  <a:ext uri="{FF2B5EF4-FFF2-40B4-BE49-F238E27FC236}">
                    <a16:creationId xmlns:a16="http://schemas.microsoft.com/office/drawing/2014/main" id="{484ACB71-0884-4643-A004-CC29BA72F3D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4" name="Rectangle 943">
                <a:extLst>
                  <a:ext uri="{FF2B5EF4-FFF2-40B4-BE49-F238E27FC236}">
                    <a16:creationId xmlns:a16="http://schemas.microsoft.com/office/drawing/2014/main" id="{534447D8-10F5-4F33-8531-866E0A7C888C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5" name="Rectangle 944">
                <a:extLst>
                  <a:ext uri="{FF2B5EF4-FFF2-40B4-BE49-F238E27FC236}">
                    <a16:creationId xmlns:a16="http://schemas.microsoft.com/office/drawing/2014/main" id="{4F38ADBA-68F0-47F4-A1FB-4B763B22C04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6" name="Rectangle 945">
                <a:extLst>
                  <a:ext uri="{FF2B5EF4-FFF2-40B4-BE49-F238E27FC236}">
                    <a16:creationId xmlns:a16="http://schemas.microsoft.com/office/drawing/2014/main" id="{DFF5E8BD-EE35-4D40-BCD7-006D380100D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7" name="Rectangle 946">
                <a:extLst>
                  <a:ext uri="{FF2B5EF4-FFF2-40B4-BE49-F238E27FC236}">
                    <a16:creationId xmlns:a16="http://schemas.microsoft.com/office/drawing/2014/main" id="{C567C78B-D08C-4517-872A-76860CD0222C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8" name="Rectangle 947">
                <a:extLst>
                  <a:ext uri="{FF2B5EF4-FFF2-40B4-BE49-F238E27FC236}">
                    <a16:creationId xmlns:a16="http://schemas.microsoft.com/office/drawing/2014/main" id="{C67D4EAB-4513-459B-9004-F395DEBBAED2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9" name="Rectangle 948">
                <a:extLst>
                  <a:ext uri="{FF2B5EF4-FFF2-40B4-BE49-F238E27FC236}">
                    <a16:creationId xmlns:a16="http://schemas.microsoft.com/office/drawing/2014/main" id="{4EE30889-5D95-4F16-8ECE-432CDFC1ED23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0" name="Rectangle 949">
                <a:extLst>
                  <a:ext uri="{FF2B5EF4-FFF2-40B4-BE49-F238E27FC236}">
                    <a16:creationId xmlns:a16="http://schemas.microsoft.com/office/drawing/2014/main" id="{0AB7A512-1783-4371-ADFD-E5C41514BDC8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1" name="Rectangle 950">
                <a:extLst>
                  <a:ext uri="{FF2B5EF4-FFF2-40B4-BE49-F238E27FC236}">
                    <a16:creationId xmlns:a16="http://schemas.microsoft.com/office/drawing/2014/main" id="{D45CFF50-1357-4DE0-96F1-E1A1747A111D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2" name="Rectangle 951">
                <a:extLst>
                  <a:ext uri="{FF2B5EF4-FFF2-40B4-BE49-F238E27FC236}">
                    <a16:creationId xmlns:a16="http://schemas.microsoft.com/office/drawing/2014/main" id="{F346ADFF-B87D-4DB2-A544-B1EF447DF9FF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3" name="Rectangle 952">
                <a:extLst>
                  <a:ext uri="{FF2B5EF4-FFF2-40B4-BE49-F238E27FC236}">
                    <a16:creationId xmlns:a16="http://schemas.microsoft.com/office/drawing/2014/main" id="{871246A1-1FAB-4E1D-8908-08D99B89F22E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4" name="Rectangle 953">
                <a:extLst>
                  <a:ext uri="{FF2B5EF4-FFF2-40B4-BE49-F238E27FC236}">
                    <a16:creationId xmlns:a16="http://schemas.microsoft.com/office/drawing/2014/main" id="{7B1C1263-CC5B-4177-91B5-D207DB225ADD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5" name="Rectangle 954">
                <a:extLst>
                  <a:ext uri="{FF2B5EF4-FFF2-40B4-BE49-F238E27FC236}">
                    <a16:creationId xmlns:a16="http://schemas.microsoft.com/office/drawing/2014/main" id="{6A95902B-3D28-4BE7-A9A1-57101A9F63FB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6" name="Rectangle 955">
                <a:extLst>
                  <a:ext uri="{FF2B5EF4-FFF2-40B4-BE49-F238E27FC236}">
                    <a16:creationId xmlns:a16="http://schemas.microsoft.com/office/drawing/2014/main" id="{7646C568-6023-4007-9434-B89801305CB0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F8B5DFD5-BD08-4B51-AA8C-E9FE3E4B847E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8" name="Rectangle 957">
                <a:extLst>
                  <a:ext uri="{FF2B5EF4-FFF2-40B4-BE49-F238E27FC236}">
                    <a16:creationId xmlns:a16="http://schemas.microsoft.com/office/drawing/2014/main" id="{E25E7AD9-7822-488C-964F-B75F01F52671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330DAA96-6636-4C83-A803-1DA91CE48781}"/>
                </a:ext>
              </a:extLst>
            </p:cNvPr>
            <p:cNvGrpSpPr/>
            <p:nvPr/>
          </p:nvGrpSpPr>
          <p:grpSpPr>
            <a:xfrm>
              <a:off x="5611812" y="1730982"/>
              <a:ext cx="3051176" cy="3048000"/>
              <a:chOff x="4086225" y="206982"/>
              <a:chExt cx="6102350" cy="6096000"/>
            </a:xfrm>
          </p:grpSpPr>
          <p:sp>
            <p:nvSpPr>
              <p:cNvPr id="863" name="Rectangle 862">
                <a:extLst>
                  <a:ext uri="{FF2B5EF4-FFF2-40B4-BE49-F238E27FC236}">
                    <a16:creationId xmlns:a16="http://schemas.microsoft.com/office/drawing/2014/main" id="{4E89AD67-8A18-4BF2-A77D-F4757F38235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4" name="Rectangle 863">
                <a:extLst>
                  <a:ext uri="{FF2B5EF4-FFF2-40B4-BE49-F238E27FC236}">
                    <a16:creationId xmlns:a16="http://schemas.microsoft.com/office/drawing/2014/main" id="{97F7300D-E646-49E8-836A-B008B4BB6108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5" name="Rectangle 864">
                <a:extLst>
                  <a:ext uri="{FF2B5EF4-FFF2-40B4-BE49-F238E27FC236}">
                    <a16:creationId xmlns:a16="http://schemas.microsoft.com/office/drawing/2014/main" id="{578BE64F-254B-44D8-9AB9-7E8BD8923FFD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6" name="Rectangle 865">
                <a:extLst>
                  <a:ext uri="{FF2B5EF4-FFF2-40B4-BE49-F238E27FC236}">
                    <a16:creationId xmlns:a16="http://schemas.microsoft.com/office/drawing/2014/main" id="{2C2D45F0-FD33-4E29-AF13-BAADB1BC14F6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7" name="Rectangle 866">
                <a:extLst>
                  <a:ext uri="{FF2B5EF4-FFF2-40B4-BE49-F238E27FC236}">
                    <a16:creationId xmlns:a16="http://schemas.microsoft.com/office/drawing/2014/main" id="{F34B7793-C8A7-4DE9-BD42-1B3392CA778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8" name="Rectangle 867">
                <a:extLst>
                  <a:ext uri="{FF2B5EF4-FFF2-40B4-BE49-F238E27FC236}">
                    <a16:creationId xmlns:a16="http://schemas.microsoft.com/office/drawing/2014/main" id="{3C37A3C5-BF19-42D1-9BFA-9956D9723AAC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9" name="Rectangle 868">
                <a:extLst>
                  <a:ext uri="{FF2B5EF4-FFF2-40B4-BE49-F238E27FC236}">
                    <a16:creationId xmlns:a16="http://schemas.microsoft.com/office/drawing/2014/main" id="{A1AF828E-B552-4A6A-AD63-4D56B95FB0B0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0" name="Rectangle 869">
                <a:extLst>
                  <a:ext uri="{FF2B5EF4-FFF2-40B4-BE49-F238E27FC236}">
                    <a16:creationId xmlns:a16="http://schemas.microsoft.com/office/drawing/2014/main" id="{893A415B-5CFE-4E71-B381-D9BBB08A6139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1" name="Rectangle 870">
                <a:extLst>
                  <a:ext uri="{FF2B5EF4-FFF2-40B4-BE49-F238E27FC236}">
                    <a16:creationId xmlns:a16="http://schemas.microsoft.com/office/drawing/2014/main" id="{5B8FA608-EB67-4643-8639-ACFEF2BD1660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2" name="Rectangle 871">
                <a:extLst>
                  <a:ext uri="{FF2B5EF4-FFF2-40B4-BE49-F238E27FC236}">
                    <a16:creationId xmlns:a16="http://schemas.microsoft.com/office/drawing/2014/main" id="{2F111D8C-4620-4D34-99B8-98AA75356EFF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3" name="Rectangle 872">
                <a:extLst>
                  <a:ext uri="{FF2B5EF4-FFF2-40B4-BE49-F238E27FC236}">
                    <a16:creationId xmlns:a16="http://schemas.microsoft.com/office/drawing/2014/main" id="{86019A4A-8C5B-4FC7-880D-82F84F47EC01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4" name="Rectangle 873">
                <a:extLst>
                  <a:ext uri="{FF2B5EF4-FFF2-40B4-BE49-F238E27FC236}">
                    <a16:creationId xmlns:a16="http://schemas.microsoft.com/office/drawing/2014/main" id="{8589F0BC-0B40-4908-BAAB-A3B62337975E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5" name="Rectangle 874">
                <a:extLst>
                  <a:ext uri="{FF2B5EF4-FFF2-40B4-BE49-F238E27FC236}">
                    <a16:creationId xmlns:a16="http://schemas.microsoft.com/office/drawing/2014/main" id="{4172AFA5-970B-44A6-8C96-3EDCA1C06BFD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6" name="Rectangle 875">
                <a:extLst>
                  <a:ext uri="{FF2B5EF4-FFF2-40B4-BE49-F238E27FC236}">
                    <a16:creationId xmlns:a16="http://schemas.microsoft.com/office/drawing/2014/main" id="{4778FB7D-7F07-4742-B424-43EB85832AAD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7" name="Rectangle 876">
                <a:extLst>
                  <a:ext uri="{FF2B5EF4-FFF2-40B4-BE49-F238E27FC236}">
                    <a16:creationId xmlns:a16="http://schemas.microsoft.com/office/drawing/2014/main" id="{482D95D2-E879-44B8-AE7D-BB51E9E16FB8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8" name="Rectangle 877">
                <a:extLst>
                  <a:ext uri="{FF2B5EF4-FFF2-40B4-BE49-F238E27FC236}">
                    <a16:creationId xmlns:a16="http://schemas.microsoft.com/office/drawing/2014/main" id="{CFFA6CE4-8E86-4F8D-8560-01B501169D7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9" name="Rectangle 878">
                <a:extLst>
                  <a:ext uri="{FF2B5EF4-FFF2-40B4-BE49-F238E27FC236}">
                    <a16:creationId xmlns:a16="http://schemas.microsoft.com/office/drawing/2014/main" id="{3558962C-100F-4612-8B3D-45D1089759F5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0" name="Rectangle 879">
                <a:extLst>
                  <a:ext uri="{FF2B5EF4-FFF2-40B4-BE49-F238E27FC236}">
                    <a16:creationId xmlns:a16="http://schemas.microsoft.com/office/drawing/2014/main" id="{1A4E8909-414C-479E-AA32-00F7006C4544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1" name="Rectangle 880">
                <a:extLst>
                  <a:ext uri="{FF2B5EF4-FFF2-40B4-BE49-F238E27FC236}">
                    <a16:creationId xmlns:a16="http://schemas.microsoft.com/office/drawing/2014/main" id="{99162A82-1D92-4C36-AE17-076B1CC2F1BF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2" name="Rectangle 881">
                <a:extLst>
                  <a:ext uri="{FF2B5EF4-FFF2-40B4-BE49-F238E27FC236}">
                    <a16:creationId xmlns:a16="http://schemas.microsoft.com/office/drawing/2014/main" id="{3EFD83EF-D632-486D-938E-89ADAAA1354A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3" name="Rectangle 882">
                <a:extLst>
                  <a:ext uri="{FF2B5EF4-FFF2-40B4-BE49-F238E27FC236}">
                    <a16:creationId xmlns:a16="http://schemas.microsoft.com/office/drawing/2014/main" id="{A0332295-1468-4FF4-ADEF-74037A674C7F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4" name="Rectangle 883">
                <a:extLst>
                  <a:ext uri="{FF2B5EF4-FFF2-40B4-BE49-F238E27FC236}">
                    <a16:creationId xmlns:a16="http://schemas.microsoft.com/office/drawing/2014/main" id="{8A054DD1-F071-4888-949A-34CB689E92CB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5" name="Rectangle 884">
                <a:extLst>
                  <a:ext uri="{FF2B5EF4-FFF2-40B4-BE49-F238E27FC236}">
                    <a16:creationId xmlns:a16="http://schemas.microsoft.com/office/drawing/2014/main" id="{0164A953-ED3E-49C8-9340-6BF59B071E8C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6" name="Rectangle 885">
                <a:extLst>
                  <a:ext uri="{FF2B5EF4-FFF2-40B4-BE49-F238E27FC236}">
                    <a16:creationId xmlns:a16="http://schemas.microsoft.com/office/drawing/2014/main" id="{62AA80AA-BB9D-40B0-9282-B456992F038D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7" name="Rectangle 886">
                <a:extLst>
                  <a:ext uri="{FF2B5EF4-FFF2-40B4-BE49-F238E27FC236}">
                    <a16:creationId xmlns:a16="http://schemas.microsoft.com/office/drawing/2014/main" id="{294AF06D-32AC-43A5-BB6F-2EF285B5F502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8" name="Rectangle 887">
                <a:extLst>
                  <a:ext uri="{FF2B5EF4-FFF2-40B4-BE49-F238E27FC236}">
                    <a16:creationId xmlns:a16="http://schemas.microsoft.com/office/drawing/2014/main" id="{CE0AF75D-E395-4122-A032-4C0D06505AED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9" name="Rectangle 888">
                <a:extLst>
                  <a:ext uri="{FF2B5EF4-FFF2-40B4-BE49-F238E27FC236}">
                    <a16:creationId xmlns:a16="http://schemas.microsoft.com/office/drawing/2014/main" id="{9238BBFF-5B12-402E-93BE-411743927C9E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0" name="Rectangle 889">
                <a:extLst>
                  <a:ext uri="{FF2B5EF4-FFF2-40B4-BE49-F238E27FC236}">
                    <a16:creationId xmlns:a16="http://schemas.microsoft.com/office/drawing/2014/main" id="{4307E0AA-E87E-480D-BAFF-CBD5CD63C78F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1" name="Rectangle 890">
                <a:extLst>
                  <a:ext uri="{FF2B5EF4-FFF2-40B4-BE49-F238E27FC236}">
                    <a16:creationId xmlns:a16="http://schemas.microsoft.com/office/drawing/2014/main" id="{0E1256E0-4CB2-43C6-9446-7A99BB7D4CD5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2" name="Rectangle 891">
                <a:extLst>
                  <a:ext uri="{FF2B5EF4-FFF2-40B4-BE49-F238E27FC236}">
                    <a16:creationId xmlns:a16="http://schemas.microsoft.com/office/drawing/2014/main" id="{77947FA4-686E-4A3F-B318-7568DF0E6382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3" name="Rectangle 892">
                <a:extLst>
                  <a:ext uri="{FF2B5EF4-FFF2-40B4-BE49-F238E27FC236}">
                    <a16:creationId xmlns:a16="http://schemas.microsoft.com/office/drawing/2014/main" id="{989BC527-2C2A-4FAA-88B8-A01758502D7A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4" name="Rectangle 893">
                <a:extLst>
                  <a:ext uri="{FF2B5EF4-FFF2-40B4-BE49-F238E27FC236}">
                    <a16:creationId xmlns:a16="http://schemas.microsoft.com/office/drawing/2014/main" id="{54111779-E841-42A5-AA6D-904586D8D9B0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5" name="Rectangle 894">
                <a:extLst>
                  <a:ext uri="{FF2B5EF4-FFF2-40B4-BE49-F238E27FC236}">
                    <a16:creationId xmlns:a16="http://schemas.microsoft.com/office/drawing/2014/main" id="{E43215A1-7EAB-4B4D-B8CD-B2942B017357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6" name="Rectangle 895">
                <a:extLst>
                  <a:ext uri="{FF2B5EF4-FFF2-40B4-BE49-F238E27FC236}">
                    <a16:creationId xmlns:a16="http://schemas.microsoft.com/office/drawing/2014/main" id="{9FDB4928-5B0D-4828-B3F9-5143082CB603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7" name="Rectangle 896">
                <a:extLst>
                  <a:ext uri="{FF2B5EF4-FFF2-40B4-BE49-F238E27FC236}">
                    <a16:creationId xmlns:a16="http://schemas.microsoft.com/office/drawing/2014/main" id="{E253F5DB-58B4-4932-B1BF-FC72317992E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8" name="Rectangle 897">
                <a:extLst>
                  <a:ext uri="{FF2B5EF4-FFF2-40B4-BE49-F238E27FC236}">
                    <a16:creationId xmlns:a16="http://schemas.microsoft.com/office/drawing/2014/main" id="{186110C8-031C-4710-A5C6-908D233EDE5A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9" name="Rectangle 898">
                <a:extLst>
                  <a:ext uri="{FF2B5EF4-FFF2-40B4-BE49-F238E27FC236}">
                    <a16:creationId xmlns:a16="http://schemas.microsoft.com/office/drawing/2014/main" id="{A24D2951-48B2-46D6-B2C8-6037F3FBFE79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0" name="Rectangle 899">
                <a:extLst>
                  <a:ext uri="{FF2B5EF4-FFF2-40B4-BE49-F238E27FC236}">
                    <a16:creationId xmlns:a16="http://schemas.microsoft.com/office/drawing/2014/main" id="{98490608-412C-45E5-8BF5-CF8FE22B48D4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1" name="Rectangle 900">
                <a:extLst>
                  <a:ext uri="{FF2B5EF4-FFF2-40B4-BE49-F238E27FC236}">
                    <a16:creationId xmlns:a16="http://schemas.microsoft.com/office/drawing/2014/main" id="{A0402294-0506-4198-9DFE-85E2BAB6CC76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2" name="Rectangle 901">
                <a:extLst>
                  <a:ext uri="{FF2B5EF4-FFF2-40B4-BE49-F238E27FC236}">
                    <a16:creationId xmlns:a16="http://schemas.microsoft.com/office/drawing/2014/main" id="{5AAC4973-340B-4762-BC53-1F4AF2312562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3" name="Rectangle 902">
                <a:extLst>
                  <a:ext uri="{FF2B5EF4-FFF2-40B4-BE49-F238E27FC236}">
                    <a16:creationId xmlns:a16="http://schemas.microsoft.com/office/drawing/2014/main" id="{A30BC2F3-D271-4F67-93FD-836F1F75DE29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4" name="Rectangle 903">
                <a:extLst>
                  <a:ext uri="{FF2B5EF4-FFF2-40B4-BE49-F238E27FC236}">
                    <a16:creationId xmlns:a16="http://schemas.microsoft.com/office/drawing/2014/main" id="{67BB8E91-E15F-4720-B733-BF594E87936A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5" name="Rectangle 904">
                <a:extLst>
                  <a:ext uri="{FF2B5EF4-FFF2-40B4-BE49-F238E27FC236}">
                    <a16:creationId xmlns:a16="http://schemas.microsoft.com/office/drawing/2014/main" id="{990BB6E3-84A4-4D69-B971-F76B9C6A80B5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id="{C96C11BF-2882-4652-A04D-21D68D77B537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7" name="Rectangle 906">
                <a:extLst>
                  <a:ext uri="{FF2B5EF4-FFF2-40B4-BE49-F238E27FC236}">
                    <a16:creationId xmlns:a16="http://schemas.microsoft.com/office/drawing/2014/main" id="{55AEE9CC-5B1E-48F9-84C6-F2A4B551F061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8" name="Rectangle 907">
                <a:extLst>
                  <a:ext uri="{FF2B5EF4-FFF2-40B4-BE49-F238E27FC236}">
                    <a16:creationId xmlns:a16="http://schemas.microsoft.com/office/drawing/2014/main" id="{98DFA464-8517-41B4-A6C5-A3F4B745B6C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9" name="Rectangle 908">
                <a:extLst>
                  <a:ext uri="{FF2B5EF4-FFF2-40B4-BE49-F238E27FC236}">
                    <a16:creationId xmlns:a16="http://schemas.microsoft.com/office/drawing/2014/main" id="{6D4BED88-572A-4F93-B3B3-25855AE4142B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A5FC228F-1932-4301-832D-C8AFCDED640D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4" name="Group 813">
              <a:extLst>
                <a:ext uri="{FF2B5EF4-FFF2-40B4-BE49-F238E27FC236}">
                  <a16:creationId xmlns:a16="http://schemas.microsoft.com/office/drawing/2014/main" id="{CB31D362-2129-4162-A3EE-B1F7D15B55E3}"/>
                </a:ext>
              </a:extLst>
            </p:cNvPr>
            <p:cNvGrpSpPr/>
            <p:nvPr/>
          </p:nvGrpSpPr>
          <p:grpSpPr>
            <a:xfrm>
              <a:off x="6374606" y="2492982"/>
              <a:ext cx="1525588" cy="1524000"/>
              <a:chOff x="4086225" y="206982"/>
              <a:chExt cx="6102350" cy="6096000"/>
            </a:xfrm>
          </p:grpSpPr>
          <p:sp>
            <p:nvSpPr>
              <p:cNvPr id="815" name="Rectangle 814">
                <a:extLst>
                  <a:ext uri="{FF2B5EF4-FFF2-40B4-BE49-F238E27FC236}">
                    <a16:creationId xmlns:a16="http://schemas.microsoft.com/office/drawing/2014/main" id="{7E82C1E6-86CC-46C0-ADB0-E1863BEF7BAF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6" name="Rectangle 815">
                <a:extLst>
                  <a:ext uri="{FF2B5EF4-FFF2-40B4-BE49-F238E27FC236}">
                    <a16:creationId xmlns:a16="http://schemas.microsoft.com/office/drawing/2014/main" id="{0A76F2F6-A7A2-4233-95F0-C9F739D13A5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7" name="Rectangle 816">
                <a:extLst>
                  <a:ext uri="{FF2B5EF4-FFF2-40B4-BE49-F238E27FC236}">
                    <a16:creationId xmlns:a16="http://schemas.microsoft.com/office/drawing/2014/main" id="{025AE775-1182-4CAE-BEAC-1851C642AFFB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D1116A24-82E1-4E33-8258-41E7CFB5F181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9" name="Rectangle 818">
                <a:extLst>
                  <a:ext uri="{FF2B5EF4-FFF2-40B4-BE49-F238E27FC236}">
                    <a16:creationId xmlns:a16="http://schemas.microsoft.com/office/drawing/2014/main" id="{FD8A4594-B017-4C14-B6EC-3BA826CDEB3E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0" name="Rectangle 819">
                <a:extLst>
                  <a:ext uri="{FF2B5EF4-FFF2-40B4-BE49-F238E27FC236}">
                    <a16:creationId xmlns:a16="http://schemas.microsoft.com/office/drawing/2014/main" id="{A7C1BFB3-7056-4FCF-9FF9-A1EDDDBE9181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1" name="Rectangle 820">
                <a:extLst>
                  <a:ext uri="{FF2B5EF4-FFF2-40B4-BE49-F238E27FC236}">
                    <a16:creationId xmlns:a16="http://schemas.microsoft.com/office/drawing/2014/main" id="{D2023395-E6D1-4FF3-A833-85A91BA9EF6A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2" name="Rectangle 821">
                <a:extLst>
                  <a:ext uri="{FF2B5EF4-FFF2-40B4-BE49-F238E27FC236}">
                    <a16:creationId xmlns:a16="http://schemas.microsoft.com/office/drawing/2014/main" id="{728F950E-CAF5-413F-84F4-E287208BA01F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3" name="Rectangle 822">
                <a:extLst>
                  <a:ext uri="{FF2B5EF4-FFF2-40B4-BE49-F238E27FC236}">
                    <a16:creationId xmlns:a16="http://schemas.microsoft.com/office/drawing/2014/main" id="{5743A5B7-65F7-4164-8D22-678F65C52F8C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4" name="Rectangle 823">
                <a:extLst>
                  <a:ext uri="{FF2B5EF4-FFF2-40B4-BE49-F238E27FC236}">
                    <a16:creationId xmlns:a16="http://schemas.microsoft.com/office/drawing/2014/main" id="{2100B654-CEF9-45DD-8FA1-3FE770C5E0ED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5" name="Rectangle 824">
                <a:extLst>
                  <a:ext uri="{FF2B5EF4-FFF2-40B4-BE49-F238E27FC236}">
                    <a16:creationId xmlns:a16="http://schemas.microsoft.com/office/drawing/2014/main" id="{785D5486-68B7-43B9-963A-B5E7FF89E39C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6" name="Rectangle 825">
                <a:extLst>
                  <a:ext uri="{FF2B5EF4-FFF2-40B4-BE49-F238E27FC236}">
                    <a16:creationId xmlns:a16="http://schemas.microsoft.com/office/drawing/2014/main" id="{0A9BB4AA-F2D2-4CD9-B41C-C678AFB0B6D8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7" name="Rectangle 826">
                <a:extLst>
                  <a:ext uri="{FF2B5EF4-FFF2-40B4-BE49-F238E27FC236}">
                    <a16:creationId xmlns:a16="http://schemas.microsoft.com/office/drawing/2014/main" id="{C6CECCA1-B386-4233-8653-FE719803C22B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8" name="Rectangle 827">
                <a:extLst>
                  <a:ext uri="{FF2B5EF4-FFF2-40B4-BE49-F238E27FC236}">
                    <a16:creationId xmlns:a16="http://schemas.microsoft.com/office/drawing/2014/main" id="{42D3C0BC-71FB-4322-AD18-3809CEB62344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9" name="Rectangle 828">
                <a:extLst>
                  <a:ext uri="{FF2B5EF4-FFF2-40B4-BE49-F238E27FC236}">
                    <a16:creationId xmlns:a16="http://schemas.microsoft.com/office/drawing/2014/main" id="{F1EC69FE-D438-4C28-83DC-37FA4C70E58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0" name="Rectangle 829">
                <a:extLst>
                  <a:ext uri="{FF2B5EF4-FFF2-40B4-BE49-F238E27FC236}">
                    <a16:creationId xmlns:a16="http://schemas.microsoft.com/office/drawing/2014/main" id="{06B2B20B-9EE4-4DA9-AFB8-066842B7F18C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1" name="Rectangle 830">
                <a:extLst>
                  <a:ext uri="{FF2B5EF4-FFF2-40B4-BE49-F238E27FC236}">
                    <a16:creationId xmlns:a16="http://schemas.microsoft.com/office/drawing/2014/main" id="{6F1DB545-8384-48AC-BEFB-4539777C732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2" name="Rectangle 831">
                <a:extLst>
                  <a:ext uri="{FF2B5EF4-FFF2-40B4-BE49-F238E27FC236}">
                    <a16:creationId xmlns:a16="http://schemas.microsoft.com/office/drawing/2014/main" id="{55F6F4CA-EE04-4260-8D42-1093F819380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3" name="Rectangle 832">
                <a:extLst>
                  <a:ext uri="{FF2B5EF4-FFF2-40B4-BE49-F238E27FC236}">
                    <a16:creationId xmlns:a16="http://schemas.microsoft.com/office/drawing/2014/main" id="{CB4EBE1A-79AB-4D9A-B65F-CED99E3A6C6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4" name="Rectangle 833">
                <a:extLst>
                  <a:ext uri="{FF2B5EF4-FFF2-40B4-BE49-F238E27FC236}">
                    <a16:creationId xmlns:a16="http://schemas.microsoft.com/office/drawing/2014/main" id="{409CDC3F-C4C6-43ED-A36E-FD046E34685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5" name="Rectangle 834">
                <a:extLst>
                  <a:ext uri="{FF2B5EF4-FFF2-40B4-BE49-F238E27FC236}">
                    <a16:creationId xmlns:a16="http://schemas.microsoft.com/office/drawing/2014/main" id="{228CC525-6FAC-45B2-8AF6-1EF685B919A9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6" name="Rectangle 835">
                <a:extLst>
                  <a:ext uri="{FF2B5EF4-FFF2-40B4-BE49-F238E27FC236}">
                    <a16:creationId xmlns:a16="http://schemas.microsoft.com/office/drawing/2014/main" id="{D84CA906-7A1A-4897-9057-98930F697D92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7" name="Rectangle 836">
                <a:extLst>
                  <a:ext uri="{FF2B5EF4-FFF2-40B4-BE49-F238E27FC236}">
                    <a16:creationId xmlns:a16="http://schemas.microsoft.com/office/drawing/2014/main" id="{3E1A278E-BCA8-4596-9063-BE5A8091A1D1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8" name="Rectangle 837">
                <a:extLst>
                  <a:ext uri="{FF2B5EF4-FFF2-40B4-BE49-F238E27FC236}">
                    <a16:creationId xmlns:a16="http://schemas.microsoft.com/office/drawing/2014/main" id="{C1C716EE-14F9-4BBE-A507-D98400ED6E82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9" name="Rectangle 838">
                <a:extLst>
                  <a:ext uri="{FF2B5EF4-FFF2-40B4-BE49-F238E27FC236}">
                    <a16:creationId xmlns:a16="http://schemas.microsoft.com/office/drawing/2014/main" id="{83BD89C8-67E5-413F-9BB6-82AC2E97532B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0" name="Rectangle 839">
                <a:extLst>
                  <a:ext uri="{FF2B5EF4-FFF2-40B4-BE49-F238E27FC236}">
                    <a16:creationId xmlns:a16="http://schemas.microsoft.com/office/drawing/2014/main" id="{3A9C83A1-AF67-462C-96E7-5E71D03C9CBE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1" name="Rectangle 840">
                <a:extLst>
                  <a:ext uri="{FF2B5EF4-FFF2-40B4-BE49-F238E27FC236}">
                    <a16:creationId xmlns:a16="http://schemas.microsoft.com/office/drawing/2014/main" id="{2FF1F790-E0B5-49A1-A9AC-A24877EA2B69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2" name="Rectangle 841">
                <a:extLst>
                  <a:ext uri="{FF2B5EF4-FFF2-40B4-BE49-F238E27FC236}">
                    <a16:creationId xmlns:a16="http://schemas.microsoft.com/office/drawing/2014/main" id="{8119ECCA-93ED-4378-BA42-5379EF8090A1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3" name="Rectangle 842">
                <a:extLst>
                  <a:ext uri="{FF2B5EF4-FFF2-40B4-BE49-F238E27FC236}">
                    <a16:creationId xmlns:a16="http://schemas.microsoft.com/office/drawing/2014/main" id="{1B7E1D2D-BDBC-4DB8-9DDD-C27889A06EAE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4" name="Rectangle 843">
                <a:extLst>
                  <a:ext uri="{FF2B5EF4-FFF2-40B4-BE49-F238E27FC236}">
                    <a16:creationId xmlns:a16="http://schemas.microsoft.com/office/drawing/2014/main" id="{46C63AF5-12F6-44D8-86E6-0BF75025C35D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5" name="Rectangle 844">
                <a:extLst>
                  <a:ext uri="{FF2B5EF4-FFF2-40B4-BE49-F238E27FC236}">
                    <a16:creationId xmlns:a16="http://schemas.microsoft.com/office/drawing/2014/main" id="{67C36F53-2497-4E48-90BD-21DE8CEFA7D7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6" name="Rectangle 845">
                <a:extLst>
                  <a:ext uri="{FF2B5EF4-FFF2-40B4-BE49-F238E27FC236}">
                    <a16:creationId xmlns:a16="http://schemas.microsoft.com/office/drawing/2014/main" id="{5D89B68E-2477-48B0-8B18-A1E71BE04C82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7" name="Rectangle 846">
                <a:extLst>
                  <a:ext uri="{FF2B5EF4-FFF2-40B4-BE49-F238E27FC236}">
                    <a16:creationId xmlns:a16="http://schemas.microsoft.com/office/drawing/2014/main" id="{37654E20-03B9-4653-8DC9-2FFB0E60FD3E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8" name="Rectangle 847">
                <a:extLst>
                  <a:ext uri="{FF2B5EF4-FFF2-40B4-BE49-F238E27FC236}">
                    <a16:creationId xmlns:a16="http://schemas.microsoft.com/office/drawing/2014/main" id="{0A38A898-D895-465C-9293-7AB751256138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9" name="Rectangle 848">
                <a:extLst>
                  <a:ext uri="{FF2B5EF4-FFF2-40B4-BE49-F238E27FC236}">
                    <a16:creationId xmlns:a16="http://schemas.microsoft.com/office/drawing/2014/main" id="{84E3D882-1D93-48EF-9AF6-2B553755BF3C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0" name="Rectangle 849">
                <a:extLst>
                  <a:ext uri="{FF2B5EF4-FFF2-40B4-BE49-F238E27FC236}">
                    <a16:creationId xmlns:a16="http://schemas.microsoft.com/office/drawing/2014/main" id="{EC56EBE6-0740-4F5C-9C52-3B8D0E2DCBC9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1" name="Rectangle 850">
                <a:extLst>
                  <a:ext uri="{FF2B5EF4-FFF2-40B4-BE49-F238E27FC236}">
                    <a16:creationId xmlns:a16="http://schemas.microsoft.com/office/drawing/2014/main" id="{25864F12-DAF3-4BDE-893A-800EC011C87A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315F802A-5B8F-4AF6-87E1-4411496769DF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3" name="Rectangle 852">
                <a:extLst>
                  <a:ext uri="{FF2B5EF4-FFF2-40B4-BE49-F238E27FC236}">
                    <a16:creationId xmlns:a16="http://schemas.microsoft.com/office/drawing/2014/main" id="{BD0B44F1-394C-4D01-B9F7-8CCE331D1DEF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4" name="Rectangle 853">
                <a:extLst>
                  <a:ext uri="{FF2B5EF4-FFF2-40B4-BE49-F238E27FC236}">
                    <a16:creationId xmlns:a16="http://schemas.microsoft.com/office/drawing/2014/main" id="{86A581BD-780B-4C62-8FC8-180C1AF26D03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5" name="Rectangle 854">
                <a:extLst>
                  <a:ext uri="{FF2B5EF4-FFF2-40B4-BE49-F238E27FC236}">
                    <a16:creationId xmlns:a16="http://schemas.microsoft.com/office/drawing/2014/main" id="{9A812113-D9D2-44BB-9BDA-153201FBBC33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6" name="Rectangle 855">
                <a:extLst>
                  <a:ext uri="{FF2B5EF4-FFF2-40B4-BE49-F238E27FC236}">
                    <a16:creationId xmlns:a16="http://schemas.microsoft.com/office/drawing/2014/main" id="{FFF24ABF-B2A7-47FD-8EFE-61AD670D9E7D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7" name="Rectangle 856">
                <a:extLst>
                  <a:ext uri="{FF2B5EF4-FFF2-40B4-BE49-F238E27FC236}">
                    <a16:creationId xmlns:a16="http://schemas.microsoft.com/office/drawing/2014/main" id="{39EEE4DB-EE4B-4D64-A0C9-FC17CD614AD2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8" name="Rectangle 857">
                <a:extLst>
                  <a:ext uri="{FF2B5EF4-FFF2-40B4-BE49-F238E27FC236}">
                    <a16:creationId xmlns:a16="http://schemas.microsoft.com/office/drawing/2014/main" id="{8218EAB7-A729-405B-B55F-19290590DB16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9" name="Rectangle 858">
                <a:extLst>
                  <a:ext uri="{FF2B5EF4-FFF2-40B4-BE49-F238E27FC236}">
                    <a16:creationId xmlns:a16="http://schemas.microsoft.com/office/drawing/2014/main" id="{EEA0288E-8433-409E-9BA5-2451E4059CA2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0" name="Rectangle 859">
                <a:extLst>
                  <a:ext uri="{FF2B5EF4-FFF2-40B4-BE49-F238E27FC236}">
                    <a16:creationId xmlns:a16="http://schemas.microsoft.com/office/drawing/2014/main" id="{DA45C5BB-F5AA-4ADA-8874-8BF8D4D27D11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1" name="Rectangle 860">
                <a:extLst>
                  <a:ext uri="{FF2B5EF4-FFF2-40B4-BE49-F238E27FC236}">
                    <a16:creationId xmlns:a16="http://schemas.microsoft.com/office/drawing/2014/main" id="{076F1387-4CAE-466D-9F06-02A92A10086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2" name="Rectangle 861">
                <a:extLst>
                  <a:ext uri="{FF2B5EF4-FFF2-40B4-BE49-F238E27FC236}">
                    <a16:creationId xmlns:a16="http://schemas.microsoft.com/office/drawing/2014/main" id="{F3F57CB0-CAA0-4664-B1EF-76350E91CE13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959" name="Group 958">
            <a:extLst>
              <a:ext uri="{FF2B5EF4-FFF2-40B4-BE49-F238E27FC236}">
                <a16:creationId xmlns:a16="http://schemas.microsoft.com/office/drawing/2014/main" id="{1206BAD6-C888-4CD6-81AE-656FBD966C81}"/>
              </a:ext>
            </a:extLst>
          </p:cNvPr>
          <p:cNvGrpSpPr/>
          <p:nvPr/>
        </p:nvGrpSpPr>
        <p:grpSpPr>
          <a:xfrm>
            <a:off x="4206935" y="306261"/>
            <a:ext cx="5888037" cy="5921182"/>
            <a:chOff x="5191216" y="292821"/>
            <a:chExt cx="5888037" cy="5921182"/>
          </a:xfrm>
        </p:grpSpPr>
        <p:sp>
          <p:nvSpPr>
            <p:cNvPr id="960" name="Star: 5 Points 959">
              <a:extLst>
                <a:ext uri="{FF2B5EF4-FFF2-40B4-BE49-F238E27FC236}">
                  <a16:creationId xmlns:a16="http://schemas.microsoft.com/office/drawing/2014/main" id="{23793E9E-E7A0-46E1-8399-A0BAEEED5CF3}"/>
                </a:ext>
              </a:extLst>
            </p:cNvPr>
            <p:cNvSpPr/>
            <p:nvPr/>
          </p:nvSpPr>
          <p:spPr>
            <a:xfrm>
              <a:off x="6729584" y="104670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1" name="Star: 5 Points 960">
              <a:extLst>
                <a:ext uri="{FF2B5EF4-FFF2-40B4-BE49-F238E27FC236}">
                  <a16:creationId xmlns:a16="http://schemas.microsoft.com/office/drawing/2014/main" id="{973603FE-4B7A-4CC0-AE05-46931571485E}"/>
                </a:ext>
              </a:extLst>
            </p:cNvPr>
            <p:cNvSpPr/>
            <p:nvPr/>
          </p:nvSpPr>
          <p:spPr>
            <a:xfrm>
              <a:off x="9757674" y="181756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2" name="Star: 5 Points 961">
              <a:extLst>
                <a:ext uri="{FF2B5EF4-FFF2-40B4-BE49-F238E27FC236}">
                  <a16:creationId xmlns:a16="http://schemas.microsoft.com/office/drawing/2014/main" id="{2EBFD16D-67F9-4163-9FB2-5CF4FDE00051}"/>
                </a:ext>
              </a:extLst>
            </p:cNvPr>
            <p:cNvSpPr/>
            <p:nvPr/>
          </p:nvSpPr>
          <p:spPr>
            <a:xfrm>
              <a:off x="9072500" y="4897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3" name="Star: 5 Points 962">
              <a:extLst>
                <a:ext uri="{FF2B5EF4-FFF2-40B4-BE49-F238E27FC236}">
                  <a16:creationId xmlns:a16="http://schemas.microsoft.com/office/drawing/2014/main" id="{F3634B5B-312A-421D-A4C9-7A87D9E566EA}"/>
                </a:ext>
              </a:extLst>
            </p:cNvPr>
            <p:cNvSpPr/>
            <p:nvPr/>
          </p:nvSpPr>
          <p:spPr>
            <a:xfrm>
              <a:off x="5994382" y="5659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4" name="Star: 5 Points 963">
              <a:extLst>
                <a:ext uri="{FF2B5EF4-FFF2-40B4-BE49-F238E27FC236}">
                  <a16:creationId xmlns:a16="http://schemas.microsoft.com/office/drawing/2014/main" id="{754F5593-C29E-4218-A884-F9B55C4085BD}"/>
                </a:ext>
              </a:extLst>
            </p:cNvPr>
            <p:cNvSpPr/>
            <p:nvPr/>
          </p:nvSpPr>
          <p:spPr>
            <a:xfrm>
              <a:off x="5211934" y="109768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5" name="Star: 5 Points 964">
              <a:extLst>
                <a:ext uri="{FF2B5EF4-FFF2-40B4-BE49-F238E27FC236}">
                  <a16:creationId xmlns:a16="http://schemas.microsoft.com/office/drawing/2014/main" id="{B5CD9E1B-6487-4A91-B054-4A410944D414}"/>
                </a:ext>
              </a:extLst>
            </p:cNvPr>
            <p:cNvSpPr/>
            <p:nvPr/>
          </p:nvSpPr>
          <p:spPr>
            <a:xfrm>
              <a:off x="5964877" y="416465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6" name="Star: 5 Points 965">
              <a:extLst>
                <a:ext uri="{FF2B5EF4-FFF2-40B4-BE49-F238E27FC236}">
                  <a16:creationId xmlns:a16="http://schemas.microsoft.com/office/drawing/2014/main" id="{ACE9AC15-DB57-4326-A87F-F5B92AADF02F}"/>
                </a:ext>
              </a:extLst>
            </p:cNvPr>
            <p:cNvSpPr/>
            <p:nvPr/>
          </p:nvSpPr>
          <p:spPr>
            <a:xfrm>
              <a:off x="9775498" y="325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7" name="Star: 5 Points 966">
              <a:extLst>
                <a:ext uri="{FF2B5EF4-FFF2-40B4-BE49-F238E27FC236}">
                  <a16:creationId xmlns:a16="http://schemas.microsoft.com/office/drawing/2014/main" id="{EB9F7908-358E-4119-8CD0-136601DF4994}"/>
                </a:ext>
              </a:extLst>
            </p:cNvPr>
            <p:cNvSpPr/>
            <p:nvPr/>
          </p:nvSpPr>
          <p:spPr>
            <a:xfrm>
              <a:off x="10519542" y="489080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0" name="Star: 5 Points 969">
              <a:extLst>
                <a:ext uri="{FF2B5EF4-FFF2-40B4-BE49-F238E27FC236}">
                  <a16:creationId xmlns:a16="http://schemas.microsoft.com/office/drawing/2014/main" id="{F40D8B94-670E-47C1-BF97-2C3691396E04}"/>
                </a:ext>
              </a:extLst>
            </p:cNvPr>
            <p:cNvSpPr/>
            <p:nvPr/>
          </p:nvSpPr>
          <p:spPr>
            <a:xfrm>
              <a:off x="7542954" y="5689609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1" name="Star: 5 Points 970">
              <a:extLst>
                <a:ext uri="{FF2B5EF4-FFF2-40B4-BE49-F238E27FC236}">
                  <a16:creationId xmlns:a16="http://schemas.microsoft.com/office/drawing/2014/main" id="{C861D79E-708A-41E2-886B-6AD3C04A57DC}"/>
                </a:ext>
              </a:extLst>
            </p:cNvPr>
            <p:cNvSpPr/>
            <p:nvPr/>
          </p:nvSpPr>
          <p:spPr>
            <a:xfrm>
              <a:off x="10554859" y="336034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2" name="Star: 5 Points 971">
              <a:extLst>
                <a:ext uri="{FF2B5EF4-FFF2-40B4-BE49-F238E27FC236}">
                  <a16:creationId xmlns:a16="http://schemas.microsoft.com/office/drawing/2014/main" id="{034D90B2-A444-453B-B5F6-F0CB2C7B0A47}"/>
                </a:ext>
              </a:extLst>
            </p:cNvPr>
            <p:cNvSpPr/>
            <p:nvPr/>
          </p:nvSpPr>
          <p:spPr>
            <a:xfrm>
              <a:off x="8227130" y="29282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3" name="Star: 5 Points 972">
              <a:extLst>
                <a:ext uri="{FF2B5EF4-FFF2-40B4-BE49-F238E27FC236}">
                  <a16:creationId xmlns:a16="http://schemas.microsoft.com/office/drawing/2014/main" id="{C9129919-D6F1-442F-8401-3BFCFC3D8EDA}"/>
                </a:ext>
              </a:extLst>
            </p:cNvPr>
            <p:cNvSpPr/>
            <p:nvPr/>
          </p:nvSpPr>
          <p:spPr>
            <a:xfrm>
              <a:off x="5191216" y="256550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374" name="Group 1373">
            <a:extLst>
              <a:ext uri="{FF2B5EF4-FFF2-40B4-BE49-F238E27FC236}">
                <a16:creationId xmlns:a16="http://schemas.microsoft.com/office/drawing/2014/main" id="{4DD331E6-8AA3-4D80-BEC4-2B125519D699}"/>
              </a:ext>
            </a:extLst>
          </p:cNvPr>
          <p:cNvGrpSpPr/>
          <p:nvPr/>
        </p:nvGrpSpPr>
        <p:grpSpPr>
          <a:xfrm>
            <a:off x="6426275" y="2515424"/>
            <a:ext cx="1472452" cy="1479116"/>
            <a:chOff x="6426275" y="2515424"/>
            <a:chExt cx="1472452" cy="1479116"/>
          </a:xfrm>
        </p:grpSpPr>
        <p:sp>
          <p:nvSpPr>
            <p:cNvPr id="993" name="Star: 5 Points 992">
              <a:extLst>
                <a:ext uri="{FF2B5EF4-FFF2-40B4-BE49-F238E27FC236}">
                  <a16:creationId xmlns:a16="http://schemas.microsoft.com/office/drawing/2014/main" id="{EBFE91FB-3C3D-42FC-9C11-A873367AAC99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4" name="Star: 5 Points 993">
              <a:extLst>
                <a:ext uri="{FF2B5EF4-FFF2-40B4-BE49-F238E27FC236}">
                  <a16:creationId xmlns:a16="http://schemas.microsoft.com/office/drawing/2014/main" id="{5F5B8ADB-55DF-4E38-9773-EBDF089B315B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5" name="Star: 5 Points 994">
              <a:extLst>
                <a:ext uri="{FF2B5EF4-FFF2-40B4-BE49-F238E27FC236}">
                  <a16:creationId xmlns:a16="http://schemas.microsoft.com/office/drawing/2014/main" id="{61249FAC-A691-49BC-AA72-4E56EDCF8919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6" name="Star: 5 Points 995">
              <a:extLst>
                <a:ext uri="{FF2B5EF4-FFF2-40B4-BE49-F238E27FC236}">
                  <a16:creationId xmlns:a16="http://schemas.microsoft.com/office/drawing/2014/main" id="{A37A826B-DE4E-40A3-8A8B-64F02BDA4945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003" name="Group 1002">
            <a:extLst>
              <a:ext uri="{FF2B5EF4-FFF2-40B4-BE49-F238E27FC236}">
                <a16:creationId xmlns:a16="http://schemas.microsoft.com/office/drawing/2014/main" id="{D63DA8BA-8A8B-477D-948F-4F807FAED1E1}"/>
              </a:ext>
            </a:extLst>
          </p:cNvPr>
          <p:cNvGrpSpPr/>
          <p:nvPr/>
        </p:nvGrpSpPr>
        <p:grpSpPr>
          <a:xfrm>
            <a:off x="6785769" y="2898315"/>
            <a:ext cx="710120" cy="713334"/>
            <a:chOff x="6426275" y="2515424"/>
            <a:chExt cx="1472452" cy="1479116"/>
          </a:xfrm>
        </p:grpSpPr>
        <p:sp>
          <p:nvSpPr>
            <p:cNvPr id="1004" name="Star: 5 Points 1003">
              <a:extLst>
                <a:ext uri="{FF2B5EF4-FFF2-40B4-BE49-F238E27FC236}">
                  <a16:creationId xmlns:a16="http://schemas.microsoft.com/office/drawing/2014/main" id="{BCDA3CD0-A17F-4FC6-B7D9-5AF1DBB49D68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5" name="Star: 5 Points 1004">
              <a:extLst>
                <a:ext uri="{FF2B5EF4-FFF2-40B4-BE49-F238E27FC236}">
                  <a16:creationId xmlns:a16="http://schemas.microsoft.com/office/drawing/2014/main" id="{2F873722-4441-43D6-B047-E14B3C06148E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6" name="Star: 5 Points 1005">
              <a:extLst>
                <a:ext uri="{FF2B5EF4-FFF2-40B4-BE49-F238E27FC236}">
                  <a16:creationId xmlns:a16="http://schemas.microsoft.com/office/drawing/2014/main" id="{4B87E288-ABE8-4041-99DD-D8908BE205BD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7" name="Star: 5 Points 1006">
              <a:extLst>
                <a:ext uri="{FF2B5EF4-FFF2-40B4-BE49-F238E27FC236}">
                  <a16:creationId xmlns:a16="http://schemas.microsoft.com/office/drawing/2014/main" id="{329B9F52-A531-448E-BCD1-4C34BE7A7BA5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1485" name="Straight Connector 1484">
            <a:extLst>
              <a:ext uri="{FF2B5EF4-FFF2-40B4-BE49-F238E27FC236}">
                <a16:creationId xmlns:a16="http://schemas.microsoft.com/office/drawing/2014/main" id="{4C2A7336-633B-4C0C-BD2D-B14747F5E1C2}"/>
              </a:ext>
            </a:extLst>
          </p:cNvPr>
          <p:cNvCxnSpPr>
            <a:cxnSpLocks/>
          </p:cNvCxnSpPr>
          <p:nvPr/>
        </p:nvCxnSpPr>
        <p:spPr>
          <a:xfrm flipH="1">
            <a:off x="12078786" y="1097686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Straight Connector 1500">
            <a:extLst>
              <a:ext uri="{FF2B5EF4-FFF2-40B4-BE49-F238E27FC236}">
                <a16:creationId xmlns:a16="http://schemas.microsoft.com/office/drawing/2014/main" id="{EF4165BF-8299-4925-AD7B-DA438051DF56}"/>
              </a:ext>
            </a:extLst>
          </p:cNvPr>
          <p:cNvCxnSpPr>
            <a:cxnSpLocks/>
          </p:cNvCxnSpPr>
          <p:nvPr/>
        </p:nvCxnSpPr>
        <p:spPr>
          <a:xfrm flipH="1">
            <a:off x="10903639" y="2297007"/>
            <a:ext cx="2286002" cy="0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" name="Straight Connector 1501">
            <a:extLst>
              <a:ext uri="{FF2B5EF4-FFF2-40B4-BE49-F238E27FC236}">
                <a16:creationId xmlns:a16="http://schemas.microsoft.com/office/drawing/2014/main" id="{10B667A0-E167-4FDB-B0C2-B19C44A36D64}"/>
              </a:ext>
            </a:extLst>
          </p:cNvPr>
          <p:cNvCxnSpPr>
            <a:cxnSpLocks/>
          </p:cNvCxnSpPr>
          <p:nvPr/>
        </p:nvCxnSpPr>
        <p:spPr>
          <a:xfrm>
            <a:off x="10930697" y="1315177"/>
            <a:ext cx="0" cy="764692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2" name="Group 1751">
            <a:extLst>
              <a:ext uri="{FF2B5EF4-FFF2-40B4-BE49-F238E27FC236}">
                <a16:creationId xmlns:a16="http://schemas.microsoft.com/office/drawing/2014/main" id="{24DD0090-D3C3-4FD8-9295-766C95634774}"/>
              </a:ext>
            </a:extLst>
          </p:cNvPr>
          <p:cNvGrpSpPr/>
          <p:nvPr/>
        </p:nvGrpSpPr>
        <p:grpSpPr>
          <a:xfrm>
            <a:off x="5706090" y="1779055"/>
            <a:ext cx="2912822" cy="2926004"/>
            <a:chOff x="6426275" y="2515424"/>
            <a:chExt cx="1472452" cy="1479116"/>
          </a:xfrm>
        </p:grpSpPr>
        <p:sp>
          <p:nvSpPr>
            <p:cNvPr id="1753" name="Star: 5 Points 1752">
              <a:extLst>
                <a:ext uri="{FF2B5EF4-FFF2-40B4-BE49-F238E27FC236}">
                  <a16:creationId xmlns:a16="http://schemas.microsoft.com/office/drawing/2014/main" id="{43B65DF2-DF7A-472A-A549-05048CFF6784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4" name="Star: 5 Points 1753">
              <a:extLst>
                <a:ext uri="{FF2B5EF4-FFF2-40B4-BE49-F238E27FC236}">
                  <a16:creationId xmlns:a16="http://schemas.microsoft.com/office/drawing/2014/main" id="{AC6D4662-4374-4CD7-8631-CD4B24807028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5" name="Star: 5 Points 1754">
              <a:extLst>
                <a:ext uri="{FF2B5EF4-FFF2-40B4-BE49-F238E27FC236}">
                  <a16:creationId xmlns:a16="http://schemas.microsoft.com/office/drawing/2014/main" id="{71CAF767-B10D-4A4C-A291-257DD36F71AD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6" name="Star: 5 Points 1755">
              <a:extLst>
                <a:ext uri="{FF2B5EF4-FFF2-40B4-BE49-F238E27FC236}">
                  <a16:creationId xmlns:a16="http://schemas.microsoft.com/office/drawing/2014/main" id="{0527F7FB-3C3C-404C-BAFA-AACBD5AB8C2E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161" name="Group 2160">
            <a:extLst>
              <a:ext uri="{FF2B5EF4-FFF2-40B4-BE49-F238E27FC236}">
                <a16:creationId xmlns:a16="http://schemas.microsoft.com/office/drawing/2014/main" id="{A7EEFDCD-6CDA-4C16-99FD-D01C4B5C881F}"/>
              </a:ext>
            </a:extLst>
          </p:cNvPr>
          <p:cNvGrpSpPr/>
          <p:nvPr/>
        </p:nvGrpSpPr>
        <p:grpSpPr>
          <a:xfrm>
            <a:off x="4055692" y="190501"/>
            <a:ext cx="6186729" cy="6169004"/>
            <a:chOff x="4049229" y="190509"/>
            <a:chExt cx="6147285" cy="6129675"/>
          </a:xfrm>
        </p:grpSpPr>
        <p:grpSp>
          <p:nvGrpSpPr>
            <p:cNvPr id="2162" name="Group 2161">
              <a:extLst>
                <a:ext uri="{FF2B5EF4-FFF2-40B4-BE49-F238E27FC236}">
                  <a16:creationId xmlns:a16="http://schemas.microsoft.com/office/drawing/2014/main" id="{36616B1F-40E4-41E2-A293-F7CE075E8A50}"/>
                </a:ext>
              </a:extLst>
            </p:cNvPr>
            <p:cNvGrpSpPr/>
            <p:nvPr/>
          </p:nvGrpSpPr>
          <p:grpSpPr>
            <a:xfrm>
              <a:off x="4066630" y="190509"/>
              <a:ext cx="6129884" cy="6125380"/>
              <a:chOff x="4066630" y="190509"/>
              <a:chExt cx="6129884" cy="6125380"/>
            </a:xfrm>
          </p:grpSpPr>
          <p:grpSp>
            <p:nvGrpSpPr>
              <p:cNvPr id="2178" name="Group 2177">
                <a:extLst>
                  <a:ext uri="{FF2B5EF4-FFF2-40B4-BE49-F238E27FC236}">
                    <a16:creationId xmlns:a16="http://schemas.microsoft.com/office/drawing/2014/main" id="{1F823436-D972-4B3A-9CE5-D7A21494C427}"/>
                  </a:ext>
                </a:extLst>
              </p:cNvPr>
              <p:cNvGrpSpPr/>
              <p:nvPr/>
            </p:nvGrpSpPr>
            <p:grpSpPr>
              <a:xfrm>
                <a:off x="4066630" y="190509"/>
                <a:ext cx="6129884" cy="6125380"/>
                <a:chOff x="4066630" y="190509"/>
                <a:chExt cx="6129884" cy="6125380"/>
              </a:xfrm>
            </p:grpSpPr>
            <p:cxnSp>
              <p:nvCxnSpPr>
                <p:cNvPr id="2186" name="Straight Connector 2185">
                  <a:extLst>
                    <a:ext uri="{FF2B5EF4-FFF2-40B4-BE49-F238E27FC236}">
                      <a16:creationId xmlns:a16="http://schemas.microsoft.com/office/drawing/2014/main" id="{093ED5AD-0995-48CF-85B1-2EBFF65D73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7" name="Straight Connector 2186">
                  <a:extLst>
                    <a:ext uri="{FF2B5EF4-FFF2-40B4-BE49-F238E27FC236}">
                      <a16:creationId xmlns:a16="http://schemas.microsoft.com/office/drawing/2014/main" id="{5FD03116-305C-47A1-991A-36FBA5E42C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8" name="Straight Connector 2187">
                  <a:extLst>
                    <a:ext uri="{FF2B5EF4-FFF2-40B4-BE49-F238E27FC236}">
                      <a16:creationId xmlns:a16="http://schemas.microsoft.com/office/drawing/2014/main" id="{62B379D3-AB06-4B86-A305-3318B0858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9" name="Straight Connector 2188">
                  <a:extLst>
                    <a:ext uri="{FF2B5EF4-FFF2-40B4-BE49-F238E27FC236}">
                      <a16:creationId xmlns:a16="http://schemas.microsoft.com/office/drawing/2014/main" id="{EE76EE5B-243B-46DB-B057-6EA16334D9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9373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0" name="Straight Connector 2189">
                  <a:extLst>
                    <a:ext uri="{FF2B5EF4-FFF2-40B4-BE49-F238E27FC236}">
                      <a16:creationId xmlns:a16="http://schemas.microsoft.com/office/drawing/2014/main" id="{FCB71E8F-D227-4960-AC04-6AC9826302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1" name="Straight Connector 2190">
                  <a:extLst>
                    <a:ext uri="{FF2B5EF4-FFF2-40B4-BE49-F238E27FC236}">
                      <a16:creationId xmlns:a16="http://schemas.microsoft.com/office/drawing/2014/main" id="{F8FACE1B-2983-48D8-AF92-7515F0A60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4" name="Straight Connector 2193">
                  <a:extLst>
                    <a:ext uri="{FF2B5EF4-FFF2-40B4-BE49-F238E27FC236}">
                      <a16:creationId xmlns:a16="http://schemas.microsoft.com/office/drawing/2014/main" id="{4DA32501-871E-4A8B-AC54-92F896A1DA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6" name="Straight Connector 2195">
                  <a:extLst>
                    <a:ext uri="{FF2B5EF4-FFF2-40B4-BE49-F238E27FC236}">
                      <a16:creationId xmlns:a16="http://schemas.microsoft.com/office/drawing/2014/main" id="{EB3D1CB2-2005-4C1D-9283-AB0170527F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6630" y="6264022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7" name="Straight Connector 2196">
                  <a:extLst>
                    <a:ext uri="{FF2B5EF4-FFF2-40B4-BE49-F238E27FC236}">
                      <a16:creationId xmlns:a16="http://schemas.microsoft.com/office/drawing/2014/main" id="{7D7FFEAA-3B8F-4968-B36F-2C8C714837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7228" y="190509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9" name="Straight Connector 2198">
                  <a:extLst>
                    <a:ext uri="{FF2B5EF4-FFF2-40B4-BE49-F238E27FC236}">
                      <a16:creationId xmlns:a16="http://schemas.microsoft.com/office/drawing/2014/main" id="{1A8CA94E-0A5B-4573-936B-94D57071FF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30583"/>
                  <a:ext cx="0" cy="153780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9" name="Group 2178">
                <a:extLst>
                  <a:ext uri="{FF2B5EF4-FFF2-40B4-BE49-F238E27FC236}">
                    <a16:creationId xmlns:a16="http://schemas.microsoft.com/office/drawing/2014/main" id="{4720A0B1-39E9-4EB9-83B4-BC725FAC362A}"/>
                  </a:ext>
                </a:extLst>
              </p:cNvPr>
              <p:cNvGrpSpPr/>
              <p:nvPr/>
            </p:nvGrpSpPr>
            <p:grpSpPr>
              <a:xfrm rot="10800000">
                <a:off x="4089852" y="192986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180" name="Straight Connector 2179">
                  <a:extLst>
                    <a:ext uri="{FF2B5EF4-FFF2-40B4-BE49-F238E27FC236}">
                      <a16:creationId xmlns:a16="http://schemas.microsoft.com/office/drawing/2014/main" id="{01E10646-A667-408B-890E-09578B712E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1" name="Straight Connector 2180">
                  <a:extLst>
                    <a:ext uri="{FF2B5EF4-FFF2-40B4-BE49-F238E27FC236}">
                      <a16:creationId xmlns:a16="http://schemas.microsoft.com/office/drawing/2014/main" id="{5E37D83A-2F7E-4396-A809-DB7842B843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2" name="Straight Connector 2181">
                  <a:extLst>
                    <a:ext uri="{FF2B5EF4-FFF2-40B4-BE49-F238E27FC236}">
                      <a16:creationId xmlns:a16="http://schemas.microsoft.com/office/drawing/2014/main" id="{1FA46B6F-3154-4629-8DE0-900E4F4112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3" name="Straight Connector 2182">
                  <a:extLst>
                    <a:ext uri="{FF2B5EF4-FFF2-40B4-BE49-F238E27FC236}">
                      <a16:creationId xmlns:a16="http://schemas.microsoft.com/office/drawing/2014/main" id="{014F28CE-6FA7-452C-901D-BBEBC92F99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4" name="Straight Connector 2183">
                  <a:extLst>
                    <a:ext uri="{FF2B5EF4-FFF2-40B4-BE49-F238E27FC236}">
                      <a16:creationId xmlns:a16="http://schemas.microsoft.com/office/drawing/2014/main" id="{D48A102A-3BE1-4540-94B0-9FE93E63F9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5" name="Straight Connector 2184">
                  <a:extLst>
                    <a:ext uri="{FF2B5EF4-FFF2-40B4-BE49-F238E27FC236}">
                      <a16:creationId xmlns:a16="http://schemas.microsoft.com/office/drawing/2014/main" id="{C59138D3-3B6A-42A9-9BBB-11F2165CE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63" name="Group 2162">
              <a:extLst>
                <a:ext uri="{FF2B5EF4-FFF2-40B4-BE49-F238E27FC236}">
                  <a16:creationId xmlns:a16="http://schemas.microsoft.com/office/drawing/2014/main" id="{2AF44511-73FA-492C-8F04-BAFC076EE1CB}"/>
                </a:ext>
              </a:extLst>
            </p:cNvPr>
            <p:cNvGrpSpPr/>
            <p:nvPr/>
          </p:nvGrpSpPr>
          <p:grpSpPr>
            <a:xfrm rot="5400000">
              <a:off x="4057350" y="205401"/>
              <a:ext cx="6106662" cy="6122904"/>
              <a:chOff x="4089852" y="192985"/>
              <a:chExt cx="6106662" cy="6122904"/>
            </a:xfrm>
          </p:grpSpPr>
          <p:grpSp>
            <p:nvGrpSpPr>
              <p:cNvPr id="2164" name="Group 2163">
                <a:extLst>
                  <a:ext uri="{FF2B5EF4-FFF2-40B4-BE49-F238E27FC236}">
                    <a16:creationId xmlns:a16="http://schemas.microsoft.com/office/drawing/2014/main" id="{2A34F186-4C76-45F2-AE14-1954151028F5}"/>
                  </a:ext>
                </a:extLst>
              </p:cNvPr>
              <p:cNvGrpSpPr/>
              <p:nvPr/>
            </p:nvGrpSpPr>
            <p:grpSpPr>
              <a:xfrm>
                <a:off x="6373812" y="4766277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172" name="Straight Connector 2171">
                  <a:extLst>
                    <a:ext uri="{FF2B5EF4-FFF2-40B4-BE49-F238E27FC236}">
                      <a16:creationId xmlns:a16="http://schemas.microsoft.com/office/drawing/2014/main" id="{31DB2602-6F1C-435C-A6C2-C623C51B46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3" name="Straight Connector 2172">
                  <a:extLst>
                    <a:ext uri="{FF2B5EF4-FFF2-40B4-BE49-F238E27FC236}">
                      <a16:creationId xmlns:a16="http://schemas.microsoft.com/office/drawing/2014/main" id="{E5B605BA-57D2-47FD-A16B-2DF557842E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4" name="Straight Connector 2173">
                  <a:extLst>
                    <a:ext uri="{FF2B5EF4-FFF2-40B4-BE49-F238E27FC236}">
                      <a16:creationId xmlns:a16="http://schemas.microsoft.com/office/drawing/2014/main" id="{BDDC5F0A-6EA7-4EB2-8A26-01CF884553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5" name="Straight Connector 2174">
                  <a:extLst>
                    <a:ext uri="{FF2B5EF4-FFF2-40B4-BE49-F238E27FC236}">
                      <a16:creationId xmlns:a16="http://schemas.microsoft.com/office/drawing/2014/main" id="{E473EC2F-BCE4-4B06-88FF-4D7D05A35E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6" name="Straight Connector 2175">
                  <a:extLst>
                    <a:ext uri="{FF2B5EF4-FFF2-40B4-BE49-F238E27FC236}">
                      <a16:creationId xmlns:a16="http://schemas.microsoft.com/office/drawing/2014/main" id="{A1CC236D-5141-47E8-8D10-D9BDC4359A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7" name="Straight Connector 2176">
                  <a:extLst>
                    <a:ext uri="{FF2B5EF4-FFF2-40B4-BE49-F238E27FC236}">
                      <a16:creationId xmlns:a16="http://schemas.microsoft.com/office/drawing/2014/main" id="{03940856-E0FF-4B3D-B14C-FC6D9CF848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5" name="Group 2164">
                <a:extLst>
                  <a:ext uri="{FF2B5EF4-FFF2-40B4-BE49-F238E27FC236}">
                    <a16:creationId xmlns:a16="http://schemas.microsoft.com/office/drawing/2014/main" id="{464D4C51-5C5C-4529-8970-D290E68DF478}"/>
                  </a:ext>
                </a:extLst>
              </p:cNvPr>
              <p:cNvGrpSpPr/>
              <p:nvPr/>
            </p:nvGrpSpPr>
            <p:grpSpPr>
              <a:xfrm rot="10800000">
                <a:off x="4089852" y="192985"/>
                <a:ext cx="3822702" cy="1549613"/>
                <a:chOff x="6373812" y="4766277"/>
                <a:chExt cx="3822702" cy="1549613"/>
              </a:xfrm>
            </p:grpSpPr>
            <p:cxnSp>
              <p:nvCxnSpPr>
                <p:cNvPr id="2166" name="Straight Connector 2165">
                  <a:extLst>
                    <a:ext uri="{FF2B5EF4-FFF2-40B4-BE49-F238E27FC236}">
                      <a16:creationId xmlns:a16="http://schemas.microsoft.com/office/drawing/2014/main" id="{90B4FD4B-32CD-4BE0-B868-9F1BD8A14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7" name="Straight Connector 2166">
                  <a:extLst>
                    <a:ext uri="{FF2B5EF4-FFF2-40B4-BE49-F238E27FC236}">
                      <a16:creationId xmlns:a16="http://schemas.microsoft.com/office/drawing/2014/main" id="{0F861300-0E14-4FD6-BAD3-5DE49BAE2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8" name="Straight Connector 2167">
                  <a:extLst>
                    <a:ext uri="{FF2B5EF4-FFF2-40B4-BE49-F238E27FC236}">
                      <a16:creationId xmlns:a16="http://schemas.microsoft.com/office/drawing/2014/main" id="{3522B9F7-8370-443C-81C0-A23F190835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9" name="Straight Connector 2168">
                  <a:extLst>
                    <a:ext uri="{FF2B5EF4-FFF2-40B4-BE49-F238E27FC236}">
                      <a16:creationId xmlns:a16="http://schemas.microsoft.com/office/drawing/2014/main" id="{C7329CE8-3376-44FE-A9F3-C78B37D297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42051" y="5528076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0" name="Straight Connector 2169">
                  <a:extLst>
                    <a:ext uri="{FF2B5EF4-FFF2-40B4-BE49-F238E27FC236}">
                      <a16:creationId xmlns:a16="http://schemas.microsoft.com/office/drawing/2014/main" id="{434C1170-A7CF-49D2-A1AD-62C52F2C2D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1" name="Straight Connector 2170">
                  <a:extLst>
                    <a:ext uri="{FF2B5EF4-FFF2-40B4-BE49-F238E27FC236}">
                      <a16:creationId xmlns:a16="http://schemas.microsoft.com/office/drawing/2014/main" id="{BEBBED9F-AD79-48B4-A063-62E15D0DD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41" name="Group 2240">
            <a:extLst>
              <a:ext uri="{FF2B5EF4-FFF2-40B4-BE49-F238E27FC236}">
                <a16:creationId xmlns:a16="http://schemas.microsoft.com/office/drawing/2014/main" id="{E835774E-EFF2-4E64-8815-6088D084DE91}"/>
              </a:ext>
            </a:extLst>
          </p:cNvPr>
          <p:cNvGrpSpPr/>
          <p:nvPr/>
        </p:nvGrpSpPr>
        <p:grpSpPr>
          <a:xfrm rot="5400000">
            <a:off x="5603011" y="1725236"/>
            <a:ext cx="3092092" cy="3083232"/>
            <a:chOff x="4049229" y="190509"/>
            <a:chExt cx="6147285" cy="6129675"/>
          </a:xfrm>
        </p:grpSpPr>
        <p:grpSp>
          <p:nvGrpSpPr>
            <p:cNvPr id="2242" name="Group 2241">
              <a:extLst>
                <a:ext uri="{FF2B5EF4-FFF2-40B4-BE49-F238E27FC236}">
                  <a16:creationId xmlns:a16="http://schemas.microsoft.com/office/drawing/2014/main" id="{A28795CD-F1E6-4EF8-8F3E-F38728E9E007}"/>
                </a:ext>
              </a:extLst>
            </p:cNvPr>
            <p:cNvGrpSpPr/>
            <p:nvPr/>
          </p:nvGrpSpPr>
          <p:grpSpPr>
            <a:xfrm>
              <a:off x="4066630" y="190509"/>
              <a:ext cx="6129884" cy="6125380"/>
              <a:chOff x="4066630" y="190509"/>
              <a:chExt cx="6129884" cy="6125380"/>
            </a:xfrm>
          </p:grpSpPr>
          <p:grpSp>
            <p:nvGrpSpPr>
              <p:cNvPr id="2258" name="Group 2257">
                <a:extLst>
                  <a:ext uri="{FF2B5EF4-FFF2-40B4-BE49-F238E27FC236}">
                    <a16:creationId xmlns:a16="http://schemas.microsoft.com/office/drawing/2014/main" id="{38E09CAC-6EA4-4EF4-9EAA-790764C519BB}"/>
                  </a:ext>
                </a:extLst>
              </p:cNvPr>
              <p:cNvGrpSpPr/>
              <p:nvPr/>
            </p:nvGrpSpPr>
            <p:grpSpPr>
              <a:xfrm>
                <a:off x="4066630" y="190509"/>
                <a:ext cx="6129884" cy="6125380"/>
                <a:chOff x="4066630" y="190509"/>
                <a:chExt cx="6129884" cy="6125380"/>
              </a:xfrm>
            </p:grpSpPr>
            <p:cxnSp>
              <p:nvCxnSpPr>
                <p:cNvPr id="2266" name="Straight Connector 2265">
                  <a:extLst>
                    <a:ext uri="{FF2B5EF4-FFF2-40B4-BE49-F238E27FC236}">
                      <a16:creationId xmlns:a16="http://schemas.microsoft.com/office/drawing/2014/main" id="{132DE5DA-8226-40F4-8CC3-94478D786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7" name="Straight Connector 2266">
                  <a:extLst>
                    <a:ext uri="{FF2B5EF4-FFF2-40B4-BE49-F238E27FC236}">
                      <a16:creationId xmlns:a16="http://schemas.microsoft.com/office/drawing/2014/main" id="{9AB843EF-3F86-4065-AAA3-DE8F024962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8" name="Straight Connector 2267">
                  <a:extLst>
                    <a:ext uri="{FF2B5EF4-FFF2-40B4-BE49-F238E27FC236}">
                      <a16:creationId xmlns:a16="http://schemas.microsoft.com/office/drawing/2014/main" id="{3D98C6D2-87C5-4C13-BA2F-42CDAB6A5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9" name="Straight Connector 2268">
                  <a:extLst>
                    <a:ext uri="{FF2B5EF4-FFF2-40B4-BE49-F238E27FC236}">
                      <a16:creationId xmlns:a16="http://schemas.microsoft.com/office/drawing/2014/main" id="{84D03B8F-C7AA-44E8-967B-6A26431913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9373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0" name="Straight Connector 2269">
                  <a:extLst>
                    <a:ext uri="{FF2B5EF4-FFF2-40B4-BE49-F238E27FC236}">
                      <a16:creationId xmlns:a16="http://schemas.microsoft.com/office/drawing/2014/main" id="{AC063AAF-9F0C-4E32-A2A4-068A8EF1C2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1" name="Straight Connector 2270">
                  <a:extLst>
                    <a:ext uri="{FF2B5EF4-FFF2-40B4-BE49-F238E27FC236}">
                      <a16:creationId xmlns:a16="http://schemas.microsoft.com/office/drawing/2014/main" id="{B66DB96A-3EFE-465C-AE7F-5852753623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2" name="Straight Connector 2271">
                  <a:extLst>
                    <a:ext uri="{FF2B5EF4-FFF2-40B4-BE49-F238E27FC236}">
                      <a16:creationId xmlns:a16="http://schemas.microsoft.com/office/drawing/2014/main" id="{95AC0AD5-E1E2-4E99-9376-F2FED02A2E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3" name="Straight Connector 2272">
                  <a:extLst>
                    <a:ext uri="{FF2B5EF4-FFF2-40B4-BE49-F238E27FC236}">
                      <a16:creationId xmlns:a16="http://schemas.microsoft.com/office/drawing/2014/main" id="{A1D2B487-C77A-4B5B-9495-E1C7B5F478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6630" y="6264022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4" name="Straight Connector 2273">
                  <a:extLst>
                    <a:ext uri="{FF2B5EF4-FFF2-40B4-BE49-F238E27FC236}">
                      <a16:creationId xmlns:a16="http://schemas.microsoft.com/office/drawing/2014/main" id="{ACB1C8B8-2478-4410-A511-13DA4C7122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7228" y="190509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5" name="Straight Connector 2274">
                  <a:extLst>
                    <a:ext uri="{FF2B5EF4-FFF2-40B4-BE49-F238E27FC236}">
                      <a16:creationId xmlns:a16="http://schemas.microsoft.com/office/drawing/2014/main" id="{9C4A1856-555E-41CD-BF1C-A809F21D52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30583"/>
                  <a:ext cx="0" cy="153780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9" name="Group 2258">
                <a:extLst>
                  <a:ext uri="{FF2B5EF4-FFF2-40B4-BE49-F238E27FC236}">
                    <a16:creationId xmlns:a16="http://schemas.microsoft.com/office/drawing/2014/main" id="{771EB30A-01FF-4D8A-A538-C9885BF946E3}"/>
                  </a:ext>
                </a:extLst>
              </p:cNvPr>
              <p:cNvGrpSpPr/>
              <p:nvPr/>
            </p:nvGrpSpPr>
            <p:grpSpPr>
              <a:xfrm rot="10800000">
                <a:off x="4089852" y="192986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260" name="Straight Connector 2259">
                  <a:extLst>
                    <a:ext uri="{FF2B5EF4-FFF2-40B4-BE49-F238E27FC236}">
                      <a16:creationId xmlns:a16="http://schemas.microsoft.com/office/drawing/2014/main" id="{81B22B76-19A9-4665-87D2-123A66429C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1" name="Straight Connector 2260">
                  <a:extLst>
                    <a:ext uri="{FF2B5EF4-FFF2-40B4-BE49-F238E27FC236}">
                      <a16:creationId xmlns:a16="http://schemas.microsoft.com/office/drawing/2014/main" id="{97DA7546-8962-43C4-89C8-6437F6242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2" name="Straight Connector 2261">
                  <a:extLst>
                    <a:ext uri="{FF2B5EF4-FFF2-40B4-BE49-F238E27FC236}">
                      <a16:creationId xmlns:a16="http://schemas.microsoft.com/office/drawing/2014/main" id="{FF0A6C71-6993-4FF0-9572-F53CA1EC55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3" name="Straight Connector 2262">
                  <a:extLst>
                    <a:ext uri="{FF2B5EF4-FFF2-40B4-BE49-F238E27FC236}">
                      <a16:creationId xmlns:a16="http://schemas.microsoft.com/office/drawing/2014/main" id="{7611AF54-FDCC-4ACA-B99D-5FEECF0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4" name="Straight Connector 2263">
                  <a:extLst>
                    <a:ext uri="{FF2B5EF4-FFF2-40B4-BE49-F238E27FC236}">
                      <a16:creationId xmlns:a16="http://schemas.microsoft.com/office/drawing/2014/main" id="{370E222B-3A7F-4D5E-B21D-50DFBA474A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5" name="Straight Connector 2264">
                  <a:extLst>
                    <a:ext uri="{FF2B5EF4-FFF2-40B4-BE49-F238E27FC236}">
                      <a16:creationId xmlns:a16="http://schemas.microsoft.com/office/drawing/2014/main" id="{D4C99036-871A-4036-BC36-C28B3AC96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43" name="Group 2242">
              <a:extLst>
                <a:ext uri="{FF2B5EF4-FFF2-40B4-BE49-F238E27FC236}">
                  <a16:creationId xmlns:a16="http://schemas.microsoft.com/office/drawing/2014/main" id="{428E3228-3934-4627-8803-2287D572700F}"/>
                </a:ext>
              </a:extLst>
            </p:cNvPr>
            <p:cNvGrpSpPr/>
            <p:nvPr/>
          </p:nvGrpSpPr>
          <p:grpSpPr>
            <a:xfrm rot="5400000">
              <a:off x="4057350" y="205401"/>
              <a:ext cx="6106662" cy="6122904"/>
              <a:chOff x="4089852" y="192985"/>
              <a:chExt cx="6106662" cy="6122904"/>
            </a:xfrm>
          </p:grpSpPr>
          <p:grpSp>
            <p:nvGrpSpPr>
              <p:cNvPr id="2244" name="Group 2243">
                <a:extLst>
                  <a:ext uri="{FF2B5EF4-FFF2-40B4-BE49-F238E27FC236}">
                    <a16:creationId xmlns:a16="http://schemas.microsoft.com/office/drawing/2014/main" id="{CEE1FD1E-EA85-4D35-915E-3E112DBEC21D}"/>
                  </a:ext>
                </a:extLst>
              </p:cNvPr>
              <p:cNvGrpSpPr/>
              <p:nvPr/>
            </p:nvGrpSpPr>
            <p:grpSpPr>
              <a:xfrm>
                <a:off x="6373812" y="4766277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252" name="Straight Connector 2251">
                  <a:extLst>
                    <a:ext uri="{FF2B5EF4-FFF2-40B4-BE49-F238E27FC236}">
                      <a16:creationId xmlns:a16="http://schemas.microsoft.com/office/drawing/2014/main" id="{1901DFEB-9EFD-4F81-A9DC-9081D4BB58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3" name="Straight Connector 2252">
                  <a:extLst>
                    <a:ext uri="{FF2B5EF4-FFF2-40B4-BE49-F238E27FC236}">
                      <a16:creationId xmlns:a16="http://schemas.microsoft.com/office/drawing/2014/main" id="{D9F7784B-394E-4CC0-9D75-5E101E644C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4" name="Straight Connector 2253">
                  <a:extLst>
                    <a:ext uri="{FF2B5EF4-FFF2-40B4-BE49-F238E27FC236}">
                      <a16:creationId xmlns:a16="http://schemas.microsoft.com/office/drawing/2014/main" id="{DF6208EA-6DE2-4C21-A13A-40A7B09614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5" name="Straight Connector 2254">
                  <a:extLst>
                    <a:ext uri="{FF2B5EF4-FFF2-40B4-BE49-F238E27FC236}">
                      <a16:creationId xmlns:a16="http://schemas.microsoft.com/office/drawing/2014/main" id="{69E7557E-786C-43FE-8930-BD479EA0AB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6" name="Straight Connector 2255">
                  <a:extLst>
                    <a:ext uri="{FF2B5EF4-FFF2-40B4-BE49-F238E27FC236}">
                      <a16:creationId xmlns:a16="http://schemas.microsoft.com/office/drawing/2014/main" id="{AFB26C49-9316-4E35-AB91-F185328D4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7" name="Straight Connector 2256">
                  <a:extLst>
                    <a:ext uri="{FF2B5EF4-FFF2-40B4-BE49-F238E27FC236}">
                      <a16:creationId xmlns:a16="http://schemas.microsoft.com/office/drawing/2014/main" id="{57EB1BE8-DAC1-4ACE-8DAF-D46C3A51EC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5" name="Group 2244">
                <a:extLst>
                  <a:ext uri="{FF2B5EF4-FFF2-40B4-BE49-F238E27FC236}">
                    <a16:creationId xmlns:a16="http://schemas.microsoft.com/office/drawing/2014/main" id="{656EF1AF-A21A-4243-BFDF-86564D755FAD}"/>
                  </a:ext>
                </a:extLst>
              </p:cNvPr>
              <p:cNvGrpSpPr/>
              <p:nvPr/>
            </p:nvGrpSpPr>
            <p:grpSpPr>
              <a:xfrm rot="10800000">
                <a:off x="4089852" y="192985"/>
                <a:ext cx="3822702" cy="1549613"/>
                <a:chOff x="6373812" y="4766277"/>
                <a:chExt cx="3822702" cy="1549613"/>
              </a:xfrm>
            </p:grpSpPr>
            <p:cxnSp>
              <p:nvCxnSpPr>
                <p:cNvPr id="2246" name="Straight Connector 2245">
                  <a:extLst>
                    <a:ext uri="{FF2B5EF4-FFF2-40B4-BE49-F238E27FC236}">
                      <a16:creationId xmlns:a16="http://schemas.microsoft.com/office/drawing/2014/main" id="{827C02F5-0FAE-4331-AA6A-DE385457B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7" name="Straight Connector 2246">
                  <a:extLst>
                    <a:ext uri="{FF2B5EF4-FFF2-40B4-BE49-F238E27FC236}">
                      <a16:creationId xmlns:a16="http://schemas.microsoft.com/office/drawing/2014/main" id="{BCD6E498-A8A9-4174-863B-984988D78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8" name="Straight Connector 2247">
                  <a:extLst>
                    <a:ext uri="{FF2B5EF4-FFF2-40B4-BE49-F238E27FC236}">
                      <a16:creationId xmlns:a16="http://schemas.microsoft.com/office/drawing/2014/main" id="{21C19433-5DF7-4DD3-8EA7-38756D76CF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9" name="Straight Connector 2248">
                  <a:extLst>
                    <a:ext uri="{FF2B5EF4-FFF2-40B4-BE49-F238E27FC236}">
                      <a16:creationId xmlns:a16="http://schemas.microsoft.com/office/drawing/2014/main" id="{32983914-43E9-42F8-9BCF-8C7A0AF2B2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42051" y="5528076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0" name="Straight Connector 2249">
                  <a:extLst>
                    <a:ext uri="{FF2B5EF4-FFF2-40B4-BE49-F238E27FC236}">
                      <a16:creationId xmlns:a16="http://schemas.microsoft.com/office/drawing/2014/main" id="{879D0250-0703-4810-B886-DCA70A3C4D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1" name="Straight Connector 2250">
                  <a:extLst>
                    <a:ext uri="{FF2B5EF4-FFF2-40B4-BE49-F238E27FC236}">
                      <a16:creationId xmlns:a16="http://schemas.microsoft.com/office/drawing/2014/main" id="{D6DA2896-6DF7-4D24-AA8E-50E99FCD07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76" name="Group 2275">
            <a:extLst>
              <a:ext uri="{FF2B5EF4-FFF2-40B4-BE49-F238E27FC236}">
                <a16:creationId xmlns:a16="http://schemas.microsoft.com/office/drawing/2014/main" id="{75A31DC5-2647-427E-9DB6-9F4087E3782F}"/>
              </a:ext>
            </a:extLst>
          </p:cNvPr>
          <p:cNvGrpSpPr/>
          <p:nvPr/>
        </p:nvGrpSpPr>
        <p:grpSpPr>
          <a:xfrm>
            <a:off x="6350178" y="2490297"/>
            <a:ext cx="1597758" cy="1593180"/>
            <a:chOff x="4049229" y="190509"/>
            <a:chExt cx="6147285" cy="6129675"/>
          </a:xfrm>
        </p:grpSpPr>
        <p:grpSp>
          <p:nvGrpSpPr>
            <p:cNvPr id="2277" name="Group 2276">
              <a:extLst>
                <a:ext uri="{FF2B5EF4-FFF2-40B4-BE49-F238E27FC236}">
                  <a16:creationId xmlns:a16="http://schemas.microsoft.com/office/drawing/2014/main" id="{5997FBBA-43A3-40F7-BD62-9D52789DCD86}"/>
                </a:ext>
              </a:extLst>
            </p:cNvPr>
            <p:cNvGrpSpPr/>
            <p:nvPr/>
          </p:nvGrpSpPr>
          <p:grpSpPr>
            <a:xfrm>
              <a:off x="4066630" y="190509"/>
              <a:ext cx="6129884" cy="6125380"/>
              <a:chOff x="4066630" y="190509"/>
              <a:chExt cx="6129884" cy="6125380"/>
            </a:xfrm>
          </p:grpSpPr>
          <p:grpSp>
            <p:nvGrpSpPr>
              <p:cNvPr id="2293" name="Group 2292">
                <a:extLst>
                  <a:ext uri="{FF2B5EF4-FFF2-40B4-BE49-F238E27FC236}">
                    <a16:creationId xmlns:a16="http://schemas.microsoft.com/office/drawing/2014/main" id="{D118C6AB-130C-4370-BF8E-5E244419E415}"/>
                  </a:ext>
                </a:extLst>
              </p:cNvPr>
              <p:cNvGrpSpPr/>
              <p:nvPr/>
            </p:nvGrpSpPr>
            <p:grpSpPr>
              <a:xfrm>
                <a:off x="4066630" y="190509"/>
                <a:ext cx="6129884" cy="6125380"/>
                <a:chOff x="4066630" y="190509"/>
                <a:chExt cx="6129884" cy="6125380"/>
              </a:xfrm>
            </p:grpSpPr>
            <p:cxnSp>
              <p:nvCxnSpPr>
                <p:cNvPr id="2301" name="Straight Connector 2300">
                  <a:extLst>
                    <a:ext uri="{FF2B5EF4-FFF2-40B4-BE49-F238E27FC236}">
                      <a16:creationId xmlns:a16="http://schemas.microsoft.com/office/drawing/2014/main" id="{9D9F50CC-F9CD-4312-BBB0-D2ACA35301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2" name="Straight Connector 2301">
                  <a:extLst>
                    <a:ext uri="{FF2B5EF4-FFF2-40B4-BE49-F238E27FC236}">
                      <a16:creationId xmlns:a16="http://schemas.microsoft.com/office/drawing/2014/main" id="{A688C7EC-353A-45CF-98A5-61448BE813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3" name="Straight Connector 2302">
                  <a:extLst>
                    <a:ext uri="{FF2B5EF4-FFF2-40B4-BE49-F238E27FC236}">
                      <a16:creationId xmlns:a16="http://schemas.microsoft.com/office/drawing/2014/main" id="{59B10B4C-B665-475C-86BD-FBE93EFD3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4" name="Straight Connector 2303">
                  <a:extLst>
                    <a:ext uri="{FF2B5EF4-FFF2-40B4-BE49-F238E27FC236}">
                      <a16:creationId xmlns:a16="http://schemas.microsoft.com/office/drawing/2014/main" id="{5C69899F-82A5-447C-B1C2-81545CF47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9373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5" name="Straight Connector 2304">
                  <a:extLst>
                    <a:ext uri="{FF2B5EF4-FFF2-40B4-BE49-F238E27FC236}">
                      <a16:creationId xmlns:a16="http://schemas.microsoft.com/office/drawing/2014/main" id="{1076D954-51D2-41CC-9BF2-F805B7C646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6" name="Straight Connector 2305">
                  <a:extLst>
                    <a:ext uri="{FF2B5EF4-FFF2-40B4-BE49-F238E27FC236}">
                      <a16:creationId xmlns:a16="http://schemas.microsoft.com/office/drawing/2014/main" id="{136269F4-155D-4376-9EB8-EE57D08DE4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7" name="Straight Connector 2306">
                  <a:extLst>
                    <a:ext uri="{FF2B5EF4-FFF2-40B4-BE49-F238E27FC236}">
                      <a16:creationId xmlns:a16="http://schemas.microsoft.com/office/drawing/2014/main" id="{B69AE324-CA7A-4FC7-AC40-3F9C9791D8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8" name="Straight Connector 2307">
                  <a:extLst>
                    <a:ext uri="{FF2B5EF4-FFF2-40B4-BE49-F238E27FC236}">
                      <a16:creationId xmlns:a16="http://schemas.microsoft.com/office/drawing/2014/main" id="{DB2ABB67-1797-460E-9555-BF00709371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6630" y="6264022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9" name="Straight Connector 2308">
                  <a:extLst>
                    <a:ext uri="{FF2B5EF4-FFF2-40B4-BE49-F238E27FC236}">
                      <a16:creationId xmlns:a16="http://schemas.microsoft.com/office/drawing/2014/main" id="{3CFC4CB7-85A0-4B19-9DEF-F8BBAEEFF5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7228" y="190509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0" name="Straight Connector 2309">
                  <a:extLst>
                    <a:ext uri="{FF2B5EF4-FFF2-40B4-BE49-F238E27FC236}">
                      <a16:creationId xmlns:a16="http://schemas.microsoft.com/office/drawing/2014/main" id="{C441F2E7-6196-40EE-9455-9EA01D1672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30583"/>
                  <a:ext cx="0" cy="153780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4" name="Group 2293">
                <a:extLst>
                  <a:ext uri="{FF2B5EF4-FFF2-40B4-BE49-F238E27FC236}">
                    <a16:creationId xmlns:a16="http://schemas.microsoft.com/office/drawing/2014/main" id="{2C5BF3B1-BC60-48B6-9851-6CA2146375A8}"/>
                  </a:ext>
                </a:extLst>
              </p:cNvPr>
              <p:cNvGrpSpPr/>
              <p:nvPr/>
            </p:nvGrpSpPr>
            <p:grpSpPr>
              <a:xfrm rot="10800000">
                <a:off x="4089852" y="192986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295" name="Straight Connector 2294">
                  <a:extLst>
                    <a:ext uri="{FF2B5EF4-FFF2-40B4-BE49-F238E27FC236}">
                      <a16:creationId xmlns:a16="http://schemas.microsoft.com/office/drawing/2014/main" id="{FE347890-845E-4A12-84F3-52E71D947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6" name="Straight Connector 2295">
                  <a:extLst>
                    <a:ext uri="{FF2B5EF4-FFF2-40B4-BE49-F238E27FC236}">
                      <a16:creationId xmlns:a16="http://schemas.microsoft.com/office/drawing/2014/main" id="{07A60C11-0981-4A4F-8A52-C4FFE0926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7" name="Straight Connector 2296">
                  <a:extLst>
                    <a:ext uri="{FF2B5EF4-FFF2-40B4-BE49-F238E27FC236}">
                      <a16:creationId xmlns:a16="http://schemas.microsoft.com/office/drawing/2014/main" id="{DFC484ED-3186-4C55-835B-08CB313584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8" name="Straight Connector 2297">
                  <a:extLst>
                    <a:ext uri="{FF2B5EF4-FFF2-40B4-BE49-F238E27FC236}">
                      <a16:creationId xmlns:a16="http://schemas.microsoft.com/office/drawing/2014/main" id="{9EBD7478-5DD3-4CDA-A7D9-4717176CC3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9" name="Straight Connector 2298">
                  <a:extLst>
                    <a:ext uri="{FF2B5EF4-FFF2-40B4-BE49-F238E27FC236}">
                      <a16:creationId xmlns:a16="http://schemas.microsoft.com/office/drawing/2014/main" id="{B403EB4E-FD71-446F-BD29-BB9BB69D34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0" name="Straight Connector 2299">
                  <a:extLst>
                    <a:ext uri="{FF2B5EF4-FFF2-40B4-BE49-F238E27FC236}">
                      <a16:creationId xmlns:a16="http://schemas.microsoft.com/office/drawing/2014/main" id="{AFA6C9A5-BD8A-4101-8CF5-8858F31F0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78" name="Group 2277">
              <a:extLst>
                <a:ext uri="{FF2B5EF4-FFF2-40B4-BE49-F238E27FC236}">
                  <a16:creationId xmlns:a16="http://schemas.microsoft.com/office/drawing/2014/main" id="{4CC6F8AD-B5C0-44CC-8401-57061D20E55F}"/>
                </a:ext>
              </a:extLst>
            </p:cNvPr>
            <p:cNvGrpSpPr/>
            <p:nvPr/>
          </p:nvGrpSpPr>
          <p:grpSpPr>
            <a:xfrm rot="5400000">
              <a:off x="4057350" y="205401"/>
              <a:ext cx="6106662" cy="6122904"/>
              <a:chOff x="4089852" y="192985"/>
              <a:chExt cx="6106662" cy="6122904"/>
            </a:xfrm>
          </p:grpSpPr>
          <p:grpSp>
            <p:nvGrpSpPr>
              <p:cNvPr id="2279" name="Group 2278">
                <a:extLst>
                  <a:ext uri="{FF2B5EF4-FFF2-40B4-BE49-F238E27FC236}">
                    <a16:creationId xmlns:a16="http://schemas.microsoft.com/office/drawing/2014/main" id="{8125216F-76FC-406A-8314-CB75A68FE41E}"/>
                  </a:ext>
                </a:extLst>
              </p:cNvPr>
              <p:cNvGrpSpPr/>
              <p:nvPr/>
            </p:nvGrpSpPr>
            <p:grpSpPr>
              <a:xfrm>
                <a:off x="6373812" y="4766277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287" name="Straight Connector 2286">
                  <a:extLst>
                    <a:ext uri="{FF2B5EF4-FFF2-40B4-BE49-F238E27FC236}">
                      <a16:creationId xmlns:a16="http://schemas.microsoft.com/office/drawing/2014/main" id="{E371A74B-1820-4463-94E8-BA7B4D199F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8" name="Straight Connector 2287">
                  <a:extLst>
                    <a:ext uri="{FF2B5EF4-FFF2-40B4-BE49-F238E27FC236}">
                      <a16:creationId xmlns:a16="http://schemas.microsoft.com/office/drawing/2014/main" id="{D57487CF-5A96-4B6A-AF71-4BCA667BEF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9" name="Straight Connector 2288">
                  <a:extLst>
                    <a:ext uri="{FF2B5EF4-FFF2-40B4-BE49-F238E27FC236}">
                      <a16:creationId xmlns:a16="http://schemas.microsoft.com/office/drawing/2014/main" id="{941EA5D7-FD6D-4FD0-84F1-AB78A7E405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0" name="Straight Connector 2289">
                  <a:extLst>
                    <a:ext uri="{FF2B5EF4-FFF2-40B4-BE49-F238E27FC236}">
                      <a16:creationId xmlns:a16="http://schemas.microsoft.com/office/drawing/2014/main" id="{153EBB2A-C111-4E08-9C2A-A64D4612A0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1" name="Straight Connector 2290">
                  <a:extLst>
                    <a:ext uri="{FF2B5EF4-FFF2-40B4-BE49-F238E27FC236}">
                      <a16:creationId xmlns:a16="http://schemas.microsoft.com/office/drawing/2014/main" id="{1A50229F-A28C-45B8-BE6D-2E8CBAB47C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2" name="Straight Connector 2291">
                  <a:extLst>
                    <a:ext uri="{FF2B5EF4-FFF2-40B4-BE49-F238E27FC236}">
                      <a16:creationId xmlns:a16="http://schemas.microsoft.com/office/drawing/2014/main" id="{F22F6BCA-48CE-49FE-9DC2-2A5C4AB7E2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0" name="Group 2279">
                <a:extLst>
                  <a:ext uri="{FF2B5EF4-FFF2-40B4-BE49-F238E27FC236}">
                    <a16:creationId xmlns:a16="http://schemas.microsoft.com/office/drawing/2014/main" id="{258D3796-0F0C-4CEA-A64F-BAD15FF1420A}"/>
                  </a:ext>
                </a:extLst>
              </p:cNvPr>
              <p:cNvGrpSpPr/>
              <p:nvPr/>
            </p:nvGrpSpPr>
            <p:grpSpPr>
              <a:xfrm rot="10800000">
                <a:off x="4089852" y="192985"/>
                <a:ext cx="3822702" cy="1549613"/>
                <a:chOff x="6373812" y="4766277"/>
                <a:chExt cx="3822702" cy="1549613"/>
              </a:xfrm>
            </p:grpSpPr>
            <p:cxnSp>
              <p:nvCxnSpPr>
                <p:cNvPr id="2281" name="Straight Connector 2280">
                  <a:extLst>
                    <a:ext uri="{FF2B5EF4-FFF2-40B4-BE49-F238E27FC236}">
                      <a16:creationId xmlns:a16="http://schemas.microsoft.com/office/drawing/2014/main" id="{26E9A6E9-A0B7-462D-A3D0-F5A3A4B29E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2" name="Straight Connector 2281">
                  <a:extLst>
                    <a:ext uri="{FF2B5EF4-FFF2-40B4-BE49-F238E27FC236}">
                      <a16:creationId xmlns:a16="http://schemas.microsoft.com/office/drawing/2014/main" id="{F84F9A91-CF03-4612-92CA-EFACE4A205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3" name="Straight Connector 2282">
                  <a:extLst>
                    <a:ext uri="{FF2B5EF4-FFF2-40B4-BE49-F238E27FC236}">
                      <a16:creationId xmlns:a16="http://schemas.microsoft.com/office/drawing/2014/main" id="{D2B8B185-97EC-4E8F-9BB8-A9F55AD5A6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4" name="Straight Connector 2283">
                  <a:extLst>
                    <a:ext uri="{FF2B5EF4-FFF2-40B4-BE49-F238E27FC236}">
                      <a16:creationId xmlns:a16="http://schemas.microsoft.com/office/drawing/2014/main" id="{7EB0D7B0-B549-4E0E-AA05-358C7C1BD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42051" y="5528076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5" name="Straight Connector 2284">
                  <a:extLst>
                    <a:ext uri="{FF2B5EF4-FFF2-40B4-BE49-F238E27FC236}">
                      <a16:creationId xmlns:a16="http://schemas.microsoft.com/office/drawing/2014/main" id="{BC21C1B9-4FDD-447E-B229-49E751E399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6" name="Straight Connector 2285">
                  <a:extLst>
                    <a:ext uri="{FF2B5EF4-FFF2-40B4-BE49-F238E27FC236}">
                      <a16:creationId xmlns:a16="http://schemas.microsoft.com/office/drawing/2014/main" id="{3F9CC621-E648-4356-9153-CBCD882754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311" name="Group 2310">
            <a:extLst>
              <a:ext uri="{FF2B5EF4-FFF2-40B4-BE49-F238E27FC236}">
                <a16:creationId xmlns:a16="http://schemas.microsoft.com/office/drawing/2014/main" id="{97539B2D-5117-405B-9160-42C96B3C0DDF}"/>
              </a:ext>
            </a:extLst>
          </p:cNvPr>
          <p:cNvGrpSpPr/>
          <p:nvPr/>
        </p:nvGrpSpPr>
        <p:grpSpPr>
          <a:xfrm rot="5400000">
            <a:off x="6775507" y="2909071"/>
            <a:ext cx="747100" cy="744960"/>
            <a:chOff x="4049229" y="190509"/>
            <a:chExt cx="6147285" cy="6129675"/>
          </a:xfrm>
        </p:grpSpPr>
        <p:grpSp>
          <p:nvGrpSpPr>
            <p:cNvPr id="2312" name="Group 2311">
              <a:extLst>
                <a:ext uri="{FF2B5EF4-FFF2-40B4-BE49-F238E27FC236}">
                  <a16:creationId xmlns:a16="http://schemas.microsoft.com/office/drawing/2014/main" id="{5D8AD420-013B-4D6F-86C3-6E576677A2F9}"/>
                </a:ext>
              </a:extLst>
            </p:cNvPr>
            <p:cNvGrpSpPr/>
            <p:nvPr/>
          </p:nvGrpSpPr>
          <p:grpSpPr>
            <a:xfrm>
              <a:off x="4066630" y="190509"/>
              <a:ext cx="6129884" cy="6125380"/>
              <a:chOff x="4066630" y="190509"/>
              <a:chExt cx="6129884" cy="6125380"/>
            </a:xfrm>
          </p:grpSpPr>
          <p:grpSp>
            <p:nvGrpSpPr>
              <p:cNvPr id="2328" name="Group 2327">
                <a:extLst>
                  <a:ext uri="{FF2B5EF4-FFF2-40B4-BE49-F238E27FC236}">
                    <a16:creationId xmlns:a16="http://schemas.microsoft.com/office/drawing/2014/main" id="{872DF517-C126-4408-9B54-1B2B9EBFD1BA}"/>
                  </a:ext>
                </a:extLst>
              </p:cNvPr>
              <p:cNvGrpSpPr/>
              <p:nvPr/>
            </p:nvGrpSpPr>
            <p:grpSpPr>
              <a:xfrm>
                <a:off x="4066630" y="190509"/>
                <a:ext cx="6129884" cy="6125380"/>
                <a:chOff x="4066630" y="190509"/>
                <a:chExt cx="6129884" cy="6125380"/>
              </a:xfrm>
            </p:grpSpPr>
            <p:cxnSp>
              <p:nvCxnSpPr>
                <p:cNvPr id="2336" name="Straight Connector 2335">
                  <a:extLst>
                    <a:ext uri="{FF2B5EF4-FFF2-40B4-BE49-F238E27FC236}">
                      <a16:creationId xmlns:a16="http://schemas.microsoft.com/office/drawing/2014/main" id="{FC650EBB-BEF9-49A3-96B7-48C006B543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7" name="Straight Connector 2336">
                  <a:extLst>
                    <a:ext uri="{FF2B5EF4-FFF2-40B4-BE49-F238E27FC236}">
                      <a16:creationId xmlns:a16="http://schemas.microsoft.com/office/drawing/2014/main" id="{326999B6-D6E4-4CAD-9EEA-6A4DA812A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8" name="Straight Connector 2337">
                  <a:extLst>
                    <a:ext uri="{FF2B5EF4-FFF2-40B4-BE49-F238E27FC236}">
                      <a16:creationId xmlns:a16="http://schemas.microsoft.com/office/drawing/2014/main" id="{73C093BD-07BC-4937-9BA8-9517B3FBBA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9" name="Straight Connector 2338">
                  <a:extLst>
                    <a:ext uri="{FF2B5EF4-FFF2-40B4-BE49-F238E27FC236}">
                      <a16:creationId xmlns:a16="http://schemas.microsoft.com/office/drawing/2014/main" id="{0D57DB53-83DC-4DDB-A064-8132D262E7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9373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0" name="Straight Connector 2339">
                  <a:extLst>
                    <a:ext uri="{FF2B5EF4-FFF2-40B4-BE49-F238E27FC236}">
                      <a16:creationId xmlns:a16="http://schemas.microsoft.com/office/drawing/2014/main" id="{388345A0-5D0C-4BDA-8715-6B06E59CF3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1" name="Straight Connector 2340">
                  <a:extLst>
                    <a:ext uri="{FF2B5EF4-FFF2-40B4-BE49-F238E27FC236}">
                      <a16:creationId xmlns:a16="http://schemas.microsoft.com/office/drawing/2014/main" id="{676DF925-0874-451B-9B25-8476EF0D35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2" name="Straight Connector 2341">
                  <a:extLst>
                    <a:ext uri="{FF2B5EF4-FFF2-40B4-BE49-F238E27FC236}">
                      <a16:creationId xmlns:a16="http://schemas.microsoft.com/office/drawing/2014/main" id="{F182DDA5-21B9-4A97-84CF-95D77212F5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3" name="Straight Connector 2342">
                  <a:extLst>
                    <a:ext uri="{FF2B5EF4-FFF2-40B4-BE49-F238E27FC236}">
                      <a16:creationId xmlns:a16="http://schemas.microsoft.com/office/drawing/2014/main" id="{3CE99D0E-B8E9-487F-8A7C-C4F4C95BB2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6630" y="6264022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4" name="Straight Connector 2343">
                  <a:extLst>
                    <a:ext uri="{FF2B5EF4-FFF2-40B4-BE49-F238E27FC236}">
                      <a16:creationId xmlns:a16="http://schemas.microsoft.com/office/drawing/2014/main" id="{C9B42FB2-2BE5-452B-9B32-740803E675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7228" y="190509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5" name="Straight Connector 2344">
                  <a:extLst>
                    <a:ext uri="{FF2B5EF4-FFF2-40B4-BE49-F238E27FC236}">
                      <a16:creationId xmlns:a16="http://schemas.microsoft.com/office/drawing/2014/main" id="{E2FF67DB-DF70-4DCF-8D58-E84E2CA2AB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30583"/>
                  <a:ext cx="0" cy="153780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9" name="Group 2328">
                <a:extLst>
                  <a:ext uri="{FF2B5EF4-FFF2-40B4-BE49-F238E27FC236}">
                    <a16:creationId xmlns:a16="http://schemas.microsoft.com/office/drawing/2014/main" id="{B36BD2AF-CFF2-4906-8654-733A7486CB26}"/>
                  </a:ext>
                </a:extLst>
              </p:cNvPr>
              <p:cNvGrpSpPr/>
              <p:nvPr/>
            </p:nvGrpSpPr>
            <p:grpSpPr>
              <a:xfrm rot="10800000">
                <a:off x="4089852" y="192986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330" name="Straight Connector 2329">
                  <a:extLst>
                    <a:ext uri="{FF2B5EF4-FFF2-40B4-BE49-F238E27FC236}">
                      <a16:creationId xmlns:a16="http://schemas.microsoft.com/office/drawing/2014/main" id="{781D1D3C-BE9C-4442-B36F-DC079B969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1" name="Straight Connector 2330">
                  <a:extLst>
                    <a:ext uri="{FF2B5EF4-FFF2-40B4-BE49-F238E27FC236}">
                      <a16:creationId xmlns:a16="http://schemas.microsoft.com/office/drawing/2014/main" id="{304FBD84-3177-412E-A42E-4EC05E0071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2" name="Straight Connector 2331">
                  <a:extLst>
                    <a:ext uri="{FF2B5EF4-FFF2-40B4-BE49-F238E27FC236}">
                      <a16:creationId xmlns:a16="http://schemas.microsoft.com/office/drawing/2014/main" id="{2F1A1D6A-3434-44A6-802B-C1940D2C36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3" name="Straight Connector 2332">
                  <a:extLst>
                    <a:ext uri="{FF2B5EF4-FFF2-40B4-BE49-F238E27FC236}">
                      <a16:creationId xmlns:a16="http://schemas.microsoft.com/office/drawing/2014/main" id="{568FDC0F-E61F-44D0-8DEC-AAE747796C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4" name="Straight Connector 2333">
                  <a:extLst>
                    <a:ext uri="{FF2B5EF4-FFF2-40B4-BE49-F238E27FC236}">
                      <a16:creationId xmlns:a16="http://schemas.microsoft.com/office/drawing/2014/main" id="{812970C9-0B66-4C65-9024-B8C7324F80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5" name="Straight Connector 2334">
                  <a:extLst>
                    <a:ext uri="{FF2B5EF4-FFF2-40B4-BE49-F238E27FC236}">
                      <a16:creationId xmlns:a16="http://schemas.microsoft.com/office/drawing/2014/main" id="{2664153E-B4AC-4A4F-A4FB-A23B171C52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313" name="Group 2312">
              <a:extLst>
                <a:ext uri="{FF2B5EF4-FFF2-40B4-BE49-F238E27FC236}">
                  <a16:creationId xmlns:a16="http://schemas.microsoft.com/office/drawing/2014/main" id="{52E69BD1-A8EE-487B-A461-631054BB4751}"/>
                </a:ext>
              </a:extLst>
            </p:cNvPr>
            <p:cNvGrpSpPr/>
            <p:nvPr/>
          </p:nvGrpSpPr>
          <p:grpSpPr>
            <a:xfrm rot="5400000">
              <a:off x="4057350" y="205401"/>
              <a:ext cx="6106662" cy="6122904"/>
              <a:chOff x="4089852" y="192985"/>
              <a:chExt cx="6106662" cy="6122904"/>
            </a:xfrm>
          </p:grpSpPr>
          <p:grpSp>
            <p:nvGrpSpPr>
              <p:cNvPr id="2314" name="Group 2313">
                <a:extLst>
                  <a:ext uri="{FF2B5EF4-FFF2-40B4-BE49-F238E27FC236}">
                    <a16:creationId xmlns:a16="http://schemas.microsoft.com/office/drawing/2014/main" id="{EA17A5AF-F534-4EED-9CC1-D10D8A51E5F5}"/>
                  </a:ext>
                </a:extLst>
              </p:cNvPr>
              <p:cNvGrpSpPr/>
              <p:nvPr/>
            </p:nvGrpSpPr>
            <p:grpSpPr>
              <a:xfrm>
                <a:off x="6373812" y="4766277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322" name="Straight Connector 2321">
                  <a:extLst>
                    <a:ext uri="{FF2B5EF4-FFF2-40B4-BE49-F238E27FC236}">
                      <a16:creationId xmlns:a16="http://schemas.microsoft.com/office/drawing/2014/main" id="{FA664CC3-BBBB-4ABC-A93A-1C86DA87F1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3" name="Straight Connector 2322">
                  <a:extLst>
                    <a:ext uri="{FF2B5EF4-FFF2-40B4-BE49-F238E27FC236}">
                      <a16:creationId xmlns:a16="http://schemas.microsoft.com/office/drawing/2014/main" id="{3EF5EF6D-C8B9-46CC-8389-53D733881B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4" name="Straight Connector 2323">
                  <a:extLst>
                    <a:ext uri="{FF2B5EF4-FFF2-40B4-BE49-F238E27FC236}">
                      <a16:creationId xmlns:a16="http://schemas.microsoft.com/office/drawing/2014/main" id="{69F02852-67C1-4719-9A66-21F6EDBAE4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5" name="Straight Connector 2324">
                  <a:extLst>
                    <a:ext uri="{FF2B5EF4-FFF2-40B4-BE49-F238E27FC236}">
                      <a16:creationId xmlns:a16="http://schemas.microsoft.com/office/drawing/2014/main" id="{6CE572E6-F30A-4117-AB72-2DDE50ED8C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6" name="Straight Connector 2325">
                  <a:extLst>
                    <a:ext uri="{FF2B5EF4-FFF2-40B4-BE49-F238E27FC236}">
                      <a16:creationId xmlns:a16="http://schemas.microsoft.com/office/drawing/2014/main" id="{47B60598-16F3-4C8A-8DD5-3EE1630073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7" name="Straight Connector 2326">
                  <a:extLst>
                    <a:ext uri="{FF2B5EF4-FFF2-40B4-BE49-F238E27FC236}">
                      <a16:creationId xmlns:a16="http://schemas.microsoft.com/office/drawing/2014/main" id="{B64531BD-D018-4D22-878F-390548662B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5" name="Group 2314">
                <a:extLst>
                  <a:ext uri="{FF2B5EF4-FFF2-40B4-BE49-F238E27FC236}">
                    <a16:creationId xmlns:a16="http://schemas.microsoft.com/office/drawing/2014/main" id="{5560CC78-4DB2-4F26-B4D8-B837919D3B89}"/>
                  </a:ext>
                </a:extLst>
              </p:cNvPr>
              <p:cNvGrpSpPr/>
              <p:nvPr/>
            </p:nvGrpSpPr>
            <p:grpSpPr>
              <a:xfrm rot="10800000">
                <a:off x="4089852" y="192985"/>
                <a:ext cx="3822702" cy="1549613"/>
                <a:chOff x="6373812" y="4766277"/>
                <a:chExt cx="3822702" cy="1549613"/>
              </a:xfrm>
            </p:grpSpPr>
            <p:cxnSp>
              <p:nvCxnSpPr>
                <p:cNvPr id="2316" name="Straight Connector 2315">
                  <a:extLst>
                    <a:ext uri="{FF2B5EF4-FFF2-40B4-BE49-F238E27FC236}">
                      <a16:creationId xmlns:a16="http://schemas.microsoft.com/office/drawing/2014/main" id="{FCBEBBB6-957F-4B18-93B2-6A224BAD09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7" name="Straight Connector 2316">
                  <a:extLst>
                    <a:ext uri="{FF2B5EF4-FFF2-40B4-BE49-F238E27FC236}">
                      <a16:creationId xmlns:a16="http://schemas.microsoft.com/office/drawing/2014/main" id="{F804E2EC-2241-4DCA-96CC-FCA5BCFF45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8" name="Straight Connector 2317">
                  <a:extLst>
                    <a:ext uri="{FF2B5EF4-FFF2-40B4-BE49-F238E27FC236}">
                      <a16:creationId xmlns:a16="http://schemas.microsoft.com/office/drawing/2014/main" id="{FF6AA476-5286-4D44-A88B-2EACD594AC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9" name="Straight Connector 2318">
                  <a:extLst>
                    <a:ext uri="{FF2B5EF4-FFF2-40B4-BE49-F238E27FC236}">
                      <a16:creationId xmlns:a16="http://schemas.microsoft.com/office/drawing/2014/main" id="{F5413B3A-97E0-46A8-891E-1438F06AE6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42051" y="5528076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0" name="Straight Connector 2319">
                  <a:extLst>
                    <a:ext uri="{FF2B5EF4-FFF2-40B4-BE49-F238E27FC236}">
                      <a16:creationId xmlns:a16="http://schemas.microsoft.com/office/drawing/2014/main" id="{02416D28-90C9-4D3F-880B-E0CE1A1B67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1" name="Straight Connector 2320">
                  <a:extLst>
                    <a:ext uri="{FF2B5EF4-FFF2-40B4-BE49-F238E27FC236}">
                      <a16:creationId xmlns:a16="http://schemas.microsoft.com/office/drawing/2014/main" id="{84B917BC-6D9B-4DAD-9A81-E0AB28A0BF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265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Works </a:t>
            </a:r>
            <a:r>
              <a:rPr lang="pt-PT" sz="2800" b="1" dirty="0" err="1"/>
              <a:t>perfectly</a:t>
            </a:r>
            <a:r>
              <a:rPr lang="pt-PT" sz="28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2289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242799" y="3337305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347700" y="3937383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6D1473F0-46CE-4791-9A62-965CFFF3885B}"/>
              </a:ext>
            </a:extLst>
          </p:cNvPr>
          <p:cNvCxnSpPr>
            <a:cxnSpLocks/>
          </p:cNvCxnSpPr>
          <p:nvPr/>
        </p:nvCxnSpPr>
        <p:spPr>
          <a:xfrm flipH="1">
            <a:off x="13766799" y="3164794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3" name="Group 1372">
            <a:extLst>
              <a:ext uri="{FF2B5EF4-FFF2-40B4-BE49-F238E27FC236}">
                <a16:creationId xmlns:a16="http://schemas.microsoft.com/office/drawing/2014/main" id="{52DCCDE8-7248-4899-B209-21DB00530582}"/>
              </a:ext>
            </a:extLst>
          </p:cNvPr>
          <p:cNvGrpSpPr/>
          <p:nvPr/>
        </p:nvGrpSpPr>
        <p:grpSpPr>
          <a:xfrm>
            <a:off x="4099778" y="210920"/>
            <a:ext cx="6102350" cy="6096000"/>
            <a:chOff x="4086225" y="206982"/>
            <a:chExt cx="6102350" cy="6096000"/>
          </a:xfrm>
        </p:grpSpPr>
        <p:grpSp>
          <p:nvGrpSpPr>
            <p:cNvPr id="1372" name="Group 1371">
              <a:extLst>
                <a:ext uri="{FF2B5EF4-FFF2-40B4-BE49-F238E27FC236}">
                  <a16:creationId xmlns:a16="http://schemas.microsoft.com/office/drawing/2014/main" id="{5DF8C4BB-2FDF-4684-8032-0877FA9570AB}"/>
                </a:ext>
              </a:extLst>
            </p:cNvPr>
            <p:cNvGrpSpPr/>
            <p:nvPr/>
          </p:nvGrpSpPr>
          <p:grpSpPr>
            <a:xfrm>
              <a:off x="4086225" y="206982"/>
              <a:ext cx="6102350" cy="6096000"/>
              <a:chOff x="4086225" y="206982"/>
              <a:chExt cx="6102350" cy="6096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7" name="Rectangle 686">
                <a:extLst>
                  <a:ext uri="{FF2B5EF4-FFF2-40B4-BE49-F238E27FC236}">
                    <a16:creationId xmlns:a16="http://schemas.microsoft.com/office/drawing/2014/main" id="{8F5A7AAB-EC98-4453-87A8-D6D55C281CBD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E0C33112-F1F9-4561-9E89-183484EEA7C4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9" name="Rectangle 688">
                <a:extLst>
                  <a:ext uri="{FF2B5EF4-FFF2-40B4-BE49-F238E27FC236}">
                    <a16:creationId xmlns:a16="http://schemas.microsoft.com/office/drawing/2014/main" id="{857D6EF1-591B-4F3D-8C56-999B4B01A0AB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0" name="Rectangle 689">
                <a:extLst>
                  <a:ext uri="{FF2B5EF4-FFF2-40B4-BE49-F238E27FC236}">
                    <a16:creationId xmlns:a16="http://schemas.microsoft.com/office/drawing/2014/main" id="{8883BE95-B2C9-4CEC-9495-DCB452972559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CEE67627-C697-4DD8-875C-BB76E7756C40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F8038E57-24AF-4C71-A3B1-6AE9360C7B0F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1E4E75BD-9E48-454A-A516-183D4B5D966E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E3FA8480-4912-43C2-8B91-26124C4DA4AC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7450E499-13B3-4FD9-AAF8-FA1355D189E9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6" name="Rectangle 695">
                <a:extLst>
                  <a:ext uri="{FF2B5EF4-FFF2-40B4-BE49-F238E27FC236}">
                    <a16:creationId xmlns:a16="http://schemas.microsoft.com/office/drawing/2014/main" id="{583A948E-8B66-499A-A36D-CCB7E17E61E0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7" name="Rectangle 696">
                <a:extLst>
                  <a:ext uri="{FF2B5EF4-FFF2-40B4-BE49-F238E27FC236}">
                    <a16:creationId xmlns:a16="http://schemas.microsoft.com/office/drawing/2014/main" id="{9E1C0C6C-DB57-4520-BEAD-EB19B440A97F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93F967FE-D445-47B8-AEE2-40BD24F56D3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9" name="Rectangle 698">
                <a:extLst>
                  <a:ext uri="{FF2B5EF4-FFF2-40B4-BE49-F238E27FC236}">
                    <a16:creationId xmlns:a16="http://schemas.microsoft.com/office/drawing/2014/main" id="{836396A7-7997-43CF-AE1A-92138407AA90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0" name="Rectangle 699">
                <a:extLst>
                  <a:ext uri="{FF2B5EF4-FFF2-40B4-BE49-F238E27FC236}">
                    <a16:creationId xmlns:a16="http://schemas.microsoft.com/office/drawing/2014/main" id="{90296AE4-6CE0-4959-9447-29364EBF7009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8870B32B-8399-4B3A-9E6F-D107397DB700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2" name="Rectangle 701">
                <a:extLst>
                  <a:ext uri="{FF2B5EF4-FFF2-40B4-BE49-F238E27FC236}">
                    <a16:creationId xmlns:a16="http://schemas.microsoft.com/office/drawing/2014/main" id="{A857E2DA-5F4C-4B43-9527-0788297FC693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3" name="Rectangle 702">
                <a:extLst>
                  <a:ext uri="{FF2B5EF4-FFF2-40B4-BE49-F238E27FC236}">
                    <a16:creationId xmlns:a16="http://schemas.microsoft.com/office/drawing/2014/main" id="{1EB3A2AB-961F-476B-8E44-D9168DDC288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4" name="Rectangle 703">
                <a:extLst>
                  <a:ext uri="{FF2B5EF4-FFF2-40B4-BE49-F238E27FC236}">
                    <a16:creationId xmlns:a16="http://schemas.microsoft.com/office/drawing/2014/main" id="{9DD141A0-C3E3-4A81-AD52-BE6D61600D41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E43EF233-DEB4-4F22-8882-01C23804DC6E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6" name="Rectangle 705">
                <a:extLst>
                  <a:ext uri="{FF2B5EF4-FFF2-40B4-BE49-F238E27FC236}">
                    <a16:creationId xmlns:a16="http://schemas.microsoft.com/office/drawing/2014/main" id="{87C30096-07B8-406F-AF19-70285676FAB6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7" name="Rectangle 706">
                <a:extLst>
                  <a:ext uri="{FF2B5EF4-FFF2-40B4-BE49-F238E27FC236}">
                    <a16:creationId xmlns:a16="http://schemas.microsoft.com/office/drawing/2014/main" id="{4FB9CB31-6DB3-4A07-B3EC-64AA8B46449C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8" name="Rectangle 707">
                <a:extLst>
                  <a:ext uri="{FF2B5EF4-FFF2-40B4-BE49-F238E27FC236}">
                    <a16:creationId xmlns:a16="http://schemas.microsoft.com/office/drawing/2014/main" id="{C10F7115-A0B6-434F-B045-15DA71C6A6D1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9" name="Rectangle 708">
                <a:extLst>
                  <a:ext uri="{FF2B5EF4-FFF2-40B4-BE49-F238E27FC236}">
                    <a16:creationId xmlns:a16="http://schemas.microsoft.com/office/drawing/2014/main" id="{73FBA797-072F-401F-882C-1A91F8527D53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0" name="Rectangle 709">
                <a:extLst>
                  <a:ext uri="{FF2B5EF4-FFF2-40B4-BE49-F238E27FC236}">
                    <a16:creationId xmlns:a16="http://schemas.microsoft.com/office/drawing/2014/main" id="{C70B2DE3-1F84-4927-9DF5-1F85F87262EA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12" name="Group 711">
              <a:extLst>
                <a:ext uri="{FF2B5EF4-FFF2-40B4-BE49-F238E27FC236}">
                  <a16:creationId xmlns:a16="http://schemas.microsoft.com/office/drawing/2014/main" id="{1E034C38-98CC-4816-8EEF-91302DE6172A}"/>
                </a:ext>
              </a:extLst>
            </p:cNvPr>
            <p:cNvGrpSpPr/>
            <p:nvPr/>
          </p:nvGrpSpPr>
          <p:grpSpPr>
            <a:xfrm>
              <a:off x="5611812" y="1730982"/>
              <a:ext cx="3051176" cy="3048000"/>
              <a:chOff x="4086225" y="206982"/>
              <a:chExt cx="6102350" cy="6096000"/>
            </a:xfrm>
          </p:grpSpPr>
          <p:sp>
            <p:nvSpPr>
              <p:cNvPr id="713" name="Rectangle 712">
                <a:extLst>
                  <a:ext uri="{FF2B5EF4-FFF2-40B4-BE49-F238E27FC236}">
                    <a16:creationId xmlns:a16="http://schemas.microsoft.com/office/drawing/2014/main" id="{CB196928-1CAE-430B-B2FA-6768F5422E23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4" name="Rectangle 713">
                <a:extLst>
                  <a:ext uri="{FF2B5EF4-FFF2-40B4-BE49-F238E27FC236}">
                    <a16:creationId xmlns:a16="http://schemas.microsoft.com/office/drawing/2014/main" id="{14E2F107-954C-4C20-9409-DF000AE8053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5" name="Rectangle 714">
                <a:extLst>
                  <a:ext uri="{FF2B5EF4-FFF2-40B4-BE49-F238E27FC236}">
                    <a16:creationId xmlns:a16="http://schemas.microsoft.com/office/drawing/2014/main" id="{DA4CC975-472A-49B2-B912-A7FA82332033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6" name="Rectangle 715">
                <a:extLst>
                  <a:ext uri="{FF2B5EF4-FFF2-40B4-BE49-F238E27FC236}">
                    <a16:creationId xmlns:a16="http://schemas.microsoft.com/office/drawing/2014/main" id="{06B6C127-9733-4B39-A0AD-6B1AFDF36057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7" name="Rectangle 716">
                <a:extLst>
                  <a:ext uri="{FF2B5EF4-FFF2-40B4-BE49-F238E27FC236}">
                    <a16:creationId xmlns:a16="http://schemas.microsoft.com/office/drawing/2014/main" id="{BF050DD6-0301-4AF7-89AF-775D055980B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8" name="Rectangle 717">
                <a:extLst>
                  <a:ext uri="{FF2B5EF4-FFF2-40B4-BE49-F238E27FC236}">
                    <a16:creationId xmlns:a16="http://schemas.microsoft.com/office/drawing/2014/main" id="{5F485A7C-64E9-4EA3-9E61-11CA5BD665BE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9" name="Rectangle 718">
                <a:extLst>
                  <a:ext uri="{FF2B5EF4-FFF2-40B4-BE49-F238E27FC236}">
                    <a16:creationId xmlns:a16="http://schemas.microsoft.com/office/drawing/2014/main" id="{5F5D038F-4165-4FB1-9C5C-866DDCAB2039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0" name="Rectangle 719">
                <a:extLst>
                  <a:ext uri="{FF2B5EF4-FFF2-40B4-BE49-F238E27FC236}">
                    <a16:creationId xmlns:a16="http://schemas.microsoft.com/office/drawing/2014/main" id="{C5025889-640A-4328-B2B0-92941048C431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1" name="Rectangle 720">
                <a:extLst>
                  <a:ext uri="{FF2B5EF4-FFF2-40B4-BE49-F238E27FC236}">
                    <a16:creationId xmlns:a16="http://schemas.microsoft.com/office/drawing/2014/main" id="{AA04A24E-82E4-48AE-8E0E-64A79B81BEA1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2" name="Rectangle 721">
                <a:extLst>
                  <a:ext uri="{FF2B5EF4-FFF2-40B4-BE49-F238E27FC236}">
                    <a16:creationId xmlns:a16="http://schemas.microsoft.com/office/drawing/2014/main" id="{AED31514-2AA4-45EE-BEDE-27BFC4D21255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3" name="Rectangle 722">
                <a:extLst>
                  <a:ext uri="{FF2B5EF4-FFF2-40B4-BE49-F238E27FC236}">
                    <a16:creationId xmlns:a16="http://schemas.microsoft.com/office/drawing/2014/main" id="{125B218F-6189-432C-B4A7-7D5C495D11A7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4" name="Rectangle 723">
                <a:extLst>
                  <a:ext uri="{FF2B5EF4-FFF2-40B4-BE49-F238E27FC236}">
                    <a16:creationId xmlns:a16="http://schemas.microsoft.com/office/drawing/2014/main" id="{BA33B199-C7C5-4778-BC44-C8C3846B11F7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5" name="Rectangle 724">
                <a:extLst>
                  <a:ext uri="{FF2B5EF4-FFF2-40B4-BE49-F238E27FC236}">
                    <a16:creationId xmlns:a16="http://schemas.microsoft.com/office/drawing/2014/main" id="{6DCE2021-2CD4-4523-8439-382B779C2021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6" name="Rectangle 725">
                <a:extLst>
                  <a:ext uri="{FF2B5EF4-FFF2-40B4-BE49-F238E27FC236}">
                    <a16:creationId xmlns:a16="http://schemas.microsoft.com/office/drawing/2014/main" id="{F2C12250-2F97-4C0A-B337-F0E59169673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7" name="Rectangle 726">
                <a:extLst>
                  <a:ext uri="{FF2B5EF4-FFF2-40B4-BE49-F238E27FC236}">
                    <a16:creationId xmlns:a16="http://schemas.microsoft.com/office/drawing/2014/main" id="{E02A7489-6B6A-4654-B590-82CADC503497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8" name="Rectangle 727">
                <a:extLst>
                  <a:ext uri="{FF2B5EF4-FFF2-40B4-BE49-F238E27FC236}">
                    <a16:creationId xmlns:a16="http://schemas.microsoft.com/office/drawing/2014/main" id="{0F749365-8E89-41FB-A364-03C969490869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9" name="Rectangle 728">
                <a:extLst>
                  <a:ext uri="{FF2B5EF4-FFF2-40B4-BE49-F238E27FC236}">
                    <a16:creationId xmlns:a16="http://schemas.microsoft.com/office/drawing/2014/main" id="{F2A12796-C641-4FF3-A41D-7F48A5B70D0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0" name="Rectangle 729">
                <a:extLst>
                  <a:ext uri="{FF2B5EF4-FFF2-40B4-BE49-F238E27FC236}">
                    <a16:creationId xmlns:a16="http://schemas.microsoft.com/office/drawing/2014/main" id="{874E48BA-45D7-4ABA-A22D-3968B33B2F5A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1" name="Rectangle 730">
                <a:extLst>
                  <a:ext uri="{FF2B5EF4-FFF2-40B4-BE49-F238E27FC236}">
                    <a16:creationId xmlns:a16="http://schemas.microsoft.com/office/drawing/2014/main" id="{9C2ADA6E-BB55-4B62-90D7-73EB9654EB40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D8A535FA-06C1-4E74-B433-3A251C7F9BD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70F76C53-8127-4E52-B502-95BB148A21B1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4" name="Rectangle 733">
                <a:extLst>
                  <a:ext uri="{FF2B5EF4-FFF2-40B4-BE49-F238E27FC236}">
                    <a16:creationId xmlns:a16="http://schemas.microsoft.com/office/drawing/2014/main" id="{B8201AC5-8FE5-46D6-A26B-702C6FB159D1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E83221D1-CF5D-4037-8C6C-77E9D3872AE5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1B4AE601-67BC-4146-8458-BDE815CE0FA5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7" name="Rectangle 736">
                <a:extLst>
                  <a:ext uri="{FF2B5EF4-FFF2-40B4-BE49-F238E27FC236}">
                    <a16:creationId xmlns:a16="http://schemas.microsoft.com/office/drawing/2014/main" id="{901D0188-1ABD-49F2-B6D4-52DCF303CBB2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8" name="Rectangle 737">
                <a:extLst>
                  <a:ext uri="{FF2B5EF4-FFF2-40B4-BE49-F238E27FC236}">
                    <a16:creationId xmlns:a16="http://schemas.microsoft.com/office/drawing/2014/main" id="{0C795F63-E1E5-4E33-BCA9-2DFB51BC76C9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9" name="Rectangle 738">
                <a:extLst>
                  <a:ext uri="{FF2B5EF4-FFF2-40B4-BE49-F238E27FC236}">
                    <a16:creationId xmlns:a16="http://schemas.microsoft.com/office/drawing/2014/main" id="{FC6E1CBA-FB95-43B3-BD9B-127B51EF2AC6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0" name="Rectangle 739">
                <a:extLst>
                  <a:ext uri="{FF2B5EF4-FFF2-40B4-BE49-F238E27FC236}">
                    <a16:creationId xmlns:a16="http://schemas.microsoft.com/office/drawing/2014/main" id="{8AC634BD-E975-4D3E-9162-2E64EFBECF62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1" name="Rectangle 740">
                <a:extLst>
                  <a:ext uri="{FF2B5EF4-FFF2-40B4-BE49-F238E27FC236}">
                    <a16:creationId xmlns:a16="http://schemas.microsoft.com/office/drawing/2014/main" id="{F6DB22A1-4B18-4A07-A753-8B76C5DD026D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2" name="Rectangle 741">
                <a:extLst>
                  <a:ext uri="{FF2B5EF4-FFF2-40B4-BE49-F238E27FC236}">
                    <a16:creationId xmlns:a16="http://schemas.microsoft.com/office/drawing/2014/main" id="{4B3A5D04-5EA5-4AE9-A46F-AD51674985F5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3" name="Rectangle 742">
                <a:extLst>
                  <a:ext uri="{FF2B5EF4-FFF2-40B4-BE49-F238E27FC236}">
                    <a16:creationId xmlns:a16="http://schemas.microsoft.com/office/drawing/2014/main" id="{FC1BF16F-BBCD-4B13-9373-CFB0492512ED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4" name="Rectangle 743">
                <a:extLst>
                  <a:ext uri="{FF2B5EF4-FFF2-40B4-BE49-F238E27FC236}">
                    <a16:creationId xmlns:a16="http://schemas.microsoft.com/office/drawing/2014/main" id="{325EBEFD-221B-4870-B32A-684B9DDD75C5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5" name="Rectangle 744">
                <a:extLst>
                  <a:ext uri="{FF2B5EF4-FFF2-40B4-BE49-F238E27FC236}">
                    <a16:creationId xmlns:a16="http://schemas.microsoft.com/office/drawing/2014/main" id="{6FA5F983-4DD2-4D4A-B602-0A2428E0433B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1CED6DE8-8990-4A19-A783-27C4E6C7EEDB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7" name="Rectangle 746">
                <a:extLst>
                  <a:ext uri="{FF2B5EF4-FFF2-40B4-BE49-F238E27FC236}">
                    <a16:creationId xmlns:a16="http://schemas.microsoft.com/office/drawing/2014/main" id="{5CD568F4-C15E-4D9B-BECD-7287BD5E5C20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8" name="Rectangle 747">
                <a:extLst>
                  <a:ext uri="{FF2B5EF4-FFF2-40B4-BE49-F238E27FC236}">
                    <a16:creationId xmlns:a16="http://schemas.microsoft.com/office/drawing/2014/main" id="{4716A3AA-D3A6-4A1A-BBAF-93E579CD3670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04B79761-9085-4B8D-AD9F-63A47002C9DE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0" name="Rectangle 749">
                <a:extLst>
                  <a:ext uri="{FF2B5EF4-FFF2-40B4-BE49-F238E27FC236}">
                    <a16:creationId xmlns:a16="http://schemas.microsoft.com/office/drawing/2014/main" id="{8D5DC7E7-3148-441B-B8B9-C217799CE72E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1" name="Rectangle 750">
                <a:extLst>
                  <a:ext uri="{FF2B5EF4-FFF2-40B4-BE49-F238E27FC236}">
                    <a16:creationId xmlns:a16="http://schemas.microsoft.com/office/drawing/2014/main" id="{DED99CFF-5D7D-4946-B692-AC3E2717AF3D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2" name="Rectangle 751">
                <a:extLst>
                  <a:ext uri="{FF2B5EF4-FFF2-40B4-BE49-F238E27FC236}">
                    <a16:creationId xmlns:a16="http://schemas.microsoft.com/office/drawing/2014/main" id="{E8D9643D-2F6E-493C-BE61-9FC4AD2B7B31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3" name="Rectangle 752">
                <a:extLst>
                  <a:ext uri="{FF2B5EF4-FFF2-40B4-BE49-F238E27FC236}">
                    <a16:creationId xmlns:a16="http://schemas.microsoft.com/office/drawing/2014/main" id="{3538AFE0-8E03-41BD-BB54-036CEBBE0B3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568BD5B7-8314-4F0A-9257-9254EFFF62A0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5" name="Rectangle 754">
                <a:extLst>
                  <a:ext uri="{FF2B5EF4-FFF2-40B4-BE49-F238E27FC236}">
                    <a16:creationId xmlns:a16="http://schemas.microsoft.com/office/drawing/2014/main" id="{DAD36D8F-A790-4343-B5D8-7256C7DEDFA0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6" name="Rectangle 755">
                <a:extLst>
                  <a:ext uri="{FF2B5EF4-FFF2-40B4-BE49-F238E27FC236}">
                    <a16:creationId xmlns:a16="http://schemas.microsoft.com/office/drawing/2014/main" id="{28BC7B90-5352-40D3-9583-063778336921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7AE0733F-7D89-4F67-84AC-06FC86AA1139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E6AA23D8-B869-4750-B518-10D6D0B3479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6C8E41B3-668A-40BC-A5B7-936E43DF9BA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DE4418D3-CA34-45A6-8042-30D873601497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61" name="Group 760">
              <a:extLst>
                <a:ext uri="{FF2B5EF4-FFF2-40B4-BE49-F238E27FC236}">
                  <a16:creationId xmlns:a16="http://schemas.microsoft.com/office/drawing/2014/main" id="{08E3AEBA-49A5-4B5D-B82F-0F3D2ADF662A}"/>
                </a:ext>
              </a:extLst>
            </p:cNvPr>
            <p:cNvGrpSpPr/>
            <p:nvPr/>
          </p:nvGrpSpPr>
          <p:grpSpPr>
            <a:xfrm>
              <a:off x="6374606" y="2492982"/>
              <a:ext cx="1525588" cy="1524000"/>
              <a:chOff x="4086225" y="206982"/>
              <a:chExt cx="6102350" cy="6096000"/>
            </a:xfrm>
          </p:grpSpPr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6574228C-CC40-40C5-863B-1E3DD40015DF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ADF5D9B4-C51A-41FD-8F6C-6B02A7B2E88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B7907D88-A658-47D8-B67C-1C7849F1B1BD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C04949C0-58CC-48C6-BEE8-508AD3C662C4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D19C1962-E1DA-4933-9B74-E6A33594451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8B223F55-9FBD-4DAD-9EEB-66EA00E7C0AB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4DD67382-929A-48E8-A281-C6953CA5D74C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13E8FE36-C96C-4070-8D25-038CB707934A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E051052A-5229-4BC1-9A8B-F260B7C13269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0DA5AA55-FB02-41F8-A693-FFA0B2631D59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1C86B47B-DF1D-4037-A3B3-D8E785C9061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5952643B-C8A8-4D0C-B9B7-EC1970E4F4CC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1CDEF29F-D23F-42A9-B521-3C29A1F908B7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556EEE05-D83D-490D-A674-65E4E3856844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5235C6A6-B065-4101-BB37-9177DACC043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FE9277C8-7418-4135-BB06-AB85D158D67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B631027F-CDCD-40C3-B668-3BA672CACB33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53E893AB-0A16-4A4A-8742-C34E9902768E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8776175F-7A82-45DC-B6C1-BB9FAF0B274A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1" name="Rectangle 780">
                <a:extLst>
                  <a:ext uri="{FF2B5EF4-FFF2-40B4-BE49-F238E27FC236}">
                    <a16:creationId xmlns:a16="http://schemas.microsoft.com/office/drawing/2014/main" id="{70071BC3-7674-459D-8E4D-D6706BF7679B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2" name="Rectangle 781">
                <a:extLst>
                  <a:ext uri="{FF2B5EF4-FFF2-40B4-BE49-F238E27FC236}">
                    <a16:creationId xmlns:a16="http://schemas.microsoft.com/office/drawing/2014/main" id="{3F3AD84F-8E4F-477C-9598-C73F468E9D6B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3" name="Rectangle 782">
                <a:extLst>
                  <a:ext uri="{FF2B5EF4-FFF2-40B4-BE49-F238E27FC236}">
                    <a16:creationId xmlns:a16="http://schemas.microsoft.com/office/drawing/2014/main" id="{3975F855-8F58-4346-BC18-30957E324D59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4" name="Rectangle 783">
                <a:extLst>
                  <a:ext uri="{FF2B5EF4-FFF2-40B4-BE49-F238E27FC236}">
                    <a16:creationId xmlns:a16="http://schemas.microsoft.com/office/drawing/2014/main" id="{A8253085-33FB-4672-A2A2-08F93EFC68FF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5" name="Rectangle 784">
                <a:extLst>
                  <a:ext uri="{FF2B5EF4-FFF2-40B4-BE49-F238E27FC236}">
                    <a16:creationId xmlns:a16="http://schemas.microsoft.com/office/drawing/2014/main" id="{9E0E6AC3-8B73-4D62-A62C-59F10CE988FF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6" name="Rectangle 785">
                <a:extLst>
                  <a:ext uri="{FF2B5EF4-FFF2-40B4-BE49-F238E27FC236}">
                    <a16:creationId xmlns:a16="http://schemas.microsoft.com/office/drawing/2014/main" id="{6816432E-6BC5-4573-9365-5685FA951FA0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7" name="Rectangle 786">
                <a:extLst>
                  <a:ext uri="{FF2B5EF4-FFF2-40B4-BE49-F238E27FC236}">
                    <a16:creationId xmlns:a16="http://schemas.microsoft.com/office/drawing/2014/main" id="{4D187DA3-DB57-4DA0-B515-0035C1DD77C7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8" name="Rectangle 787">
                <a:extLst>
                  <a:ext uri="{FF2B5EF4-FFF2-40B4-BE49-F238E27FC236}">
                    <a16:creationId xmlns:a16="http://schemas.microsoft.com/office/drawing/2014/main" id="{A42BDD2B-20B1-43BC-AFB5-CFE111983280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9" name="Rectangle 788">
                <a:extLst>
                  <a:ext uri="{FF2B5EF4-FFF2-40B4-BE49-F238E27FC236}">
                    <a16:creationId xmlns:a16="http://schemas.microsoft.com/office/drawing/2014/main" id="{74C142AE-EB1C-4B7C-8C79-9B77CA476D09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0" name="Rectangle 789">
                <a:extLst>
                  <a:ext uri="{FF2B5EF4-FFF2-40B4-BE49-F238E27FC236}">
                    <a16:creationId xmlns:a16="http://schemas.microsoft.com/office/drawing/2014/main" id="{BA3FE558-F008-4CE5-A3B3-993A66A08D5F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1" name="Rectangle 790">
                <a:extLst>
                  <a:ext uri="{FF2B5EF4-FFF2-40B4-BE49-F238E27FC236}">
                    <a16:creationId xmlns:a16="http://schemas.microsoft.com/office/drawing/2014/main" id="{A6850209-84E0-4459-881A-51992E63FB2A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2" name="Rectangle 791">
                <a:extLst>
                  <a:ext uri="{FF2B5EF4-FFF2-40B4-BE49-F238E27FC236}">
                    <a16:creationId xmlns:a16="http://schemas.microsoft.com/office/drawing/2014/main" id="{CA5C9A84-61EF-4FEB-9EE8-C0C7B0A4D846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3" name="Rectangle 792">
                <a:extLst>
                  <a:ext uri="{FF2B5EF4-FFF2-40B4-BE49-F238E27FC236}">
                    <a16:creationId xmlns:a16="http://schemas.microsoft.com/office/drawing/2014/main" id="{DB06612D-63B7-44F3-8928-EE37786C5F17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4" name="Rectangle 793">
                <a:extLst>
                  <a:ext uri="{FF2B5EF4-FFF2-40B4-BE49-F238E27FC236}">
                    <a16:creationId xmlns:a16="http://schemas.microsoft.com/office/drawing/2014/main" id="{713C89ED-1CFF-441C-AED7-482C50E2BDE6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5" name="Rectangle 794">
                <a:extLst>
                  <a:ext uri="{FF2B5EF4-FFF2-40B4-BE49-F238E27FC236}">
                    <a16:creationId xmlns:a16="http://schemas.microsoft.com/office/drawing/2014/main" id="{1A87B7AB-585F-45D0-9789-3D0FB6736DFF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6" name="Rectangle 795">
                <a:extLst>
                  <a:ext uri="{FF2B5EF4-FFF2-40B4-BE49-F238E27FC236}">
                    <a16:creationId xmlns:a16="http://schemas.microsoft.com/office/drawing/2014/main" id="{81411C52-246C-466B-B135-372601400C55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7" name="Rectangle 796">
                <a:extLst>
                  <a:ext uri="{FF2B5EF4-FFF2-40B4-BE49-F238E27FC236}">
                    <a16:creationId xmlns:a16="http://schemas.microsoft.com/office/drawing/2014/main" id="{FB085937-5D96-4B23-97C7-145BC40664E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8" name="Rectangle 797">
                <a:extLst>
                  <a:ext uri="{FF2B5EF4-FFF2-40B4-BE49-F238E27FC236}">
                    <a16:creationId xmlns:a16="http://schemas.microsoft.com/office/drawing/2014/main" id="{8274042A-102C-439F-8697-D2764FEC6599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9" name="Rectangle 798">
                <a:extLst>
                  <a:ext uri="{FF2B5EF4-FFF2-40B4-BE49-F238E27FC236}">
                    <a16:creationId xmlns:a16="http://schemas.microsoft.com/office/drawing/2014/main" id="{DA0AC803-83E3-42E5-A4EA-E23FB223EAA1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0" name="Rectangle 799">
                <a:extLst>
                  <a:ext uri="{FF2B5EF4-FFF2-40B4-BE49-F238E27FC236}">
                    <a16:creationId xmlns:a16="http://schemas.microsoft.com/office/drawing/2014/main" id="{F7CA02EA-6348-4780-A2C9-0409AEDFF051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1" name="Rectangle 800">
                <a:extLst>
                  <a:ext uri="{FF2B5EF4-FFF2-40B4-BE49-F238E27FC236}">
                    <a16:creationId xmlns:a16="http://schemas.microsoft.com/office/drawing/2014/main" id="{025828D7-6798-4951-984F-1C11A59F6BBC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2" name="Rectangle 801">
                <a:extLst>
                  <a:ext uri="{FF2B5EF4-FFF2-40B4-BE49-F238E27FC236}">
                    <a16:creationId xmlns:a16="http://schemas.microsoft.com/office/drawing/2014/main" id="{1AAF1AF4-1E71-4B63-8B7A-B04C58A967DA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3" name="Rectangle 802">
                <a:extLst>
                  <a:ext uri="{FF2B5EF4-FFF2-40B4-BE49-F238E27FC236}">
                    <a16:creationId xmlns:a16="http://schemas.microsoft.com/office/drawing/2014/main" id="{E38CDF75-90B7-472F-8B91-9E41261B0E7B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4" name="Rectangle 803">
                <a:extLst>
                  <a:ext uri="{FF2B5EF4-FFF2-40B4-BE49-F238E27FC236}">
                    <a16:creationId xmlns:a16="http://schemas.microsoft.com/office/drawing/2014/main" id="{2B1D32FE-B344-48F4-B285-13C173B638F5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5" name="Rectangle 804">
                <a:extLst>
                  <a:ext uri="{FF2B5EF4-FFF2-40B4-BE49-F238E27FC236}">
                    <a16:creationId xmlns:a16="http://schemas.microsoft.com/office/drawing/2014/main" id="{860610C9-A3E1-4DE7-BEA4-11B23A84DDB9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6" name="Rectangle 805">
                <a:extLst>
                  <a:ext uri="{FF2B5EF4-FFF2-40B4-BE49-F238E27FC236}">
                    <a16:creationId xmlns:a16="http://schemas.microsoft.com/office/drawing/2014/main" id="{34F9D4D0-7FAF-4B0A-9230-0A3B7AA266A7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7" name="Rectangle 806">
                <a:extLst>
                  <a:ext uri="{FF2B5EF4-FFF2-40B4-BE49-F238E27FC236}">
                    <a16:creationId xmlns:a16="http://schemas.microsoft.com/office/drawing/2014/main" id="{9F92D0ED-BD88-4EE2-9D37-AC58278164C5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8" name="Rectangle 807">
                <a:extLst>
                  <a:ext uri="{FF2B5EF4-FFF2-40B4-BE49-F238E27FC236}">
                    <a16:creationId xmlns:a16="http://schemas.microsoft.com/office/drawing/2014/main" id="{92FAB8DF-1D04-4817-9878-C6045CB2E7E6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9" name="Rectangle 808">
                <a:extLst>
                  <a:ext uri="{FF2B5EF4-FFF2-40B4-BE49-F238E27FC236}">
                    <a16:creationId xmlns:a16="http://schemas.microsoft.com/office/drawing/2014/main" id="{47B8DC7C-2234-49CD-A6E0-113F4C121469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811" name="Group 810">
            <a:extLst>
              <a:ext uri="{FF2B5EF4-FFF2-40B4-BE49-F238E27FC236}">
                <a16:creationId xmlns:a16="http://schemas.microsoft.com/office/drawing/2014/main" id="{DD904D5E-6DE3-4319-BC90-0C2C5BAAA2A0}"/>
              </a:ext>
            </a:extLst>
          </p:cNvPr>
          <p:cNvGrpSpPr/>
          <p:nvPr/>
        </p:nvGrpSpPr>
        <p:grpSpPr>
          <a:xfrm>
            <a:off x="6770747" y="2879110"/>
            <a:ext cx="760412" cy="759620"/>
            <a:chOff x="4086225" y="206982"/>
            <a:chExt cx="6102350" cy="6096000"/>
          </a:xfrm>
        </p:grpSpPr>
        <p:grpSp>
          <p:nvGrpSpPr>
            <p:cNvPr id="812" name="Group 811">
              <a:extLst>
                <a:ext uri="{FF2B5EF4-FFF2-40B4-BE49-F238E27FC236}">
                  <a16:creationId xmlns:a16="http://schemas.microsoft.com/office/drawing/2014/main" id="{85D30815-680E-4997-B398-4DF214CC1DC2}"/>
                </a:ext>
              </a:extLst>
            </p:cNvPr>
            <p:cNvGrpSpPr/>
            <p:nvPr/>
          </p:nvGrpSpPr>
          <p:grpSpPr>
            <a:xfrm>
              <a:off x="4086225" y="206982"/>
              <a:ext cx="6102350" cy="6096000"/>
              <a:chOff x="4086225" y="206982"/>
              <a:chExt cx="6102350" cy="6096000"/>
            </a:xfrm>
          </p:grpSpPr>
          <p:sp>
            <p:nvSpPr>
              <p:cNvPr id="911" name="Rectangle 910">
                <a:extLst>
                  <a:ext uri="{FF2B5EF4-FFF2-40B4-BE49-F238E27FC236}">
                    <a16:creationId xmlns:a16="http://schemas.microsoft.com/office/drawing/2014/main" id="{787442B6-D937-4463-B635-960A8B1D1DF5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2" name="Rectangle 911">
                <a:extLst>
                  <a:ext uri="{FF2B5EF4-FFF2-40B4-BE49-F238E27FC236}">
                    <a16:creationId xmlns:a16="http://schemas.microsoft.com/office/drawing/2014/main" id="{3E718B56-6478-46E0-8F2A-9AC9CB32B591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3" name="Rectangle 912">
                <a:extLst>
                  <a:ext uri="{FF2B5EF4-FFF2-40B4-BE49-F238E27FC236}">
                    <a16:creationId xmlns:a16="http://schemas.microsoft.com/office/drawing/2014/main" id="{E03169E1-3D72-4BA1-88E9-33D3BE9230E9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3BD8C361-F22E-4637-9785-54E73DE739FD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5" name="Rectangle 914">
                <a:extLst>
                  <a:ext uri="{FF2B5EF4-FFF2-40B4-BE49-F238E27FC236}">
                    <a16:creationId xmlns:a16="http://schemas.microsoft.com/office/drawing/2014/main" id="{B5D0918D-3EFB-45F8-B5B5-20BF4954F71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6" name="Rectangle 915">
                <a:extLst>
                  <a:ext uri="{FF2B5EF4-FFF2-40B4-BE49-F238E27FC236}">
                    <a16:creationId xmlns:a16="http://schemas.microsoft.com/office/drawing/2014/main" id="{B61A31A2-0769-486E-9301-397DC6D39CFD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7" name="Rectangle 916">
                <a:extLst>
                  <a:ext uri="{FF2B5EF4-FFF2-40B4-BE49-F238E27FC236}">
                    <a16:creationId xmlns:a16="http://schemas.microsoft.com/office/drawing/2014/main" id="{B5A46BBA-D160-4544-A222-7BA66A83E36B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529BD346-E929-46A4-B033-EB881D0AEB4C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9" name="Rectangle 918">
                <a:extLst>
                  <a:ext uri="{FF2B5EF4-FFF2-40B4-BE49-F238E27FC236}">
                    <a16:creationId xmlns:a16="http://schemas.microsoft.com/office/drawing/2014/main" id="{772DF16B-548F-4173-945A-9498AD193887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0" name="Rectangle 919">
                <a:extLst>
                  <a:ext uri="{FF2B5EF4-FFF2-40B4-BE49-F238E27FC236}">
                    <a16:creationId xmlns:a16="http://schemas.microsoft.com/office/drawing/2014/main" id="{BED5DD4B-CE71-4DAD-97DA-2A8D240FEE85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1" name="Rectangle 920">
                <a:extLst>
                  <a:ext uri="{FF2B5EF4-FFF2-40B4-BE49-F238E27FC236}">
                    <a16:creationId xmlns:a16="http://schemas.microsoft.com/office/drawing/2014/main" id="{D8007BA5-25C2-4A2D-99F7-04F2781E4CCD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0D27F4E0-F0D7-4AF6-A1C5-EC640E760A69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3" name="Rectangle 922">
                <a:extLst>
                  <a:ext uri="{FF2B5EF4-FFF2-40B4-BE49-F238E27FC236}">
                    <a16:creationId xmlns:a16="http://schemas.microsoft.com/office/drawing/2014/main" id="{7074690F-56FB-4988-A3D7-BEFC5EB0F239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4" name="Rectangle 923">
                <a:extLst>
                  <a:ext uri="{FF2B5EF4-FFF2-40B4-BE49-F238E27FC236}">
                    <a16:creationId xmlns:a16="http://schemas.microsoft.com/office/drawing/2014/main" id="{398F4ECD-7DB9-4911-B3F6-BC7FF11D00E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5" name="Rectangle 924">
                <a:extLst>
                  <a:ext uri="{FF2B5EF4-FFF2-40B4-BE49-F238E27FC236}">
                    <a16:creationId xmlns:a16="http://schemas.microsoft.com/office/drawing/2014/main" id="{DA746085-D208-420C-8731-869227673825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6" name="Rectangle 925">
                <a:extLst>
                  <a:ext uri="{FF2B5EF4-FFF2-40B4-BE49-F238E27FC236}">
                    <a16:creationId xmlns:a16="http://schemas.microsoft.com/office/drawing/2014/main" id="{8EE960CA-CE88-4FF8-87B4-1836FF9C7E2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7" name="Rectangle 926">
                <a:extLst>
                  <a:ext uri="{FF2B5EF4-FFF2-40B4-BE49-F238E27FC236}">
                    <a16:creationId xmlns:a16="http://schemas.microsoft.com/office/drawing/2014/main" id="{867326A9-AC5C-45D3-AB16-1AB0A7D8498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8" name="Rectangle 927">
                <a:extLst>
                  <a:ext uri="{FF2B5EF4-FFF2-40B4-BE49-F238E27FC236}">
                    <a16:creationId xmlns:a16="http://schemas.microsoft.com/office/drawing/2014/main" id="{8165CE4C-C3C4-4598-A547-5079B2E4D2F2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9" name="Rectangle 928">
                <a:extLst>
                  <a:ext uri="{FF2B5EF4-FFF2-40B4-BE49-F238E27FC236}">
                    <a16:creationId xmlns:a16="http://schemas.microsoft.com/office/drawing/2014/main" id="{183C077D-DFD1-4E13-B18A-34EBDF310B1C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0" name="Rectangle 929">
                <a:extLst>
                  <a:ext uri="{FF2B5EF4-FFF2-40B4-BE49-F238E27FC236}">
                    <a16:creationId xmlns:a16="http://schemas.microsoft.com/office/drawing/2014/main" id="{62FA009E-6CED-46CC-979A-AB490B24262D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1" name="Rectangle 930">
                <a:extLst>
                  <a:ext uri="{FF2B5EF4-FFF2-40B4-BE49-F238E27FC236}">
                    <a16:creationId xmlns:a16="http://schemas.microsoft.com/office/drawing/2014/main" id="{F26F3272-EED1-4BD5-9A16-532F4C9A87F6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2" name="Rectangle 931">
                <a:extLst>
                  <a:ext uri="{FF2B5EF4-FFF2-40B4-BE49-F238E27FC236}">
                    <a16:creationId xmlns:a16="http://schemas.microsoft.com/office/drawing/2014/main" id="{5E35A044-BB48-4DF9-A19D-D7DA060BA5A1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3" name="Rectangle 932">
                <a:extLst>
                  <a:ext uri="{FF2B5EF4-FFF2-40B4-BE49-F238E27FC236}">
                    <a16:creationId xmlns:a16="http://schemas.microsoft.com/office/drawing/2014/main" id="{E8D2663E-2C67-4AAF-B280-9ED4F8A3C488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4" name="Rectangle 933">
                <a:extLst>
                  <a:ext uri="{FF2B5EF4-FFF2-40B4-BE49-F238E27FC236}">
                    <a16:creationId xmlns:a16="http://schemas.microsoft.com/office/drawing/2014/main" id="{BB223833-56A0-4746-87DA-5A6C71C652E8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5" name="Rectangle 934">
                <a:extLst>
                  <a:ext uri="{FF2B5EF4-FFF2-40B4-BE49-F238E27FC236}">
                    <a16:creationId xmlns:a16="http://schemas.microsoft.com/office/drawing/2014/main" id="{1A70510E-737A-4C89-9FD9-91861D76E35F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6" name="Rectangle 935">
                <a:extLst>
                  <a:ext uri="{FF2B5EF4-FFF2-40B4-BE49-F238E27FC236}">
                    <a16:creationId xmlns:a16="http://schemas.microsoft.com/office/drawing/2014/main" id="{2EE01EF6-3899-41E0-A83B-5CBF695F8FB6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1DA7A3AD-55F1-4E06-B953-3CBE333CDC4C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8" name="Rectangle 937">
                <a:extLst>
                  <a:ext uri="{FF2B5EF4-FFF2-40B4-BE49-F238E27FC236}">
                    <a16:creationId xmlns:a16="http://schemas.microsoft.com/office/drawing/2014/main" id="{1AFA3A1F-162C-4A7C-89D5-F8047F1E398B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9" name="Rectangle 938">
                <a:extLst>
                  <a:ext uri="{FF2B5EF4-FFF2-40B4-BE49-F238E27FC236}">
                    <a16:creationId xmlns:a16="http://schemas.microsoft.com/office/drawing/2014/main" id="{8559F35F-D224-40EC-BD5A-B462EC2F49DA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0A14465E-B9F3-47BF-87A1-E6EFBA6BE3D9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1" name="Rectangle 940">
                <a:extLst>
                  <a:ext uri="{FF2B5EF4-FFF2-40B4-BE49-F238E27FC236}">
                    <a16:creationId xmlns:a16="http://schemas.microsoft.com/office/drawing/2014/main" id="{4DAD4386-7BB3-4087-A80D-92747191E3CF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2" name="Rectangle 941">
                <a:extLst>
                  <a:ext uri="{FF2B5EF4-FFF2-40B4-BE49-F238E27FC236}">
                    <a16:creationId xmlns:a16="http://schemas.microsoft.com/office/drawing/2014/main" id="{918D9F79-1712-42E4-BD22-D78DC1CDDA88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3" name="Rectangle 942">
                <a:extLst>
                  <a:ext uri="{FF2B5EF4-FFF2-40B4-BE49-F238E27FC236}">
                    <a16:creationId xmlns:a16="http://schemas.microsoft.com/office/drawing/2014/main" id="{484ACB71-0884-4643-A004-CC29BA72F3D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4" name="Rectangle 943">
                <a:extLst>
                  <a:ext uri="{FF2B5EF4-FFF2-40B4-BE49-F238E27FC236}">
                    <a16:creationId xmlns:a16="http://schemas.microsoft.com/office/drawing/2014/main" id="{534447D8-10F5-4F33-8531-866E0A7C888C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5" name="Rectangle 944">
                <a:extLst>
                  <a:ext uri="{FF2B5EF4-FFF2-40B4-BE49-F238E27FC236}">
                    <a16:creationId xmlns:a16="http://schemas.microsoft.com/office/drawing/2014/main" id="{4F38ADBA-68F0-47F4-A1FB-4B763B22C04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6" name="Rectangle 945">
                <a:extLst>
                  <a:ext uri="{FF2B5EF4-FFF2-40B4-BE49-F238E27FC236}">
                    <a16:creationId xmlns:a16="http://schemas.microsoft.com/office/drawing/2014/main" id="{DFF5E8BD-EE35-4D40-BCD7-006D380100D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7" name="Rectangle 946">
                <a:extLst>
                  <a:ext uri="{FF2B5EF4-FFF2-40B4-BE49-F238E27FC236}">
                    <a16:creationId xmlns:a16="http://schemas.microsoft.com/office/drawing/2014/main" id="{C567C78B-D08C-4517-872A-76860CD0222C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8" name="Rectangle 947">
                <a:extLst>
                  <a:ext uri="{FF2B5EF4-FFF2-40B4-BE49-F238E27FC236}">
                    <a16:creationId xmlns:a16="http://schemas.microsoft.com/office/drawing/2014/main" id="{C67D4EAB-4513-459B-9004-F395DEBBAED2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9" name="Rectangle 948">
                <a:extLst>
                  <a:ext uri="{FF2B5EF4-FFF2-40B4-BE49-F238E27FC236}">
                    <a16:creationId xmlns:a16="http://schemas.microsoft.com/office/drawing/2014/main" id="{4EE30889-5D95-4F16-8ECE-432CDFC1ED23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0" name="Rectangle 949">
                <a:extLst>
                  <a:ext uri="{FF2B5EF4-FFF2-40B4-BE49-F238E27FC236}">
                    <a16:creationId xmlns:a16="http://schemas.microsoft.com/office/drawing/2014/main" id="{0AB7A512-1783-4371-ADFD-E5C41514BDC8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1" name="Rectangle 950">
                <a:extLst>
                  <a:ext uri="{FF2B5EF4-FFF2-40B4-BE49-F238E27FC236}">
                    <a16:creationId xmlns:a16="http://schemas.microsoft.com/office/drawing/2014/main" id="{D45CFF50-1357-4DE0-96F1-E1A1747A111D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2" name="Rectangle 951">
                <a:extLst>
                  <a:ext uri="{FF2B5EF4-FFF2-40B4-BE49-F238E27FC236}">
                    <a16:creationId xmlns:a16="http://schemas.microsoft.com/office/drawing/2014/main" id="{F346ADFF-B87D-4DB2-A544-B1EF447DF9FF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3" name="Rectangle 952">
                <a:extLst>
                  <a:ext uri="{FF2B5EF4-FFF2-40B4-BE49-F238E27FC236}">
                    <a16:creationId xmlns:a16="http://schemas.microsoft.com/office/drawing/2014/main" id="{871246A1-1FAB-4E1D-8908-08D99B89F22E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4" name="Rectangle 953">
                <a:extLst>
                  <a:ext uri="{FF2B5EF4-FFF2-40B4-BE49-F238E27FC236}">
                    <a16:creationId xmlns:a16="http://schemas.microsoft.com/office/drawing/2014/main" id="{7B1C1263-CC5B-4177-91B5-D207DB225ADD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5" name="Rectangle 954">
                <a:extLst>
                  <a:ext uri="{FF2B5EF4-FFF2-40B4-BE49-F238E27FC236}">
                    <a16:creationId xmlns:a16="http://schemas.microsoft.com/office/drawing/2014/main" id="{6A95902B-3D28-4BE7-A9A1-57101A9F63FB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6" name="Rectangle 955">
                <a:extLst>
                  <a:ext uri="{FF2B5EF4-FFF2-40B4-BE49-F238E27FC236}">
                    <a16:creationId xmlns:a16="http://schemas.microsoft.com/office/drawing/2014/main" id="{7646C568-6023-4007-9434-B89801305CB0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F8B5DFD5-BD08-4B51-AA8C-E9FE3E4B847E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8" name="Rectangle 957">
                <a:extLst>
                  <a:ext uri="{FF2B5EF4-FFF2-40B4-BE49-F238E27FC236}">
                    <a16:creationId xmlns:a16="http://schemas.microsoft.com/office/drawing/2014/main" id="{E25E7AD9-7822-488C-964F-B75F01F52671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330DAA96-6636-4C83-A803-1DA91CE48781}"/>
                </a:ext>
              </a:extLst>
            </p:cNvPr>
            <p:cNvGrpSpPr/>
            <p:nvPr/>
          </p:nvGrpSpPr>
          <p:grpSpPr>
            <a:xfrm>
              <a:off x="5611812" y="1730982"/>
              <a:ext cx="3051176" cy="3048000"/>
              <a:chOff x="4086225" y="206982"/>
              <a:chExt cx="6102350" cy="6096000"/>
            </a:xfrm>
          </p:grpSpPr>
          <p:sp>
            <p:nvSpPr>
              <p:cNvPr id="863" name="Rectangle 862">
                <a:extLst>
                  <a:ext uri="{FF2B5EF4-FFF2-40B4-BE49-F238E27FC236}">
                    <a16:creationId xmlns:a16="http://schemas.microsoft.com/office/drawing/2014/main" id="{4E89AD67-8A18-4BF2-A77D-F4757F38235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4" name="Rectangle 863">
                <a:extLst>
                  <a:ext uri="{FF2B5EF4-FFF2-40B4-BE49-F238E27FC236}">
                    <a16:creationId xmlns:a16="http://schemas.microsoft.com/office/drawing/2014/main" id="{97F7300D-E646-49E8-836A-B008B4BB6108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5" name="Rectangle 864">
                <a:extLst>
                  <a:ext uri="{FF2B5EF4-FFF2-40B4-BE49-F238E27FC236}">
                    <a16:creationId xmlns:a16="http://schemas.microsoft.com/office/drawing/2014/main" id="{578BE64F-254B-44D8-9AB9-7E8BD8923FFD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6" name="Rectangle 865">
                <a:extLst>
                  <a:ext uri="{FF2B5EF4-FFF2-40B4-BE49-F238E27FC236}">
                    <a16:creationId xmlns:a16="http://schemas.microsoft.com/office/drawing/2014/main" id="{2C2D45F0-FD33-4E29-AF13-BAADB1BC14F6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7" name="Rectangle 866">
                <a:extLst>
                  <a:ext uri="{FF2B5EF4-FFF2-40B4-BE49-F238E27FC236}">
                    <a16:creationId xmlns:a16="http://schemas.microsoft.com/office/drawing/2014/main" id="{F34B7793-C8A7-4DE9-BD42-1B3392CA778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8" name="Rectangle 867">
                <a:extLst>
                  <a:ext uri="{FF2B5EF4-FFF2-40B4-BE49-F238E27FC236}">
                    <a16:creationId xmlns:a16="http://schemas.microsoft.com/office/drawing/2014/main" id="{3C37A3C5-BF19-42D1-9BFA-9956D9723AAC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9" name="Rectangle 868">
                <a:extLst>
                  <a:ext uri="{FF2B5EF4-FFF2-40B4-BE49-F238E27FC236}">
                    <a16:creationId xmlns:a16="http://schemas.microsoft.com/office/drawing/2014/main" id="{A1AF828E-B552-4A6A-AD63-4D56B95FB0B0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0" name="Rectangle 869">
                <a:extLst>
                  <a:ext uri="{FF2B5EF4-FFF2-40B4-BE49-F238E27FC236}">
                    <a16:creationId xmlns:a16="http://schemas.microsoft.com/office/drawing/2014/main" id="{893A415B-5CFE-4E71-B381-D9BBB08A6139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1" name="Rectangle 870">
                <a:extLst>
                  <a:ext uri="{FF2B5EF4-FFF2-40B4-BE49-F238E27FC236}">
                    <a16:creationId xmlns:a16="http://schemas.microsoft.com/office/drawing/2014/main" id="{5B8FA608-EB67-4643-8639-ACFEF2BD1660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2" name="Rectangle 871">
                <a:extLst>
                  <a:ext uri="{FF2B5EF4-FFF2-40B4-BE49-F238E27FC236}">
                    <a16:creationId xmlns:a16="http://schemas.microsoft.com/office/drawing/2014/main" id="{2F111D8C-4620-4D34-99B8-98AA75356EFF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3" name="Rectangle 872">
                <a:extLst>
                  <a:ext uri="{FF2B5EF4-FFF2-40B4-BE49-F238E27FC236}">
                    <a16:creationId xmlns:a16="http://schemas.microsoft.com/office/drawing/2014/main" id="{86019A4A-8C5B-4FC7-880D-82F84F47EC01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4" name="Rectangle 873">
                <a:extLst>
                  <a:ext uri="{FF2B5EF4-FFF2-40B4-BE49-F238E27FC236}">
                    <a16:creationId xmlns:a16="http://schemas.microsoft.com/office/drawing/2014/main" id="{8589F0BC-0B40-4908-BAAB-A3B62337975E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5" name="Rectangle 874">
                <a:extLst>
                  <a:ext uri="{FF2B5EF4-FFF2-40B4-BE49-F238E27FC236}">
                    <a16:creationId xmlns:a16="http://schemas.microsoft.com/office/drawing/2014/main" id="{4172AFA5-970B-44A6-8C96-3EDCA1C06BFD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6" name="Rectangle 875">
                <a:extLst>
                  <a:ext uri="{FF2B5EF4-FFF2-40B4-BE49-F238E27FC236}">
                    <a16:creationId xmlns:a16="http://schemas.microsoft.com/office/drawing/2014/main" id="{4778FB7D-7F07-4742-B424-43EB85832AAD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7" name="Rectangle 876">
                <a:extLst>
                  <a:ext uri="{FF2B5EF4-FFF2-40B4-BE49-F238E27FC236}">
                    <a16:creationId xmlns:a16="http://schemas.microsoft.com/office/drawing/2014/main" id="{482D95D2-E879-44B8-AE7D-BB51E9E16FB8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8" name="Rectangle 877">
                <a:extLst>
                  <a:ext uri="{FF2B5EF4-FFF2-40B4-BE49-F238E27FC236}">
                    <a16:creationId xmlns:a16="http://schemas.microsoft.com/office/drawing/2014/main" id="{CFFA6CE4-8E86-4F8D-8560-01B501169D7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9" name="Rectangle 878">
                <a:extLst>
                  <a:ext uri="{FF2B5EF4-FFF2-40B4-BE49-F238E27FC236}">
                    <a16:creationId xmlns:a16="http://schemas.microsoft.com/office/drawing/2014/main" id="{3558962C-100F-4612-8B3D-45D1089759F5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0" name="Rectangle 879">
                <a:extLst>
                  <a:ext uri="{FF2B5EF4-FFF2-40B4-BE49-F238E27FC236}">
                    <a16:creationId xmlns:a16="http://schemas.microsoft.com/office/drawing/2014/main" id="{1A4E8909-414C-479E-AA32-00F7006C4544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1" name="Rectangle 880">
                <a:extLst>
                  <a:ext uri="{FF2B5EF4-FFF2-40B4-BE49-F238E27FC236}">
                    <a16:creationId xmlns:a16="http://schemas.microsoft.com/office/drawing/2014/main" id="{99162A82-1D92-4C36-AE17-076B1CC2F1BF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2" name="Rectangle 881">
                <a:extLst>
                  <a:ext uri="{FF2B5EF4-FFF2-40B4-BE49-F238E27FC236}">
                    <a16:creationId xmlns:a16="http://schemas.microsoft.com/office/drawing/2014/main" id="{3EFD83EF-D632-486D-938E-89ADAAA1354A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3" name="Rectangle 882">
                <a:extLst>
                  <a:ext uri="{FF2B5EF4-FFF2-40B4-BE49-F238E27FC236}">
                    <a16:creationId xmlns:a16="http://schemas.microsoft.com/office/drawing/2014/main" id="{A0332295-1468-4FF4-ADEF-74037A674C7F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4" name="Rectangle 883">
                <a:extLst>
                  <a:ext uri="{FF2B5EF4-FFF2-40B4-BE49-F238E27FC236}">
                    <a16:creationId xmlns:a16="http://schemas.microsoft.com/office/drawing/2014/main" id="{8A054DD1-F071-4888-949A-34CB689E92CB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5" name="Rectangle 884">
                <a:extLst>
                  <a:ext uri="{FF2B5EF4-FFF2-40B4-BE49-F238E27FC236}">
                    <a16:creationId xmlns:a16="http://schemas.microsoft.com/office/drawing/2014/main" id="{0164A953-ED3E-49C8-9340-6BF59B071E8C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6" name="Rectangle 885">
                <a:extLst>
                  <a:ext uri="{FF2B5EF4-FFF2-40B4-BE49-F238E27FC236}">
                    <a16:creationId xmlns:a16="http://schemas.microsoft.com/office/drawing/2014/main" id="{62AA80AA-BB9D-40B0-9282-B456992F038D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7" name="Rectangle 886">
                <a:extLst>
                  <a:ext uri="{FF2B5EF4-FFF2-40B4-BE49-F238E27FC236}">
                    <a16:creationId xmlns:a16="http://schemas.microsoft.com/office/drawing/2014/main" id="{294AF06D-32AC-43A5-BB6F-2EF285B5F502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8" name="Rectangle 887">
                <a:extLst>
                  <a:ext uri="{FF2B5EF4-FFF2-40B4-BE49-F238E27FC236}">
                    <a16:creationId xmlns:a16="http://schemas.microsoft.com/office/drawing/2014/main" id="{CE0AF75D-E395-4122-A032-4C0D06505AED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9" name="Rectangle 888">
                <a:extLst>
                  <a:ext uri="{FF2B5EF4-FFF2-40B4-BE49-F238E27FC236}">
                    <a16:creationId xmlns:a16="http://schemas.microsoft.com/office/drawing/2014/main" id="{9238BBFF-5B12-402E-93BE-411743927C9E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0" name="Rectangle 889">
                <a:extLst>
                  <a:ext uri="{FF2B5EF4-FFF2-40B4-BE49-F238E27FC236}">
                    <a16:creationId xmlns:a16="http://schemas.microsoft.com/office/drawing/2014/main" id="{4307E0AA-E87E-480D-BAFF-CBD5CD63C78F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1" name="Rectangle 890">
                <a:extLst>
                  <a:ext uri="{FF2B5EF4-FFF2-40B4-BE49-F238E27FC236}">
                    <a16:creationId xmlns:a16="http://schemas.microsoft.com/office/drawing/2014/main" id="{0E1256E0-4CB2-43C6-9446-7A99BB7D4CD5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2" name="Rectangle 891">
                <a:extLst>
                  <a:ext uri="{FF2B5EF4-FFF2-40B4-BE49-F238E27FC236}">
                    <a16:creationId xmlns:a16="http://schemas.microsoft.com/office/drawing/2014/main" id="{77947FA4-686E-4A3F-B318-7568DF0E6382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3" name="Rectangle 892">
                <a:extLst>
                  <a:ext uri="{FF2B5EF4-FFF2-40B4-BE49-F238E27FC236}">
                    <a16:creationId xmlns:a16="http://schemas.microsoft.com/office/drawing/2014/main" id="{989BC527-2C2A-4FAA-88B8-A01758502D7A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4" name="Rectangle 893">
                <a:extLst>
                  <a:ext uri="{FF2B5EF4-FFF2-40B4-BE49-F238E27FC236}">
                    <a16:creationId xmlns:a16="http://schemas.microsoft.com/office/drawing/2014/main" id="{54111779-E841-42A5-AA6D-904586D8D9B0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5" name="Rectangle 894">
                <a:extLst>
                  <a:ext uri="{FF2B5EF4-FFF2-40B4-BE49-F238E27FC236}">
                    <a16:creationId xmlns:a16="http://schemas.microsoft.com/office/drawing/2014/main" id="{E43215A1-7EAB-4B4D-B8CD-B2942B017357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6" name="Rectangle 895">
                <a:extLst>
                  <a:ext uri="{FF2B5EF4-FFF2-40B4-BE49-F238E27FC236}">
                    <a16:creationId xmlns:a16="http://schemas.microsoft.com/office/drawing/2014/main" id="{9FDB4928-5B0D-4828-B3F9-5143082CB603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7" name="Rectangle 896">
                <a:extLst>
                  <a:ext uri="{FF2B5EF4-FFF2-40B4-BE49-F238E27FC236}">
                    <a16:creationId xmlns:a16="http://schemas.microsoft.com/office/drawing/2014/main" id="{E253F5DB-58B4-4932-B1BF-FC72317992E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8" name="Rectangle 897">
                <a:extLst>
                  <a:ext uri="{FF2B5EF4-FFF2-40B4-BE49-F238E27FC236}">
                    <a16:creationId xmlns:a16="http://schemas.microsoft.com/office/drawing/2014/main" id="{186110C8-031C-4710-A5C6-908D233EDE5A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9" name="Rectangle 898">
                <a:extLst>
                  <a:ext uri="{FF2B5EF4-FFF2-40B4-BE49-F238E27FC236}">
                    <a16:creationId xmlns:a16="http://schemas.microsoft.com/office/drawing/2014/main" id="{A24D2951-48B2-46D6-B2C8-6037F3FBFE79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0" name="Rectangle 899">
                <a:extLst>
                  <a:ext uri="{FF2B5EF4-FFF2-40B4-BE49-F238E27FC236}">
                    <a16:creationId xmlns:a16="http://schemas.microsoft.com/office/drawing/2014/main" id="{98490608-412C-45E5-8BF5-CF8FE22B48D4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1" name="Rectangle 900">
                <a:extLst>
                  <a:ext uri="{FF2B5EF4-FFF2-40B4-BE49-F238E27FC236}">
                    <a16:creationId xmlns:a16="http://schemas.microsoft.com/office/drawing/2014/main" id="{A0402294-0506-4198-9DFE-85E2BAB6CC76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2" name="Rectangle 901">
                <a:extLst>
                  <a:ext uri="{FF2B5EF4-FFF2-40B4-BE49-F238E27FC236}">
                    <a16:creationId xmlns:a16="http://schemas.microsoft.com/office/drawing/2014/main" id="{5AAC4973-340B-4762-BC53-1F4AF2312562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3" name="Rectangle 902">
                <a:extLst>
                  <a:ext uri="{FF2B5EF4-FFF2-40B4-BE49-F238E27FC236}">
                    <a16:creationId xmlns:a16="http://schemas.microsoft.com/office/drawing/2014/main" id="{A30BC2F3-D271-4F67-93FD-836F1F75DE29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4" name="Rectangle 903">
                <a:extLst>
                  <a:ext uri="{FF2B5EF4-FFF2-40B4-BE49-F238E27FC236}">
                    <a16:creationId xmlns:a16="http://schemas.microsoft.com/office/drawing/2014/main" id="{67BB8E91-E15F-4720-B733-BF594E87936A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5" name="Rectangle 904">
                <a:extLst>
                  <a:ext uri="{FF2B5EF4-FFF2-40B4-BE49-F238E27FC236}">
                    <a16:creationId xmlns:a16="http://schemas.microsoft.com/office/drawing/2014/main" id="{990BB6E3-84A4-4D69-B971-F76B9C6A80B5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id="{C96C11BF-2882-4652-A04D-21D68D77B537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7" name="Rectangle 906">
                <a:extLst>
                  <a:ext uri="{FF2B5EF4-FFF2-40B4-BE49-F238E27FC236}">
                    <a16:creationId xmlns:a16="http://schemas.microsoft.com/office/drawing/2014/main" id="{55AEE9CC-5B1E-48F9-84C6-F2A4B551F061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8" name="Rectangle 907">
                <a:extLst>
                  <a:ext uri="{FF2B5EF4-FFF2-40B4-BE49-F238E27FC236}">
                    <a16:creationId xmlns:a16="http://schemas.microsoft.com/office/drawing/2014/main" id="{98DFA464-8517-41B4-A6C5-A3F4B745B6C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9" name="Rectangle 908">
                <a:extLst>
                  <a:ext uri="{FF2B5EF4-FFF2-40B4-BE49-F238E27FC236}">
                    <a16:creationId xmlns:a16="http://schemas.microsoft.com/office/drawing/2014/main" id="{6D4BED88-572A-4F93-B3B3-25855AE4142B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A5FC228F-1932-4301-832D-C8AFCDED640D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4" name="Group 813">
              <a:extLst>
                <a:ext uri="{FF2B5EF4-FFF2-40B4-BE49-F238E27FC236}">
                  <a16:creationId xmlns:a16="http://schemas.microsoft.com/office/drawing/2014/main" id="{CB31D362-2129-4162-A3EE-B1F7D15B55E3}"/>
                </a:ext>
              </a:extLst>
            </p:cNvPr>
            <p:cNvGrpSpPr/>
            <p:nvPr/>
          </p:nvGrpSpPr>
          <p:grpSpPr>
            <a:xfrm>
              <a:off x="6374606" y="2492982"/>
              <a:ext cx="1525588" cy="1524000"/>
              <a:chOff x="4086225" y="206982"/>
              <a:chExt cx="6102350" cy="6096000"/>
            </a:xfrm>
          </p:grpSpPr>
          <p:sp>
            <p:nvSpPr>
              <p:cNvPr id="815" name="Rectangle 814">
                <a:extLst>
                  <a:ext uri="{FF2B5EF4-FFF2-40B4-BE49-F238E27FC236}">
                    <a16:creationId xmlns:a16="http://schemas.microsoft.com/office/drawing/2014/main" id="{7E82C1E6-86CC-46C0-ADB0-E1863BEF7BAF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6" name="Rectangle 815">
                <a:extLst>
                  <a:ext uri="{FF2B5EF4-FFF2-40B4-BE49-F238E27FC236}">
                    <a16:creationId xmlns:a16="http://schemas.microsoft.com/office/drawing/2014/main" id="{0A76F2F6-A7A2-4233-95F0-C9F739D13A5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7" name="Rectangle 816">
                <a:extLst>
                  <a:ext uri="{FF2B5EF4-FFF2-40B4-BE49-F238E27FC236}">
                    <a16:creationId xmlns:a16="http://schemas.microsoft.com/office/drawing/2014/main" id="{025AE775-1182-4CAE-BEAC-1851C642AFFB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D1116A24-82E1-4E33-8258-41E7CFB5F181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9" name="Rectangle 818">
                <a:extLst>
                  <a:ext uri="{FF2B5EF4-FFF2-40B4-BE49-F238E27FC236}">
                    <a16:creationId xmlns:a16="http://schemas.microsoft.com/office/drawing/2014/main" id="{FD8A4594-B017-4C14-B6EC-3BA826CDEB3E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0" name="Rectangle 819">
                <a:extLst>
                  <a:ext uri="{FF2B5EF4-FFF2-40B4-BE49-F238E27FC236}">
                    <a16:creationId xmlns:a16="http://schemas.microsoft.com/office/drawing/2014/main" id="{A7C1BFB3-7056-4FCF-9FF9-A1EDDDBE9181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1" name="Rectangle 820">
                <a:extLst>
                  <a:ext uri="{FF2B5EF4-FFF2-40B4-BE49-F238E27FC236}">
                    <a16:creationId xmlns:a16="http://schemas.microsoft.com/office/drawing/2014/main" id="{D2023395-E6D1-4FF3-A833-85A91BA9EF6A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2" name="Rectangle 821">
                <a:extLst>
                  <a:ext uri="{FF2B5EF4-FFF2-40B4-BE49-F238E27FC236}">
                    <a16:creationId xmlns:a16="http://schemas.microsoft.com/office/drawing/2014/main" id="{728F950E-CAF5-413F-84F4-E287208BA01F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3" name="Rectangle 822">
                <a:extLst>
                  <a:ext uri="{FF2B5EF4-FFF2-40B4-BE49-F238E27FC236}">
                    <a16:creationId xmlns:a16="http://schemas.microsoft.com/office/drawing/2014/main" id="{5743A5B7-65F7-4164-8D22-678F65C52F8C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4" name="Rectangle 823">
                <a:extLst>
                  <a:ext uri="{FF2B5EF4-FFF2-40B4-BE49-F238E27FC236}">
                    <a16:creationId xmlns:a16="http://schemas.microsoft.com/office/drawing/2014/main" id="{2100B654-CEF9-45DD-8FA1-3FE770C5E0ED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5" name="Rectangle 824">
                <a:extLst>
                  <a:ext uri="{FF2B5EF4-FFF2-40B4-BE49-F238E27FC236}">
                    <a16:creationId xmlns:a16="http://schemas.microsoft.com/office/drawing/2014/main" id="{785D5486-68B7-43B9-963A-B5E7FF89E39C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6" name="Rectangle 825">
                <a:extLst>
                  <a:ext uri="{FF2B5EF4-FFF2-40B4-BE49-F238E27FC236}">
                    <a16:creationId xmlns:a16="http://schemas.microsoft.com/office/drawing/2014/main" id="{0A9BB4AA-F2D2-4CD9-B41C-C678AFB0B6D8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7" name="Rectangle 826">
                <a:extLst>
                  <a:ext uri="{FF2B5EF4-FFF2-40B4-BE49-F238E27FC236}">
                    <a16:creationId xmlns:a16="http://schemas.microsoft.com/office/drawing/2014/main" id="{C6CECCA1-B386-4233-8653-FE719803C22B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8" name="Rectangle 827">
                <a:extLst>
                  <a:ext uri="{FF2B5EF4-FFF2-40B4-BE49-F238E27FC236}">
                    <a16:creationId xmlns:a16="http://schemas.microsoft.com/office/drawing/2014/main" id="{42D3C0BC-71FB-4322-AD18-3809CEB62344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9" name="Rectangle 828">
                <a:extLst>
                  <a:ext uri="{FF2B5EF4-FFF2-40B4-BE49-F238E27FC236}">
                    <a16:creationId xmlns:a16="http://schemas.microsoft.com/office/drawing/2014/main" id="{F1EC69FE-D438-4C28-83DC-37FA4C70E58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0" name="Rectangle 829">
                <a:extLst>
                  <a:ext uri="{FF2B5EF4-FFF2-40B4-BE49-F238E27FC236}">
                    <a16:creationId xmlns:a16="http://schemas.microsoft.com/office/drawing/2014/main" id="{06B2B20B-9EE4-4DA9-AFB8-066842B7F18C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1" name="Rectangle 830">
                <a:extLst>
                  <a:ext uri="{FF2B5EF4-FFF2-40B4-BE49-F238E27FC236}">
                    <a16:creationId xmlns:a16="http://schemas.microsoft.com/office/drawing/2014/main" id="{6F1DB545-8384-48AC-BEFB-4539777C732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2" name="Rectangle 831">
                <a:extLst>
                  <a:ext uri="{FF2B5EF4-FFF2-40B4-BE49-F238E27FC236}">
                    <a16:creationId xmlns:a16="http://schemas.microsoft.com/office/drawing/2014/main" id="{55F6F4CA-EE04-4260-8D42-1093F819380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3" name="Rectangle 832">
                <a:extLst>
                  <a:ext uri="{FF2B5EF4-FFF2-40B4-BE49-F238E27FC236}">
                    <a16:creationId xmlns:a16="http://schemas.microsoft.com/office/drawing/2014/main" id="{CB4EBE1A-79AB-4D9A-B65F-CED99E3A6C6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4" name="Rectangle 833">
                <a:extLst>
                  <a:ext uri="{FF2B5EF4-FFF2-40B4-BE49-F238E27FC236}">
                    <a16:creationId xmlns:a16="http://schemas.microsoft.com/office/drawing/2014/main" id="{409CDC3F-C4C6-43ED-A36E-FD046E34685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5" name="Rectangle 834">
                <a:extLst>
                  <a:ext uri="{FF2B5EF4-FFF2-40B4-BE49-F238E27FC236}">
                    <a16:creationId xmlns:a16="http://schemas.microsoft.com/office/drawing/2014/main" id="{228CC525-6FAC-45B2-8AF6-1EF685B919A9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6" name="Rectangle 835">
                <a:extLst>
                  <a:ext uri="{FF2B5EF4-FFF2-40B4-BE49-F238E27FC236}">
                    <a16:creationId xmlns:a16="http://schemas.microsoft.com/office/drawing/2014/main" id="{D84CA906-7A1A-4897-9057-98930F697D92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7" name="Rectangle 836">
                <a:extLst>
                  <a:ext uri="{FF2B5EF4-FFF2-40B4-BE49-F238E27FC236}">
                    <a16:creationId xmlns:a16="http://schemas.microsoft.com/office/drawing/2014/main" id="{3E1A278E-BCA8-4596-9063-BE5A8091A1D1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8" name="Rectangle 837">
                <a:extLst>
                  <a:ext uri="{FF2B5EF4-FFF2-40B4-BE49-F238E27FC236}">
                    <a16:creationId xmlns:a16="http://schemas.microsoft.com/office/drawing/2014/main" id="{C1C716EE-14F9-4BBE-A507-D98400ED6E82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9" name="Rectangle 838">
                <a:extLst>
                  <a:ext uri="{FF2B5EF4-FFF2-40B4-BE49-F238E27FC236}">
                    <a16:creationId xmlns:a16="http://schemas.microsoft.com/office/drawing/2014/main" id="{83BD89C8-67E5-413F-9BB6-82AC2E97532B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0" name="Rectangle 839">
                <a:extLst>
                  <a:ext uri="{FF2B5EF4-FFF2-40B4-BE49-F238E27FC236}">
                    <a16:creationId xmlns:a16="http://schemas.microsoft.com/office/drawing/2014/main" id="{3A9C83A1-AF67-462C-96E7-5E71D03C9CBE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1" name="Rectangle 840">
                <a:extLst>
                  <a:ext uri="{FF2B5EF4-FFF2-40B4-BE49-F238E27FC236}">
                    <a16:creationId xmlns:a16="http://schemas.microsoft.com/office/drawing/2014/main" id="{2FF1F790-E0B5-49A1-A9AC-A24877EA2B69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2" name="Rectangle 841">
                <a:extLst>
                  <a:ext uri="{FF2B5EF4-FFF2-40B4-BE49-F238E27FC236}">
                    <a16:creationId xmlns:a16="http://schemas.microsoft.com/office/drawing/2014/main" id="{8119ECCA-93ED-4378-BA42-5379EF8090A1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3" name="Rectangle 842">
                <a:extLst>
                  <a:ext uri="{FF2B5EF4-FFF2-40B4-BE49-F238E27FC236}">
                    <a16:creationId xmlns:a16="http://schemas.microsoft.com/office/drawing/2014/main" id="{1B7E1D2D-BDBC-4DB8-9DDD-C27889A06EAE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4" name="Rectangle 843">
                <a:extLst>
                  <a:ext uri="{FF2B5EF4-FFF2-40B4-BE49-F238E27FC236}">
                    <a16:creationId xmlns:a16="http://schemas.microsoft.com/office/drawing/2014/main" id="{46C63AF5-12F6-44D8-86E6-0BF75025C35D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5" name="Rectangle 844">
                <a:extLst>
                  <a:ext uri="{FF2B5EF4-FFF2-40B4-BE49-F238E27FC236}">
                    <a16:creationId xmlns:a16="http://schemas.microsoft.com/office/drawing/2014/main" id="{67C36F53-2497-4E48-90BD-21DE8CEFA7D7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6" name="Rectangle 845">
                <a:extLst>
                  <a:ext uri="{FF2B5EF4-FFF2-40B4-BE49-F238E27FC236}">
                    <a16:creationId xmlns:a16="http://schemas.microsoft.com/office/drawing/2014/main" id="{5D89B68E-2477-48B0-8B18-A1E71BE04C82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7" name="Rectangle 846">
                <a:extLst>
                  <a:ext uri="{FF2B5EF4-FFF2-40B4-BE49-F238E27FC236}">
                    <a16:creationId xmlns:a16="http://schemas.microsoft.com/office/drawing/2014/main" id="{37654E20-03B9-4653-8DC9-2FFB0E60FD3E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8" name="Rectangle 847">
                <a:extLst>
                  <a:ext uri="{FF2B5EF4-FFF2-40B4-BE49-F238E27FC236}">
                    <a16:creationId xmlns:a16="http://schemas.microsoft.com/office/drawing/2014/main" id="{0A38A898-D895-465C-9293-7AB751256138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9" name="Rectangle 848">
                <a:extLst>
                  <a:ext uri="{FF2B5EF4-FFF2-40B4-BE49-F238E27FC236}">
                    <a16:creationId xmlns:a16="http://schemas.microsoft.com/office/drawing/2014/main" id="{84E3D882-1D93-48EF-9AF6-2B553755BF3C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0" name="Rectangle 849">
                <a:extLst>
                  <a:ext uri="{FF2B5EF4-FFF2-40B4-BE49-F238E27FC236}">
                    <a16:creationId xmlns:a16="http://schemas.microsoft.com/office/drawing/2014/main" id="{EC56EBE6-0740-4F5C-9C52-3B8D0E2DCBC9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1" name="Rectangle 850">
                <a:extLst>
                  <a:ext uri="{FF2B5EF4-FFF2-40B4-BE49-F238E27FC236}">
                    <a16:creationId xmlns:a16="http://schemas.microsoft.com/office/drawing/2014/main" id="{25864F12-DAF3-4BDE-893A-800EC011C87A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315F802A-5B8F-4AF6-87E1-4411496769DF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3" name="Rectangle 852">
                <a:extLst>
                  <a:ext uri="{FF2B5EF4-FFF2-40B4-BE49-F238E27FC236}">
                    <a16:creationId xmlns:a16="http://schemas.microsoft.com/office/drawing/2014/main" id="{BD0B44F1-394C-4D01-B9F7-8CCE331D1DEF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4" name="Rectangle 853">
                <a:extLst>
                  <a:ext uri="{FF2B5EF4-FFF2-40B4-BE49-F238E27FC236}">
                    <a16:creationId xmlns:a16="http://schemas.microsoft.com/office/drawing/2014/main" id="{86A581BD-780B-4C62-8FC8-180C1AF26D03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5" name="Rectangle 854">
                <a:extLst>
                  <a:ext uri="{FF2B5EF4-FFF2-40B4-BE49-F238E27FC236}">
                    <a16:creationId xmlns:a16="http://schemas.microsoft.com/office/drawing/2014/main" id="{9A812113-D9D2-44BB-9BDA-153201FBBC33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6" name="Rectangle 855">
                <a:extLst>
                  <a:ext uri="{FF2B5EF4-FFF2-40B4-BE49-F238E27FC236}">
                    <a16:creationId xmlns:a16="http://schemas.microsoft.com/office/drawing/2014/main" id="{FFF24ABF-B2A7-47FD-8EFE-61AD670D9E7D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7" name="Rectangle 856">
                <a:extLst>
                  <a:ext uri="{FF2B5EF4-FFF2-40B4-BE49-F238E27FC236}">
                    <a16:creationId xmlns:a16="http://schemas.microsoft.com/office/drawing/2014/main" id="{39EEE4DB-EE4B-4D64-A0C9-FC17CD614AD2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8" name="Rectangle 857">
                <a:extLst>
                  <a:ext uri="{FF2B5EF4-FFF2-40B4-BE49-F238E27FC236}">
                    <a16:creationId xmlns:a16="http://schemas.microsoft.com/office/drawing/2014/main" id="{8218EAB7-A729-405B-B55F-19290590DB16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9" name="Rectangle 858">
                <a:extLst>
                  <a:ext uri="{FF2B5EF4-FFF2-40B4-BE49-F238E27FC236}">
                    <a16:creationId xmlns:a16="http://schemas.microsoft.com/office/drawing/2014/main" id="{EEA0288E-8433-409E-9BA5-2451E4059CA2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0" name="Rectangle 859">
                <a:extLst>
                  <a:ext uri="{FF2B5EF4-FFF2-40B4-BE49-F238E27FC236}">
                    <a16:creationId xmlns:a16="http://schemas.microsoft.com/office/drawing/2014/main" id="{DA45C5BB-F5AA-4ADA-8874-8BF8D4D27D11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1" name="Rectangle 860">
                <a:extLst>
                  <a:ext uri="{FF2B5EF4-FFF2-40B4-BE49-F238E27FC236}">
                    <a16:creationId xmlns:a16="http://schemas.microsoft.com/office/drawing/2014/main" id="{076F1387-4CAE-466D-9F06-02A92A10086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2" name="Rectangle 861">
                <a:extLst>
                  <a:ext uri="{FF2B5EF4-FFF2-40B4-BE49-F238E27FC236}">
                    <a16:creationId xmlns:a16="http://schemas.microsoft.com/office/drawing/2014/main" id="{F3F57CB0-CAA0-4664-B1EF-76350E91CE13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959" name="Group 958">
            <a:extLst>
              <a:ext uri="{FF2B5EF4-FFF2-40B4-BE49-F238E27FC236}">
                <a16:creationId xmlns:a16="http://schemas.microsoft.com/office/drawing/2014/main" id="{1206BAD6-C888-4CD6-81AE-656FBD966C81}"/>
              </a:ext>
            </a:extLst>
          </p:cNvPr>
          <p:cNvGrpSpPr/>
          <p:nvPr/>
        </p:nvGrpSpPr>
        <p:grpSpPr>
          <a:xfrm>
            <a:off x="4206935" y="298329"/>
            <a:ext cx="5888037" cy="5921182"/>
            <a:chOff x="5191216" y="292821"/>
            <a:chExt cx="5888037" cy="5921182"/>
          </a:xfrm>
        </p:grpSpPr>
        <p:sp>
          <p:nvSpPr>
            <p:cNvPr id="960" name="Star: 5 Points 959">
              <a:extLst>
                <a:ext uri="{FF2B5EF4-FFF2-40B4-BE49-F238E27FC236}">
                  <a16:creationId xmlns:a16="http://schemas.microsoft.com/office/drawing/2014/main" id="{23793E9E-E7A0-46E1-8399-A0BAEEED5CF3}"/>
                </a:ext>
              </a:extLst>
            </p:cNvPr>
            <p:cNvSpPr/>
            <p:nvPr/>
          </p:nvSpPr>
          <p:spPr>
            <a:xfrm>
              <a:off x="6729584" y="104670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1" name="Star: 5 Points 960">
              <a:extLst>
                <a:ext uri="{FF2B5EF4-FFF2-40B4-BE49-F238E27FC236}">
                  <a16:creationId xmlns:a16="http://schemas.microsoft.com/office/drawing/2014/main" id="{973603FE-4B7A-4CC0-AE05-46931571485E}"/>
                </a:ext>
              </a:extLst>
            </p:cNvPr>
            <p:cNvSpPr/>
            <p:nvPr/>
          </p:nvSpPr>
          <p:spPr>
            <a:xfrm>
              <a:off x="9757674" y="181756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2" name="Star: 5 Points 961">
              <a:extLst>
                <a:ext uri="{FF2B5EF4-FFF2-40B4-BE49-F238E27FC236}">
                  <a16:creationId xmlns:a16="http://schemas.microsoft.com/office/drawing/2014/main" id="{2EBFD16D-67F9-4163-9FB2-5CF4FDE00051}"/>
                </a:ext>
              </a:extLst>
            </p:cNvPr>
            <p:cNvSpPr/>
            <p:nvPr/>
          </p:nvSpPr>
          <p:spPr>
            <a:xfrm>
              <a:off x="9072500" y="4897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3" name="Star: 5 Points 962">
              <a:extLst>
                <a:ext uri="{FF2B5EF4-FFF2-40B4-BE49-F238E27FC236}">
                  <a16:creationId xmlns:a16="http://schemas.microsoft.com/office/drawing/2014/main" id="{F3634B5B-312A-421D-A4C9-7A87D9E566EA}"/>
                </a:ext>
              </a:extLst>
            </p:cNvPr>
            <p:cNvSpPr/>
            <p:nvPr/>
          </p:nvSpPr>
          <p:spPr>
            <a:xfrm>
              <a:off x="5994382" y="5659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4" name="Star: 5 Points 963">
              <a:extLst>
                <a:ext uri="{FF2B5EF4-FFF2-40B4-BE49-F238E27FC236}">
                  <a16:creationId xmlns:a16="http://schemas.microsoft.com/office/drawing/2014/main" id="{754F5593-C29E-4218-A884-F9B55C4085BD}"/>
                </a:ext>
              </a:extLst>
            </p:cNvPr>
            <p:cNvSpPr/>
            <p:nvPr/>
          </p:nvSpPr>
          <p:spPr>
            <a:xfrm>
              <a:off x="5211934" y="109768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5" name="Star: 5 Points 964">
              <a:extLst>
                <a:ext uri="{FF2B5EF4-FFF2-40B4-BE49-F238E27FC236}">
                  <a16:creationId xmlns:a16="http://schemas.microsoft.com/office/drawing/2014/main" id="{B5CD9E1B-6487-4A91-B054-4A410944D414}"/>
                </a:ext>
              </a:extLst>
            </p:cNvPr>
            <p:cNvSpPr/>
            <p:nvPr/>
          </p:nvSpPr>
          <p:spPr>
            <a:xfrm>
              <a:off x="5964877" y="416465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6" name="Star: 5 Points 965">
              <a:extLst>
                <a:ext uri="{FF2B5EF4-FFF2-40B4-BE49-F238E27FC236}">
                  <a16:creationId xmlns:a16="http://schemas.microsoft.com/office/drawing/2014/main" id="{ACE9AC15-DB57-4326-A87F-F5B92AADF02F}"/>
                </a:ext>
              </a:extLst>
            </p:cNvPr>
            <p:cNvSpPr/>
            <p:nvPr/>
          </p:nvSpPr>
          <p:spPr>
            <a:xfrm>
              <a:off x="9775498" y="325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7" name="Star: 5 Points 966">
              <a:extLst>
                <a:ext uri="{FF2B5EF4-FFF2-40B4-BE49-F238E27FC236}">
                  <a16:creationId xmlns:a16="http://schemas.microsoft.com/office/drawing/2014/main" id="{EB9F7908-358E-4119-8CD0-136601DF4994}"/>
                </a:ext>
              </a:extLst>
            </p:cNvPr>
            <p:cNvSpPr/>
            <p:nvPr/>
          </p:nvSpPr>
          <p:spPr>
            <a:xfrm>
              <a:off x="10519542" y="489080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0" name="Star: 5 Points 969">
              <a:extLst>
                <a:ext uri="{FF2B5EF4-FFF2-40B4-BE49-F238E27FC236}">
                  <a16:creationId xmlns:a16="http://schemas.microsoft.com/office/drawing/2014/main" id="{F40D8B94-670E-47C1-BF97-2C3691396E04}"/>
                </a:ext>
              </a:extLst>
            </p:cNvPr>
            <p:cNvSpPr/>
            <p:nvPr/>
          </p:nvSpPr>
          <p:spPr>
            <a:xfrm>
              <a:off x="7542954" y="5689609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1" name="Star: 5 Points 970">
              <a:extLst>
                <a:ext uri="{FF2B5EF4-FFF2-40B4-BE49-F238E27FC236}">
                  <a16:creationId xmlns:a16="http://schemas.microsoft.com/office/drawing/2014/main" id="{C861D79E-708A-41E2-886B-6AD3C04A57DC}"/>
                </a:ext>
              </a:extLst>
            </p:cNvPr>
            <p:cNvSpPr/>
            <p:nvPr/>
          </p:nvSpPr>
          <p:spPr>
            <a:xfrm>
              <a:off x="10554859" y="336034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2" name="Star: 5 Points 971">
              <a:extLst>
                <a:ext uri="{FF2B5EF4-FFF2-40B4-BE49-F238E27FC236}">
                  <a16:creationId xmlns:a16="http://schemas.microsoft.com/office/drawing/2014/main" id="{034D90B2-A444-453B-B5F6-F0CB2C7B0A47}"/>
                </a:ext>
              </a:extLst>
            </p:cNvPr>
            <p:cNvSpPr/>
            <p:nvPr/>
          </p:nvSpPr>
          <p:spPr>
            <a:xfrm>
              <a:off x="8227130" y="29282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3" name="Star: 5 Points 972">
              <a:extLst>
                <a:ext uri="{FF2B5EF4-FFF2-40B4-BE49-F238E27FC236}">
                  <a16:creationId xmlns:a16="http://schemas.microsoft.com/office/drawing/2014/main" id="{C9129919-D6F1-442F-8401-3BFCFC3D8EDA}"/>
                </a:ext>
              </a:extLst>
            </p:cNvPr>
            <p:cNvSpPr/>
            <p:nvPr/>
          </p:nvSpPr>
          <p:spPr>
            <a:xfrm>
              <a:off x="5191216" y="256550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374" name="Group 1373">
            <a:extLst>
              <a:ext uri="{FF2B5EF4-FFF2-40B4-BE49-F238E27FC236}">
                <a16:creationId xmlns:a16="http://schemas.microsoft.com/office/drawing/2014/main" id="{4DD331E6-8AA3-4D80-BEC4-2B125519D699}"/>
              </a:ext>
            </a:extLst>
          </p:cNvPr>
          <p:cNvGrpSpPr/>
          <p:nvPr/>
        </p:nvGrpSpPr>
        <p:grpSpPr>
          <a:xfrm>
            <a:off x="6414727" y="2519362"/>
            <a:ext cx="1472452" cy="1479116"/>
            <a:chOff x="6426275" y="2515424"/>
            <a:chExt cx="1472452" cy="1479116"/>
          </a:xfrm>
        </p:grpSpPr>
        <p:sp>
          <p:nvSpPr>
            <p:cNvPr id="993" name="Star: 5 Points 992">
              <a:extLst>
                <a:ext uri="{FF2B5EF4-FFF2-40B4-BE49-F238E27FC236}">
                  <a16:creationId xmlns:a16="http://schemas.microsoft.com/office/drawing/2014/main" id="{EBFE91FB-3C3D-42FC-9C11-A873367AAC99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4" name="Star: 5 Points 993">
              <a:extLst>
                <a:ext uri="{FF2B5EF4-FFF2-40B4-BE49-F238E27FC236}">
                  <a16:creationId xmlns:a16="http://schemas.microsoft.com/office/drawing/2014/main" id="{5F5B8ADB-55DF-4E38-9773-EBDF089B315B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5" name="Star: 5 Points 994">
              <a:extLst>
                <a:ext uri="{FF2B5EF4-FFF2-40B4-BE49-F238E27FC236}">
                  <a16:creationId xmlns:a16="http://schemas.microsoft.com/office/drawing/2014/main" id="{61249FAC-A691-49BC-AA72-4E56EDCF8919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6" name="Star: 5 Points 995">
              <a:extLst>
                <a:ext uri="{FF2B5EF4-FFF2-40B4-BE49-F238E27FC236}">
                  <a16:creationId xmlns:a16="http://schemas.microsoft.com/office/drawing/2014/main" id="{A37A826B-DE4E-40A3-8A8B-64F02BDA4945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003" name="Group 1002">
            <a:extLst>
              <a:ext uri="{FF2B5EF4-FFF2-40B4-BE49-F238E27FC236}">
                <a16:creationId xmlns:a16="http://schemas.microsoft.com/office/drawing/2014/main" id="{D63DA8BA-8A8B-477D-948F-4F807FAED1E1}"/>
              </a:ext>
            </a:extLst>
          </p:cNvPr>
          <p:cNvGrpSpPr/>
          <p:nvPr/>
        </p:nvGrpSpPr>
        <p:grpSpPr>
          <a:xfrm>
            <a:off x="6795893" y="2902253"/>
            <a:ext cx="710120" cy="713334"/>
            <a:chOff x="6426275" y="2515424"/>
            <a:chExt cx="1472452" cy="1479116"/>
          </a:xfrm>
        </p:grpSpPr>
        <p:sp>
          <p:nvSpPr>
            <p:cNvPr id="1004" name="Star: 5 Points 1003">
              <a:extLst>
                <a:ext uri="{FF2B5EF4-FFF2-40B4-BE49-F238E27FC236}">
                  <a16:creationId xmlns:a16="http://schemas.microsoft.com/office/drawing/2014/main" id="{BCDA3CD0-A17F-4FC6-B7D9-5AF1DBB49D68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5" name="Star: 5 Points 1004">
              <a:extLst>
                <a:ext uri="{FF2B5EF4-FFF2-40B4-BE49-F238E27FC236}">
                  <a16:creationId xmlns:a16="http://schemas.microsoft.com/office/drawing/2014/main" id="{2F873722-4441-43D6-B047-E14B3C06148E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6" name="Star: 5 Points 1005">
              <a:extLst>
                <a:ext uri="{FF2B5EF4-FFF2-40B4-BE49-F238E27FC236}">
                  <a16:creationId xmlns:a16="http://schemas.microsoft.com/office/drawing/2014/main" id="{4B87E288-ABE8-4041-99DD-D8908BE205BD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7" name="Star: 5 Points 1006">
              <a:extLst>
                <a:ext uri="{FF2B5EF4-FFF2-40B4-BE49-F238E27FC236}">
                  <a16:creationId xmlns:a16="http://schemas.microsoft.com/office/drawing/2014/main" id="{329B9F52-A531-448E-BCD1-4C34BE7A7BA5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1485" name="Straight Connector 1484">
            <a:extLst>
              <a:ext uri="{FF2B5EF4-FFF2-40B4-BE49-F238E27FC236}">
                <a16:creationId xmlns:a16="http://schemas.microsoft.com/office/drawing/2014/main" id="{4C2A7336-633B-4C0C-BD2D-B14747F5E1C2}"/>
              </a:ext>
            </a:extLst>
          </p:cNvPr>
          <p:cNvCxnSpPr>
            <a:cxnSpLocks/>
          </p:cNvCxnSpPr>
          <p:nvPr/>
        </p:nvCxnSpPr>
        <p:spPr>
          <a:xfrm flipH="1">
            <a:off x="12078786" y="1097686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Straight Connector 1500">
            <a:extLst>
              <a:ext uri="{FF2B5EF4-FFF2-40B4-BE49-F238E27FC236}">
                <a16:creationId xmlns:a16="http://schemas.microsoft.com/office/drawing/2014/main" id="{EF4165BF-8299-4925-AD7B-DA438051DF56}"/>
              </a:ext>
            </a:extLst>
          </p:cNvPr>
          <p:cNvCxnSpPr>
            <a:cxnSpLocks/>
          </p:cNvCxnSpPr>
          <p:nvPr/>
        </p:nvCxnSpPr>
        <p:spPr>
          <a:xfrm flipH="1">
            <a:off x="10903639" y="2297007"/>
            <a:ext cx="2286002" cy="0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" name="Straight Connector 1501">
            <a:extLst>
              <a:ext uri="{FF2B5EF4-FFF2-40B4-BE49-F238E27FC236}">
                <a16:creationId xmlns:a16="http://schemas.microsoft.com/office/drawing/2014/main" id="{10B667A0-E167-4FDB-B0C2-B19C44A36D64}"/>
              </a:ext>
            </a:extLst>
          </p:cNvPr>
          <p:cNvCxnSpPr>
            <a:cxnSpLocks/>
          </p:cNvCxnSpPr>
          <p:nvPr/>
        </p:nvCxnSpPr>
        <p:spPr>
          <a:xfrm>
            <a:off x="10930697" y="1315177"/>
            <a:ext cx="0" cy="764692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2" name="Group 1751">
            <a:extLst>
              <a:ext uri="{FF2B5EF4-FFF2-40B4-BE49-F238E27FC236}">
                <a16:creationId xmlns:a16="http://schemas.microsoft.com/office/drawing/2014/main" id="{24DD0090-D3C3-4FD8-9295-766C95634774}"/>
              </a:ext>
            </a:extLst>
          </p:cNvPr>
          <p:cNvGrpSpPr/>
          <p:nvPr/>
        </p:nvGrpSpPr>
        <p:grpSpPr>
          <a:xfrm>
            <a:off x="5694542" y="1795918"/>
            <a:ext cx="2912822" cy="2926004"/>
            <a:chOff x="6426275" y="2515424"/>
            <a:chExt cx="1472452" cy="1479116"/>
          </a:xfrm>
        </p:grpSpPr>
        <p:sp>
          <p:nvSpPr>
            <p:cNvPr id="1753" name="Star: 5 Points 1752">
              <a:extLst>
                <a:ext uri="{FF2B5EF4-FFF2-40B4-BE49-F238E27FC236}">
                  <a16:creationId xmlns:a16="http://schemas.microsoft.com/office/drawing/2014/main" id="{43B65DF2-DF7A-472A-A549-05048CFF6784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4" name="Star: 5 Points 1753">
              <a:extLst>
                <a:ext uri="{FF2B5EF4-FFF2-40B4-BE49-F238E27FC236}">
                  <a16:creationId xmlns:a16="http://schemas.microsoft.com/office/drawing/2014/main" id="{AC6D4662-4374-4CD7-8631-CD4B24807028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5" name="Star: 5 Points 1754">
              <a:extLst>
                <a:ext uri="{FF2B5EF4-FFF2-40B4-BE49-F238E27FC236}">
                  <a16:creationId xmlns:a16="http://schemas.microsoft.com/office/drawing/2014/main" id="{71CAF767-B10D-4A4C-A291-257DD36F71AD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6" name="Star: 5 Points 1755">
              <a:extLst>
                <a:ext uri="{FF2B5EF4-FFF2-40B4-BE49-F238E27FC236}">
                  <a16:creationId xmlns:a16="http://schemas.microsoft.com/office/drawing/2014/main" id="{0527F7FB-3C3C-404C-BAFA-AACBD5AB8C2E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32044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Interesting</a:t>
            </a:r>
            <a:r>
              <a:rPr lang="pt-PT" sz="2800" b="1" dirty="0"/>
              <a:t> </a:t>
            </a:r>
            <a:r>
              <a:rPr lang="pt-PT" sz="2800" b="1" dirty="0" err="1"/>
              <a:t>variation</a:t>
            </a:r>
            <a:endParaRPr lang="pt-PT" sz="2800" b="1" dirty="0"/>
          </a:p>
          <a:p>
            <a:r>
              <a:rPr lang="pt-PT" sz="2800" b="1" dirty="0" err="1"/>
              <a:t>solved</a:t>
            </a:r>
            <a:endParaRPr lang="pt-PT" sz="2800" b="1" dirty="0"/>
          </a:p>
        </p:txBody>
      </p:sp>
      <p:grpSp>
        <p:nvGrpSpPr>
          <p:cNvPr id="653" name="Group 652">
            <a:extLst>
              <a:ext uri="{FF2B5EF4-FFF2-40B4-BE49-F238E27FC236}">
                <a16:creationId xmlns:a16="http://schemas.microsoft.com/office/drawing/2014/main" id="{4928545F-D1F3-43CF-9507-0E7E53A7BE62}"/>
              </a:ext>
            </a:extLst>
          </p:cNvPr>
          <p:cNvGrpSpPr/>
          <p:nvPr/>
        </p:nvGrpSpPr>
        <p:grpSpPr>
          <a:xfrm>
            <a:off x="4076056" y="210923"/>
            <a:ext cx="6149795" cy="6095995"/>
            <a:chOff x="4066630" y="206887"/>
            <a:chExt cx="6110587" cy="6057135"/>
          </a:xfrm>
        </p:grpSpPr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F04FE654-CE3B-4A3F-AFA7-D0C7A6E48170}"/>
                </a:ext>
              </a:extLst>
            </p:cNvPr>
            <p:cNvGrpSpPr/>
            <p:nvPr/>
          </p:nvGrpSpPr>
          <p:grpSpPr>
            <a:xfrm>
              <a:off x="4066630" y="206887"/>
              <a:ext cx="6110587" cy="6057135"/>
              <a:chOff x="4066630" y="206887"/>
              <a:chExt cx="6110587" cy="6057135"/>
            </a:xfrm>
          </p:grpSpPr>
          <p:grpSp>
            <p:nvGrpSpPr>
              <p:cNvPr id="672" name="Group 671">
                <a:extLst>
                  <a:ext uri="{FF2B5EF4-FFF2-40B4-BE49-F238E27FC236}">
                    <a16:creationId xmlns:a16="http://schemas.microsoft.com/office/drawing/2014/main" id="{FFDD6446-16F5-4FA5-97E3-E64F01088DA7}"/>
                  </a:ext>
                </a:extLst>
              </p:cNvPr>
              <p:cNvGrpSpPr/>
              <p:nvPr/>
            </p:nvGrpSpPr>
            <p:grpSpPr>
              <a:xfrm>
                <a:off x="4066630" y="962798"/>
                <a:ext cx="6110587" cy="5301224"/>
                <a:chOff x="4066630" y="962798"/>
                <a:chExt cx="6110587" cy="5301224"/>
              </a:xfrm>
            </p:grpSpPr>
            <p:cxnSp>
              <p:nvCxnSpPr>
                <p:cNvPr id="680" name="Straight Connector 679">
                  <a:extLst>
                    <a:ext uri="{FF2B5EF4-FFF2-40B4-BE49-F238E27FC236}">
                      <a16:creationId xmlns:a16="http://schemas.microsoft.com/office/drawing/2014/main" id="{B9E63BF1-196E-4684-A109-0EC2E2C59D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47843" y="5515744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1" name="Straight Connector 680">
                  <a:extLst>
                    <a:ext uri="{FF2B5EF4-FFF2-40B4-BE49-F238E27FC236}">
                      <a16:creationId xmlns:a16="http://schemas.microsoft.com/office/drawing/2014/main" id="{C8813E0A-19D0-49AB-B377-4865548517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16022" y="4756300"/>
                  <a:ext cx="0" cy="74572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2" name="Straight Connector 681">
                  <a:extLst>
                    <a:ext uri="{FF2B5EF4-FFF2-40B4-BE49-F238E27FC236}">
                      <a16:creationId xmlns:a16="http://schemas.microsoft.com/office/drawing/2014/main" id="{7D6084CB-112C-465C-AD30-D13F305002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91113" y="4761230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>
                  <a:extLst>
                    <a:ext uri="{FF2B5EF4-FFF2-40B4-BE49-F238E27FC236}">
                      <a16:creationId xmlns:a16="http://schemas.microsoft.com/office/drawing/2014/main" id="{E162C191-CB20-4241-8C98-664469BBCB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59918" y="5515744"/>
                  <a:ext cx="0" cy="748278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4" name="Straight Connector 683">
                  <a:extLst>
                    <a:ext uri="{FF2B5EF4-FFF2-40B4-BE49-F238E27FC236}">
                      <a16:creationId xmlns:a16="http://schemas.microsoft.com/office/drawing/2014/main" id="{A0D20AE1-5A26-4E3F-95EF-3C1F0F2ED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47874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5" name="Straight Connector 684">
                  <a:extLst>
                    <a:ext uri="{FF2B5EF4-FFF2-40B4-BE49-F238E27FC236}">
                      <a16:creationId xmlns:a16="http://schemas.microsoft.com/office/drawing/2014/main" id="{DD914C35-424D-455C-ACA0-84EA039B38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6" name="Straight Connector 685">
                  <a:extLst>
                    <a:ext uri="{FF2B5EF4-FFF2-40B4-BE49-F238E27FC236}">
                      <a16:creationId xmlns:a16="http://schemas.microsoft.com/office/drawing/2014/main" id="{C49BA4BD-2839-471A-82E7-0FED48B6D7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1972" y="6264022"/>
                  <a:ext cx="2247764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1" name="Straight Connector 710">
                  <a:extLst>
                    <a:ext uri="{FF2B5EF4-FFF2-40B4-BE49-F238E27FC236}">
                      <a16:creationId xmlns:a16="http://schemas.microsoft.com/office/drawing/2014/main" id="{CE2D82E8-26AA-461D-9FCB-1C3385616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64029"/>
                  <a:ext cx="0" cy="150435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0" name="Straight Connector 809">
                  <a:extLst>
                    <a:ext uri="{FF2B5EF4-FFF2-40B4-BE49-F238E27FC236}">
                      <a16:creationId xmlns:a16="http://schemas.microsoft.com/office/drawing/2014/main" id="{B3A550A6-0B07-4CD4-97C9-DD2023E65D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1972" y="4742650"/>
                  <a:ext cx="1486760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8" name="Straight Connector 967">
                  <a:extLst>
                    <a:ext uri="{FF2B5EF4-FFF2-40B4-BE49-F238E27FC236}">
                      <a16:creationId xmlns:a16="http://schemas.microsoft.com/office/drawing/2014/main" id="{1D3B9B9D-4089-4198-834D-F3830185DE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4231" y="962798"/>
                  <a:ext cx="224633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3" name="Group 672">
                <a:extLst>
                  <a:ext uri="{FF2B5EF4-FFF2-40B4-BE49-F238E27FC236}">
                    <a16:creationId xmlns:a16="http://schemas.microsoft.com/office/drawing/2014/main" id="{BCA339DF-2012-4A18-A73C-6DAEA29296EF}"/>
                  </a:ext>
                </a:extLst>
              </p:cNvPr>
              <p:cNvGrpSpPr/>
              <p:nvPr/>
            </p:nvGrpSpPr>
            <p:grpSpPr>
              <a:xfrm rot="10800000">
                <a:off x="4837044" y="206887"/>
                <a:ext cx="5277607" cy="1535711"/>
                <a:chOff x="4171715" y="4766277"/>
                <a:chExt cx="5277607" cy="1535711"/>
              </a:xfrm>
            </p:grpSpPr>
            <p:cxnSp>
              <p:nvCxnSpPr>
                <p:cNvPr id="674" name="Straight Connector 673">
                  <a:extLst>
                    <a:ext uri="{FF2B5EF4-FFF2-40B4-BE49-F238E27FC236}">
                      <a16:creationId xmlns:a16="http://schemas.microsoft.com/office/drawing/2014/main" id="{6E10568B-C8A3-450E-9CC9-B3260B1789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7916658" y="4779515"/>
                  <a:ext cx="0" cy="76533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5" name="Straight Connector 674">
                  <a:extLst>
                    <a:ext uri="{FF2B5EF4-FFF2-40B4-BE49-F238E27FC236}">
                      <a16:creationId xmlns:a16="http://schemas.microsoft.com/office/drawing/2014/main" id="{1393267A-9687-4A67-82A1-0782D4B5CF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7926448" y="4766277"/>
                  <a:ext cx="75131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6" name="Straight Connector 675">
                  <a:extLst>
                    <a:ext uri="{FF2B5EF4-FFF2-40B4-BE49-F238E27FC236}">
                      <a16:creationId xmlns:a16="http://schemas.microsoft.com/office/drawing/2014/main" id="{96BFD38C-C67F-45D2-BA26-7033C5EEFF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49322" y="4773350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8" name="Straight Connector 677">
                  <a:extLst>
                    <a:ext uri="{FF2B5EF4-FFF2-40B4-BE49-F238E27FC236}">
                      <a16:creationId xmlns:a16="http://schemas.microsoft.com/office/drawing/2014/main" id="{2C502F4B-F8DC-44FB-B89D-B8215095F7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171715" y="6301988"/>
                  <a:ext cx="1466807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9" name="Straight Connector 678">
                  <a:extLst>
                    <a:ext uri="{FF2B5EF4-FFF2-40B4-BE49-F238E27FC236}">
                      <a16:creationId xmlns:a16="http://schemas.microsoft.com/office/drawing/2014/main" id="{84E0903B-740D-46A5-BFE5-DECE258378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65802" y="5546076"/>
                  <a:ext cx="0" cy="74665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0" name="Straight Connector 1179">
                  <a:extLst>
                    <a:ext uri="{FF2B5EF4-FFF2-40B4-BE49-F238E27FC236}">
                      <a16:creationId xmlns:a16="http://schemas.microsoft.com/office/drawing/2014/main" id="{DEE60474-88E6-42C2-AD51-AA24DD2DD2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171715" y="4807994"/>
                  <a:ext cx="1466807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55" name="Group 654">
              <a:extLst>
                <a:ext uri="{FF2B5EF4-FFF2-40B4-BE49-F238E27FC236}">
                  <a16:creationId xmlns:a16="http://schemas.microsoft.com/office/drawing/2014/main" id="{38AB2C70-7DFA-409C-938C-000787E25E61}"/>
                </a:ext>
              </a:extLst>
            </p:cNvPr>
            <p:cNvGrpSpPr/>
            <p:nvPr/>
          </p:nvGrpSpPr>
          <p:grpSpPr>
            <a:xfrm rot="5400000">
              <a:off x="4835339" y="178950"/>
              <a:ext cx="4568088" cy="6105503"/>
              <a:chOff x="4823986" y="192985"/>
              <a:chExt cx="4568088" cy="6105503"/>
            </a:xfrm>
          </p:grpSpPr>
          <p:grpSp>
            <p:nvGrpSpPr>
              <p:cNvPr id="656" name="Group 655">
                <a:extLst>
                  <a:ext uri="{FF2B5EF4-FFF2-40B4-BE49-F238E27FC236}">
                    <a16:creationId xmlns:a16="http://schemas.microsoft.com/office/drawing/2014/main" id="{E2D0827B-E076-461E-AAB9-0B5CECA4E3CB}"/>
                  </a:ext>
                </a:extLst>
              </p:cNvPr>
              <p:cNvGrpSpPr/>
              <p:nvPr/>
            </p:nvGrpSpPr>
            <p:grpSpPr>
              <a:xfrm>
                <a:off x="4823986" y="4744895"/>
                <a:ext cx="3779850" cy="1553593"/>
                <a:chOff x="4823986" y="4744895"/>
                <a:chExt cx="3779850" cy="1553593"/>
              </a:xfrm>
            </p:grpSpPr>
            <p:cxnSp>
              <p:nvCxnSpPr>
                <p:cNvPr id="666" name="Straight Connector 665">
                  <a:extLst>
                    <a:ext uri="{FF2B5EF4-FFF2-40B4-BE49-F238E27FC236}">
                      <a16:creationId xmlns:a16="http://schemas.microsoft.com/office/drawing/2014/main" id="{49ECE0B7-7C5A-40A3-AF9D-A38F144D1D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502348" y="5153795"/>
                  <a:ext cx="748560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Straight Connector 666">
                  <a:extLst>
                    <a:ext uri="{FF2B5EF4-FFF2-40B4-BE49-F238E27FC236}">
                      <a16:creationId xmlns:a16="http://schemas.microsoft.com/office/drawing/2014/main" id="{2155931F-7B9A-4D08-AAD4-4D132F563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8240232" y="4402672"/>
                  <a:ext cx="0" cy="727209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8" name="Straight Connector 667">
                  <a:extLst>
                    <a:ext uri="{FF2B5EF4-FFF2-40B4-BE49-F238E27FC236}">
                      <a16:creationId xmlns:a16="http://schemas.microsoft.com/office/drawing/2014/main" id="{14F93BEC-B492-46AB-826D-B3F49790BE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971781" y="5913281"/>
                  <a:ext cx="77041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9" name="Straight Connector 668">
                  <a:extLst>
                    <a:ext uri="{FF2B5EF4-FFF2-40B4-BE49-F238E27FC236}">
                      <a16:creationId xmlns:a16="http://schemas.microsoft.com/office/drawing/2014/main" id="{5407979A-C313-4562-A34C-11AD03D52F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7117331" y="4780635"/>
                  <a:ext cx="0" cy="148704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0" name="Straight Connector 669">
                  <a:extLst>
                    <a:ext uri="{FF2B5EF4-FFF2-40B4-BE49-F238E27FC236}">
                      <a16:creationId xmlns:a16="http://schemas.microsoft.com/office/drawing/2014/main" id="{F3C4BF30-C0CC-42F0-9195-AC888CF26D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228647" y="5130102"/>
                  <a:ext cx="77041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1" name="Straight Connector 670">
                  <a:extLst>
                    <a:ext uri="{FF2B5EF4-FFF2-40B4-BE49-F238E27FC236}">
                      <a16:creationId xmlns:a16="http://schemas.microsoft.com/office/drawing/2014/main" id="{9809DE82-01AD-4BEA-9CDA-718D373747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438779" y="5913282"/>
                  <a:ext cx="77041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7" name="Group 656">
                <a:extLst>
                  <a:ext uri="{FF2B5EF4-FFF2-40B4-BE49-F238E27FC236}">
                    <a16:creationId xmlns:a16="http://schemas.microsoft.com/office/drawing/2014/main" id="{D80018B9-9F73-4672-9FDB-8D05B7D2EA99}"/>
                  </a:ext>
                </a:extLst>
              </p:cNvPr>
              <p:cNvGrpSpPr/>
              <p:nvPr/>
            </p:nvGrpSpPr>
            <p:grpSpPr>
              <a:xfrm rot="10800000">
                <a:off x="5597917" y="192985"/>
                <a:ext cx="3794157" cy="3803646"/>
                <a:chOff x="4894292" y="2512244"/>
                <a:chExt cx="3794157" cy="3803646"/>
              </a:xfrm>
            </p:grpSpPr>
            <p:cxnSp>
              <p:nvCxnSpPr>
                <p:cNvPr id="659" name="Straight Connector 658">
                  <a:extLst>
                    <a:ext uri="{FF2B5EF4-FFF2-40B4-BE49-F238E27FC236}">
                      <a16:creationId xmlns:a16="http://schemas.microsoft.com/office/drawing/2014/main" id="{4954E002-BD1D-45E3-A44D-C45C3DA102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9277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Straight Connector 659">
                  <a:extLst>
                    <a:ext uri="{FF2B5EF4-FFF2-40B4-BE49-F238E27FC236}">
                      <a16:creationId xmlns:a16="http://schemas.microsoft.com/office/drawing/2014/main" id="{99D88CD7-FC06-47FF-A868-54484E69BA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1" name="Straight Connector 660">
                  <a:extLst>
                    <a:ext uri="{FF2B5EF4-FFF2-40B4-BE49-F238E27FC236}">
                      <a16:creationId xmlns:a16="http://schemas.microsoft.com/office/drawing/2014/main" id="{D09D162C-F72E-4096-92BA-9CB29A5BD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067772" y="5941611"/>
                  <a:ext cx="748558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2" name="Straight Connector 661">
                  <a:extLst>
                    <a:ext uri="{FF2B5EF4-FFF2-40B4-BE49-F238E27FC236}">
                      <a16:creationId xmlns:a16="http://schemas.microsoft.com/office/drawing/2014/main" id="{ADE69FA8-28FB-4FA7-8283-E089173BD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187427" y="4807763"/>
                  <a:ext cx="0" cy="149167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3" name="Straight Connector 662">
                  <a:extLst>
                    <a:ext uri="{FF2B5EF4-FFF2-40B4-BE49-F238E27FC236}">
                      <a16:creationId xmlns:a16="http://schemas.microsoft.com/office/drawing/2014/main" id="{A6FBA61F-3DD0-490E-A298-573A56573D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71270" y="3683674"/>
                  <a:ext cx="748558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Straight Connector 663">
                  <a:extLst>
                    <a:ext uri="{FF2B5EF4-FFF2-40B4-BE49-F238E27FC236}">
                      <a16:creationId xmlns:a16="http://schemas.microsoft.com/office/drawing/2014/main" id="{B78F3200-34E4-48AC-A9BE-2C107BE804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520013" y="2886523"/>
                  <a:ext cx="748558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CEAE7F87-3D5C-411D-AB11-631DF4142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070" y="1722685"/>
            <a:ext cx="3093767" cy="3072471"/>
          </a:xfrm>
          <a:prstGeom prst="rect">
            <a:avLst/>
          </a:prstGeom>
        </p:spPr>
      </p:pic>
      <p:pic>
        <p:nvPicPr>
          <p:cNvPr id="1177" name="Picture 1176">
            <a:extLst>
              <a:ext uri="{FF2B5EF4-FFF2-40B4-BE49-F238E27FC236}">
                <a16:creationId xmlns:a16="http://schemas.microsoft.com/office/drawing/2014/main" id="{54B5C66A-8BD0-4A4C-92E0-4FAEC65A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648" y="2492925"/>
            <a:ext cx="1542612" cy="1531992"/>
          </a:xfrm>
          <a:prstGeom prst="rect">
            <a:avLst/>
          </a:prstGeom>
        </p:spPr>
      </p:pic>
      <p:pic>
        <p:nvPicPr>
          <p:cNvPr id="1178" name="Picture 1177">
            <a:extLst>
              <a:ext uri="{FF2B5EF4-FFF2-40B4-BE49-F238E27FC236}">
                <a16:creationId xmlns:a16="http://schemas.microsoft.com/office/drawing/2014/main" id="{15C7946F-067D-4F5A-AF9A-3204A5A5E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58" y="2876117"/>
            <a:ext cx="782592" cy="777204"/>
          </a:xfrm>
          <a:prstGeom prst="rect">
            <a:avLst/>
          </a:prstGeom>
        </p:spPr>
      </p:pic>
      <p:pic>
        <p:nvPicPr>
          <p:cNvPr id="1179" name="Picture 1178">
            <a:extLst>
              <a:ext uri="{FF2B5EF4-FFF2-40B4-BE49-F238E27FC236}">
                <a16:creationId xmlns:a16="http://schemas.microsoft.com/office/drawing/2014/main" id="{8C3629EE-BDB3-4329-9DFE-CDC247217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372" y="2876117"/>
            <a:ext cx="782592" cy="7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2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EE62511-0A2B-408A-88FB-5D1111A2A2AC}"/>
              </a:ext>
            </a:extLst>
          </p:cNvPr>
          <p:cNvGrpSpPr>
            <a:grpSpLocks noChangeAspect="1"/>
          </p:cNvGrpSpPr>
          <p:nvPr/>
        </p:nvGrpSpPr>
        <p:grpSpPr>
          <a:xfrm>
            <a:off x="6351655" y="2705390"/>
            <a:ext cx="1539451" cy="1537849"/>
            <a:chOff x="4955729" y="426314"/>
            <a:chExt cx="6102350" cy="6096000"/>
          </a:xfrm>
        </p:grpSpPr>
        <p:grpSp>
          <p:nvGrpSpPr>
            <p:cNvPr id="1924" name="Group 1923">
              <a:extLst>
                <a:ext uri="{FF2B5EF4-FFF2-40B4-BE49-F238E27FC236}">
                  <a16:creationId xmlns:a16="http://schemas.microsoft.com/office/drawing/2014/main" id="{580A7A93-3677-419A-89A8-B5B0FD9C1471}"/>
                </a:ext>
              </a:extLst>
            </p:cNvPr>
            <p:cNvGrpSpPr/>
            <p:nvPr/>
          </p:nvGrpSpPr>
          <p:grpSpPr>
            <a:xfrm>
              <a:off x="4955729" y="426314"/>
              <a:ext cx="6102350" cy="6096000"/>
              <a:chOff x="4086225" y="206982"/>
              <a:chExt cx="6102350" cy="6096000"/>
            </a:xfrm>
          </p:grpSpPr>
          <p:sp>
            <p:nvSpPr>
              <p:cNvPr id="2044" name="Rectangle 2043">
                <a:extLst>
                  <a:ext uri="{FF2B5EF4-FFF2-40B4-BE49-F238E27FC236}">
                    <a16:creationId xmlns:a16="http://schemas.microsoft.com/office/drawing/2014/main" id="{EA462BE9-E0C9-4023-9D71-EBCAF0DDFD4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5" name="Rectangle 2044">
                <a:extLst>
                  <a:ext uri="{FF2B5EF4-FFF2-40B4-BE49-F238E27FC236}">
                    <a16:creationId xmlns:a16="http://schemas.microsoft.com/office/drawing/2014/main" id="{385BC172-905C-4823-B0DD-ACF78CD006A7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6" name="Rectangle 2045">
                <a:extLst>
                  <a:ext uri="{FF2B5EF4-FFF2-40B4-BE49-F238E27FC236}">
                    <a16:creationId xmlns:a16="http://schemas.microsoft.com/office/drawing/2014/main" id="{916AB837-0F8B-43BF-9510-3374B71D9AB3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7" name="Rectangle 2046">
                <a:extLst>
                  <a:ext uri="{FF2B5EF4-FFF2-40B4-BE49-F238E27FC236}">
                    <a16:creationId xmlns:a16="http://schemas.microsoft.com/office/drawing/2014/main" id="{3405B01A-C298-49F6-B1F4-A9C971D328C9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8" name="Rectangle 2047">
                <a:extLst>
                  <a:ext uri="{FF2B5EF4-FFF2-40B4-BE49-F238E27FC236}">
                    <a16:creationId xmlns:a16="http://schemas.microsoft.com/office/drawing/2014/main" id="{3A275460-80B9-4B0A-A981-2DCCA59B79EC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9" name="Rectangle 2048">
                <a:extLst>
                  <a:ext uri="{FF2B5EF4-FFF2-40B4-BE49-F238E27FC236}">
                    <a16:creationId xmlns:a16="http://schemas.microsoft.com/office/drawing/2014/main" id="{F59C7BF5-4635-45C8-A321-6141B136662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0" name="Rectangle 2049">
                <a:extLst>
                  <a:ext uri="{FF2B5EF4-FFF2-40B4-BE49-F238E27FC236}">
                    <a16:creationId xmlns:a16="http://schemas.microsoft.com/office/drawing/2014/main" id="{E071D2B5-1F50-4825-A2FE-052544E13D3B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1" name="Rectangle 2050">
                <a:extLst>
                  <a:ext uri="{FF2B5EF4-FFF2-40B4-BE49-F238E27FC236}">
                    <a16:creationId xmlns:a16="http://schemas.microsoft.com/office/drawing/2014/main" id="{A1609EF2-AA00-4E37-8D45-07A4D0CB2BD3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2" name="Rectangle 2051">
                <a:extLst>
                  <a:ext uri="{FF2B5EF4-FFF2-40B4-BE49-F238E27FC236}">
                    <a16:creationId xmlns:a16="http://schemas.microsoft.com/office/drawing/2014/main" id="{B14AB044-6C2D-4DBD-92A9-115EC88E0D61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3" name="Rectangle 2052">
                <a:extLst>
                  <a:ext uri="{FF2B5EF4-FFF2-40B4-BE49-F238E27FC236}">
                    <a16:creationId xmlns:a16="http://schemas.microsoft.com/office/drawing/2014/main" id="{72018933-F83C-4EA4-AA8C-5E32A7980D42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4" name="Rectangle 2053">
                <a:extLst>
                  <a:ext uri="{FF2B5EF4-FFF2-40B4-BE49-F238E27FC236}">
                    <a16:creationId xmlns:a16="http://schemas.microsoft.com/office/drawing/2014/main" id="{2C635AEA-401B-47E1-B5F6-2CC8159F8EBB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5" name="Rectangle 2054">
                <a:extLst>
                  <a:ext uri="{FF2B5EF4-FFF2-40B4-BE49-F238E27FC236}">
                    <a16:creationId xmlns:a16="http://schemas.microsoft.com/office/drawing/2014/main" id="{5AAC48BF-D017-4CDA-99B0-6D1FF17C563D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6" name="Rectangle 2055">
                <a:extLst>
                  <a:ext uri="{FF2B5EF4-FFF2-40B4-BE49-F238E27FC236}">
                    <a16:creationId xmlns:a16="http://schemas.microsoft.com/office/drawing/2014/main" id="{F922C3DA-9D13-407D-8D68-146A7DCD18C6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7" name="Rectangle 2056">
                <a:extLst>
                  <a:ext uri="{FF2B5EF4-FFF2-40B4-BE49-F238E27FC236}">
                    <a16:creationId xmlns:a16="http://schemas.microsoft.com/office/drawing/2014/main" id="{B162C787-7FBE-41DD-8114-014FD248226F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8" name="Rectangle 2057">
                <a:extLst>
                  <a:ext uri="{FF2B5EF4-FFF2-40B4-BE49-F238E27FC236}">
                    <a16:creationId xmlns:a16="http://schemas.microsoft.com/office/drawing/2014/main" id="{E07B4683-480C-4F09-8607-13689C521F39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9" name="Rectangle 2058">
                <a:extLst>
                  <a:ext uri="{FF2B5EF4-FFF2-40B4-BE49-F238E27FC236}">
                    <a16:creationId xmlns:a16="http://schemas.microsoft.com/office/drawing/2014/main" id="{33A6EF5E-3605-47AE-8C0B-A10D19BEBD7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0" name="Rectangle 2059">
                <a:extLst>
                  <a:ext uri="{FF2B5EF4-FFF2-40B4-BE49-F238E27FC236}">
                    <a16:creationId xmlns:a16="http://schemas.microsoft.com/office/drawing/2014/main" id="{5604FE24-6D80-4A26-9B65-7DB1DEB5D305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1" name="Rectangle 2060">
                <a:extLst>
                  <a:ext uri="{FF2B5EF4-FFF2-40B4-BE49-F238E27FC236}">
                    <a16:creationId xmlns:a16="http://schemas.microsoft.com/office/drawing/2014/main" id="{DA00FC38-72D0-40E0-94AB-3E62938594A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2" name="Rectangle 2061">
                <a:extLst>
                  <a:ext uri="{FF2B5EF4-FFF2-40B4-BE49-F238E27FC236}">
                    <a16:creationId xmlns:a16="http://schemas.microsoft.com/office/drawing/2014/main" id="{5C890176-69F0-4F00-8B8A-5C2799E992C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3" name="Rectangle 2062">
                <a:extLst>
                  <a:ext uri="{FF2B5EF4-FFF2-40B4-BE49-F238E27FC236}">
                    <a16:creationId xmlns:a16="http://schemas.microsoft.com/office/drawing/2014/main" id="{D4E25E43-75DC-40FD-8439-CC3C40CE5711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4" name="Rectangle 2063">
                <a:extLst>
                  <a:ext uri="{FF2B5EF4-FFF2-40B4-BE49-F238E27FC236}">
                    <a16:creationId xmlns:a16="http://schemas.microsoft.com/office/drawing/2014/main" id="{44F320C6-628B-4AFA-945A-4EE704FDC1EB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5" name="Rectangle 2064">
                <a:extLst>
                  <a:ext uri="{FF2B5EF4-FFF2-40B4-BE49-F238E27FC236}">
                    <a16:creationId xmlns:a16="http://schemas.microsoft.com/office/drawing/2014/main" id="{C793ACEA-B657-43A7-A49E-5D4ED3FABA48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6" name="Rectangle 2065">
                <a:extLst>
                  <a:ext uri="{FF2B5EF4-FFF2-40B4-BE49-F238E27FC236}">
                    <a16:creationId xmlns:a16="http://schemas.microsoft.com/office/drawing/2014/main" id="{CF2D8745-D087-435B-80D8-022AACE8B47D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3D46B03F-4ECF-43D1-9E57-A92A201CD42E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8" name="Rectangle 2067">
                <a:extLst>
                  <a:ext uri="{FF2B5EF4-FFF2-40B4-BE49-F238E27FC236}">
                    <a16:creationId xmlns:a16="http://schemas.microsoft.com/office/drawing/2014/main" id="{2374850F-555B-44A3-B562-4A5BB0A59528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9" name="Rectangle 2068">
                <a:extLst>
                  <a:ext uri="{FF2B5EF4-FFF2-40B4-BE49-F238E27FC236}">
                    <a16:creationId xmlns:a16="http://schemas.microsoft.com/office/drawing/2014/main" id="{0F819682-5FEF-473E-9824-05478C4E82F2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0" name="Rectangle 2069">
                <a:extLst>
                  <a:ext uri="{FF2B5EF4-FFF2-40B4-BE49-F238E27FC236}">
                    <a16:creationId xmlns:a16="http://schemas.microsoft.com/office/drawing/2014/main" id="{31FD5050-F693-48A7-8082-59915909E164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1" name="Rectangle 2070">
                <a:extLst>
                  <a:ext uri="{FF2B5EF4-FFF2-40B4-BE49-F238E27FC236}">
                    <a16:creationId xmlns:a16="http://schemas.microsoft.com/office/drawing/2014/main" id="{63A98CFA-1D44-4A63-9517-F6357525D195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2" name="Rectangle 2071">
                <a:extLst>
                  <a:ext uri="{FF2B5EF4-FFF2-40B4-BE49-F238E27FC236}">
                    <a16:creationId xmlns:a16="http://schemas.microsoft.com/office/drawing/2014/main" id="{96E7A895-EE62-4E91-B3C8-B54CD343A2C3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3" name="Rectangle 2072">
                <a:extLst>
                  <a:ext uri="{FF2B5EF4-FFF2-40B4-BE49-F238E27FC236}">
                    <a16:creationId xmlns:a16="http://schemas.microsoft.com/office/drawing/2014/main" id="{1DB0ADD6-2070-4626-B27A-3722B22D4151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4" name="Rectangle 2073">
                <a:extLst>
                  <a:ext uri="{FF2B5EF4-FFF2-40B4-BE49-F238E27FC236}">
                    <a16:creationId xmlns:a16="http://schemas.microsoft.com/office/drawing/2014/main" id="{AF493D34-F594-4BB4-B3F4-BBCCC28FC4E9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5" name="Rectangle 2074">
                <a:extLst>
                  <a:ext uri="{FF2B5EF4-FFF2-40B4-BE49-F238E27FC236}">
                    <a16:creationId xmlns:a16="http://schemas.microsoft.com/office/drawing/2014/main" id="{DF8A24D9-92E9-4D4F-993D-8CB35EF66169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6" name="Rectangle 2075">
                <a:extLst>
                  <a:ext uri="{FF2B5EF4-FFF2-40B4-BE49-F238E27FC236}">
                    <a16:creationId xmlns:a16="http://schemas.microsoft.com/office/drawing/2014/main" id="{10ABD087-5507-4A70-9A59-B172F5F66E4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7" name="Rectangle 2076">
                <a:extLst>
                  <a:ext uri="{FF2B5EF4-FFF2-40B4-BE49-F238E27FC236}">
                    <a16:creationId xmlns:a16="http://schemas.microsoft.com/office/drawing/2014/main" id="{53D47C5A-2F7F-40A5-AEF8-BE316D77E73B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8" name="Rectangle 2077">
                <a:extLst>
                  <a:ext uri="{FF2B5EF4-FFF2-40B4-BE49-F238E27FC236}">
                    <a16:creationId xmlns:a16="http://schemas.microsoft.com/office/drawing/2014/main" id="{4CFF2B07-932E-4460-AF92-37473B2FDB7B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9" name="Rectangle 2078">
                <a:extLst>
                  <a:ext uri="{FF2B5EF4-FFF2-40B4-BE49-F238E27FC236}">
                    <a16:creationId xmlns:a16="http://schemas.microsoft.com/office/drawing/2014/main" id="{75F7DFC8-E9E5-4594-90DD-65E584D889EF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0" name="Rectangle 2079">
                <a:extLst>
                  <a:ext uri="{FF2B5EF4-FFF2-40B4-BE49-F238E27FC236}">
                    <a16:creationId xmlns:a16="http://schemas.microsoft.com/office/drawing/2014/main" id="{384EEA4C-7AFA-491D-B3DD-EA2FA9819D6D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1" name="Rectangle 2080">
                <a:extLst>
                  <a:ext uri="{FF2B5EF4-FFF2-40B4-BE49-F238E27FC236}">
                    <a16:creationId xmlns:a16="http://schemas.microsoft.com/office/drawing/2014/main" id="{155858D2-1580-40DF-B121-45D6D5695980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2" name="Rectangle 2081">
                <a:extLst>
                  <a:ext uri="{FF2B5EF4-FFF2-40B4-BE49-F238E27FC236}">
                    <a16:creationId xmlns:a16="http://schemas.microsoft.com/office/drawing/2014/main" id="{45D067A9-7325-4807-A0E6-B9098AD32E28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3" name="Rectangle 2082">
                <a:extLst>
                  <a:ext uri="{FF2B5EF4-FFF2-40B4-BE49-F238E27FC236}">
                    <a16:creationId xmlns:a16="http://schemas.microsoft.com/office/drawing/2014/main" id="{C78EB8AD-9DF1-4881-B3D1-B788C0CCC34A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4" name="Rectangle 2083">
                <a:extLst>
                  <a:ext uri="{FF2B5EF4-FFF2-40B4-BE49-F238E27FC236}">
                    <a16:creationId xmlns:a16="http://schemas.microsoft.com/office/drawing/2014/main" id="{73A75543-52F4-40BB-AF2E-9A2C3BC209FD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5" name="Rectangle 2084">
                <a:extLst>
                  <a:ext uri="{FF2B5EF4-FFF2-40B4-BE49-F238E27FC236}">
                    <a16:creationId xmlns:a16="http://schemas.microsoft.com/office/drawing/2014/main" id="{DA6CCA27-3C31-4E06-99C4-0526E6726085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6" name="Rectangle 2085">
                <a:extLst>
                  <a:ext uri="{FF2B5EF4-FFF2-40B4-BE49-F238E27FC236}">
                    <a16:creationId xmlns:a16="http://schemas.microsoft.com/office/drawing/2014/main" id="{14792F37-5798-4045-9B0B-3CD9B3DE8C5F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7" name="Rectangle 2086">
                <a:extLst>
                  <a:ext uri="{FF2B5EF4-FFF2-40B4-BE49-F238E27FC236}">
                    <a16:creationId xmlns:a16="http://schemas.microsoft.com/office/drawing/2014/main" id="{FEFA42D2-5C39-49F2-9002-31C53A4C6C8D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8" name="Rectangle 2087">
                <a:extLst>
                  <a:ext uri="{FF2B5EF4-FFF2-40B4-BE49-F238E27FC236}">
                    <a16:creationId xmlns:a16="http://schemas.microsoft.com/office/drawing/2014/main" id="{34699E23-FCED-49BA-9444-4F754AF9BD10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9" name="Rectangle 2088">
                <a:extLst>
                  <a:ext uri="{FF2B5EF4-FFF2-40B4-BE49-F238E27FC236}">
                    <a16:creationId xmlns:a16="http://schemas.microsoft.com/office/drawing/2014/main" id="{78A17DAB-41CB-4FCE-8E77-25954F408BC7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0" name="Rectangle 2089">
                <a:extLst>
                  <a:ext uri="{FF2B5EF4-FFF2-40B4-BE49-F238E27FC236}">
                    <a16:creationId xmlns:a16="http://schemas.microsoft.com/office/drawing/2014/main" id="{57A5E75D-2A52-45F4-80FC-5A39F37F9EE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1" name="Rectangle 2090">
                <a:extLst>
                  <a:ext uri="{FF2B5EF4-FFF2-40B4-BE49-F238E27FC236}">
                    <a16:creationId xmlns:a16="http://schemas.microsoft.com/office/drawing/2014/main" id="{0E73305F-86D9-4C70-AB35-DF628249C878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925" name="Group 1924">
              <a:extLst>
                <a:ext uri="{FF2B5EF4-FFF2-40B4-BE49-F238E27FC236}">
                  <a16:creationId xmlns:a16="http://schemas.microsoft.com/office/drawing/2014/main" id="{6C0EE31C-6127-475E-9C9B-81361A05AFA4}"/>
                </a:ext>
              </a:extLst>
            </p:cNvPr>
            <p:cNvGrpSpPr/>
            <p:nvPr/>
          </p:nvGrpSpPr>
          <p:grpSpPr>
            <a:xfrm>
              <a:off x="6491694" y="1960681"/>
              <a:ext cx="3030420" cy="3027266"/>
              <a:chOff x="4086223" y="206982"/>
              <a:chExt cx="6102347" cy="6095996"/>
            </a:xfrm>
          </p:grpSpPr>
          <p:sp>
            <p:nvSpPr>
              <p:cNvPr id="1996" name="Rectangle 1995">
                <a:extLst>
                  <a:ext uri="{FF2B5EF4-FFF2-40B4-BE49-F238E27FC236}">
                    <a16:creationId xmlns:a16="http://schemas.microsoft.com/office/drawing/2014/main" id="{E02B77DE-5BEC-4335-9A7E-453DF3CAB216}"/>
                  </a:ext>
                </a:extLst>
              </p:cNvPr>
              <p:cNvSpPr/>
              <p:nvPr/>
            </p:nvSpPr>
            <p:spPr>
              <a:xfrm>
                <a:off x="4848222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7" name="Rectangle 1996">
                <a:extLst>
                  <a:ext uri="{FF2B5EF4-FFF2-40B4-BE49-F238E27FC236}">
                    <a16:creationId xmlns:a16="http://schemas.microsoft.com/office/drawing/2014/main" id="{49B195B2-FE04-4D13-89DF-02FE500D8C6F}"/>
                  </a:ext>
                </a:extLst>
              </p:cNvPr>
              <p:cNvSpPr/>
              <p:nvPr/>
            </p:nvSpPr>
            <p:spPr>
              <a:xfrm>
                <a:off x="4848222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8" name="Rectangle 1997">
                <a:extLst>
                  <a:ext uri="{FF2B5EF4-FFF2-40B4-BE49-F238E27FC236}">
                    <a16:creationId xmlns:a16="http://schemas.microsoft.com/office/drawing/2014/main" id="{3BE35C87-861D-47D1-BFBF-115614EF4A65}"/>
                  </a:ext>
                </a:extLst>
              </p:cNvPr>
              <p:cNvSpPr/>
              <p:nvPr/>
            </p:nvSpPr>
            <p:spPr>
              <a:xfrm>
                <a:off x="5610223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9" name="Rectangle 1998">
                <a:extLst>
                  <a:ext uri="{FF2B5EF4-FFF2-40B4-BE49-F238E27FC236}">
                    <a16:creationId xmlns:a16="http://schemas.microsoft.com/office/drawing/2014/main" id="{856E6910-68AB-433E-8563-3F69B3313665}"/>
                  </a:ext>
                </a:extLst>
              </p:cNvPr>
              <p:cNvSpPr/>
              <p:nvPr/>
            </p:nvSpPr>
            <p:spPr>
              <a:xfrm>
                <a:off x="5610223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0" name="Rectangle 1999">
                <a:extLst>
                  <a:ext uri="{FF2B5EF4-FFF2-40B4-BE49-F238E27FC236}">
                    <a16:creationId xmlns:a16="http://schemas.microsoft.com/office/drawing/2014/main" id="{E83EBA7A-6C09-42F1-8121-09ABA109BC4E}"/>
                  </a:ext>
                </a:extLst>
              </p:cNvPr>
              <p:cNvSpPr/>
              <p:nvPr/>
            </p:nvSpPr>
            <p:spPr>
              <a:xfrm>
                <a:off x="484822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1" name="Rectangle 2000">
                <a:extLst>
                  <a:ext uri="{FF2B5EF4-FFF2-40B4-BE49-F238E27FC236}">
                    <a16:creationId xmlns:a16="http://schemas.microsoft.com/office/drawing/2014/main" id="{B14433DB-4F75-47C8-B005-6001D3AE6E28}"/>
                  </a:ext>
                </a:extLst>
              </p:cNvPr>
              <p:cNvSpPr/>
              <p:nvPr/>
            </p:nvSpPr>
            <p:spPr>
              <a:xfrm>
                <a:off x="484822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2" name="Rectangle 2001">
                <a:extLst>
                  <a:ext uri="{FF2B5EF4-FFF2-40B4-BE49-F238E27FC236}">
                    <a16:creationId xmlns:a16="http://schemas.microsoft.com/office/drawing/2014/main" id="{0EE56B8B-028F-443A-BB47-F955F461ABF2}"/>
                  </a:ext>
                </a:extLst>
              </p:cNvPr>
              <p:cNvSpPr/>
              <p:nvPr/>
            </p:nvSpPr>
            <p:spPr>
              <a:xfrm>
                <a:off x="4086223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3" name="Rectangle 2002">
                <a:extLst>
                  <a:ext uri="{FF2B5EF4-FFF2-40B4-BE49-F238E27FC236}">
                    <a16:creationId xmlns:a16="http://schemas.microsoft.com/office/drawing/2014/main" id="{BCF8E99A-3339-4700-A598-67E086ACAE2E}"/>
                  </a:ext>
                </a:extLst>
              </p:cNvPr>
              <p:cNvSpPr/>
              <p:nvPr/>
            </p:nvSpPr>
            <p:spPr>
              <a:xfrm>
                <a:off x="4086223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4" name="Rectangle 2003">
                <a:extLst>
                  <a:ext uri="{FF2B5EF4-FFF2-40B4-BE49-F238E27FC236}">
                    <a16:creationId xmlns:a16="http://schemas.microsoft.com/office/drawing/2014/main" id="{1207179A-2DD2-474B-9669-F744EFF713AD}"/>
                  </a:ext>
                </a:extLst>
              </p:cNvPr>
              <p:cNvSpPr/>
              <p:nvPr/>
            </p:nvSpPr>
            <p:spPr>
              <a:xfrm>
                <a:off x="4086223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5" name="Rectangle 2004">
                <a:extLst>
                  <a:ext uri="{FF2B5EF4-FFF2-40B4-BE49-F238E27FC236}">
                    <a16:creationId xmlns:a16="http://schemas.microsoft.com/office/drawing/2014/main" id="{50FE178B-EFEC-469B-8859-AC14BAA0038A}"/>
                  </a:ext>
                </a:extLst>
              </p:cNvPr>
              <p:cNvSpPr/>
              <p:nvPr/>
            </p:nvSpPr>
            <p:spPr>
              <a:xfrm>
                <a:off x="4086223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6" name="Rectangle 2005">
                <a:extLst>
                  <a:ext uri="{FF2B5EF4-FFF2-40B4-BE49-F238E27FC236}">
                    <a16:creationId xmlns:a16="http://schemas.microsoft.com/office/drawing/2014/main" id="{EEFDF5B1-AFCB-4B20-BA35-0F71390C11E1}"/>
                  </a:ext>
                </a:extLst>
              </p:cNvPr>
              <p:cNvSpPr/>
              <p:nvPr/>
            </p:nvSpPr>
            <p:spPr>
              <a:xfrm>
                <a:off x="637222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7" name="Rectangle 2006">
                <a:extLst>
                  <a:ext uri="{FF2B5EF4-FFF2-40B4-BE49-F238E27FC236}">
                    <a16:creationId xmlns:a16="http://schemas.microsoft.com/office/drawing/2014/main" id="{97725AB7-57FC-4155-BD98-34E0826A702B}"/>
                  </a:ext>
                </a:extLst>
              </p:cNvPr>
              <p:cNvSpPr/>
              <p:nvPr/>
            </p:nvSpPr>
            <p:spPr>
              <a:xfrm>
                <a:off x="637222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8" name="Rectangle 2007">
                <a:extLst>
                  <a:ext uri="{FF2B5EF4-FFF2-40B4-BE49-F238E27FC236}">
                    <a16:creationId xmlns:a16="http://schemas.microsoft.com/office/drawing/2014/main" id="{30CF807F-41C1-4ABF-BA01-9C5E3F4FCC3C}"/>
                  </a:ext>
                </a:extLst>
              </p:cNvPr>
              <p:cNvSpPr/>
              <p:nvPr/>
            </p:nvSpPr>
            <p:spPr>
              <a:xfrm>
                <a:off x="5610223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9" name="Rectangle 2008">
                <a:extLst>
                  <a:ext uri="{FF2B5EF4-FFF2-40B4-BE49-F238E27FC236}">
                    <a16:creationId xmlns:a16="http://schemas.microsoft.com/office/drawing/2014/main" id="{5D4B6555-D999-44FB-8352-08599525182A}"/>
                  </a:ext>
                </a:extLst>
              </p:cNvPr>
              <p:cNvSpPr/>
              <p:nvPr/>
            </p:nvSpPr>
            <p:spPr>
              <a:xfrm>
                <a:off x="484822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0" name="Rectangle 2009">
                <a:extLst>
                  <a:ext uri="{FF2B5EF4-FFF2-40B4-BE49-F238E27FC236}">
                    <a16:creationId xmlns:a16="http://schemas.microsoft.com/office/drawing/2014/main" id="{A00B2827-02B1-4EE6-8C6D-E06266BF9681}"/>
                  </a:ext>
                </a:extLst>
              </p:cNvPr>
              <p:cNvSpPr/>
              <p:nvPr/>
            </p:nvSpPr>
            <p:spPr>
              <a:xfrm>
                <a:off x="5610223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1" name="Rectangle 2010">
                <a:extLst>
                  <a:ext uri="{FF2B5EF4-FFF2-40B4-BE49-F238E27FC236}">
                    <a16:creationId xmlns:a16="http://schemas.microsoft.com/office/drawing/2014/main" id="{77BEF1BD-0FE0-4B26-BECC-93C15F5F5355}"/>
                  </a:ext>
                </a:extLst>
              </p:cNvPr>
              <p:cNvSpPr/>
              <p:nvPr/>
            </p:nvSpPr>
            <p:spPr>
              <a:xfrm>
                <a:off x="4848222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2" name="Rectangle 2011">
                <a:extLst>
                  <a:ext uri="{FF2B5EF4-FFF2-40B4-BE49-F238E27FC236}">
                    <a16:creationId xmlns:a16="http://schemas.microsoft.com/office/drawing/2014/main" id="{17339D86-6B43-451F-AFD6-8C834A5C4DF8}"/>
                  </a:ext>
                </a:extLst>
              </p:cNvPr>
              <p:cNvSpPr/>
              <p:nvPr/>
            </p:nvSpPr>
            <p:spPr>
              <a:xfrm>
                <a:off x="4848222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3" name="Rectangle 2012">
                <a:extLst>
                  <a:ext uri="{FF2B5EF4-FFF2-40B4-BE49-F238E27FC236}">
                    <a16:creationId xmlns:a16="http://schemas.microsoft.com/office/drawing/2014/main" id="{39B0AE4D-1BFB-4F93-A8CF-57ED6A20356E}"/>
                  </a:ext>
                </a:extLst>
              </p:cNvPr>
              <p:cNvSpPr/>
              <p:nvPr/>
            </p:nvSpPr>
            <p:spPr>
              <a:xfrm>
                <a:off x="4086223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4" name="Rectangle 2013">
                <a:extLst>
                  <a:ext uri="{FF2B5EF4-FFF2-40B4-BE49-F238E27FC236}">
                    <a16:creationId xmlns:a16="http://schemas.microsoft.com/office/drawing/2014/main" id="{03EA1FD5-D3E9-48F5-84DF-CC2005345BB4}"/>
                  </a:ext>
                </a:extLst>
              </p:cNvPr>
              <p:cNvSpPr/>
              <p:nvPr/>
            </p:nvSpPr>
            <p:spPr>
              <a:xfrm>
                <a:off x="4086223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5" name="Rectangle 2014">
                <a:extLst>
                  <a:ext uri="{FF2B5EF4-FFF2-40B4-BE49-F238E27FC236}">
                    <a16:creationId xmlns:a16="http://schemas.microsoft.com/office/drawing/2014/main" id="{BDA79530-8C85-44F2-BB1A-1D2701ACF1E6}"/>
                  </a:ext>
                </a:extLst>
              </p:cNvPr>
              <p:cNvSpPr/>
              <p:nvPr/>
            </p:nvSpPr>
            <p:spPr>
              <a:xfrm>
                <a:off x="4086223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6" name="Rectangle 2015">
                <a:extLst>
                  <a:ext uri="{FF2B5EF4-FFF2-40B4-BE49-F238E27FC236}">
                    <a16:creationId xmlns:a16="http://schemas.microsoft.com/office/drawing/2014/main" id="{C53720B6-802F-4C6D-8B0B-ECBFAFDAD717}"/>
                  </a:ext>
                </a:extLst>
              </p:cNvPr>
              <p:cNvSpPr/>
              <p:nvPr/>
            </p:nvSpPr>
            <p:spPr>
              <a:xfrm>
                <a:off x="4848222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7" name="Rectangle 2016">
                <a:extLst>
                  <a:ext uri="{FF2B5EF4-FFF2-40B4-BE49-F238E27FC236}">
                    <a16:creationId xmlns:a16="http://schemas.microsoft.com/office/drawing/2014/main" id="{F73ED74B-BB19-4243-ACF6-D9565B445894}"/>
                  </a:ext>
                </a:extLst>
              </p:cNvPr>
              <p:cNvSpPr/>
              <p:nvPr/>
            </p:nvSpPr>
            <p:spPr>
              <a:xfrm>
                <a:off x="4086223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8" name="Rectangle 2017">
                <a:extLst>
                  <a:ext uri="{FF2B5EF4-FFF2-40B4-BE49-F238E27FC236}">
                    <a16:creationId xmlns:a16="http://schemas.microsoft.com/office/drawing/2014/main" id="{57EBAA82-5EE2-4E5C-B8AE-262857F5C56B}"/>
                  </a:ext>
                </a:extLst>
              </p:cNvPr>
              <p:cNvSpPr/>
              <p:nvPr/>
            </p:nvSpPr>
            <p:spPr>
              <a:xfrm>
                <a:off x="637222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9" name="Rectangle 2018">
                <a:extLst>
                  <a:ext uri="{FF2B5EF4-FFF2-40B4-BE49-F238E27FC236}">
                    <a16:creationId xmlns:a16="http://schemas.microsoft.com/office/drawing/2014/main" id="{94C3E1E5-9FD2-439E-B2B4-2BBDBCEE1E4F}"/>
                  </a:ext>
                </a:extLst>
              </p:cNvPr>
              <p:cNvSpPr/>
              <p:nvPr/>
            </p:nvSpPr>
            <p:spPr>
              <a:xfrm>
                <a:off x="6372222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0" name="Rectangle 2019">
                <a:extLst>
                  <a:ext uri="{FF2B5EF4-FFF2-40B4-BE49-F238E27FC236}">
                    <a16:creationId xmlns:a16="http://schemas.microsoft.com/office/drawing/2014/main" id="{BC0930BC-D616-4D5B-A47B-5BCC8EB446A0}"/>
                  </a:ext>
                </a:extLst>
              </p:cNvPr>
              <p:cNvSpPr/>
              <p:nvPr/>
            </p:nvSpPr>
            <p:spPr>
              <a:xfrm flipH="1">
                <a:off x="8664570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1" name="Rectangle 2020">
                <a:extLst>
                  <a:ext uri="{FF2B5EF4-FFF2-40B4-BE49-F238E27FC236}">
                    <a16:creationId xmlns:a16="http://schemas.microsoft.com/office/drawing/2014/main" id="{8985865E-7827-4854-87BF-CF546E29A7B4}"/>
                  </a:ext>
                </a:extLst>
              </p:cNvPr>
              <p:cNvSpPr/>
              <p:nvPr/>
            </p:nvSpPr>
            <p:spPr>
              <a:xfrm flipH="1">
                <a:off x="8664570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2" name="Rectangle 2021">
                <a:extLst>
                  <a:ext uri="{FF2B5EF4-FFF2-40B4-BE49-F238E27FC236}">
                    <a16:creationId xmlns:a16="http://schemas.microsoft.com/office/drawing/2014/main" id="{2E595977-91B7-455F-90B8-9C90D24AE4D9}"/>
                  </a:ext>
                </a:extLst>
              </p:cNvPr>
              <p:cNvSpPr/>
              <p:nvPr/>
            </p:nvSpPr>
            <p:spPr>
              <a:xfrm flipH="1">
                <a:off x="7902571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3" name="Rectangle 2022">
                <a:extLst>
                  <a:ext uri="{FF2B5EF4-FFF2-40B4-BE49-F238E27FC236}">
                    <a16:creationId xmlns:a16="http://schemas.microsoft.com/office/drawing/2014/main" id="{28F61DC7-232D-4C46-AA59-8F5C48C0B775}"/>
                  </a:ext>
                </a:extLst>
              </p:cNvPr>
              <p:cNvSpPr/>
              <p:nvPr/>
            </p:nvSpPr>
            <p:spPr>
              <a:xfrm flipH="1">
                <a:off x="7902571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4" name="Rectangle 2023">
                <a:extLst>
                  <a:ext uri="{FF2B5EF4-FFF2-40B4-BE49-F238E27FC236}">
                    <a16:creationId xmlns:a16="http://schemas.microsoft.com/office/drawing/2014/main" id="{45A64232-D565-4F79-BEDA-2163B123B5C6}"/>
                  </a:ext>
                </a:extLst>
              </p:cNvPr>
              <p:cNvSpPr/>
              <p:nvPr/>
            </p:nvSpPr>
            <p:spPr>
              <a:xfrm flipH="1">
                <a:off x="8664570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5" name="Rectangle 2024">
                <a:extLst>
                  <a:ext uri="{FF2B5EF4-FFF2-40B4-BE49-F238E27FC236}">
                    <a16:creationId xmlns:a16="http://schemas.microsoft.com/office/drawing/2014/main" id="{104FBC3F-3E34-4131-899F-DD4EB621735B}"/>
                  </a:ext>
                </a:extLst>
              </p:cNvPr>
              <p:cNvSpPr/>
              <p:nvPr/>
            </p:nvSpPr>
            <p:spPr>
              <a:xfrm flipH="1">
                <a:off x="8664570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6" name="Rectangle 2025">
                <a:extLst>
                  <a:ext uri="{FF2B5EF4-FFF2-40B4-BE49-F238E27FC236}">
                    <a16:creationId xmlns:a16="http://schemas.microsoft.com/office/drawing/2014/main" id="{F73EF31E-3C38-4A15-B20F-A6146CD98CAB}"/>
                  </a:ext>
                </a:extLst>
              </p:cNvPr>
              <p:cNvSpPr/>
              <p:nvPr/>
            </p:nvSpPr>
            <p:spPr>
              <a:xfrm flipH="1">
                <a:off x="9426571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7" name="Rectangle 2026">
                <a:extLst>
                  <a:ext uri="{FF2B5EF4-FFF2-40B4-BE49-F238E27FC236}">
                    <a16:creationId xmlns:a16="http://schemas.microsoft.com/office/drawing/2014/main" id="{C1671076-EFA8-411B-AD5D-ACEC9FC15FAA}"/>
                  </a:ext>
                </a:extLst>
              </p:cNvPr>
              <p:cNvSpPr/>
              <p:nvPr/>
            </p:nvSpPr>
            <p:spPr>
              <a:xfrm flipH="1">
                <a:off x="9426571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8" name="Rectangle 2027">
                <a:extLst>
                  <a:ext uri="{FF2B5EF4-FFF2-40B4-BE49-F238E27FC236}">
                    <a16:creationId xmlns:a16="http://schemas.microsoft.com/office/drawing/2014/main" id="{907BD9FC-E9B3-4CA5-84B0-C6E6A83BAF59}"/>
                  </a:ext>
                </a:extLst>
              </p:cNvPr>
              <p:cNvSpPr/>
              <p:nvPr/>
            </p:nvSpPr>
            <p:spPr>
              <a:xfrm flipH="1">
                <a:off x="9426571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9" name="Rectangle 2028">
                <a:extLst>
                  <a:ext uri="{FF2B5EF4-FFF2-40B4-BE49-F238E27FC236}">
                    <a16:creationId xmlns:a16="http://schemas.microsoft.com/office/drawing/2014/main" id="{56991870-37BF-4B00-A952-943F68634BC8}"/>
                  </a:ext>
                </a:extLst>
              </p:cNvPr>
              <p:cNvSpPr/>
              <p:nvPr/>
            </p:nvSpPr>
            <p:spPr>
              <a:xfrm flipH="1">
                <a:off x="9426571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0" name="Rectangle 2029">
                <a:extLst>
                  <a:ext uri="{FF2B5EF4-FFF2-40B4-BE49-F238E27FC236}">
                    <a16:creationId xmlns:a16="http://schemas.microsoft.com/office/drawing/2014/main" id="{BCAA2554-4F7F-45BC-BA04-6E7325E8252D}"/>
                  </a:ext>
                </a:extLst>
              </p:cNvPr>
              <p:cNvSpPr/>
              <p:nvPr/>
            </p:nvSpPr>
            <p:spPr>
              <a:xfrm flipH="1">
                <a:off x="714057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1" name="Rectangle 2030">
                <a:extLst>
                  <a:ext uri="{FF2B5EF4-FFF2-40B4-BE49-F238E27FC236}">
                    <a16:creationId xmlns:a16="http://schemas.microsoft.com/office/drawing/2014/main" id="{55A277DF-0147-4DE5-BE69-1CC7CBF8AC1F}"/>
                  </a:ext>
                </a:extLst>
              </p:cNvPr>
              <p:cNvSpPr/>
              <p:nvPr/>
            </p:nvSpPr>
            <p:spPr>
              <a:xfrm flipH="1">
                <a:off x="714057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2" name="Rectangle 2031">
                <a:extLst>
                  <a:ext uri="{FF2B5EF4-FFF2-40B4-BE49-F238E27FC236}">
                    <a16:creationId xmlns:a16="http://schemas.microsoft.com/office/drawing/2014/main" id="{049F9F0E-60C5-4AFD-B524-CE69ACCFAD0D}"/>
                  </a:ext>
                </a:extLst>
              </p:cNvPr>
              <p:cNvSpPr/>
              <p:nvPr/>
            </p:nvSpPr>
            <p:spPr>
              <a:xfrm flipH="1">
                <a:off x="7902571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3" name="Rectangle 2032">
                <a:extLst>
                  <a:ext uri="{FF2B5EF4-FFF2-40B4-BE49-F238E27FC236}">
                    <a16:creationId xmlns:a16="http://schemas.microsoft.com/office/drawing/2014/main" id="{4C8E1895-E82B-4963-9D0C-87A94853317A}"/>
                  </a:ext>
                </a:extLst>
              </p:cNvPr>
              <p:cNvSpPr/>
              <p:nvPr/>
            </p:nvSpPr>
            <p:spPr>
              <a:xfrm flipH="1">
                <a:off x="8664570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4" name="Rectangle 2033">
                <a:extLst>
                  <a:ext uri="{FF2B5EF4-FFF2-40B4-BE49-F238E27FC236}">
                    <a16:creationId xmlns:a16="http://schemas.microsoft.com/office/drawing/2014/main" id="{73DF7E1F-B6F3-48DB-AA18-CAE553F8A55A}"/>
                  </a:ext>
                </a:extLst>
              </p:cNvPr>
              <p:cNvSpPr/>
              <p:nvPr/>
            </p:nvSpPr>
            <p:spPr>
              <a:xfrm flipH="1">
                <a:off x="7902571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5" name="Rectangle 2034">
                <a:extLst>
                  <a:ext uri="{FF2B5EF4-FFF2-40B4-BE49-F238E27FC236}">
                    <a16:creationId xmlns:a16="http://schemas.microsoft.com/office/drawing/2014/main" id="{AF217CBD-AC27-4808-9DFC-AFB74395E550}"/>
                  </a:ext>
                </a:extLst>
              </p:cNvPr>
              <p:cNvSpPr/>
              <p:nvPr/>
            </p:nvSpPr>
            <p:spPr>
              <a:xfrm flipH="1">
                <a:off x="8664570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6" name="Rectangle 2035">
                <a:extLst>
                  <a:ext uri="{FF2B5EF4-FFF2-40B4-BE49-F238E27FC236}">
                    <a16:creationId xmlns:a16="http://schemas.microsoft.com/office/drawing/2014/main" id="{04E07827-1928-409F-9292-A19EB653CE00}"/>
                  </a:ext>
                </a:extLst>
              </p:cNvPr>
              <p:cNvSpPr/>
              <p:nvPr/>
            </p:nvSpPr>
            <p:spPr>
              <a:xfrm flipH="1">
                <a:off x="8664570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7" name="Rectangle 2036">
                <a:extLst>
                  <a:ext uri="{FF2B5EF4-FFF2-40B4-BE49-F238E27FC236}">
                    <a16:creationId xmlns:a16="http://schemas.microsoft.com/office/drawing/2014/main" id="{1285ED79-3288-4182-97CC-C524F4860BE8}"/>
                  </a:ext>
                </a:extLst>
              </p:cNvPr>
              <p:cNvSpPr/>
              <p:nvPr/>
            </p:nvSpPr>
            <p:spPr>
              <a:xfrm flipH="1">
                <a:off x="9426571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8" name="Rectangle 2037">
                <a:extLst>
                  <a:ext uri="{FF2B5EF4-FFF2-40B4-BE49-F238E27FC236}">
                    <a16:creationId xmlns:a16="http://schemas.microsoft.com/office/drawing/2014/main" id="{355F864A-3E73-4E8B-9053-90A43E7B582B}"/>
                  </a:ext>
                </a:extLst>
              </p:cNvPr>
              <p:cNvSpPr/>
              <p:nvPr/>
            </p:nvSpPr>
            <p:spPr>
              <a:xfrm flipH="1">
                <a:off x="9426571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9" name="Rectangle 2038">
                <a:extLst>
                  <a:ext uri="{FF2B5EF4-FFF2-40B4-BE49-F238E27FC236}">
                    <a16:creationId xmlns:a16="http://schemas.microsoft.com/office/drawing/2014/main" id="{8A72D8C6-A57C-4C50-8D72-66F67E729577}"/>
                  </a:ext>
                </a:extLst>
              </p:cNvPr>
              <p:cNvSpPr/>
              <p:nvPr/>
            </p:nvSpPr>
            <p:spPr>
              <a:xfrm flipH="1">
                <a:off x="9426571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0" name="Rectangle 2039">
                <a:extLst>
                  <a:ext uri="{FF2B5EF4-FFF2-40B4-BE49-F238E27FC236}">
                    <a16:creationId xmlns:a16="http://schemas.microsoft.com/office/drawing/2014/main" id="{CD1949E4-1387-4278-9DED-52C2CB3F7BAF}"/>
                  </a:ext>
                </a:extLst>
              </p:cNvPr>
              <p:cNvSpPr/>
              <p:nvPr/>
            </p:nvSpPr>
            <p:spPr>
              <a:xfrm flipH="1">
                <a:off x="8664570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1" name="Rectangle 2040">
                <a:extLst>
                  <a:ext uri="{FF2B5EF4-FFF2-40B4-BE49-F238E27FC236}">
                    <a16:creationId xmlns:a16="http://schemas.microsoft.com/office/drawing/2014/main" id="{6ADB5EF2-75E3-4E82-B44F-7E2E86F6466B}"/>
                  </a:ext>
                </a:extLst>
              </p:cNvPr>
              <p:cNvSpPr/>
              <p:nvPr/>
            </p:nvSpPr>
            <p:spPr>
              <a:xfrm flipH="1">
                <a:off x="9426571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2" name="Rectangle 2041">
                <a:extLst>
                  <a:ext uri="{FF2B5EF4-FFF2-40B4-BE49-F238E27FC236}">
                    <a16:creationId xmlns:a16="http://schemas.microsoft.com/office/drawing/2014/main" id="{2F2E4FDE-E7B3-408A-8F41-5B17DB89F86B}"/>
                  </a:ext>
                </a:extLst>
              </p:cNvPr>
              <p:cNvSpPr/>
              <p:nvPr/>
            </p:nvSpPr>
            <p:spPr>
              <a:xfrm flipH="1">
                <a:off x="714057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3" name="Rectangle 2042">
                <a:extLst>
                  <a:ext uri="{FF2B5EF4-FFF2-40B4-BE49-F238E27FC236}">
                    <a16:creationId xmlns:a16="http://schemas.microsoft.com/office/drawing/2014/main" id="{5EF44399-AD19-4FEF-876D-A14C1C2EA315}"/>
                  </a:ext>
                </a:extLst>
              </p:cNvPr>
              <p:cNvSpPr/>
              <p:nvPr/>
            </p:nvSpPr>
            <p:spPr>
              <a:xfrm flipH="1">
                <a:off x="7140576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2346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Variations</a:t>
            </a:r>
            <a:r>
              <a:rPr lang="pt-PT" sz="2800" b="1" dirty="0"/>
              <a:t> </a:t>
            </a:r>
            <a:r>
              <a:rPr lang="pt-PT" sz="2800" b="1" dirty="0" err="1"/>
              <a:t>grid</a:t>
            </a:r>
            <a:endParaRPr lang="pt-PT" sz="2800" b="1" dirty="0"/>
          </a:p>
        </p:txBody>
      </p: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30CA0B98-71AB-4876-AA17-0EE424C11ACE}"/>
              </a:ext>
            </a:extLst>
          </p:cNvPr>
          <p:cNvGrpSpPr>
            <a:grpSpLocks noChangeAspect="1"/>
          </p:cNvGrpSpPr>
          <p:nvPr/>
        </p:nvGrpSpPr>
        <p:grpSpPr>
          <a:xfrm>
            <a:off x="4070205" y="426314"/>
            <a:ext cx="6102350" cy="6151397"/>
            <a:chOff x="4086225" y="206982"/>
            <a:chExt cx="6102350" cy="6096000"/>
          </a:xfrm>
        </p:grpSpPr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D53BF662-B61C-4C50-8610-ED67186CDD56}"/>
                </a:ext>
              </a:extLst>
            </p:cNvPr>
            <p:cNvSpPr/>
            <p:nvPr/>
          </p:nvSpPr>
          <p:spPr>
            <a:xfrm>
              <a:off x="4848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EB91420-DA83-4A04-BE74-CF23B799480B}"/>
                </a:ext>
              </a:extLst>
            </p:cNvPr>
            <p:cNvSpPr/>
            <p:nvPr/>
          </p:nvSpPr>
          <p:spPr>
            <a:xfrm>
              <a:off x="4848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207F4681-2C0D-4D5D-AC4D-FECAAB546DD6}"/>
                </a:ext>
              </a:extLst>
            </p:cNvPr>
            <p:cNvSpPr/>
            <p:nvPr/>
          </p:nvSpPr>
          <p:spPr>
            <a:xfrm>
              <a:off x="5610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7205E447-3F0C-46CF-8811-B3104C3FFCB4}"/>
                </a:ext>
              </a:extLst>
            </p:cNvPr>
            <p:cNvSpPr/>
            <p:nvPr/>
          </p:nvSpPr>
          <p:spPr>
            <a:xfrm>
              <a:off x="5610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23F8F868-CB6D-4B1A-B7C7-DE4A282CDD8C}"/>
                </a:ext>
              </a:extLst>
            </p:cNvPr>
            <p:cNvSpPr/>
            <p:nvPr/>
          </p:nvSpPr>
          <p:spPr>
            <a:xfrm>
              <a:off x="4848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DB5D195D-592E-490B-BD15-570962B8AD29}"/>
                </a:ext>
              </a:extLst>
            </p:cNvPr>
            <p:cNvSpPr/>
            <p:nvPr/>
          </p:nvSpPr>
          <p:spPr>
            <a:xfrm>
              <a:off x="4848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D37A9E5A-B70E-466F-9AA3-61C17E254CB4}"/>
                </a:ext>
              </a:extLst>
            </p:cNvPr>
            <p:cNvSpPr/>
            <p:nvPr/>
          </p:nvSpPr>
          <p:spPr>
            <a:xfrm>
              <a:off x="4086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C5FE745D-5499-4A19-919F-ECF2F79D3348}"/>
                </a:ext>
              </a:extLst>
            </p:cNvPr>
            <p:cNvSpPr/>
            <p:nvPr/>
          </p:nvSpPr>
          <p:spPr>
            <a:xfrm>
              <a:off x="4086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EEB1D260-955E-4098-8723-D841707C541E}"/>
                </a:ext>
              </a:extLst>
            </p:cNvPr>
            <p:cNvSpPr/>
            <p:nvPr/>
          </p:nvSpPr>
          <p:spPr>
            <a:xfrm>
              <a:off x="4086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EA62D965-84A3-44B3-888F-3F1868C97B26}"/>
                </a:ext>
              </a:extLst>
            </p:cNvPr>
            <p:cNvSpPr/>
            <p:nvPr/>
          </p:nvSpPr>
          <p:spPr>
            <a:xfrm>
              <a:off x="4086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B6D01412-BE88-4927-AE1B-5E1E11FF0CF1}"/>
                </a:ext>
              </a:extLst>
            </p:cNvPr>
            <p:cNvSpPr/>
            <p:nvPr/>
          </p:nvSpPr>
          <p:spPr>
            <a:xfrm>
              <a:off x="6372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74A2150B-F305-4351-9559-69F1716E0567}"/>
                </a:ext>
              </a:extLst>
            </p:cNvPr>
            <p:cNvSpPr/>
            <p:nvPr/>
          </p:nvSpPr>
          <p:spPr>
            <a:xfrm>
              <a:off x="6372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F5E52E3B-3576-42E2-92E0-831DC5B8E50E}"/>
                </a:ext>
              </a:extLst>
            </p:cNvPr>
            <p:cNvSpPr/>
            <p:nvPr/>
          </p:nvSpPr>
          <p:spPr>
            <a:xfrm>
              <a:off x="5610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FEC30CA6-F29C-4C2B-8E2D-B122FAA430C9}"/>
                </a:ext>
              </a:extLst>
            </p:cNvPr>
            <p:cNvSpPr/>
            <p:nvPr/>
          </p:nvSpPr>
          <p:spPr>
            <a:xfrm>
              <a:off x="4848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0B49E2F7-DC29-45AF-A6BD-DC04A832A956}"/>
                </a:ext>
              </a:extLst>
            </p:cNvPr>
            <p:cNvSpPr/>
            <p:nvPr/>
          </p:nvSpPr>
          <p:spPr>
            <a:xfrm>
              <a:off x="5610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EDA5B3EE-8121-4718-9D7D-C395FB031AB5}"/>
                </a:ext>
              </a:extLst>
            </p:cNvPr>
            <p:cNvSpPr/>
            <p:nvPr/>
          </p:nvSpPr>
          <p:spPr>
            <a:xfrm>
              <a:off x="4848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FFF0884D-197E-41EB-BDED-CF56FDA5F09D}"/>
                </a:ext>
              </a:extLst>
            </p:cNvPr>
            <p:cNvSpPr/>
            <p:nvPr/>
          </p:nvSpPr>
          <p:spPr>
            <a:xfrm>
              <a:off x="4848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7D9DE54B-245D-4240-80D0-695C46E7EC75}"/>
                </a:ext>
              </a:extLst>
            </p:cNvPr>
            <p:cNvSpPr/>
            <p:nvPr/>
          </p:nvSpPr>
          <p:spPr>
            <a:xfrm>
              <a:off x="4086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1AA6705D-00E9-4C7A-BA27-5CDA02EB4345}"/>
                </a:ext>
              </a:extLst>
            </p:cNvPr>
            <p:cNvSpPr/>
            <p:nvPr/>
          </p:nvSpPr>
          <p:spPr>
            <a:xfrm>
              <a:off x="4086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F186555F-4673-4EF4-B1AA-258B0CDC048E}"/>
                </a:ext>
              </a:extLst>
            </p:cNvPr>
            <p:cNvSpPr/>
            <p:nvPr/>
          </p:nvSpPr>
          <p:spPr>
            <a:xfrm>
              <a:off x="4086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AB4C134D-C9BF-4101-B4C6-F363C8679967}"/>
                </a:ext>
              </a:extLst>
            </p:cNvPr>
            <p:cNvSpPr/>
            <p:nvPr/>
          </p:nvSpPr>
          <p:spPr>
            <a:xfrm>
              <a:off x="4848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50EE6709-1C22-44D7-92D6-3096CADBB77B}"/>
                </a:ext>
              </a:extLst>
            </p:cNvPr>
            <p:cNvSpPr/>
            <p:nvPr/>
          </p:nvSpPr>
          <p:spPr>
            <a:xfrm>
              <a:off x="4086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7A2A4AB2-10A6-4ADD-ACA4-00E6B4402D6E}"/>
                </a:ext>
              </a:extLst>
            </p:cNvPr>
            <p:cNvSpPr/>
            <p:nvPr/>
          </p:nvSpPr>
          <p:spPr>
            <a:xfrm>
              <a:off x="6372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1D4CBE1B-36A1-49D1-B8B3-B196883D92B7}"/>
                </a:ext>
              </a:extLst>
            </p:cNvPr>
            <p:cNvSpPr/>
            <p:nvPr/>
          </p:nvSpPr>
          <p:spPr>
            <a:xfrm>
              <a:off x="6372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C9B7E7FC-AF52-4115-A709-04832AD96CB7}"/>
                </a:ext>
              </a:extLst>
            </p:cNvPr>
            <p:cNvSpPr/>
            <p:nvPr/>
          </p:nvSpPr>
          <p:spPr>
            <a:xfrm flipH="1">
              <a:off x="8664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348DAFD7-0D04-437D-8B7E-C1830B380553}"/>
                </a:ext>
              </a:extLst>
            </p:cNvPr>
            <p:cNvSpPr/>
            <p:nvPr/>
          </p:nvSpPr>
          <p:spPr>
            <a:xfrm flipH="1">
              <a:off x="8664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63C4483E-1334-4BCF-A2AF-5E433D56C8AE}"/>
                </a:ext>
              </a:extLst>
            </p:cNvPr>
            <p:cNvSpPr/>
            <p:nvPr/>
          </p:nvSpPr>
          <p:spPr>
            <a:xfrm flipH="1">
              <a:off x="7902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A23BFB89-4FC7-4A8F-85C4-974F446FEF77}"/>
                </a:ext>
              </a:extLst>
            </p:cNvPr>
            <p:cNvSpPr/>
            <p:nvPr/>
          </p:nvSpPr>
          <p:spPr>
            <a:xfrm flipH="1">
              <a:off x="7902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91CD0B36-EB64-4D1A-9A17-701658FBA1C8}"/>
                </a:ext>
              </a:extLst>
            </p:cNvPr>
            <p:cNvSpPr/>
            <p:nvPr/>
          </p:nvSpPr>
          <p:spPr>
            <a:xfrm flipH="1">
              <a:off x="8664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6BF36E93-A0AE-45DE-901E-515FF7C4F329}"/>
                </a:ext>
              </a:extLst>
            </p:cNvPr>
            <p:cNvSpPr/>
            <p:nvPr/>
          </p:nvSpPr>
          <p:spPr>
            <a:xfrm flipH="1">
              <a:off x="8664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A772E3C1-707B-479B-AA25-DC6B162F3405}"/>
                </a:ext>
              </a:extLst>
            </p:cNvPr>
            <p:cNvSpPr/>
            <p:nvPr/>
          </p:nvSpPr>
          <p:spPr>
            <a:xfrm flipH="1">
              <a:off x="9426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587CD398-A9BE-4E73-A003-DED07E431E12}"/>
                </a:ext>
              </a:extLst>
            </p:cNvPr>
            <p:cNvSpPr/>
            <p:nvPr/>
          </p:nvSpPr>
          <p:spPr>
            <a:xfrm flipH="1">
              <a:off x="9426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DA952626-2791-4569-BCCD-969C667567E7}"/>
                </a:ext>
              </a:extLst>
            </p:cNvPr>
            <p:cNvSpPr/>
            <p:nvPr/>
          </p:nvSpPr>
          <p:spPr>
            <a:xfrm flipH="1">
              <a:off x="9426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69312500-860E-4F8B-B1F3-62BF3D2FEF4D}"/>
                </a:ext>
              </a:extLst>
            </p:cNvPr>
            <p:cNvSpPr/>
            <p:nvPr/>
          </p:nvSpPr>
          <p:spPr>
            <a:xfrm flipH="1">
              <a:off x="9426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FE78EDCB-9649-45D8-9569-36D72C39654B}"/>
                </a:ext>
              </a:extLst>
            </p:cNvPr>
            <p:cNvSpPr/>
            <p:nvPr/>
          </p:nvSpPr>
          <p:spPr>
            <a:xfrm flipH="1">
              <a:off x="7140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FA7F197A-159C-4731-A706-7581EEDF6D0B}"/>
                </a:ext>
              </a:extLst>
            </p:cNvPr>
            <p:cNvSpPr/>
            <p:nvPr/>
          </p:nvSpPr>
          <p:spPr>
            <a:xfrm flipH="1">
              <a:off x="7140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4288D029-328B-4CF1-B8D2-EF6072FAC217}"/>
                </a:ext>
              </a:extLst>
            </p:cNvPr>
            <p:cNvSpPr/>
            <p:nvPr/>
          </p:nvSpPr>
          <p:spPr>
            <a:xfrm flipH="1">
              <a:off x="7902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70DEBA21-92D5-4703-B3E7-D0FB8F913C1D}"/>
                </a:ext>
              </a:extLst>
            </p:cNvPr>
            <p:cNvSpPr/>
            <p:nvPr/>
          </p:nvSpPr>
          <p:spPr>
            <a:xfrm flipH="1">
              <a:off x="8664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2AF89DE5-4A0A-483A-B717-5460FD3128E6}"/>
                </a:ext>
              </a:extLst>
            </p:cNvPr>
            <p:cNvSpPr/>
            <p:nvPr/>
          </p:nvSpPr>
          <p:spPr>
            <a:xfrm flipH="1">
              <a:off x="7902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5275FE6E-BBA6-4A30-A7F1-BCEC00D828C0}"/>
                </a:ext>
              </a:extLst>
            </p:cNvPr>
            <p:cNvSpPr/>
            <p:nvPr/>
          </p:nvSpPr>
          <p:spPr>
            <a:xfrm flipH="1">
              <a:off x="8664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CC0EFE4D-2F33-469A-9ED6-B2AE28DFB071}"/>
                </a:ext>
              </a:extLst>
            </p:cNvPr>
            <p:cNvSpPr/>
            <p:nvPr/>
          </p:nvSpPr>
          <p:spPr>
            <a:xfrm flipH="1">
              <a:off x="8664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F12A1D2D-D20E-4A9F-9208-9F57D94CF901}"/>
                </a:ext>
              </a:extLst>
            </p:cNvPr>
            <p:cNvSpPr/>
            <p:nvPr/>
          </p:nvSpPr>
          <p:spPr>
            <a:xfrm flipH="1">
              <a:off x="9426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D6B8537E-0E3F-4E47-9F89-D18E790EA31A}"/>
                </a:ext>
              </a:extLst>
            </p:cNvPr>
            <p:cNvSpPr/>
            <p:nvPr/>
          </p:nvSpPr>
          <p:spPr>
            <a:xfrm flipH="1">
              <a:off x="9426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B1655754-5E2D-4AF5-8476-F51F5273B109}"/>
                </a:ext>
              </a:extLst>
            </p:cNvPr>
            <p:cNvSpPr/>
            <p:nvPr/>
          </p:nvSpPr>
          <p:spPr>
            <a:xfrm flipH="1">
              <a:off x="9426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481DCFF6-5925-4E60-9968-3118963EDAF7}"/>
                </a:ext>
              </a:extLst>
            </p:cNvPr>
            <p:cNvSpPr/>
            <p:nvPr/>
          </p:nvSpPr>
          <p:spPr>
            <a:xfrm flipH="1">
              <a:off x="8664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B4F9F75B-AC0E-47F7-BD0B-286D424BE62E}"/>
                </a:ext>
              </a:extLst>
            </p:cNvPr>
            <p:cNvSpPr/>
            <p:nvPr/>
          </p:nvSpPr>
          <p:spPr>
            <a:xfrm flipH="1">
              <a:off x="9426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5E018A99-2E47-42A4-A35D-52B443D8C84B}"/>
                </a:ext>
              </a:extLst>
            </p:cNvPr>
            <p:cNvSpPr/>
            <p:nvPr/>
          </p:nvSpPr>
          <p:spPr>
            <a:xfrm flipH="1">
              <a:off x="7140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4F139853-813E-47C7-9ADA-A0A5F7593B38}"/>
                </a:ext>
              </a:extLst>
            </p:cNvPr>
            <p:cNvSpPr/>
            <p:nvPr/>
          </p:nvSpPr>
          <p:spPr>
            <a:xfrm flipH="1">
              <a:off x="7140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FAC4A5F3-2372-4457-8EBD-0F4E00441E4B}"/>
              </a:ext>
            </a:extLst>
          </p:cNvPr>
          <p:cNvGrpSpPr/>
          <p:nvPr/>
        </p:nvGrpSpPr>
        <p:grpSpPr>
          <a:xfrm>
            <a:off x="5606170" y="1960681"/>
            <a:ext cx="3030420" cy="3027266"/>
            <a:chOff x="4086225" y="206982"/>
            <a:chExt cx="6102350" cy="6096000"/>
          </a:xfrm>
        </p:grpSpPr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B8C56317-8E68-42AA-933C-5A2E6890E10C}"/>
                </a:ext>
              </a:extLst>
            </p:cNvPr>
            <p:cNvSpPr/>
            <p:nvPr/>
          </p:nvSpPr>
          <p:spPr>
            <a:xfrm>
              <a:off x="4848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F5028D0D-949C-4848-BABA-99892F428255}"/>
                </a:ext>
              </a:extLst>
            </p:cNvPr>
            <p:cNvSpPr/>
            <p:nvPr/>
          </p:nvSpPr>
          <p:spPr>
            <a:xfrm>
              <a:off x="4848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9C2DCC3C-6590-41B7-98F9-F3D389A40A1F}"/>
                </a:ext>
              </a:extLst>
            </p:cNvPr>
            <p:cNvSpPr/>
            <p:nvPr/>
          </p:nvSpPr>
          <p:spPr>
            <a:xfrm>
              <a:off x="5610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CA298461-4E9E-4C3A-9D19-588753BCB9DF}"/>
                </a:ext>
              </a:extLst>
            </p:cNvPr>
            <p:cNvSpPr/>
            <p:nvPr/>
          </p:nvSpPr>
          <p:spPr>
            <a:xfrm>
              <a:off x="5610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022EADB8-FF31-4443-93FC-3058C1EAA471}"/>
                </a:ext>
              </a:extLst>
            </p:cNvPr>
            <p:cNvSpPr/>
            <p:nvPr/>
          </p:nvSpPr>
          <p:spPr>
            <a:xfrm>
              <a:off x="4848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27522401-E541-4A6D-AB09-3343E6193B90}"/>
                </a:ext>
              </a:extLst>
            </p:cNvPr>
            <p:cNvSpPr/>
            <p:nvPr/>
          </p:nvSpPr>
          <p:spPr>
            <a:xfrm>
              <a:off x="4848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A7E8CBF6-5FAD-4E19-B51D-C2E9EA6F86DA}"/>
                </a:ext>
              </a:extLst>
            </p:cNvPr>
            <p:cNvSpPr/>
            <p:nvPr/>
          </p:nvSpPr>
          <p:spPr>
            <a:xfrm>
              <a:off x="4086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EACC9848-268F-4E67-9F83-52DDD18B788E}"/>
                </a:ext>
              </a:extLst>
            </p:cNvPr>
            <p:cNvSpPr/>
            <p:nvPr/>
          </p:nvSpPr>
          <p:spPr>
            <a:xfrm>
              <a:off x="4086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CC8192A6-CA20-4A85-B444-44D053DB1A1B}"/>
                </a:ext>
              </a:extLst>
            </p:cNvPr>
            <p:cNvSpPr/>
            <p:nvPr/>
          </p:nvSpPr>
          <p:spPr>
            <a:xfrm>
              <a:off x="4086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D08A1A43-021D-4569-940B-ADFAF6964B0B}"/>
                </a:ext>
              </a:extLst>
            </p:cNvPr>
            <p:cNvSpPr/>
            <p:nvPr/>
          </p:nvSpPr>
          <p:spPr>
            <a:xfrm>
              <a:off x="4086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65B55E99-078E-453D-8399-1B8588B5FD2B}"/>
                </a:ext>
              </a:extLst>
            </p:cNvPr>
            <p:cNvSpPr/>
            <p:nvPr/>
          </p:nvSpPr>
          <p:spPr>
            <a:xfrm>
              <a:off x="6372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8ED58815-2552-4978-A0A7-69919021D65D}"/>
                </a:ext>
              </a:extLst>
            </p:cNvPr>
            <p:cNvSpPr/>
            <p:nvPr/>
          </p:nvSpPr>
          <p:spPr>
            <a:xfrm>
              <a:off x="6372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A726C470-5A1C-4F44-BF08-956AF9E10D0A}"/>
                </a:ext>
              </a:extLst>
            </p:cNvPr>
            <p:cNvSpPr/>
            <p:nvPr/>
          </p:nvSpPr>
          <p:spPr>
            <a:xfrm>
              <a:off x="5610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8722F62A-55AC-43A0-804A-F70F7330D4BB}"/>
                </a:ext>
              </a:extLst>
            </p:cNvPr>
            <p:cNvSpPr/>
            <p:nvPr/>
          </p:nvSpPr>
          <p:spPr>
            <a:xfrm>
              <a:off x="4848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2B67A67F-0392-48D8-AC05-986EE29F4D8E}"/>
                </a:ext>
              </a:extLst>
            </p:cNvPr>
            <p:cNvSpPr/>
            <p:nvPr/>
          </p:nvSpPr>
          <p:spPr>
            <a:xfrm>
              <a:off x="5610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A581A170-E05E-4B74-8F37-A668FD1634B8}"/>
                </a:ext>
              </a:extLst>
            </p:cNvPr>
            <p:cNvSpPr/>
            <p:nvPr/>
          </p:nvSpPr>
          <p:spPr>
            <a:xfrm>
              <a:off x="4848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6D3B0CEF-D96B-4757-9A0E-54B9849510DB}"/>
                </a:ext>
              </a:extLst>
            </p:cNvPr>
            <p:cNvSpPr/>
            <p:nvPr/>
          </p:nvSpPr>
          <p:spPr>
            <a:xfrm>
              <a:off x="4848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B2243DE9-A59B-482C-9103-291BD4A8BF60}"/>
                </a:ext>
              </a:extLst>
            </p:cNvPr>
            <p:cNvSpPr/>
            <p:nvPr/>
          </p:nvSpPr>
          <p:spPr>
            <a:xfrm>
              <a:off x="4086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A4A82C3A-55B5-406B-8593-986B8A449E3E}"/>
                </a:ext>
              </a:extLst>
            </p:cNvPr>
            <p:cNvSpPr/>
            <p:nvPr/>
          </p:nvSpPr>
          <p:spPr>
            <a:xfrm>
              <a:off x="4086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8CE1101B-445C-433A-BAAB-EA288A198915}"/>
                </a:ext>
              </a:extLst>
            </p:cNvPr>
            <p:cNvSpPr/>
            <p:nvPr/>
          </p:nvSpPr>
          <p:spPr>
            <a:xfrm>
              <a:off x="4086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49274256-69EB-4336-87E0-5EFBF52D3F81}"/>
                </a:ext>
              </a:extLst>
            </p:cNvPr>
            <p:cNvSpPr/>
            <p:nvPr/>
          </p:nvSpPr>
          <p:spPr>
            <a:xfrm>
              <a:off x="4848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8" name="Rectangle 847">
              <a:extLst>
                <a:ext uri="{FF2B5EF4-FFF2-40B4-BE49-F238E27FC236}">
                  <a16:creationId xmlns:a16="http://schemas.microsoft.com/office/drawing/2014/main" id="{A0D3D83D-3E5B-41A7-881D-7F29CF20F707}"/>
                </a:ext>
              </a:extLst>
            </p:cNvPr>
            <p:cNvSpPr/>
            <p:nvPr/>
          </p:nvSpPr>
          <p:spPr>
            <a:xfrm>
              <a:off x="4086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1B32200B-A161-4DF4-9D25-2B2C5616CDF5}"/>
                </a:ext>
              </a:extLst>
            </p:cNvPr>
            <p:cNvSpPr/>
            <p:nvPr/>
          </p:nvSpPr>
          <p:spPr>
            <a:xfrm>
              <a:off x="6372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16216A6C-335E-4714-9E97-8D2849E488C5}"/>
                </a:ext>
              </a:extLst>
            </p:cNvPr>
            <p:cNvSpPr/>
            <p:nvPr/>
          </p:nvSpPr>
          <p:spPr>
            <a:xfrm>
              <a:off x="6372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54853BE4-B953-4D9D-AD9A-7A9A1C1A66E0}"/>
                </a:ext>
              </a:extLst>
            </p:cNvPr>
            <p:cNvSpPr/>
            <p:nvPr/>
          </p:nvSpPr>
          <p:spPr>
            <a:xfrm flipH="1">
              <a:off x="8664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23B5CBF4-C7B8-4E4A-B9AA-833FFD4FBFA6}"/>
                </a:ext>
              </a:extLst>
            </p:cNvPr>
            <p:cNvSpPr/>
            <p:nvPr/>
          </p:nvSpPr>
          <p:spPr>
            <a:xfrm flipH="1">
              <a:off x="8664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5CA646C2-98EE-487E-9931-2396A441391B}"/>
                </a:ext>
              </a:extLst>
            </p:cNvPr>
            <p:cNvSpPr/>
            <p:nvPr/>
          </p:nvSpPr>
          <p:spPr>
            <a:xfrm flipH="1">
              <a:off x="7902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88FF85E4-A560-4607-811C-B1FBBD1DE397}"/>
                </a:ext>
              </a:extLst>
            </p:cNvPr>
            <p:cNvSpPr/>
            <p:nvPr/>
          </p:nvSpPr>
          <p:spPr>
            <a:xfrm flipH="1">
              <a:off x="7902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2AA1C648-1AE0-41D8-B89D-A1E32A9BD0DA}"/>
                </a:ext>
              </a:extLst>
            </p:cNvPr>
            <p:cNvSpPr/>
            <p:nvPr/>
          </p:nvSpPr>
          <p:spPr>
            <a:xfrm flipH="1">
              <a:off x="8664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B307D64D-6F76-4994-A32B-1FF2BE3DE3FD}"/>
                </a:ext>
              </a:extLst>
            </p:cNvPr>
            <p:cNvSpPr/>
            <p:nvPr/>
          </p:nvSpPr>
          <p:spPr>
            <a:xfrm flipH="1">
              <a:off x="8664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56843549-FB77-48FD-B385-EE0FCE07BF47}"/>
                </a:ext>
              </a:extLst>
            </p:cNvPr>
            <p:cNvSpPr/>
            <p:nvPr/>
          </p:nvSpPr>
          <p:spPr>
            <a:xfrm flipH="1">
              <a:off x="9426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447190F8-7C46-4320-9D55-388AABD50856}"/>
                </a:ext>
              </a:extLst>
            </p:cNvPr>
            <p:cNvSpPr/>
            <p:nvPr/>
          </p:nvSpPr>
          <p:spPr>
            <a:xfrm flipH="1">
              <a:off x="9426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F1BCBFE3-8FAF-47EC-8185-9F12F6A7465E}"/>
                </a:ext>
              </a:extLst>
            </p:cNvPr>
            <p:cNvSpPr/>
            <p:nvPr/>
          </p:nvSpPr>
          <p:spPr>
            <a:xfrm flipH="1">
              <a:off x="9426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F6416C5-BDAC-4AB5-9D18-E711E13F899F}"/>
                </a:ext>
              </a:extLst>
            </p:cNvPr>
            <p:cNvSpPr/>
            <p:nvPr/>
          </p:nvSpPr>
          <p:spPr>
            <a:xfrm flipH="1">
              <a:off x="9426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3A3010AF-EAEC-48F3-8813-78E0877B5F94}"/>
                </a:ext>
              </a:extLst>
            </p:cNvPr>
            <p:cNvSpPr/>
            <p:nvPr/>
          </p:nvSpPr>
          <p:spPr>
            <a:xfrm flipH="1">
              <a:off x="7140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7E748406-C5B0-4897-9D4C-DCE544799A3E}"/>
                </a:ext>
              </a:extLst>
            </p:cNvPr>
            <p:cNvSpPr/>
            <p:nvPr/>
          </p:nvSpPr>
          <p:spPr>
            <a:xfrm flipH="1">
              <a:off x="7140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7673665A-D5A1-4DE7-98AE-88CAEDAF4758}"/>
                </a:ext>
              </a:extLst>
            </p:cNvPr>
            <p:cNvSpPr/>
            <p:nvPr/>
          </p:nvSpPr>
          <p:spPr>
            <a:xfrm flipH="1">
              <a:off x="7902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E04C1EB6-6DD3-492C-9F22-81EF7F8B2150}"/>
                </a:ext>
              </a:extLst>
            </p:cNvPr>
            <p:cNvSpPr/>
            <p:nvPr/>
          </p:nvSpPr>
          <p:spPr>
            <a:xfrm flipH="1">
              <a:off x="8664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8ED53CDE-C845-44B5-8D7B-06AA7671E1D7}"/>
                </a:ext>
              </a:extLst>
            </p:cNvPr>
            <p:cNvSpPr/>
            <p:nvPr/>
          </p:nvSpPr>
          <p:spPr>
            <a:xfrm flipH="1">
              <a:off x="7902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936072F6-D781-4C80-8F3A-6680B0B2261A}"/>
                </a:ext>
              </a:extLst>
            </p:cNvPr>
            <p:cNvSpPr/>
            <p:nvPr/>
          </p:nvSpPr>
          <p:spPr>
            <a:xfrm flipH="1">
              <a:off x="8664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EC5CF5B1-F7C3-4FCE-9ECD-BB0E1AFE46A5}"/>
                </a:ext>
              </a:extLst>
            </p:cNvPr>
            <p:cNvSpPr/>
            <p:nvPr/>
          </p:nvSpPr>
          <p:spPr>
            <a:xfrm flipH="1">
              <a:off x="8664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E8FA77B7-EB2C-4C8E-B379-88247205C74C}"/>
                </a:ext>
              </a:extLst>
            </p:cNvPr>
            <p:cNvSpPr/>
            <p:nvPr/>
          </p:nvSpPr>
          <p:spPr>
            <a:xfrm flipH="1">
              <a:off x="9426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852A771B-54EC-474B-88DA-87FA57AADFEB}"/>
                </a:ext>
              </a:extLst>
            </p:cNvPr>
            <p:cNvSpPr/>
            <p:nvPr/>
          </p:nvSpPr>
          <p:spPr>
            <a:xfrm flipH="1">
              <a:off x="9426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DC1CE1C4-2898-4F08-94EF-EBF3D7581BD0}"/>
                </a:ext>
              </a:extLst>
            </p:cNvPr>
            <p:cNvSpPr/>
            <p:nvPr/>
          </p:nvSpPr>
          <p:spPr>
            <a:xfrm flipH="1">
              <a:off x="9426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61AE24FF-A6D8-41B1-9239-8BF478226758}"/>
                </a:ext>
              </a:extLst>
            </p:cNvPr>
            <p:cNvSpPr/>
            <p:nvPr/>
          </p:nvSpPr>
          <p:spPr>
            <a:xfrm flipH="1">
              <a:off x="8664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CA1C0421-2401-4505-BC4E-D567191F16A0}"/>
                </a:ext>
              </a:extLst>
            </p:cNvPr>
            <p:cNvSpPr/>
            <p:nvPr/>
          </p:nvSpPr>
          <p:spPr>
            <a:xfrm flipH="1">
              <a:off x="9426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8A470665-A856-4A8A-B00E-E61D6611C32A}"/>
                </a:ext>
              </a:extLst>
            </p:cNvPr>
            <p:cNvSpPr/>
            <p:nvPr/>
          </p:nvSpPr>
          <p:spPr>
            <a:xfrm flipH="1">
              <a:off x="7140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82E82896-B44B-4DF9-A365-AAF0C1F38FAB}"/>
                </a:ext>
              </a:extLst>
            </p:cNvPr>
            <p:cNvSpPr/>
            <p:nvPr/>
          </p:nvSpPr>
          <p:spPr>
            <a:xfrm flipH="1">
              <a:off x="7140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01D4C5-10C5-4FD6-95BE-83DEC3C483AD}"/>
              </a:ext>
            </a:extLst>
          </p:cNvPr>
          <p:cNvGrpSpPr/>
          <p:nvPr/>
        </p:nvGrpSpPr>
        <p:grpSpPr>
          <a:xfrm>
            <a:off x="4046483" y="426317"/>
            <a:ext cx="6149795" cy="6095995"/>
            <a:chOff x="4046483" y="426317"/>
            <a:chExt cx="6149795" cy="6095995"/>
          </a:xfrm>
        </p:grpSpPr>
        <p:grpSp>
          <p:nvGrpSpPr>
            <p:cNvPr id="1515" name="Group 1514">
              <a:extLst>
                <a:ext uri="{FF2B5EF4-FFF2-40B4-BE49-F238E27FC236}">
                  <a16:creationId xmlns:a16="http://schemas.microsoft.com/office/drawing/2014/main" id="{F17040C9-003E-4DC4-BF84-39A3C0151114}"/>
                </a:ext>
              </a:extLst>
            </p:cNvPr>
            <p:cNvGrpSpPr/>
            <p:nvPr/>
          </p:nvGrpSpPr>
          <p:grpSpPr>
            <a:xfrm>
              <a:off x="4046483" y="426317"/>
              <a:ext cx="6149795" cy="6095995"/>
              <a:chOff x="4066630" y="206887"/>
              <a:chExt cx="6110587" cy="6057135"/>
            </a:xfrm>
          </p:grpSpPr>
          <p:grpSp>
            <p:nvGrpSpPr>
              <p:cNvPr id="1516" name="Group 1515">
                <a:extLst>
                  <a:ext uri="{FF2B5EF4-FFF2-40B4-BE49-F238E27FC236}">
                    <a16:creationId xmlns:a16="http://schemas.microsoft.com/office/drawing/2014/main" id="{3BAEF75F-5432-4CA9-93DF-E4049EADB71A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1532" name="Group 1531">
                  <a:extLst>
                    <a:ext uri="{FF2B5EF4-FFF2-40B4-BE49-F238E27FC236}">
                      <a16:creationId xmlns:a16="http://schemas.microsoft.com/office/drawing/2014/main" id="{2F881305-CB74-49F8-B339-32B76F1B152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1540" name="Straight Connector 1539">
                    <a:extLst>
                      <a:ext uri="{FF2B5EF4-FFF2-40B4-BE49-F238E27FC236}">
                        <a16:creationId xmlns:a16="http://schemas.microsoft.com/office/drawing/2014/main" id="{63A6EDC7-6347-483C-A47E-82E12B840B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47843" y="5515744"/>
                    <a:ext cx="1524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1" name="Straight Connector 1540">
                    <a:extLst>
                      <a:ext uri="{FF2B5EF4-FFF2-40B4-BE49-F238E27FC236}">
                        <a16:creationId xmlns:a16="http://schemas.microsoft.com/office/drawing/2014/main" id="{4A06D160-FBE0-4A54-9911-D8CF7676B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2" name="Straight Connector 1541">
                    <a:extLst>
                      <a:ext uri="{FF2B5EF4-FFF2-40B4-BE49-F238E27FC236}">
                        <a16:creationId xmlns:a16="http://schemas.microsoft.com/office/drawing/2014/main" id="{9D9C47EB-6074-4660-9379-4537E9F568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3" name="Straight Connector 1542">
                    <a:extLst>
                      <a:ext uri="{FF2B5EF4-FFF2-40B4-BE49-F238E27FC236}">
                        <a16:creationId xmlns:a16="http://schemas.microsoft.com/office/drawing/2014/main" id="{84683FE8-ABC1-4F07-8159-9786AEB8D3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4" name="Straight Connector 1543">
                    <a:extLst>
                      <a:ext uri="{FF2B5EF4-FFF2-40B4-BE49-F238E27FC236}">
                        <a16:creationId xmlns:a16="http://schemas.microsoft.com/office/drawing/2014/main" id="{E0EE2D57-AB7D-4B7A-B84C-4D52242C48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47874" y="4773349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5" name="Straight Connector 1544">
                    <a:extLst>
                      <a:ext uri="{FF2B5EF4-FFF2-40B4-BE49-F238E27FC236}">
                        <a16:creationId xmlns:a16="http://schemas.microsoft.com/office/drawing/2014/main" id="{10815560-FDA1-4262-9054-09B5B24BA2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6" name="Straight Connector 1545">
                    <a:extLst>
                      <a:ext uri="{FF2B5EF4-FFF2-40B4-BE49-F238E27FC236}">
                        <a16:creationId xmlns:a16="http://schemas.microsoft.com/office/drawing/2014/main" id="{FC30D036-6634-43B1-B98B-F7B5D5D13D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7" name="Straight Connector 1546">
                    <a:extLst>
                      <a:ext uri="{FF2B5EF4-FFF2-40B4-BE49-F238E27FC236}">
                        <a16:creationId xmlns:a16="http://schemas.microsoft.com/office/drawing/2014/main" id="{29A6B166-143F-4332-A3AF-90A028D1E5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8" name="Straight Connector 1547">
                    <a:extLst>
                      <a:ext uri="{FF2B5EF4-FFF2-40B4-BE49-F238E27FC236}">
                        <a16:creationId xmlns:a16="http://schemas.microsoft.com/office/drawing/2014/main" id="{FD4F1044-1205-423F-B22E-1712FCC576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9" name="Straight Connector 1548">
                    <a:extLst>
                      <a:ext uri="{FF2B5EF4-FFF2-40B4-BE49-F238E27FC236}">
                        <a16:creationId xmlns:a16="http://schemas.microsoft.com/office/drawing/2014/main" id="{ADE61EC5-4F49-4699-B044-9275A82AE2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3" name="Group 1532">
                  <a:extLst>
                    <a:ext uri="{FF2B5EF4-FFF2-40B4-BE49-F238E27FC236}">
                      <a16:creationId xmlns:a16="http://schemas.microsoft.com/office/drawing/2014/main" id="{F59D6802-8B45-4812-BF68-5503F00B5FFB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1534" name="Straight Connector 1533">
                    <a:extLst>
                      <a:ext uri="{FF2B5EF4-FFF2-40B4-BE49-F238E27FC236}">
                        <a16:creationId xmlns:a16="http://schemas.microsoft.com/office/drawing/2014/main" id="{5AF667E4-8676-4A34-9576-11C61F7C4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5" name="Straight Connector 1534">
                    <a:extLst>
                      <a:ext uri="{FF2B5EF4-FFF2-40B4-BE49-F238E27FC236}">
                        <a16:creationId xmlns:a16="http://schemas.microsoft.com/office/drawing/2014/main" id="{23CBB3D6-92C3-4E0A-BF06-3696197DCE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6" name="Straight Connector 1535">
                    <a:extLst>
                      <a:ext uri="{FF2B5EF4-FFF2-40B4-BE49-F238E27FC236}">
                        <a16:creationId xmlns:a16="http://schemas.microsoft.com/office/drawing/2014/main" id="{3C25D2CE-49B3-468D-BCFE-F1EA01C93A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7" name="Straight Connector 1536">
                    <a:extLst>
                      <a:ext uri="{FF2B5EF4-FFF2-40B4-BE49-F238E27FC236}">
                        <a16:creationId xmlns:a16="http://schemas.microsoft.com/office/drawing/2014/main" id="{9BEEAEE3-071D-406A-94A6-6A9E5D222B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8" name="Straight Connector 1537">
                    <a:extLst>
                      <a:ext uri="{FF2B5EF4-FFF2-40B4-BE49-F238E27FC236}">
                        <a16:creationId xmlns:a16="http://schemas.microsoft.com/office/drawing/2014/main" id="{2D22E066-5B99-4653-956F-63515E1C84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9" name="Straight Connector 1538">
                    <a:extLst>
                      <a:ext uri="{FF2B5EF4-FFF2-40B4-BE49-F238E27FC236}">
                        <a16:creationId xmlns:a16="http://schemas.microsoft.com/office/drawing/2014/main" id="{B422E2E3-CC87-4477-9FE3-522E1ADEE7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17" name="Group 1516">
                <a:extLst>
                  <a:ext uri="{FF2B5EF4-FFF2-40B4-BE49-F238E27FC236}">
                    <a16:creationId xmlns:a16="http://schemas.microsoft.com/office/drawing/2014/main" id="{7B47204E-8E0C-42D8-A0BA-D6F6C2317466}"/>
                  </a:ext>
                </a:extLst>
              </p:cNvPr>
              <p:cNvGrpSpPr/>
              <p:nvPr/>
            </p:nvGrpSpPr>
            <p:grpSpPr>
              <a:xfrm rot="5400000">
                <a:off x="4835339" y="178950"/>
                <a:ext cx="4568088" cy="6105503"/>
                <a:chOff x="4823986" y="192985"/>
                <a:chExt cx="4568088" cy="6105503"/>
              </a:xfrm>
            </p:grpSpPr>
            <p:grpSp>
              <p:nvGrpSpPr>
                <p:cNvPr id="1518" name="Group 1517">
                  <a:extLst>
                    <a:ext uri="{FF2B5EF4-FFF2-40B4-BE49-F238E27FC236}">
                      <a16:creationId xmlns:a16="http://schemas.microsoft.com/office/drawing/2014/main" id="{E663D5F4-B032-4E18-8DE1-B3BA4AA369AF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1526" name="Straight Connector 1525">
                    <a:extLst>
                      <a:ext uri="{FF2B5EF4-FFF2-40B4-BE49-F238E27FC236}">
                        <a16:creationId xmlns:a16="http://schemas.microsoft.com/office/drawing/2014/main" id="{2DDC439A-E09D-44BF-8B72-5195E5E03D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7" name="Straight Connector 1526">
                    <a:extLst>
                      <a:ext uri="{FF2B5EF4-FFF2-40B4-BE49-F238E27FC236}">
                        <a16:creationId xmlns:a16="http://schemas.microsoft.com/office/drawing/2014/main" id="{BD7E8DA5-AAFC-4FF2-834D-157B7BB74E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8" name="Straight Connector 1527">
                    <a:extLst>
                      <a:ext uri="{FF2B5EF4-FFF2-40B4-BE49-F238E27FC236}">
                        <a16:creationId xmlns:a16="http://schemas.microsoft.com/office/drawing/2014/main" id="{37E675C3-53E7-415B-9EE3-E54B8CD0D1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9" name="Straight Connector 1528">
                    <a:extLst>
                      <a:ext uri="{FF2B5EF4-FFF2-40B4-BE49-F238E27FC236}">
                        <a16:creationId xmlns:a16="http://schemas.microsoft.com/office/drawing/2014/main" id="{2E9B8A27-3F33-41EE-A903-0116B93B5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0" name="Straight Connector 1529">
                    <a:extLst>
                      <a:ext uri="{FF2B5EF4-FFF2-40B4-BE49-F238E27FC236}">
                        <a16:creationId xmlns:a16="http://schemas.microsoft.com/office/drawing/2014/main" id="{F8B1630C-2FF1-4DD2-8B4C-BF05E2126A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1" name="Straight Connector 1530">
                    <a:extLst>
                      <a:ext uri="{FF2B5EF4-FFF2-40B4-BE49-F238E27FC236}">
                        <a16:creationId xmlns:a16="http://schemas.microsoft.com/office/drawing/2014/main" id="{D9BBA7A5-1D4E-4196-B16B-A281FEF31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19" name="Group 1518">
                  <a:extLst>
                    <a:ext uri="{FF2B5EF4-FFF2-40B4-BE49-F238E27FC236}">
                      <a16:creationId xmlns:a16="http://schemas.microsoft.com/office/drawing/2014/main" id="{4C593B63-0ABA-459D-9CD6-9651A9A731DE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7" cy="3803646"/>
                  <a:chOff x="4894292" y="2512244"/>
                  <a:chExt cx="3794157" cy="3803646"/>
                </a:xfrm>
              </p:grpSpPr>
              <p:cxnSp>
                <p:nvCxnSpPr>
                  <p:cNvPr id="1520" name="Straight Connector 1519">
                    <a:extLst>
                      <a:ext uri="{FF2B5EF4-FFF2-40B4-BE49-F238E27FC236}">
                        <a16:creationId xmlns:a16="http://schemas.microsoft.com/office/drawing/2014/main" id="{CE100224-7191-4C38-A2AE-1DCAA7EC37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1" name="Straight Connector 1520">
                    <a:extLst>
                      <a:ext uri="{FF2B5EF4-FFF2-40B4-BE49-F238E27FC236}">
                        <a16:creationId xmlns:a16="http://schemas.microsoft.com/office/drawing/2014/main" id="{53C814C1-B681-4D01-8525-145B183280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2" name="Straight Connector 1521">
                    <a:extLst>
                      <a:ext uri="{FF2B5EF4-FFF2-40B4-BE49-F238E27FC236}">
                        <a16:creationId xmlns:a16="http://schemas.microsoft.com/office/drawing/2014/main" id="{E1BF3FAA-84A1-4E48-881B-A184B48A9F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3" name="Straight Connector 1522">
                    <a:extLst>
                      <a:ext uri="{FF2B5EF4-FFF2-40B4-BE49-F238E27FC236}">
                        <a16:creationId xmlns:a16="http://schemas.microsoft.com/office/drawing/2014/main" id="{86F88E20-432E-4565-9B74-7A2475F167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4" name="Straight Connector 1523">
                    <a:extLst>
                      <a:ext uri="{FF2B5EF4-FFF2-40B4-BE49-F238E27FC236}">
                        <a16:creationId xmlns:a16="http://schemas.microsoft.com/office/drawing/2014/main" id="{0D47C7AB-ED2B-4BA5-A24C-CAB26FB6F9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5" name="Straight Connector 1524">
                    <a:extLst>
                      <a:ext uri="{FF2B5EF4-FFF2-40B4-BE49-F238E27FC236}">
                        <a16:creationId xmlns:a16="http://schemas.microsoft.com/office/drawing/2014/main" id="{422292AE-16A5-43B2-ACCA-75EECAF27C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550" name="Group 1549">
              <a:extLst>
                <a:ext uri="{FF2B5EF4-FFF2-40B4-BE49-F238E27FC236}">
                  <a16:creationId xmlns:a16="http://schemas.microsoft.com/office/drawing/2014/main" id="{18CB4E8C-09F5-468C-ADA3-A44C32737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82396" y="1948793"/>
              <a:ext cx="3077969" cy="3051042"/>
              <a:chOff x="4066630" y="206887"/>
              <a:chExt cx="6110587" cy="6057135"/>
            </a:xfrm>
          </p:grpSpPr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8A6832D4-A4AE-4669-9781-8AEFB640B853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1567" name="Group 1566">
                  <a:extLst>
                    <a:ext uri="{FF2B5EF4-FFF2-40B4-BE49-F238E27FC236}">
                      <a16:creationId xmlns:a16="http://schemas.microsoft.com/office/drawing/2014/main" id="{56E9014C-F043-4662-B31E-B4A177B54809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1575" name="Straight Connector 1574">
                    <a:extLst>
                      <a:ext uri="{FF2B5EF4-FFF2-40B4-BE49-F238E27FC236}">
                        <a16:creationId xmlns:a16="http://schemas.microsoft.com/office/drawing/2014/main" id="{4FFD4797-3117-4220-A4A6-35E7C8EC29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47843" y="5515744"/>
                    <a:ext cx="1524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6" name="Straight Connector 1575">
                    <a:extLst>
                      <a:ext uri="{FF2B5EF4-FFF2-40B4-BE49-F238E27FC236}">
                        <a16:creationId xmlns:a16="http://schemas.microsoft.com/office/drawing/2014/main" id="{C4FE9C2C-5B42-4407-8EDE-DA8A63942D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7" name="Straight Connector 1576">
                    <a:extLst>
                      <a:ext uri="{FF2B5EF4-FFF2-40B4-BE49-F238E27FC236}">
                        <a16:creationId xmlns:a16="http://schemas.microsoft.com/office/drawing/2014/main" id="{18422972-F839-459C-8A5E-0F799332EC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8" name="Straight Connector 1577">
                    <a:extLst>
                      <a:ext uri="{FF2B5EF4-FFF2-40B4-BE49-F238E27FC236}">
                        <a16:creationId xmlns:a16="http://schemas.microsoft.com/office/drawing/2014/main" id="{2132B5C4-19AF-4C1D-B87D-13557FF58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9" name="Straight Connector 1578">
                    <a:extLst>
                      <a:ext uri="{FF2B5EF4-FFF2-40B4-BE49-F238E27FC236}">
                        <a16:creationId xmlns:a16="http://schemas.microsoft.com/office/drawing/2014/main" id="{6263C211-38D4-4BDA-BF8A-04E9B55E8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47874" y="4773349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0" name="Straight Connector 1579">
                    <a:extLst>
                      <a:ext uri="{FF2B5EF4-FFF2-40B4-BE49-F238E27FC236}">
                        <a16:creationId xmlns:a16="http://schemas.microsoft.com/office/drawing/2014/main" id="{1784FFBD-1E70-4E06-BD18-B2F8FA4FD8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1" name="Straight Connector 1580">
                    <a:extLst>
                      <a:ext uri="{FF2B5EF4-FFF2-40B4-BE49-F238E27FC236}">
                        <a16:creationId xmlns:a16="http://schemas.microsoft.com/office/drawing/2014/main" id="{F653669D-04A4-4A2F-91B0-4417170A9B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2" name="Straight Connector 1581">
                    <a:extLst>
                      <a:ext uri="{FF2B5EF4-FFF2-40B4-BE49-F238E27FC236}">
                        <a16:creationId xmlns:a16="http://schemas.microsoft.com/office/drawing/2014/main" id="{E54839EA-75E9-4C8E-A36B-CC5884E7DA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3" name="Straight Connector 1582">
                    <a:extLst>
                      <a:ext uri="{FF2B5EF4-FFF2-40B4-BE49-F238E27FC236}">
                        <a16:creationId xmlns:a16="http://schemas.microsoft.com/office/drawing/2014/main" id="{43668F6B-D416-45CB-BE90-32B1C51AA2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4" name="Straight Connector 1583">
                    <a:extLst>
                      <a:ext uri="{FF2B5EF4-FFF2-40B4-BE49-F238E27FC236}">
                        <a16:creationId xmlns:a16="http://schemas.microsoft.com/office/drawing/2014/main" id="{724EFA52-80D8-4BBD-BF73-BBE1BB9B54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68" name="Group 1567">
                  <a:extLst>
                    <a:ext uri="{FF2B5EF4-FFF2-40B4-BE49-F238E27FC236}">
                      <a16:creationId xmlns:a16="http://schemas.microsoft.com/office/drawing/2014/main" id="{32A61C76-DD75-4A20-AED5-5E6558719C14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1569" name="Straight Connector 1568">
                    <a:extLst>
                      <a:ext uri="{FF2B5EF4-FFF2-40B4-BE49-F238E27FC236}">
                        <a16:creationId xmlns:a16="http://schemas.microsoft.com/office/drawing/2014/main" id="{2DC7F7DF-1359-478C-826D-3F9961C0BC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0" name="Straight Connector 1569">
                    <a:extLst>
                      <a:ext uri="{FF2B5EF4-FFF2-40B4-BE49-F238E27FC236}">
                        <a16:creationId xmlns:a16="http://schemas.microsoft.com/office/drawing/2014/main" id="{6D02D431-001F-42B6-9921-C9EE25AC22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1" name="Straight Connector 1570">
                    <a:extLst>
                      <a:ext uri="{FF2B5EF4-FFF2-40B4-BE49-F238E27FC236}">
                        <a16:creationId xmlns:a16="http://schemas.microsoft.com/office/drawing/2014/main" id="{1EC30E4F-7534-4B66-95F0-BCD1B65DAF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2" name="Straight Connector 1571">
                    <a:extLst>
                      <a:ext uri="{FF2B5EF4-FFF2-40B4-BE49-F238E27FC236}">
                        <a16:creationId xmlns:a16="http://schemas.microsoft.com/office/drawing/2014/main" id="{C3FF388B-59E9-479B-B209-19837EA473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3" name="Straight Connector 1572">
                    <a:extLst>
                      <a:ext uri="{FF2B5EF4-FFF2-40B4-BE49-F238E27FC236}">
                        <a16:creationId xmlns:a16="http://schemas.microsoft.com/office/drawing/2014/main" id="{F924E5EB-0F6F-43E6-A70B-1A64396357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4" name="Straight Connector 1573">
                    <a:extLst>
                      <a:ext uri="{FF2B5EF4-FFF2-40B4-BE49-F238E27FC236}">
                        <a16:creationId xmlns:a16="http://schemas.microsoft.com/office/drawing/2014/main" id="{EF940881-A8B2-417E-8940-F573B97793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52" name="Group 1551">
                <a:extLst>
                  <a:ext uri="{FF2B5EF4-FFF2-40B4-BE49-F238E27FC236}">
                    <a16:creationId xmlns:a16="http://schemas.microsoft.com/office/drawing/2014/main" id="{8C3753FE-C39A-473C-9432-DD8C8C3E705C}"/>
                  </a:ext>
                </a:extLst>
              </p:cNvPr>
              <p:cNvGrpSpPr/>
              <p:nvPr/>
            </p:nvGrpSpPr>
            <p:grpSpPr>
              <a:xfrm rot="5400000">
                <a:off x="4835339" y="178950"/>
                <a:ext cx="4568088" cy="6105503"/>
                <a:chOff x="4823986" y="192985"/>
                <a:chExt cx="4568088" cy="6105503"/>
              </a:xfrm>
            </p:grpSpPr>
            <p:grpSp>
              <p:nvGrpSpPr>
                <p:cNvPr id="1553" name="Group 1552">
                  <a:extLst>
                    <a:ext uri="{FF2B5EF4-FFF2-40B4-BE49-F238E27FC236}">
                      <a16:creationId xmlns:a16="http://schemas.microsoft.com/office/drawing/2014/main" id="{1B034228-36F8-49D2-9325-B09574C08CA1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1561" name="Straight Connector 1560">
                    <a:extLst>
                      <a:ext uri="{FF2B5EF4-FFF2-40B4-BE49-F238E27FC236}">
                        <a16:creationId xmlns:a16="http://schemas.microsoft.com/office/drawing/2014/main" id="{B6446367-8DBE-479B-A43A-31F8F30721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2" name="Straight Connector 1561">
                    <a:extLst>
                      <a:ext uri="{FF2B5EF4-FFF2-40B4-BE49-F238E27FC236}">
                        <a16:creationId xmlns:a16="http://schemas.microsoft.com/office/drawing/2014/main" id="{9E87932C-ABD6-4CBB-9128-F880B4BED2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3" name="Straight Connector 1562">
                    <a:extLst>
                      <a:ext uri="{FF2B5EF4-FFF2-40B4-BE49-F238E27FC236}">
                        <a16:creationId xmlns:a16="http://schemas.microsoft.com/office/drawing/2014/main" id="{4D642775-BD9E-426D-9B3B-8E11F6CA69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4" name="Straight Connector 1563">
                    <a:extLst>
                      <a:ext uri="{FF2B5EF4-FFF2-40B4-BE49-F238E27FC236}">
                        <a16:creationId xmlns:a16="http://schemas.microsoft.com/office/drawing/2014/main" id="{E4FB2C1A-5539-4CB4-9A48-293D9BEFD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5" name="Straight Connector 1564">
                    <a:extLst>
                      <a:ext uri="{FF2B5EF4-FFF2-40B4-BE49-F238E27FC236}">
                        <a16:creationId xmlns:a16="http://schemas.microsoft.com/office/drawing/2014/main" id="{08F3674B-36B6-4AE5-A0A8-2537C7890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6" name="Straight Connector 1565">
                    <a:extLst>
                      <a:ext uri="{FF2B5EF4-FFF2-40B4-BE49-F238E27FC236}">
                        <a16:creationId xmlns:a16="http://schemas.microsoft.com/office/drawing/2014/main" id="{63B545BD-B4DC-4388-936A-012E98899E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4" name="Group 1553">
                  <a:extLst>
                    <a:ext uri="{FF2B5EF4-FFF2-40B4-BE49-F238E27FC236}">
                      <a16:creationId xmlns:a16="http://schemas.microsoft.com/office/drawing/2014/main" id="{4662A4B6-E484-47B3-B143-69E888F0AFA1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7" cy="3803646"/>
                  <a:chOff x="4894292" y="2512244"/>
                  <a:chExt cx="3794157" cy="3803646"/>
                </a:xfrm>
              </p:grpSpPr>
              <p:cxnSp>
                <p:nvCxnSpPr>
                  <p:cNvPr id="1555" name="Straight Connector 1554">
                    <a:extLst>
                      <a:ext uri="{FF2B5EF4-FFF2-40B4-BE49-F238E27FC236}">
                        <a16:creationId xmlns:a16="http://schemas.microsoft.com/office/drawing/2014/main" id="{57C2AA9A-D25B-49BF-901F-DD77DC6C2E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6" name="Straight Connector 1555">
                    <a:extLst>
                      <a:ext uri="{FF2B5EF4-FFF2-40B4-BE49-F238E27FC236}">
                        <a16:creationId xmlns:a16="http://schemas.microsoft.com/office/drawing/2014/main" id="{6EDF4429-BE81-4E18-9643-F25481E1B5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7" name="Straight Connector 1556">
                    <a:extLst>
                      <a:ext uri="{FF2B5EF4-FFF2-40B4-BE49-F238E27FC236}">
                        <a16:creationId xmlns:a16="http://schemas.microsoft.com/office/drawing/2014/main" id="{3308D02E-BB57-4AD9-ADEC-1D799D03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8" name="Straight Connector 1557">
                    <a:extLst>
                      <a:ext uri="{FF2B5EF4-FFF2-40B4-BE49-F238E27FC236}">
                        <a16:creationId xmlns:a16="http://schemas.microsoft.com/office/drawing/2014/main" id="{4DFFCFF9-1B63-49F9-9AAF-84D6ECA90E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9" name="Straight Connector 1558">
                    <a:extLst>
                      <a:ext uri="{FF2B5EF4-FFF2-40B4-BE49-F238E27FC236}">
                        <a16:creationId xmlns:a16="http://schemas.microsoft.com/office/drawing/2014/main" id="{C262ECF9-C4C3-4412-9963-BDBAA75C10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0" name="Straight Connector 1559">
                    <a:extLst>
                      <a:ext uri="{FF2B5EF4-FFF2-40B4-BE49-F238E27FC236}">
                        <a16:creationId xmlns:a16="http://schemas.microsoft.com/office/drawing/2014/main" id="{F4877E54-FFB5-48A9-A6DA-9DDF5C8E4D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092" name="Group 2091">
            <a:extLst>
              <a:ext uri="{FF2B5EF4-FFF2-40B4-BE49-F238E27FC236}">
                <a16:creationId xmlns:a16="http://schemas.microsoft.com/office/drawing/2014/main" id="{A2CEA6B6-001B-4D2B-BB9E-F113633D0B99}"/>
              </a:ext>
            </a:extLst>
          </p:cNvPr>
          <p:cNvGrpSpPr>
            <a:grpSpLocks noChangeAspect="1"/>
          </p:cNvGrpSpPr>
          <p:nvPr/>
        </p:nvGrpSpPr>
        <p:grpSpPr>
          <a:xfrm>
            <a:off x="6345670" y="2705390"/>
            <a:ext cx="1551421" cy="1537849"/>
            <a:chOff x="4046483" y="426317"/>
            <a:chExt cx="6149795" cy="6095995"/>
          </a:xfrm>
        </p:grpSpPr>
        <p:grpSp>
          <p:nvGrpSpPr>
            <p:cNvPr id="2093" name="Group 2092">
              <a:extLst>
                <a:ext uri="{FF2B5EF4-FFF2-40B4-BE49-F238E27FC236}">
                  <a16:creationId xmlns:a16="http://schemas.microsoft.com/office/drawing/2014/main" id="{FAEE050A-DFA5-4588-B48C-B833487D4BFA}"/>
                </a:ext>
              </a:extLst>
            </p:cNvPr>
            <p:cNvGrpSpPr/>
            <p:nvPr/>
          </p:nvGrpSpPr>
          <p:grpSpPr>
            <a:xfrm>
              <a:off x="4046483" y="426317"/>
              <a:ext cx="6149795" cy="6095995"/>
              <a:chOff x="4066630" y="206887"/>
              <a:chExt cx="6110587" cy="6057135"/>
            </a:xfrm>
          </p:grpSpPr>
          <p:grpSp>
            <p:nvGrpSpPr>
              <p:cNvPr id="2129" name="Group 2128">
                <a:extLst>
                  <a:ext uri="{FF2B5EF4-FFF2-40B4-BE49-F238E27FC236}">
                    <a16:creationId xmlns:a16="http://schemas.microsoft.com/office/drawing/2014/main" id="{78EA060D-6FAE-411A-A6D5-8336F668AA91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2145" name="Group 2144">
                  <a:extLst>
                    <a:ext uri="{FF2B5EF4-FFF2-40B4-BE49-F238E27FC236}">
                      <a16:creationId xmlns:a16="http://schemas.microsoft.com/office/drawing/2014/main" id="{CC4E5FA4-9141-44CA-901D-DE0F0961900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2153" name="Straight Connector 2152">
                    <a:extLst>
                      <a:ext uri="{FF2B5EF4-FFF2-40B4-BE49-F238E27FC236}">
                        <a16:creationId xmlns:a16="http://schemas.microsoft.com/office/drawing/2014/main" id="{C45EBC1B-DB1D-4487-A27E-C5E9D0C361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47843" y="5515744"/>
                    <a:ext cx="1524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4" name="Straight Connector 2153">
                    <a:extLst>
                      <a:ext uri="{FF2B5EF4-FFF2-40B4-BE49-F238E27FC236}">
                        <a16:creationId xmlns:a16="http://schemas.microsoft.com/office/drawing/2014/main" id="{D827FC27-8643-40F8-B47B-33E90ABC65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5" name="Straight Connector 2154">
                    <a:extLst>
                      <a:ext uri="{FF2B5EF4-FFF2-40B4-BE49-F238E27FC236}">
                        <a16:creationId xmlns:a16="http://schemas.microsoft.com/office/drawing/2014/main" id="{5470825B-8B65-422A-8910-D849AF867C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6" name="Straight Connector 2155">
                    <a:extLst>
                      <a:ext uri="{FF2B5EF4-FFF2-40B4-BE49-F238E27FC236}">
                        <a16:creationId xmlns:a16="http://schemas.microsoft.com/office/drawing/2014/main" id="{DCC1E2D7-3AA0-4EAF-9945-24BB225584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7" name="Straight Connector 2156">
                    <a:extLst>
                      <a:ext uri="{FF2B5EF4-FFF2-40B4-BE49-F238E27FC236}">
                        <a16:creationId xmlns:a16="http://schemas.microsoft.com/office/drawing/2014/main" id="{CC0927FF-2400-4DAA-A726-C1527BB80F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47874" y="4773349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8" name="Straight Connector 2157">
                    <a:extLst>
                      <a:ext uri="{FF2B5EF4-FFF2-40B4-BE49-F238E27FC236}">
                        <a16:creationId xmlns:a16="http://schemas.microsoft.com/office/drawing/2014/main" id="{1217D9BC-4A73-42E8-AE79-8B4B6A624B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9" name="Straight Connector 2158">
                    <a:extLst>
                      <a:ext uri="{FF2B5EF4-FFF2-40B4-BE49-F238E27FC236}">
                        <a16:creationId xmlns:a16="http://schemas.microsoft.com/office/drawing/2014/main" id="{CAD0FE90-52AE-46E6-A10F-9F08865222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0" name="Straight Connector 2159">
                    <a:extLst>
                      <a:ext uri="{FF2B5EF4-FFF2-40B4-BE49-F238E27FC236}">
                        <a16:creationId xmlns:a16="http://schemas.microsoft.com/office/drawing/2014/main" id="{1492E1E5-1AFE-488F-AB08-7A823D2014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1" name="Straight Connector 2160">
                    <a:extLst>
                      <a:ext uri="{FF2B5EF4-FFF2-40B4-BE49-F238E27FC236}">
                        <a16:creationId xmlns:a16="http://schemas.microsoft.com/office/drawing/2014/main" id="{7B783600-62A9-4D0D-9847-8C54CA129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2" name="Straight Connector 2161">
                    <a:extLst>
                      <a:ext uri="{FF2B5EF4-FFF2-40B4-BE49-F238E27FC236}">
                        <a16:creationId xmlns:a16="http://schemas.microsoft.com/office/drawing/2014/main" id="{9F7B4C41-293D-40B8-A4FA-89FD3AF734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46" name="Group 2145">
                  <a:extLst>
                    <a:ext uri="{FF2B5EF4-FFF2-40B4-BE49-F238E27FC236}">
                      <a16:creationId xmlns:a16="http://schemas.microsoft.com/office/drawing/2014/main" id="{2108EA7C-3470-49D9-A335-FD155023AE50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2147" name="Straight Connector 2146">
                    <a:extLst>
                      <a:ext uri="{FF2B5EF4-FFF2-40B4-BE49-F238E27FC236}">
                        <a16:creationId xmlns:a16="http://schemas.microsoft.com/office/drawing/2014/main" id="{C43ECB6D-E4F0-4414-95B2-1A0247415A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8" name="Straight Connector 2147">
                    <a:extLst>
                      <a:ext uri="{FF2B5EF4-FFF2-40B4-BE49-F238E27FC236}">
                        <a16:creationId xmlns:a16="http://schemas.microsoft.com/office/drawing/2014/main" id="{B88BF254-6069-4094-9762-331D4588BD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9" name="Straight Connector 2148">
                    <a:extLst>
                      <a:ext uri="{FF2B5EF4-FFF2-40B4-BE49-F238E27FC236}">
                        <a16:creationId xmlns:a16="http://schemas.microsoft.com/office/drawing/2014/main" id="{9382DC1F-ABF9-49FC-919A-4541FABD8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0" name="Straight Connector 2149">
                    <a:extLst>
                      <a:ext uri="{FF2B5EF4-FFF2-40B4-BE49-F238E27FC236}">
                        <a16:creationId xmlns:a16="http://schemas.microsoft.com/office/drawing/2014/main" id="{EA8972F9-B2A5-458C-A4E4-B41935C60A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1" name="Straight Connector 2150">
                    <a:extLst>
                      <a:ext uri="{FF2B5EF4-FFF2-40B4-BE49-F238E27FC236}">
                        <a16:creationId xmlns:a16="http://schemas.microsoft.com/office/drawing/2014/main" id="{9862E582-404B-4261-BE39-977CAC9FAD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2" name="Straight Connector 2151">
                    <a:extLst>
                      <a:ext uri="{FF2B5EF4-FFF2-40B4-BE49-F238E27FC236}">
                        <a16:creationId xmlns:a16="http://schemas.microsoft.com/office/drawing/2014/main" id="{24176004-75D4-4B68-A8B8-15B8E46E67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30" name="Group 2129">
                <a:extLst>
                  <a:ext uri="{FF2B5EF4-FFF2-40B4-BE49-F238E27FC236}">
                    <a16:creationId xmlns:a16="http://schemas.microsoft.com/office/drawing/2014/main" id="{7121E518-DBAA-4EDE-9057-C9EE5A0A839E}"/>
                  </a:ext>
                </a:extLst>
              </p:cNvPr>
              <p:cNvGrpSpPr/>
              <p:nvPr/>
            </p:nvGrpSpPr>
            <p:grpSpPr>
              <a:xfrm rot="5400000">
                <a:off x="4835339" y="178950"/>
                <a:ext cx="4568088" cy="6105503"/>
                <a:chOff x="4823986" y="192985"/>
                <a:chExt cx="4568088" cy="6105503"/>
              </a:xfrm>
            </p:grpSpPr>
            <p:grpSp>
              <p:nvGrpSpPr>
                <p:cNvPr id="2131" name="Group 2130">
                  <a:extLst>
                    <a:ext uri="{FF2B5EF4-FFF2-40B4-BE49-F238E27FC236}">
                      <a16:creationId xmlns:a16="http://schemas.microsoft.com/office/drawing/2014/main" id="{B7ADC240-1225-431A-A522-CCAC82A62109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2139" name="Straight Connector 2138">
                    <a:extLst>
                      <a:ext uri="{FF2B5EF4-FFF2-40B4-BE49-F238E27FC236}">
                        <a16:creationId xmlns:a16="http://schemas.microsoft.com/office/drawing/2014/main" id="{0C35D57D-9F09-44ED-B7AB-EAE95272DA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0" name="Straight Connector 2139">
                    <a:extLst>
                      <a:ext uri="{FF2B5EF4-FFF2-40B4-BE49-F238E27FC236}">
                        <a16:creationId xmlns:a16="http://schemas.microsoft.com/office/drawing/2014/main" id="{5397F949-B998-4130-A225-C30BFFB59E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1" name="Straight Connector 2140">
                    <a:extLst>
                      <a:ext uri="{FF2B5EF4-FFF2-40B4-BE49-F238E27FC236}">
                        <a16:creationId xmlns:a16="http://schemas.microsoft.com/office/drawing/2014/main" id="{E1A4A389-1A41-48FA-A898-C8F11129B9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2" name="Straight Connector 2141">
                    <a:extLst>
                      <a:ext uri="{FF2B5EF4-FFF2-40B4-BE49-F238E27FC236}">
                        <a16:creationId xmlns:a16="http://schemas.microsoft.com/office/drawing/2014/main" id="{5A8D542F-617B-4CC0-B78A-D1F74A913A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3" name="Straight Connector 2142">
                    <a:extLst>
                      <a:ext uri="{FF2B5EF4-FFF2-40B4-BE49-F238E27FC236}">
                        <a16:creationId xmlns:a16="http://schemas.microsoft.com/office/drawing/2014/main" id="{32F41660-5308-489C-A1E6-1DE3361B59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4" name="Straight Connector 2143">
                    <a:extLst>
                      <a:ext uri="{FF2B5EF4-FFF2-40B4-BE49-F238E27FC236}">
                        <a16:creationId xmlns:a16="http://schemas.microsoft.com/office/drawing/2014/main" id="{BE5EF1F6-70F5-4C6A-AD11-1A2E2E05C7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32" name="Group 2131">
                  <a:extLst>
                    <a:ext uri="{FF2B5EF4-FFF2-40B4-BE49-F238E27FC236}">
                      <a16:creationId xmlns:a16="http://schemas.microsoft.com/office/drawing/2014/main" id="{0FDBD93F-447C-4C23-AD68-4F7D6241D83E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7" cy="3803646"/>
                  <a:chOff x="4894292" y="2512244"/>
                  <a:chExt cx="3794157" cy="3803646"/>
                </a:xfrm>
              </p:grpSpPr>
              <p:cxnSp>
                <p:nvCxnSpPr>
                  <p:cNvPr id="2133" name="Straight Connector 2132">
                    <a:extLst>
                      <a:ext uri="{FF2B5EF4-FFF2-40B4-BE49-F238E27FC236}">
                        <a16:creationId xmlns:a16="http://schemas.microsoft.com/office/drawing/2014/main" id="{805A2D1E-F3C6-4A91-ACAE-3BB7BEEC6F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4" name="Straight Connector 2133">
                    <a:extLst>
                      <a:ext uri="{FF2B5EF4-FFF2-40B4-BE49-F238E27FC236}">
                        <a16:creationId xmlns:a16="http://schemas.microsoft.com/office/drawing/2014/main" id="{21852587-71EF-4F10-B6F3-DF55F2707F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5" name="Straight Connector 2134">
                    <a:extLst>
                      <a:ext uri="{FF2B5EF4-FFF2-40B4-BE49-F238E27FC236}">
                        <a16:creationId xmlns:a16="http://schemas.microsoft.com/office/drawing/2014/main" id="{71548938-6260-4A0B-A731-79CB7D6911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6" name="Straight Connector 2135">
                    <a:extLst>
                      <a:ext uri="{FF2B5EF4-FFF2-40B4-BE49-F238E27FC236}">
                        <a16:creationId xmlns:a16="http://schemas.microsoft.com/office/drawing/2014/main" id="{9BED81D8-C7FB-422B-ABD4-91556BC256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7" name="Straight Connector 2136">
                    <a:extLst>
                      <a:ext uri="{FF2B5EF4-FFF2-40B4-BE49-F238E27FC236}">
                        <a16:creationId xmlns:a16="http://schemas.microsoft.com/office/drawing/2014/main" id="{10BD5954-2FC1-49DC-A9D9-22B52D7054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8" name="Straight Connector 2137">
                    <a:extLst>
                      <a:ext uri="{FF2B5EF4-FFF2-40B4-BE49-F238E27FC236}">
                        <a16:creationId xmlns:a16="http://schemas.microsoft.com/office/drawing/2014/main" id="{BDBB649C-A165-4D66-9B88-7EE1959272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94" name="Group 2093">
              <a:extLst>
                <a:ext uri="{FF2B5EF4-FFF2-40B4-BE49-F238E27FC236}">
                  <a16:creationId xmlns:a16="http://schemas.microsoft.com/office/drawing/2014/main" id="{3399E202-FD94-4A6A-9FFC-664CE03C88D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82396" y="1948793"/>
              <a:ext cx="3077969" cy="3051042"/>
              <a:chOff x="4066630" y="206887"/>
              <a:chExt cx="6110587" cy="6057135"/>
            </a:xfrm>
          </p:grpSpPr>
          <p:grpSp>
            <p:nvGrpSpPr>
              <p:cNvPr id="2095" name="Group 2094">
                <a:extLst>
                  <a:ext uri="{FF2B5EF4-FFF2-40B4-BE49-F238E27FC236}">
                    <a16:creationId xmlns:a16="http://schemas.microsoft.com/office/drawing/2014/main" id="{4756130B-50E6-48D6-960B-1C071974788F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2111" name="Group 2110">
                  <a:extLst>
                    <a:ext uri="{FF2B5EF4-FFF2-40B4-BE49-F238E27FC236}">
                      <a16:creationId xmlns:a16="http://schemas.microsoft.com/office/drawing/2014/main" id="{686ED987-91F8-44F3-91E7-48197F42992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2119" name="Straight Connector 2118">
                    <a:extLst>
                      <a:ext uri="{FF2B5EF4-FFF2-40B4-BE49-F238E27FC236}">
                        <a16:creationId xmlns:a16="http://schemas.microsoft.com/office/drawing/2014/main" id="{2F38EFE6-A6AA-48B7-955E-0AB9E5CB5B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47843" y="5515744"/>
                    <a:ext cx="1524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0" name="Straight Connector 2119">
                    <a:extLst>
                      <a:ext uri="{FF2B5EF4-FFF2-40B4-BE49-F238E27FC236}">
                        <a16:creationId xmlns:a16="http://schemas.microsoft.com/office/drawing/2014/main" id="{4A98C298-6094-472C-A5A0-1D83D8ADD0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1" name="Straight Connector 2120">
                    <a:extLst>
                      <a:ext uri="{FF2B5EF4-FFF2-40B4-BE49-F238E27FC236}">
                        <a16:creationId xmlns:a16="http://schemas.microsoft.com/office/drawing/2014/main" id="{F1C1128C-7915-426B-A952-50000F5FE7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2" name="Straight Connector 2121">
                    <a:extLst>
                      <a:ext uri="{FF2B5EF4-FFF2-40B4-BE49-F238E27FC236}">
                        <a16:creationId xmlns:a16="http://schemas.microsoft.com/office/drawing/2014/main" id="{EE14FCCF-11FD-4E87-88F6-149D74C275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3" name="Straight Connector 2122">
                    <a:extLst>
                      <a:ext uri="{FF2B5EF4-FFF2-40B4-BE49-F238E27FC236}">
                        <a16:creationId xmlns:a16="http://schemas.microsoft.com/office/drawing/2014/main" id="{5D128757-9945-458D-969E-D65CAC298A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47874" y="4773349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4" name="Straight Connector 2123">
                    <a:extLst>
                      <a:ext uri="{FF2B5EF4-FFF2-40B4-BE49-F238E27FC236}">
                        <a16:creationId xmlns:a16="http://schemas.microsoft.com/office/drawing/2014/main" id="{18A68D74-B0C6-4891-BEBE-4AB3FC670F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5" name="Straight Connector 2124">
                    <a:extLst>
                      <a:ext uri="{FF2B5EF4-FFF2-40B4-BE49-F238E27FC236}">
                        <a16:creationId xmlns:a16="http://schemas.microsoft.com/office/drawing/2014/main" id="{367B7854-10AE-48FB-9F92-A2AEACD731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6" name="Straight Connector 2125">
                    <a:extLst>
                      <a:ext uri="{FF2B5EF4-FFF2-40B4-BE49-F238E27FC236}">
                        <a16:creationId xmlns:a16="http://schemas.microsoft.com/office/drawing/2014/main" id="{859428D8-579A-4898-8F2F-9DCEB064CC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7" name="Straight Connector 2126">
                    <a:extLst>
                      <a:ext uri="{FF2B5EF4-FFF2-40B4-BE49-F238E27FC236}">
                        <a16:creationId xmlns:a16="http://schemas.microsoft.com/office/drawing/2014/main" id="{AD356754-C71F-4074-9051-5A30E299BF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8" name="Straight Connector 2127">
                    <a:extLst>
                      <a:ext uri="{FF2B5EF4-FFF2-40B4-BE49-F238E27FC236}">
                        <a16:creationId xmlns:a16="http://schemas.microsoft.com/office/drawing/2014/main" id="{CECD1D80-58F5-4A09-A8B9-2F3ADF5F59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12" name="Group 2111">
                  <a:extLst>
                    <a:ext uri="{FF2B5EF4-FFF2-40B4-BE49-F238E27FC236}">
                      <a16:creationId xmlns:a16="http://schemas.microsoft.com/office/drawing/2014/main" id="{EECCB7AD-1907-4E58-8824-F30CAD476F11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2113" name="Straight Connector 2112">
                    <a:extLst>
                      <a:ext uri="{FF2B5EF4-FFF2-40B4-BE49-F238E27FC236}">
                        <a16:creationId xmlns:a16="http://schemas.microsoft.com/office/drawing/2014/main" id="{F3B4F675-8E5A-4CEA-9E9D-1060B2E4F1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4" name="Straight Connector 2113">
                    <a:extLst>
                      <a:ext uri="{FF2B5EF4-FFF2-40B4-BE49-F238E27FC236}">
                        <a16:creationId xmlns:a16="http://schemas.microsoft.com/office/drawing/2014/main" id="{79B7C2CA-B465-452C-93A8-B19AD88EB6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5" name="Straight Connector 2114">
                    <a:extLst>
                      <a:ext uri="{FF2B5EF4-FFF2-40B4-BE49-F238E27FC236}">
                        <a16:creationId xmlns:a16="http://schemas.microsoft.com/office/drawing/2014/main" id="{FD5A05C4-7A12-4326-9E40-66F64AAF88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6" name="Straight Connector 2115">
                    <a:extLst>
                      <a:ext uri="{FF2B5EF4-FFF2-40B4-BE49-F238E27FC236}">
                        <a16:creationId xmlns:a16="http://schemas.microsoft.com/office/drawing/2014/main" id="{57AD7CC4-094C-473F-B3D4-BA18DBD50B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7" name="Straight Connector 2116">
                    <a:extLst>
                      <a:ext uri="{FF2B5EF4-FFF2-40B4-BE49-F238E27FC236}">
                        <a16:creationId xmlns:a16="http://schemas.microsoft.com/office/drawing/2014/main" id="{45D9715F-4D0B-4E16-BF93-8A784BC995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8" name="Straight Connector 2117">
                    <a:extLst>
                      <a:ext uri="{FF2B5EF4-FFF2-40B4-BE49-F238E27FC236}">
                        <a16:creationId xmlns:a16="http://schemas.microsoft.com/office/drawing/2014/main" id="{E0A88438-BB98-4B22-A680-828B6D8BC8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96" name="Group 2095">
                <a:extLst>
                  <a:ext uri="{FF2B5EF4-FFF2-40B4-BE49-F238E27FC236}">
                    <a16:creationId xmlns:a16="http://schemas.microsoft.com/office/drawing/2014/main" id="{C0FB4EAE-9B4B-42E6-9058-2FB46E9C3EFF}"/>
                  </a:ext>
                </a:extLst>
              </p:cNvPr>
              <p:cNvGrpSpPr/>
              <p:nvPr/>
            </p:nvGrpSpPr>
            <p:grpSpPr>
              <a:xfrm rot="5400000">
                <a:off x="4835339" y="178950"/>
                <a:ext cx="4568088" cy="6105503"/>
                <a:chOff x="4823986" y="192985"/>
                <a:chExt cx="4568088" cy="6105503"/>
              </a:xfrm>
            </p:grpSpPr>
            <p:grpSp>
              <p:nvGrpSpPr>
                <p:cNvPr id="2097" name="Group 2096">
                  <a:extLst>
                    <a:ext uri="{FF2B5EF4-FFF2-40B4-BE49-F238E27FC236}">
                      <a16:creationId xmlns:a16="http://schemas.microsoft.com/office/drawing/2014/main" id="{849635DF-D748-474C-B8F1-83AFE10F6DD3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2105" name="Straight Connector 2104">
                    <a:extLst>
                      <a:ext uri="{FF2B5EF4-FFF2-40B4-BE49-F238E27FC236}">
                        <a16:creationId xmlns:a16="http://schemas.microsoft.com/office/drawing/2014/main" id="{039CF33C-4C22-45B8-AA5A-CB461BDE74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6" name="Straight Connector 2105">
                    <a:extLst>
                      <a:ext uri="{FF2B5EF4-FFF2-40B4-BE49-F238E27FC236}">
                        <a16:creationId xmlns:a16="http://schemas.microsoft.com/office/drawing/2014/main" id="{69C682B4-580E-4999-BA76-51AF759703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7" name="Straight Connector 2106">
                    <a:extLst>
                      <a:ext uri="{FF2B5EF4-FFF2-40B4-BE49-F238E27FC236}">
                        <a16:creationId xmlns:a16="http://schemas.microsoft.com/office/drawing/2014/main" id="{7E84E54C-81B5-4074-92C6-53F34323F5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8" name="Straight Connector 2107">
                    <a:extLst>
                      <a:ext uri="{FF2B5EF4-FFF2-40B4-BE49-F238E27FC236}">
                        <a16:creationId xmlns:a16="http://schemas.microsoft.com/office/drawing/2014/main" id="{D4A6D875-26D5-483C-BEA0-C47FBDB9F3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9" name="Straight Connector 2108">
                    <a:extLst>
                      <a:ext uri="{FF2B5EF4-FFF2-40B4-BE49-F238E27FC236}">
                        <a16:creationId xmlns:a16="http://schemas.microsoft.com/office/drawing/2014/main" id="{F1521B47-34F9-462D-8E55-4D944FD7B5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0" name="Straight Connector 2109">
                    <a:extLst>
                      <a:ext uri="{FF2B5EF4-FFF2-40B4-BE49-F238E27FC236}">
                        <a16:creationId xmlns:a16="http://schemas.microsoft.com/office/drawing/2014/main" id="{CB5A1897-1F89-44B7-A2FC-FF8CE8A25B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8" name="Group 2097">
                  <a:extLst>
                    <a:ext uri="{FF2B5EF4-FFF2-40B4-BE49-F238E27FC236}">
                      <a16:creationId xmlns:a16="http://schemas.microsoft.com/office/drawing/2014/main" id="{B577E5DF-EDD5-4BB1-9965-FD5CB1C38092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7" cy="3803646"/>
                  <a:chOff x="4894292" y="2512244"/>
                  <a:chExt cx="3794157" cy="3803646"/>
                </a:xfrm>
              </p:grpSpPr>
              <p:cxnSp>
                <p:nvCxnSpPr>
                  <p:cNvPr id="2099" name="Straight Connector 2098">
                    <a:extLst>
                      <a:ext uri="{FF2B5EF4-FFF2-40B4-BE49-F238E27FC236}">
                        <a16:creationId xmlns:a16="http://schemas.microsoft.com/office/drawing/2014/main" id="{81DCB947-D104-405A-AEE4-4272319EB1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0" name="Straight Connector 2099">
                    <a:extLst>
                      <a:ext uri="{FF2B5EF4-FFF2-40B4-BE49-F238E27FC236}">
                        <a16:creationId xmlns:a16="http://schemas.microsoft.com/office/drawing/2014/main" id="{FF814D51-CA21-4894-B3F5-54FCB7E1F6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1" name="Straight Connector 2100">
                    <a:extLst>
                      <a:ext uri="{FF2B5EF4-FFF2-40B4-BE49-F238E27FC236}">
                        <a16:creationId xmlns:a16="http://schemas.microsoft.com/office/drawing/2014/main" id="{5458F009-DA95-4E3D-960D-4E0DACE69F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2" name="Straight Connector 2101">
                    <a:extLst>
                      <a:ext uri="{FF2B5EF4-FFF2-40B4-BE49-F238E27FC236}">
                        <a16:creationId xmlns:a16="http://schemas.microsoft.com/office/drawing/2014/main" id="{FF02BBBE-5D08-4F12-8250-67A0F9CF82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3" name="Straight Connector 2102">
                    <a:extLst>
                      <a:ext uri="{FF2B5EF4-FFF2-40B4-BE49-F238E27FC236}">
                        <a16:creationId xmlns:a16="http://schemas.microsoft.com/office/drawing/2014/main" id="{4A3B87D0-C120-4EDB-8CC2-D6F94344DA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4" name="Straight Connector 2103">
                    <a:extLst>
                      <a:ext uri="{FF2B5EF4-FFF2-40B4-BE49-F238E27FC236}">
                        <a16:creationId xmlns:a16="http://schemas.microsoft.com/office/drawing/2014/main" id="{355E70B8-1975-4634-AB06-4209C26ADE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F50D3FE2-65F3-4B56-92FF-85AD39210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514" y="825099"/>
            <a:ext cx="4324572" cy="433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2346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Variations</a:t>
            </a:r>
            <a:r>
              <a:rPr lang="pt-PT" sz="2800" b="1" dirty="0"/>
              <a:t> </a:t>
            </a:r>
            <a:r>
              <a:rPr lang="pt-PT" sz="2800" b="1" dirty="0" err="1"/>
              <a:t>grid</a:t>
            </a:r>
            <a:endParaRPr lang="pt-PT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45E38-EE6F-44D8-9300-677054BB1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001" y="436084"/>
            <a:ext cx="2863997" cy="2876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6184A1-349F-48B9-B503-59F997CA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592" y="3330358"/>
            <a:ext cx="2927500" cy="29148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8EA4D2C-0C19-45DA-B897-E35CDEED64B7}"/>
              </a:ext>
            </a:extLst>
          </p:cNvPr>
          <p:cNvGrpSpPr>
            <a:grpSpLocks noChangeAspect="1"/>
          </p:cNvGrpSpPr>
          <p:nvPr/>
        </p:nvGrpSpPr>
        <p:grpSpPr>
          <a:xfrm>
            <a:off x="4232059" y="254659"/>
            <a:ext cx="6102350" cy="6151397"/>
            <a:chOff x="17522948" y="-9529347"/>
            <a:chExt cx="24409400" cy="24605588"/>
          </a:xfrm>
        </p:grpSpPr>
        <p:grpSp>
          <p:nvGrpSpPr>
            <p:cNvPr id="698" name="Group 697">
              <a:extLst>
                <a:ext uri="{FF2B5EF4-FFF2-40B4-BE49-F238E27FC236}">
                  <a16:creationId xmlns:a16="http://schemas.microsoft.com/office/drawing/2014/main" id="{30CA0B98-71AB-4876-AA17-0EE424C11AC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676473" y="-302251"/>
              <a:ext cx="6102350" cy="6151397"/>
              <a:chOff x="4086225" y="206982"/>
              <a:chExt cx="6102350" cy="6096000"/>
            </a:xfrm>
          </p:grpSpPr>
          <p:sp>
            <p:nvSpPr>
              <p:cNvPr id="738" name="Rectangle 737">
                <a:extLst>
                  <a:ext uri="{FF2B5EF4-FFF2-40B4-BE49-F238E27FC236}">
                    <a16:creationId xmlns:a16="http://schemas.microsoft.com/office/drawing/2014/main" id="{D53BF662-B61C-4C50-8610-ED67186CDD56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9" name="Rectangle 738">
                <a:extLst>
                  <a:ext uri="{FF2B5EF4-FFF2-40B4-BE49-F238E27FC236}">
                    <a16:creationId xmlns:a16="http://schemas.microsoft.com/office/drawing/2014/main" id="{2EB91420-DA83-4A04-BE74-CF23B799480B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0" name="Rectangle 739">
                <a:extLst>
                  <a:ext uri="{FF2B5EF4-FFF2-40B4-BE49-F238E27FC236}">
                    <a16:creationId xmlns:a16="http://schemas.microsoft.com/office/drawing/2014/main" id="{207F4681-2C0D-4D5D-AC4D-FECAAB546DD6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1" name="Rectangle 740">
                <a:extLst>
                  <a:ext uri="{FF2B5EF4-FFF2-40B4-BE49-F238E27FC236}">
                    <a16:creationId xmlns:a16="http://schemas.microsoft.com/office/drawing/2014/main" id="{7205E447-3F0C-46CF-8811-B3104C3FFCB4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2" name="Rectangle 741">
                <a:extLst>
                  <a:ext uri="{FF2B5EF4-FFF2-40B4-BE49-F238E27FC236}">
                    <a16:creationId xmlns:a16="http://schemas.microsoft.com/office/drawing/2014/main" id="{23F8F868-CB6D-4B1A-B7C7-DE4A282CDD8C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3" name="Rectangle 742">
                <a:extLst>
                  <a:ext uri="{FF2B5EF4-FFF2-40B4-BE49-F238E27FC236}">
                    <a16:creationId xmlns:a16="http://schemas.microsoft.com/office/drawing/2014/main" id="{DB5D195D-592E-490B-BD15-570962B8AD29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4" name="Rectangle 743">
                <a:extLst>
                  <a:ext uri="{FF2B5EF4-FFF2-40B4-BE49-F238E27FC236}">
                    <a16:creationId xmlns:a16="http://schemas.microsoft.com/office/drawing/2014/main" id="{D37A9E5A-B70E-466F-9AA3-61C17E254CB4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5" name="Rectangle 744">
                <a:extLst>
                  <a:ext uri="{FF2B5EF4-FFF2-40B4-BE49-F238E27FC236}">
                    <a16:creationId xmlns:a16="http://schemas.microsoft.com/office/drawing/2014/main" id="{C5FE745D-5499-4A19-919F-ECF2F79D3348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EEB1D260-955E-4098-8723-D841707C541E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7" name="Rectangle 746">
                <a:extLst>
                  <a:ext uri="{FF2B5EF4-FFF2-40B4-BE49-F238E27FC236}">
                    <a16:creationId xmlns:a16="http://schemas.microsoft.com/office/drawing/2014/main" id="{EA62D965-84A3-44B3-888F-3F1868C97B26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8" name="Rectangle 747">
                <a:extLst>
                  <a:ext uri="{FF2B5EF4-FFF2-40B4-BE49-F238E27FC236}">
                    <a16:creationId xmlns:a16="http://schemas.microsoft.com/office/drawing/2014/main" id="{B6D01412-BE88-4927-AE1B-5E1E11FF0CF1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74A2150B-F305-4351-9559-69F1716E0567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0" name="Rectangle 749">
                <a:extLst>
                  <a:ext uri="{FF2B5EF4-FFF2-40B4-BE49-F238E27FC236}">
                    <a16:creationId xmlns:a16="http://schemas.microsoft.com/office/drawing/2014/main" id="{F5E52E3B-3576-42E2-92E0-831DC5B8E50E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1" name="Rectangle 750">
                <a:extLst>
                  <a:ext uri="{FF2B5EF4-FFF2-40B4-BE49-F238E27FC236}">
                    <a16:creationId xmlns:a16="http://schemas.microsoft.com/office/drawing/2014/main" id="{FEC30CA6-F29C-4C2B-8E2D-B122FAA430C9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2" name="Rectangle 751">
                <a:extLst>
                  <a:ext uri="{FF2B5EF4-FFF2-40B4-BE49-F238E27FC236}">
                    <a16:creationId xmlns:a16="http://schemas.microsoft.com/office/drawing/2014/main" id="{0B49E2F7-DC29-45AF-A6BD-DC04A832A956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3" name="Rectangle 752">
                <a:extLst>
                  <a:ext uri="{FF2B5EF4-FFF2-40B4-BE49-F238E27FC236}">
                    <a16:creationId xmlns:a16="http://schemas.microsoft.com/office/drawing/2014/main" id="{EDA5B3EE-8121-4718-9D7D-C395FB031AB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FFF0884D-197E-41EB-BDED-CF56FDA5F09D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5" name="Rectangle 754">
                <a:extLst>
                  <a:ext uri="{FF2B5EF4-FFF2-40B4-BE49-F238E27FC236}">
                    <a16:creationId xmlns:a16="http://schemas.microsoft.com/office/drawing/2014/main" id="{7D9DE54B-245D-4240-80D0-695C46E7EC75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6" name="Rectangle 755">
                <a:extLst>
                  <a:ext uri="{FF2B5EF4-FFF2-40B4-BE49-F238E27FC236}">
                    <a16:creationId xmlns:a16="http://schemas.microsoft.com/office/drawing/2014/main" id="{1AA6705D-00E9-4C7A-BA27-5CDA02EB4345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F186555F-4673-4EF4-B1AA-258B0CDC048E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AB4C134D-C9BF-4101-B4C6-F363C8679967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50EE6709-1C22-44D7-92D6-3096CADBB77B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7A2A4AB2-10A6-4ADD-ACA4-00E6B4402D6E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1" name="Rectangle 760">
                <a:extLst>
                  <a:ext uri="{FF2B5EF4-FFF2-40B4-BE49-F238E27FC236}">
                    <a16:creationId xmlns:a16="http://schemas.microsoft.com/office/drawing/2014/main" id="{1D4CBE1B-36A1-49D1-B8B3-B196883D92B7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C9B7E7FC-AF52-4115-A709-04832AD96CB7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348DAFD7-0D04-437D-8B7E-C1830B380553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63C4483E-1334-4BCF-A2AF-5E433D56C8AE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A23BFB89-4FC7-4A8F-85C4-974F446FEF77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91CD0B36-EB64-4D1A-9A17-701658FBA1C8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6BF36E93-A0AE-45DE-901E-515FF7C4F329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A772E3C1-707B-479B-AA25-DC6B162F3405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587CD398-A9BE-4E73-A003-DED07E431E12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DA952626-2791-4569-BCCD-969C667567E7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69312500-860E-4F8B-B1F3-62BF3D2FEF4D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FE78EDCB-9649-45D8-9569-36D72C39654B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FA7F197A-159C-4731-A706-7581EEDF6D0B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4288D029-328B-4CF1-B8D2-EF6072FAC217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70DEBA21-92D5-4703-B3E7-D0FB8F913C1D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2AF89DE5-4A0A-483A-B717-5460FD3128E6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5275FE6E-BBA6-4A30-A7F1-BCEC00D828C0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CC0EFE4D-2F33-469A-9ED6-B2AE28DFB071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F12A1D2D-D20E-4A9F-9208-9F57D94CF901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D6B8537E-0E3F-4E47-9F89-D18E790EA31A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1" name="Rectangle 780">
                <a:extLst>
                  <a:ext uri="{FF2B5EF4-FFF2-40B4-BE49-F238E27FC236}">
                    <a16:creationId xmlns:a16="http://schemas.microsoft.com/office/drawing/2014/main" id="{B1655754-5E2D-4AF5-8476-F51F5273B109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2" name="Rectangle 781">
                <a:extLst>
                  <a:ext uri="{FF2B5EF4-FFF2-40B4-BE49-F238E27FC236}">
                    <a16:creationId xmlns:a16="http://schemas.microsoft.com/office/drawing/2014/main" id="{481DCFF6-5925-4E60-9968-3118963EDAF7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3" name="Rectangle 782">
                <a:extLst>
                  <a:ext uri="{FF2B5EF4-FFF2-40B4-BE49-F238E27FC236}">
                    <a16:creationId xmlns:a16="http://schemas.microsoft.com/office/drawing/2014/main" id="{B4F9F75B-AC0E-47F7-BD0B-286D424BE62E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4" name="Rectangle 783">
                <a:extLst>
                  <a:ext uri="{FF2B5EF4-FFF2-40B4-BE49-F238E27FC236}">
                    <a16:creationId xmlns:a16="http://schemas.microsoft.com/office/drawing/2014/main" id="{5E018A99-2E47-42A4-A35D-52B443D8C84B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5" name="Rectangle 784">
                <a:extLst>
                  <a:ext uri="{FF2B5EF4-FFF2-40B4-BE49-F238E27FC236}">
                    <a16:creationId xmlns:a16="http://schemas.microsoft.com/office/drawing/2014/main" id="{4F139853-813E-47C7-9ADA-A0A5F7593B38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EC426AD7-E1FE-4382-838B-21A83CD536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202061" y="1235598"/>
              <a:ext cx="3051175" cy="3075699"/>
              <a:chOff x="4086225" y="206982"/>
              <a:chExt cx="6102350" cy="6096000"/>
            </a:xfrm>
          </p:grpSpPr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9D7692FA-6D5D-4A78-A61B-E62D947B8957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A8791305-1AD8-4295-BE5E-DC664E8CC0FA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DAFF9580-7AED-44B1-AC23-9C2488453E1E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E295FE98-98CB-4843-8611-C8C7AD3A98C5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AF5EEDC5-EA4F-4477-BC72-B3018820B15F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B23C11B3-9400-4200-B998-1E86B241A8CE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5765051A-FAB0-4087-BFE7-DA8786555161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B2EB50B2-CCE3-4B00-8A93-4F73961C9751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A809E0AD-B1F3-4B0B-BCE7-54D8DED610DA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B0C3ADBB-747F-4698-9F51-059CE8DD26A4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389EE784-A3A0-4ED8-AE04-1008F34848D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DC7E9FFB-F27D-4F6F-9783-19590361628E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1E1F9A64-4655-45AC-9F73-B2AEECD0B00F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CC145108-5564-4FD8-B8BB-DCC2C31056EA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CE1A87C5-0F79-40C3-B66B-4D9EFFAA9DB4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468EEC18-CC7F-4682-8C17-F5FAFDC9CE0A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9C174346-7E0E-43AA-8304-9328AACF36C6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830E1A6F-1E93-4828-82DC-82568208B6F2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38AA181F-ACD7-45FE-9CFF-5F0748FC4ED7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73E5D293-1662-4BB3-B7F6-9224F67E096D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E93AF8BE-622D-4D00-AA42-7ADF53DD2DCF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79E63875-E62C-4401-B451-0BF6C19953B5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2BE501B2-E08C-42BD-B43C-3BC790C08D17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8CD2C2E4-0FCF-4157-9941-73523A24090B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3420BCC9-7835-454D-B244-4FDB534D2780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67E3C130-13F1-4752-845C-17EFC9605E54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56055B6C-8752-43C5-82C2-B378D5AC9F20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9BB55108-B7F5-467D-8649-66FFA08593EE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E09DE119-2EDF-4545-8B40-010D1883A76E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91287DD3-D546-4BB2-A78B-B2ACB5068834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8627F1D9-33C7-4645-8DBD-614BB1491394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652EE4F5-24CF-4BAC-8C3D-6A43DAFED350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FB9DE30B-D2F1-42EA-BADD-917DAD107688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5F0FF445-BF67-4A5A-BDC4-553D6057BD16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556B6824-E784-4564-82A8-9DCD8E3BC212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9A294043-CD80-485D-84FB-FC9C9CCF03B5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140B7314-E32A-4096-ABBE-F4FCA5F60D22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3CB3A834-8084-45CE-A7F2-C3649AC4DBBE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42661805-65D1-423D-BF9E-CB086476FD6C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43A3ED93-E67B-48B9-BDF0-FC185D60FDE1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8BFF3CCE-F579-49C4-9981-8B6045E57B79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996289E8-D1B3-413B-A7F6-CC512EACB00A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2EF8CC48-3A68-444D-8805-3C3CA60BBD49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DE629012-2378-4CE1-B7F0-DCEDBC4D76E2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C5D2829B-F0D3-419E-9166-03E143015EFA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A1E0150D-8767-4903-9C94-04B560618C5C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E4BD6C3E-5631-4B0E-8703-F6A6F2B2C9F4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DFE9BC82-D718-459F-8915-74AE38FDD4B1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8F558AA5-FCF8-4240-A47F-076D22DB9EB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522948" y="-9529347"/>
              <a:ext cx="24409400" cy="24605588"/>
              <a:chOff x="4086225" y="206982"/>
              <a:chExt cx="6102350" cy="6096000"/>
            </a:xfrm>
          </p:grpSpPr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D999DF44-EDA9-4968-88A8-792EE1C8B82C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47ADF172-6785-492A-9837-19CDFBBED4E3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8D240BC6-8D72-4B57-A20D-EE6FE8584B4E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A9921B7D-B2C1-476B-94EF-5A5AA8FB8A83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D91D5460-83F6-4623-B26F-14859E13E151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E6F8692B-D124-4EA6-8AFE-2A4B58FB0941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D06C4F05-6499-4D2F-A66C-0E1545035568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1D4DDCE2-E88A-4ED2-951A-DB97DB9B9527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491CAE15-DF6C-4D1F-A2BB-CA41657DC03E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EEB32282-FF37-403A-A7F1-938301B5D34E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E069A9A8-11AE-44FE-893E-18F7AA62968F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AB3B5962-6340-4BC0-964C-BEE9A5982DF0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30A181CD-17F4-4A61-8389-AE1872510275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A174F700-DD8F-4EC7-9E3F-4C874B595CE1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42477D7B-FCB2-4944-A1E1-131444E85B0A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13E4D043-8073-44D9-AFA0-07118AE9FCCC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7D0B6822-DD5B-4F24-AF6B-80ACFFD131A8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BAFB35C6-5AC1-4913-87FB-1F12BFDF068A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18E72DC2-B94B-4A5B-9F6E-57396D786AF2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4D145738-420A-4F2D-98A8-6DE2176C7BFD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38BCB338-0A8B-4AC1-854C-E604E4B7CE2F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8F5D2735-E61B-4C44-A158-55C3317515D7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C0D6DA80-7FDA-41E4-AF48-245EC5E1A622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20A18304-261E-4300-B6E6-288599B05F66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DB00C29A-9342-4B32-9087-B20BCE216064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3AFAA686-8D1A-4251-A91F-21AFDC3AD395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CEAAD249-A0FD-413F-ACCE-2EE049C44AC3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9662C599-9F78-4423-960E-72120EE6F3EB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11FA18E8-5F67-4097-B003-F1AA42B8F5DC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8F127112-999A-4DF9-85ED-23D5BE5BC82F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A770D042-9FA1-4552-8CD0-9CA332BDC437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0BB563A1-3EC5-435E-BFD7-224A7B544E6C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E4CE4047-4A13-443D-AFFF-AFB836CA8A2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BC862F6F-FBC3-44D9-B1E5-CEDBDAA21577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E9529E71-BD66-4B10-BF5E-794046AB4912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F75C49F0-4FC6-4107-8928-CFB0D0DAE37C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2CD4A9FC-2D08-4391-98BE-EB597D626AD8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43191073-A58A-4D35-9F06-DFE321790D87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1420F036-1A40-44D6-964E-0F6BEDB8436D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8B12A95B-D555-4739-9CD7-CFECEA29CD07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E565AD34-1C25-43E9-80D3-4FFB831775F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025AE32E-7972-4E75-9189-4613A88DF08B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929881FA-895A-41A9-A94E-8D8DEF74E67F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5FDE9F53-BEBF-4614-A9C5-71659ACD0D1E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3F424F67-FF28-4E7A-BC61-F8195013749C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67CA43B0-B40E-4151-B107-1F666E83FD8C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FC4F0417-613A-4F36-9A10-E9DE81B98D24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0A27FA1F-8A2E-4B49-B726-1A747FBE9531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DE753E81-6574-4464-8576-7DEA61495BE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625300" y="-3377951"/>
              <a:ext cx="12204700" cy="12302796"/>
              <a:chOff x="4086225" y="206982"/>
              <a:chExt cx="6102350" cy="6096000"/>
            </a:xfrm>
          </p:grpSpPr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8B8E69E6-F805-4897-901A-2DD9015AA120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6B37DCEA-01BB-4AFC-BFB0-94974069F357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5E1656F7-B75D-4752-8B83-20910C3DDC06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3BE67A35-C1EE-41FA-9AA4-D9A47A00C218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9C54BAF7-80B4-425F-9D7E-6CF7353068D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D04B68C5-7661-4678-AF62-1CE201E2510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EBD5E5F1-79DB-44F1-9C5A-064E4F3EEC66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EA6D56E6-AC75-4F0E-B5D7-D30D29648E11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C4DB70D1-3C35-4202-B6E2-EC60A83F0E54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7863B40C-C269-4BDC-97B6-6A778873E6B3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4720155B-4E1C-45A6-9130-21A00CF167DE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DBC27EFD-9586-4A7F-B9AD-48DFC37D73FB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D1D78ABD-F6DA-4B91-9ED4-6FE355FA18C6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81CDC19A-8586-4478-806E-B9AF2D6F70D1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7693E9B5-3949-42A0-AE87-98CFF43B89A1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567D7A7F-22B9-43DA-B31F-0377AB09E6F4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F8B79B94-A6E1-40B0-BE19-8EACC07EC162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DDDC3115-7DEC-4FB4-8819-1F8CFD2430E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8D833824-6F01-4779-96F9-2F8257CEA7D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5A8725E5-8FB3-40D9-AF95-630F17B88105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3C62026D-193C-4692-B9F5-A5FBB067E361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4" name="Rectangle 433">
                <a:extLst>
                  <a:ext uri="{FF2B5EF4-FFF2-40B4-BE49-F238E27FC236}">
                    <a16:creationId xmlns:a16="http://schemas.microsoft.com/office/drawing/2014/main" id="{756BC6AA-90A8-408A-94CE-851353C86F69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96A72E87-337C-4E7D-BD22-B4E2C31386BE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862A9F80-7F90-4D9E-973C-E05357B80134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6649D308-397C-4B6C-918D-9910D8F393EE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F47F1468-4937-40C5-8BB5-65F3333A2511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5E91B3CD-734F-4AF3-AD41-8CEA7E8DF586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1E486777-9E26-4662-B511-5DB529DE85A1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1C302D9A-8FCB-430B-8921-8238E1CF25CF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3C141759-15BE-4D5D-89DD-448B5F626187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306107D9-6969-430C-8F3A-0AA26677FCBD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55956DF7-B585-4EC4-BFF3-54BF2328C7AA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A8788696-1B0C-489F-A86E-A612A2836A16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F64645A5-F64C-4E8F-BD72-59207D0D6AEF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C3A02102-2AA7-4129-8793-20B9733BDB9E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737872B3-C738-4D24-A452-0F03C4962A42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FA3EB113-3885-4DFF-AC8C-4F4EFDBC57DB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8C890FE7-AE47-4952-99DE-184F0F09AEC6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E19CC2F4-0925-481C-9EAC-F40B4D45240E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1B10ECC7-5BEF-412E-911A-236ED90FF1A1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D39ABD86-9719-4051-80CD-A4A393280F84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380F9729-F2AA-49B4-AA1F-4C05D87308D2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4D290005-EE1D-4435-BFE7-B72DB7046434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44240263-A281-4795-923D-EC7419AC22C9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6190F2F3-A857-4082-A495-626BE6D97097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A1BE3A3E-7489-46D6-80FA-1E4E1F81FFCF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D1EB820E-BED1-4B73-A384-6530F351840C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3461D90E-B148-4E8C-9A53-3E7E96D84085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10" name="Group 509">
              <a:extLst>
                <a:ext uri="{FF2B5EF4-FFF2-40B4-BE49-F238E27FC236}">
                  <a16:creationId xmlns:a16="http://schemas.microsoft.com/office/drawing/2014/main" id="{8DC7D55B-8EE0-4FE4-AEDF-B460A7C287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536950" y="2581216"/>
              <a:ext cx="381397" cy="384462"/>
              <a:chOff x="4086225" y="206982"/>
              <a:chExt cx="6102350" cy="6096000"/>
            </a:xfrm>
          </p:grpSpPr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D661985B-AA82-4908-9779-D2349F63D4C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739972AF-1004-4EEF-B3F8-639CA6E1F808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F86172A9-8FBE-428D-B9C2-D3B69B05ADCE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D6E54392-4FC9-48A3-8542-B8FEEF92348F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D4803668-AC7D-4F11-B89D-BCB5AE6C3A61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ACAA6A8E-0249-4F1A-8BF4-39532EA2ED94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8669D292-2870-479F-BA10-502749F1CD19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5" name="Rectangle 664">
                <a:extLst>
                  <a:ext uri="{FF2B5EF4-FFF2-40B4-BE49-F238E27FC236}">
                    <a16:creationId xmlns:a16="http://schemas.microsoft.com/office/drawing/2014/main" id="{22A8F94B-AED2-4F23-850D-AD22B1CE8E66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340902B2-DBA8-47A9-B537-A7C3909337F3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4172245F-674C-47F0-84F5-CCC8515C8DDA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963739E5-A9EF-4A44-A5D0-77046BA088AB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34322490-7F14-46D7-A51A-90681C7B9FC1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065CCB7E-0663-4F96-BF7E-8B34C022B76A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CFF4478F-D375-4B62-B0DD-5A018347B6E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3461CE7E-994D-4549-8931-990B637EC896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21BEB835-239D-43AB-8337-CCDC43C590EC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BFB617CC-E46D-492E-B8B9-A62A45F6D618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1D1A7C74-C24C-4AC6-A05F-BE29CC2C9104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6" name="Rectangle 675">
                <a:extLst>
                  <a:ext uri="{FF2B5EF4-FFF2-40B4-BE49-F238E27FC236}">
                    <a16:creationId xmlns:a16="http://schemas.microsoft.com/office/drawing/2014/main" id="{FE95E8F3-CADE-49B8-86BC-CD73021C1EEC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B6CAC190-91F1-4A99-9F97-1C5468E565CD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56C90B11-8D0B-4A3D-91DA-7C97D7EE1212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5B92A762-B6D5-4188-8C6D-35B8FCF420A2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8A5620A4-616B-41F5-A44E-6A604199F3C0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58DCB148-2DF9-41B3-B843-2D48DFD30EDC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5E070D0D-FB93-4F0B-9FCF-805236ED5AFB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3" name="Rectangle 682">
                <a:extLst>
                  <a:ext uri="{FF2B5EF4-FFF2-40B4-BE49-F238E27FC236}">
                    <a16:creationId xmlns:a16="http://schemas.microsoft.com/office/drawing/2014/main" id="{02ADF4C6-13FC-487C-B87B-5D5416CC58E3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4" name="Rectangle 683">
                <a:extLst>
                  <a:ext uri="{FF2B5EF4-FFF2-40B4-BE49-F238E27FC236}">
                    <a16:creationId xmlns:a16="http://schemas.microsoft.com/office/drawing/2014/main" id="{800EB971-8084-4A00-BC58-56ECB01200DB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5" name="Rectangle 684">
                <a:extLst>
                  <a:ext uri="{FF2B5EF4-FFF2-40B4-BE49-F238E27FC236}">
                    <a16:creationId xmlns:a16="http://schemas.microsoft.com/office/drawing/2014/main" id="{78861F15-E9CA-4365-B375-DA2B913D7CD7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6" name="Rectangle 685">
                <a:extLst>
                  <a:ext uri="{FF2B5EF4-FFF2-40B4-BE49-F238E27FC236}">
                    <a16:creationId xmlns:a16="http://schemas.microsoft.com/office/drawing/2014/main" id="{258B8078-F7D9-4CDA-B7C9-B842CD7539F0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7" name="Rectangle 686">
                <a:extLst>
                  <a:ext uri="{FF2B5EF4-FFF2-40B4-BE49-F238E27FC236}">
                    <a16:creationId xmlns:a16="http://schemas.microsoft.com/office/drawing/2014/main" id="{D7682171-E9D8-4047-BF37-CFD2BE5A8B8A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5ED2919C-7BAD-4E00-8EB7-B763BAD07CE2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9" name="Rectangle 688">
                <a:extLst>
                  <a:ext uri="{FF2B5EF4-FFF2-40B4-BE49-F238E27FC236}">
                    <a16:creationId xmlns:a16="http://schemas.microsoft.com/office/drawing/2014/main" id="{6D4898EE-7816-475A-96AB-BC5D84650625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0" name="Rectangle 689">
                <a:extLst>
                  <a:ext uri="{FF2B5EF4-FFF2-40B4-BE49-F238E27FC236}">
                    <a16:creationId xmlns:a16="http://schemas.microsoft.com/office/drawing/2014/main" id="{27933B86-75D5-49B1-83E8-DCB49F72E3A2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9AF571B8-C0DF-4C08-B3F9-E7AA8FE17597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0226C538-C27F-4807-87B3-C5EF8C9F4F6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4810B04F-AC23-4F2B-965F-50CB40908A63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85406FB8-EBF3-42E0-9BFA-34C30FA2AF52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62B030AD-AFE8-46AD-A726-F3CB7D108E28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6" name="Rectangle 695">
                <a:extLst>
                  <a:ext uri="{FF2B5EF4-FFF2-40B4-BE49-F238E27FC236}">
                    <a16:creationId xmlns:a16="http://schemas.microsoft.com/office/drawing/2014/main" id="{6A7F1941-D293-4B34-BA57-8CF53636AF5C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7" name="Rectangle 696">
                <a:extLst>
                  <a:ext uri="{FF2B5EF4-FFF2-40B4-BE49-F238E27FC236}">
                    <a16:creationId xmlns:a16="http://schemas.microsoft.com/office/drawing/2014/main" id="{D7D32137-0C4D-4ADF-9ABF-99091413662E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9" name="Rectangle 698">
                <a:extLst>
                  <a:ext uri="{FF2B5EF4-FFF2-40B4-BE49-F238E27FC236}">
                    <a16:creationId xmlns:a16="http://schemas.microsoft.com/office/drawing/2014/main" id="{911CEDFC-5DE4-424B-95E1-AB6D60E9D20A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0" name="Rectangle 699">
                <a:extLst>
                  <a:ext uri="{FF2B5EF4-FFF2-40B4-BE49-F238E27FC236}">
                    <a16:creationId xmlns:a16="http://schemas.microsoft.com/office/drawing/2014/main" id="{7C321EEE-B20D-4626-B733-2BCB9A92BD7C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F641858A-FF12-4B4C-8061-12C09EC62CE9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2" name="Rectangle 701">
                <a:extLst>
                  <a:ext uri="{FF2B5EF4-FFF2-40B4-BE49-F238E27FC236}">
                    <a16:creationId xmlns:a16="http://schemas.microsoft.com/office/drawing/2014/main" id="{8D4DA575-65AE-4EEB-BA08-8598ABDD1FF9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3" name="Rectangle 702">
                <a:extLst>
                  <a:ext uri="{FF2B5EF4-FFF2-40B4-BE49-F238E27FC236}">
                    <a16:creationId xmlns:a16="http://schemas.microsoft.com/office/drawing/2014/main" id="{718212E5-3FA9-4F15-A713-21DC57BA1B0C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4" name="Rectangle 703">
                <a:extLst>
                  <a:ext uri="{FF2B5EF4-FFF2-40B4-BE49-F238E27FC236}">
                    <a16:creationId xmlns:a16="http://schemas.microsoft.com/office/drawing/2014/main" id="{44905D06-0856-4136-B176-3D625AE0B87C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C00B7D64-B12F-401D-A002-031416BC297F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6" name="Rectangle 705">
                <a:extLst>
                  <a:ext uri="{FF2B5EF4-FFF2-40B4-BE49-F238E27FC236}">
                    <a16:creationId xmlns:a16="http://schemas.microsoft.com/office/drawing/2014/main" id="{691C14F3-75D5-4E30-80A1-776B2DD131AE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B852365E-A741-4638-8AD3-9955A1A8D8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632299" y="2677332"/>
              <a:ext cx="190699" cy="192231"/>
              <a:chOff x="4086225" y="206982"/>
              <a:chExt cx="6102350" cy="6096000"/>
            </a:xfrm>
          </p:grpSpPr>
          <p:sp>
            <p:nvSpPr>
              <p:cNvPr id="610" name="Rectangle 609">
                <a:extLst>
                  <a:ext uri="{FF2B5EF4-FFF2-40B4-BE49-F238E27FC236}">
                    <a16:creationId xmlns:a16="http://schemas.microsoft.com/office/drawing/2014/main" id="{81790C13-28F9-4D2D-A3A6-7850CEE92D66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56F00132-37F3-40FD-803B-744824201792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F986F19F-3E25-4551-82A6-BA75E9C627E2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4A79F37D-4797-4C67-96F3-7C85B4BAD615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01B4AEC9-31B0-49CA-B48C-AABE75BE3FA4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247E32FB-2BB3-4220-BF58-2C67E007F97E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C9FC4A7B-86BC-42AF-8799-4C923ACF6256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A7ECAB45-62D3-46C4-BF19-FDC653850ED9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B41D9B4A-5C06-4F6D-831D-E69A1E8F2443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764E023E-47EA-49AC-A424-014A86A2AE40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C5020C54-98ED-4A5F-8933-E5881B979BC1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1" name="Rectangle 620">
                <a:extLst>
                  <a:ext uri="{FF2B5EF4-FFF2-40B4-BE49-F238E27FC236}">
                    <a16:creationId xmlns:a16="http://schemas.microsoft.com/office/drawing/2014/main" id="{671BA11F-C7B4-4878-AB81-54F3A2F33630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18446C64-4264-44E0-8BDC-57AF4620F29A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8BFFFF4B-AAD5-4368-A6D6-B8665F7524CB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B8068E89-76E9-47D0-BF33-101F11C06B7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272A56EF-EB00-4A12-8E53-49A9AC61E099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2EBF8E94-B727-44F6-BC1E-E8DD18827B6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9B4FD49D-9AEC-4A1E-81F7-F95AF234691E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DC18572B-83DE-473E-AB09-DB9F073E3322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2CE92C5C-AA07-49A8-9ADE-63DB762D372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002FB66D-C1FE-48AC-BE16-D1CE4311CC8D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1F81820C-9C5B-4B4F-A399-F76457D494FB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EE0EFA25-776B-46D2-B89A-C84C87B60B3B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97DED915-7D21-4188-9061-9DB98E9CDA15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EC34263D-1EEA-4F16-AEA2-88E0DCF464FB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A9A3F10E-0027-45D2-A83A-AA6A7CCB4C82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AA36AF40-D379-4BAD-8065-B0DDEEFDAEB1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4CD20DCD-9CF4-4902-95E1-383E16A55B8C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3ECFCDC1-8C65-42D6-A85C-400426554E91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B9537CB9-A5C9-41E4-B80A-B99B84995F90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4A631919-457D-46A7-BA05-8EEF69AA52D4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5D0F540E-9A16-4F13-A528-C8E35DE9E151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B949303E-5EB9-4404-B8B7-9B9E1E8C9799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3" name="Rectangle 642">
                <a:extLst>
                  <a:ext uri="{FF2B5EF4-FFF2-40B4-BE49-F238E27FC236}">
                    <a16:creationId xmlns:a16="http://schemas.microsoft.com/office/drawing/2014/main" id="{44E007A8-87B6-42C8-98DC-AB6825B77729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BA1ACE68-657E-42C9-BB72-26FA19C71702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FB3C5B52-BFB1-4C8F-8A17-309D7750C165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B9836E37-6035-48AF-89FF-FD850DFA10BB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69423447-7C0F-4CF9-B101-17C4AA0F09C2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E13AD811-C714-4BBF-BC14-2121A3F19C82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9" name="Rectangle 648">
                <a:extLst>
                  <a:ext uri="{FF2B5EF4-FFF2-40B4-BE49-F238E27FC236}">
                    <a16:creationId xmlns:a16="http://schemas.microsoft.com/office/drawing/2014/main" id="{7EABE6AD-8F38-43CB-B986-D62549D2C77F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0" name="Rectangle 649">
                <a:extLst>
                  <a:ext uri="{FF2B5EF4-FFF2-40B4-BE49-F238E27FC236}">
                    <a16:creationId xmlns:a16="http://schemas.microsoft.com/office/drawing/2014/main" id="{D37A341E-7883-48A5-911D-43012BCAA418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1" name="Rectangle 650">
                <a:extLst>
                  <a:ext uri="{FF2B5EF4-FFF2-40B4-BE49-F238E27FC236}">
                    <a16:creationId xmlns:a16="http://schemas.microsoft.com/office/drawing/2014/main" id="{CA06AFB8-B437-4A47-BD45-8A57849E460A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F4975766-2E1F-4009-9B02-5ABE8F1767F6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3" name="Rectangle 652">
                <a:extLst>
                  <a:ext uri="{FF2B5EF4-FFF2-40B4-BE49-F238E27FC236}">
                    <a16:creationId xmlns:a16="http://schemas.microsoft.com/office/drawing/2014/main" id="{29C18EF9-CF85-4F04-A114-CEECCD07BECF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4" name="Rectangle 653">
                <a:extLst>
                  <a:ext uri="{FF2B5EF4-FFF2-40B4-BE49-F238E27FC236}">
                    <a16:creationId xmlns:a16="http://schemas.microsoft.com/office/drawing/2014/main" id="{A7CCBA50-6900-47FA-BAB9-991DEA138402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6B29EEDA-6B1A-447E-96F0-B340D71E92A6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BAF6912F-41F3-49ED-8DD8-5AE76B6AC24B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6B4208BA-7A6E-4C1A-ACCF-9CFCF92664E7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12" name="Group 511">
              <a:extLst>
                <a:ext uri="{FF2B5EF4-FFF2-40B4-BE49-F238E27FC236}">
                  <a16:creationId xmlns:a16="http://schemas.microsoft.com/office/drawing/2014/main" id="{34616AA7-1150-432E-A0F2-497B5748C66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964854" y="2004523"/>
              <a:ext cx="1525588" cy="1537849"/>
              <a:chOff x="4086225" y="206982"/>
              <a:chExt cx="6102350" cy="6096000"/>
            </a:xfrm>
          </p:grpSpPr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85F63F1B-8DF5-4561-B04B-70C559526340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3" name="Rectangle 562">
                <a:extLst>
                  <a:ext uri="{FF2B5EF4-FFF2-40B4-BE49-F238E27FC236}">
                    <a16:creationId xmlns:a16="http://schemas.microsoft.com/office/drawing/2014/main" id="{70118192-FBA9-42D4-ACDB-B09B5750356B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585DDA38-17A0-48A9-B1F4-A892D17E5319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5" name="Rectangle 564">
                <a:extLst>
                  <a:ext uri="{FF2B5EF4-FFF2-40B4-BE49-F238E27FC236}">
                    <a16:creationId xmlns:a16="http://schemas.microsoft.com/office/drawing/2014/main" id="{B6B8B418-49CC-4C1E-86D8-89E4654F2659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6" name="Rectangle 565">
                <a:extLst>
                  <a:ext uri="{FF2B5EF4-FFF2-40B4-BE49-F238E27FC236}">
                    <a16:creationId xmlns:a16="http://schemas.microsoft.com/office/drawing/2014/main" id="{1A825107-4584-4B0A-A378-B12828BEA31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4A9550A2-3E3C-43EA-A73B-BAB745A00C4A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004DF655-1FDF-42CC-8DC7-5BC7382AF397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9" name="Rectangle 568">
                <a:extLst>
                  <a:ext uri="{FF2B5EF4-FFF2-40B4-BE49-F238E27FC236}">
                    <a16:creationId xmlns:a16="http://schemas.microsoft.com/office/drawing/2014/main" id="{716802C7-061A-40B2-A218-8C00A878099F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0" name="Rectangle 569">
                <a:extLst>
                  <a:ext uri="{FF2B5EF4-FFF2-40B4-BE49-F238E27FC236}">
                    <a16:creationId xmlns:a16="http://schemas.microsoft.com/office/drawing/2014/main" id="{71D4C8D5-31AA-4167-89D3-ECA2064A76FF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1" name="Rectangle 570">
                <a:extLst>
                  <a:ext uri="{FF2B5EF4-FFF2-40B4-BE49-F238E27FC236}">
                    <a16:creationId xmlns:a16="http://schemas.microsoft.com/office/drawing/2014/main" id="{16F3CBA8-3E8A-429D-B68D-C75258F425EA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89632B5B-FA20-4A52-9BBC-5BAB61FAF6BF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E6578BD0-CBBB-4893-99DE-6E04D20EDB2C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37903601-5FCF-45D8-985C-8ABC78BEF8C9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A02769C4-95B2-4407-98ED-2715819C296B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4C534B32-7F9B-4070-BBB4-B7F5EF28F55B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7" name="Rectangle 576">
                <a:extLst>
                  <a:ext uri="{FF2B5EF4-FFF2-40B4-BE49-F238E27FC236}">
                    <a16:creationId xmlns:a16="http://schemas.microsoft.com/office/drawing/2014/main" id="{D178979D-0739-4C07-AAAF-2992DB3FBB1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8" name="Rectangle 577">
                <a:extLst>
                  <a:ext uri="{FF2B5EF4-FFF2-40B4-BE49-F238E27FC236}">
                    <a16:creationId xmlns:a16="http://schemas.microsoft.com/office/drawing/2014/main" id="{3ABBFB26-D449-4946-9A0E-5426CF1768A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645A44E0-D453-4E98-B4F5-042FBAD09F8B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0" name="Rectangle 579">
                <a:extLst>
                  <a:ext uri="{FF2B5EF4-FFF2-40B4-BE49-F238E27FC236}">
                    <a16:creationId xmlns:a16="http://schemas.microsoft.com/office/drawing/2014/main" id="{9ABBFB9B-6EAE-48A3-B8ED-D8C81171D0FF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1" name="Rectangle 580">
                <a:extLst>
                  <a:ext uri="{FF2B5EF4-FFF2-40B4-BE49-F238E27FC236}">
                    <a16:creationId xmlns:a16="http://schemas.microsoft.com/office/drawing/2014/main" id="{509A3329-5AA2-43FB-84C1-E5CE6647F5F4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18BCB88A-DDBE-4654-A0EE-5C97B598730F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3" name="Rectangle 582">
                <a:extLst>
                  <a:ext uri="{FF2B5EF4-FFF2-40B4-BE49-F238E27FC236}">
                    <a16:creationId xmlns:a16="http://schemas.microsoft.com/office/drawing/2014/main" id="{32A2210F-4C15-45E9-8631-D120F64E9BB4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B7E5E136-B8E2-4EB8-BECF-CFD275586ED6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23993F61-5CEA-47FA-99A5-F7475D0C57F0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09AA4695-A6CA-45C4-BCEC-CB81C9DCCF81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055922BC-1B47-4905-9F53-1F98DB285202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4AE4FA13-ED07-4FF2-89CF-1DB19057DC9C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1BB5A220-0ABF-4E71-9053-FE6A63E062F1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D6D390A9-71BF-4793-9590-80D1215681B9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2E8C812C-0E17-49BE-AB8C-11B42BA898A7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51F3AAC5-1C31-495B-BCB5-39CB64B55EC3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B119C7BF-3AE1-41E0-8249-DC7E1C5734AB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5E4CCC08-4D8E-4FED-BBF4-799B8355D533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59D3B1D0-7590-4E4D-BCF6-901D833A8FF3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3FE1FEB3-46BA-42BA-8395-6D885E31442C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834ADD9F-1B92-4CFC-911B-986F2CB8E224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DDB61579-DEEB-4B4C-82C3-8BF0E319AD2A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9" name="Rectangle 598">
                <a:extLst>
                  <a:ext uri="{FF2B5EF4-FFF2-40B4-BE49-F238E27FC236}">
                    <a16:creationId xmlns:a16="http://schemas.microsoft.com/office/drawing/2014/main" id="{551091C1-A105-4EDB-9097-E8B25FE5479F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71686857-E92C-4E3D-A8A5-6210BDCE0B7D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2E0AE72D-4721-489D-8002-A74BF6AAA7B7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1A70859F-09B7-4B82-BB36-854072FA301A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23152C10-F954-4003-8B23-A59DA9093876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950668AD-7E1C-4AAE-B27B-D2AF42EC00A8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381E00EB-75E3-490C-9043-8A3F280037E0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2A403B86-92C5-4451-8B95-3E94072EEB8C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4689D2B1-2836-4997-B6D2-616AF41AC515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67C280DF-F182-42A1-8909-6704A8451251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BDD348CF-229F-4A16-B33A-CF81EBCAF1EB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5D43B323-E797-475B-A2D1-A65073DF0F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346251" y="2388985"/>
              <a:ext cx="762794" cy="768925"/>
              <a:chOff x="4086225" y="206982"/>
              <a:chExt cx="6102350" cy="6096000"/>
            </a:xfrm>
          </p:grpSpPr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7DD3C4F4-FCE8-4632-AE78-BF099C83D42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D00D86D1-521D-434B-922E-1ADAA6259665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54385233-8B8E-4291-AE30-EF8ACFC8136F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834525DD-ACF0-4E4D-B31B-4C169BD1765F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F4127BB7-06C3-490E-90DB-99A75E4E0435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C5AB6300-8997-4BBC-A73F-034114FBA44A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4D7F8140-E879-4C7B-B950-8371E42C8E3A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3CBE47B7-4E2D-4D16-8856-D84CC03F3F0E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2" name="Rectangle 521">
                <a:extLst>
                  <a:ext uri="{FF2B5EF4-FFF2-40B4-BE49-F238E27FC236}">
                    <a16:creationId xmlns:a16="http://schemas.microsoft.com/office/drawing/2014/main" id="{AC085745-0B81-4C87-9B64-E749EDB27C86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24F24538-A5C0-48A4-BB47-481BFE1FD270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E231BF7F-9BFD-4654-A666-BB1A0D68D8F3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15AFBF9A-AFA3-4522-B9E8-7AC12417D9E9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BCACA84E-7F45-4204-AC75-7BFFAD32939B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A797750D-0B8B-41F2-A679-D4AF11758C1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DEE9368D-D393-4D03-B959-54AA10B630C6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C28552E9-D8A8-46FE-97AF-8D10E8E07CCA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C86ABE01-A189-485C-BB03-A4EB8C6B2A23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972DB793-9F09-4AE5-A444-99D86CB2DBD4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E7DE5650-EE95-4CF0-B5B4-A00E6FC70F9D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3" name="Rectangle 532">
                <a:extLst>
                  <a:ext uri="{FF2B5EF4-FFF2-40B4-BE49-F238E27FC236}">
                    <a16:creationId xmlns:a16="http://schemas.microsoft.com/office/drawing/2014/main" id="{EF4840D1-6D4E-459A-94C0-AC6504419E80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E1DA92E0-D7CA-408E-AC02-C98191261C2D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6659B319-6164-4B17-BA3C-663361C85867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4D44E0C0-CEBA-44BC-9065-43B3B9A31BFD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FA39D2E8-DE41-4DF2-AB4C-14251B60CEF9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A27B1D76-B20E-4FCC-9DFD-95162CEB1057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C045CEA5-009D-4C8B-A7E2-02B5DB03600D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E675BC2C-DCBB-4C7F-A7A6-7C1DD73ABB4B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9D1DEFF9-AE6A-4902-A2A1-EDF2452AC8BB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72C70DA8-CC6C-4A2C-BED4-AF140A04C94A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ADCEB9CE-4C4B-4456-B99F-0B0F82D00011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4" name="Rectangle 543">
                <a:extLst>
                  <a:ext uri="{FF2B5EF4-FFF2-40B4-BE49-F238E27FC236}">
                    <a16:creationId xmlns:a16="http://schemas.microsoft.com/office/drawing/2014/main" id="{114D7407-06A1-44E7-B95C-E4ED4A2AED1B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22E873B5-A917-4EE8-9FFA-1031DC10F5FE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BDA26F99-C255-4482-85F7-2C5771E0BA33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5E3C178F-2DE1-4D19-8C65-B8596547D8CC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5431420B-9082-449F-9D25-D39CFECA008F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B20F6424-4E58-4AA5-9FD3-21549DB60D11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75E41C21-E915-4402-8B6B-F5C1EBAAF473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DEDF6A14-BE31-4217-BAF9-7A4FCA1E0DDB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D16EB782-7A23-4452-BA13-0C00628F2464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02B8CFA3-3B8A-4765-A08F-9E06A2F07434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C7ADB888-966F-4AA1-ADC3-E0144132E5D1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5" name="Rectangle 554">
                <a:extLst>
                  <a:ext uri="{FF2B5EF4-FFF2-40B4-BE49-F238E27FC236}">
                    <a16:creationId xmlns:a16="http://schemas.microsoft.com/office/drawing/2014/main" id="{1F40DDDA-2CD5-4B5E-AEDE-6E10EE583B51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7631B700-F8D5-4A04-ACA4-61B94EA156FC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7" name="Rectangle 556">
                <a:extLst>
                  <a:ext uri="{FF2B5EF4-FFF2-40B4-BE49-F238E27FC236}">
                    <a16:creationId xmlns:a16="http://schemas.microsoft.com/office/drawing/2014/main" id="{E9D81B8E-900D-4749-A17C-788FA868EC01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ECD6D255-33C1-41B5-812A-AA6AFD052BB8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6D676C56-2591-4EE2-9247-634116B9F3A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3F9BBAF5-C80A-418C-86FE-BCC34B15C3B9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D84575B9-BD96-479C-A759-343EFB69B748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1515" name="Group 1514">
            <a:extLst>
              <a:ext uri="{FF2B5EF4-FFF2-40B4-BE49-F238E27FC236}">
                <a16:creationId xmlns:a16="http://schemas.microsoft.com/office/drawing/2014/main" id="{F17040C9-003E-4DC4-BF84-39A3C0151114}"/>
              </a:ext>
            </a:extLst>
          </p:cNvPr>
          <p:cNvGrpSpPr/>
          <p:nvPr/>
        </p:nvGrpSpPr>
        <p:grpSpPr>
          <a:xfrm>
            <a:off x="4228884" y="265645"/>
            <a:ext cx="6108928" cy="6145519"/>
            <a:chOff x="4087046" y="206052"/>
            <a:chExt cx="6069979" cy="6106346"/>
          </a:xfrm>
        </p:grpSpPr>
        <p:grpSp>
          <p:nvGrpSpPr>
            <p:cNvPr id="1516" name="Group 1515">
              <a:extLst>
                <a:ext uri="{FF2B5EF4-FFF2-40B4-BE49-F238E27FC236}">
                  <a16:creationId xmlns:a16="http://schemas.microsoft.com/office/drawing/2014/main" id="{3BAEF75F-5432-4CA9-93DF-E4049EADB71A}"/>
                </a:ext>
              </a:extLst>
            </p:cNvPr>
            <p:cNvGrpSpPr/>
            <p:nvPr/>
          </p:nvGrpSpPr>
          <p:grpSpPr>
            <a:xfrm>
              <a:off x="4087046" y="206052"/>
              <a:ext cx="6069979" cy="6106346"/>
              <a:chOff x="4087046" y="206052"/>
              <a:chExt cx="6069979" cy="6106346"/>
            </a:xfrm>
          </p:grpSpPr>
          <p:grpSp>
            <p:nvGrpSpPr>
              <p:cNvPr id="1532" name="Group 1531">
                <a:extLst>
                  <a:ext uri="{FF2B5EF4-FFF2-40B4-BE49-F238E27FC236}">
                    <a16:creationId xmlns:a16="http://schemas.microsoft.com/office/drawing/2014/main" id="{2F881305-CB74-49F8-B339-32B76F1B1524}"/>
                  </a:ext>
                </a:extLst>
              </p:cNvPr>
              <p:cNvGrpSpPr/>
              <p:nvPr/>
            </p:nvGrpSpPr>
            <p:grpSpPr>
              <a:xfrm>
                <a:off x="4087046" y="953333"/>
                <a:ext cx="6069979" cy="5359065"/>
                <a:chOff x="4087046" y="953333"/>
                <a:chExt cx="6069979" cy="5359065"/>
              </a:xfrm>
            </p:grpSpPr>
            <p:cxnSp>
              <p:nvCxnSpPr>
                <p:cNvPr id="1541" name="Straight Connector 1540">
                  <a:extLst>
                    <a:ext uri="{FF2B5EF4-FFF2-40B4-BE49-F238E27FC236}">
                      <a16:creationId xmlns:a16="http://schemas.microsoft.com/office/drawing/2014/main" id="{4A06D160-FBE0-4A54-9911-D8CF7676BE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5523" y="4793094"/>
                  <a:ext cx="0" cy="74572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3" name="Straight Connector 1542">
                  <a:extLst>
                    <a:ext uri="{FF2B5EF4-FFF2-40B4-BE49-F238E27FC236}">
                      <a16:creationId xmlns:a16="http://schemas.microsoft.com/office/drawing/2014/main" id="{84683FE8-ABC1-4F07-8159-9786AEB8D3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64966" y="5553601"/>
                  <a:ext cx="0" cy="748278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4" name="Straight Connector 1543">
                  <a:extLst>
                    <a:ext uri="{FF2B5EF4-FFF2-40B4-BE49-F238E27FC236}">
                      <a16:creationId xmlns:a16="http://schemas.microsoft.com/office/drawing/2014/main" id="{E0EE2D57-AB7D-4B7A-B84C-4D52242C48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4085" y="4783445"/>
                  <a:ext cx="0" cy="754726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5" name="Straight Connector 1544">
                  <a:extLst>
                    <a:ext uri="{FF2B5EF4-FFF2-40B4-BE49-F238E27FC236}">
                      <a16:creationId xmlns:a16="http://schemas.microsoft.com/office/drawing/2014/main" id="{10815560-FDA1-4262-9054-09B5B24BA2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57025" y="4011494"/>
                  <a:ext cx="0" cy="154355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6" name="Straight Connector 1545">
                  <a:extLst>
                    <a:ext uri="{FF2B5EF4-FFF2-40B4-BE49-F238E27FC236}">
                      <a16:creationId xmlns:a16="http://schemas.microsoft.com/office/drawing/2014/main" id="{FC30D036-6634-43B1-B98B-F7B5D5D13D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1972" y="6312398"/>
                  <a:ext cx="2247764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7" name="Straight Connector 1546">
                  <a:extLst>
                    <a:ext uri="{FF2B5EF4-FFF2-40B4-BE49-F238E27FC236}">
                      <a16:creationId xmlns:a16="http://schemas.microsoft.com/office/drawing/2014/main" id="{29A6B166-143F-4332-A3AF-90A028D1E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87046" y="964029"/>
                  <a:ext cx="0" cy="1504355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8" name="Straight Connector 1547">
                  <a:extLst>
                    <a:ext uri="{FF2B5EF4-FFF2-40B4-BE49-F238E27FC236}">
                      <a16:creationId xmlns:a16="http://schemas.microsoft.com/office/drawing/2014/main" id="{FD4F1044-1205-423F-B22E-1712FCC576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1972" y="4771341"/>
                  <a:ext cx="1486760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9" name="Straight Connector 1548">
                  <a:extLst>
                    <a:ext uri="{FF2B5EF4-FFF2-40B4-BE49-F238E27FC236}">
                      <a16:creationId xmlns:a16="http://schemas.microsoft.com/office/drawing/2014/main" id="{ADE61EC5-4F49-4699-B044-9275A82AE2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1076" y="953333"/>
                  <a:ext cx="2246332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96E6DE96-AF20-44FD-9889-9B93E4DE68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04463" y="4780629"/>
                  <a:ext cx="1486760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38089AEF-8CDA-42EC-AC76-C30EE43B1D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89374" y="5551991"/>
                  <a:ext cx="1486760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33" name="Group 1532">
                <a:extLst>
                  <a:ext uri="{FF2B5EF4-FFF2-40B4-BE49-F238E27FC236}">
                    <a16:creationId xmlns:a16="http://schemas.microsoft.com/office/drawing/2014/main" id="{F59D6802-8B45-4812-BF68-5503F00B5FFB}"/>
                  </a:ext>
                </a:extLst>
              </p:cNvPr>
              <p:cNvGrpSpPr/>
              <p:nvPr/>
            </p:nvGrpSpPr>
            <p:grpSpPr>
              <a:xfrm rot="10800000">
                <a:off x="4846608" y="206052"/>
                <a:ext cx="5287171" cy="1513957"/>
                <a:chOff x="4152587" y="4788866"/>
                <a:chExt cx="5287171" cy="1513957"/>
              </a:xfrm>
            </p:grpSpPr>
            <p:cxnSp>
              <p:nvCxnSpPr>
                <p:cNvPr id="1534" name="Straight Connector 1533">
                  <a:extLst>
                    <a:ext uri="{FF2B5EF4-FFF2-40B4-BE49-F238E27FC236}">
                      <a16:creationId xmlns:a16="http://schemas.microsoft.com/office/drawing/2014/main" id="{5AF667E4-8676-4A34-9576-11C61F7C40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7926222" y="4788980"/>
                  <a:ext cx="0" cy="76533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6" name="Straight Connector 1535">
                  <a:extLst>
                    <a:ext uri="{FF2B5EF4-FFF2-40B4-BE49-F238E27FC236}">
                      <a16:creationId xmlns:a16="http://schemas.microsoft.com/office/drawing/2014/main" id="{3C25D2CE-49B3-468D-BCFE-F1EA01C93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39758" y="4792278"/>
                  <a:ext cx="0" cy="754726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7" name="Straight Connector 1536">
                  <a:extLst>
                    <a:ext uri="{FF2B5EF4-FFF2-40B4-BE49-F238E27FC236}">
                      <a16:creationId xmlns:a16="http://schemas.microsoft.com/office/drawing/2014/main" id="{9BEEAEE3-071D-406A-94A6-6A9E5D222B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162151" y="6301988"/>
                  <a:ext cx="1466807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8" name="Straight Connector 1537">
                  <a:extLst>
                    <a:ext uri="{FF2B5EF4-FFF2-40B4-BE49-F238E27FC236}">
                      <a16:creationId xmlns:a16="http://schemas.microsoft.com/office/drawing/2014/main" id="{2D22E066-5B99-4653-956F-63515E1C84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41626" y="5556172"/>
                  <a:ext cx="0" cy="746651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9" name="Straight Connector 1538">
                  <a:extLst>
                    <a:ext uri="{FF2B5EF4-FFF2-40B4-BE49-F238E27FC236}">
                      <a16:creationId xmlns:a16="http://schemas.microsoft.com/office/drawing/2014/main" id="{B422E2E3-CC87-4477-9FE3-522E1ADEE7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152587" y="4798430"/>
                  <a:ext cx="1466807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9" name="Straight Connector 708">
                  <a:extLst>
                    <a:ext uri="{FF2B5EF4-FFF2-40B4-BE49-F238E27FC236}">
                      <a16:creationId xmlns:a16="http://schemas.microsoft.com/office/drawing/2014/main" id="{89A6E1EC-2521-4BBD-80A0-EBAAB0EA0A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7950050" y="4788866"/>
                  <a:ext cx="1466807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17" name="Group 1516">
              <a:extLst>
                <a:ext uri="{FF2B5EF4-FFF2-40B4-BE49-F238E27FC236}">
                  <a16:creationId xmlns:a16="http://schemas.microsoft.com/office/drawing/2014/main" id="{7B47204E-8E0C-42D8-A0BA-D6F6C2317466}"/>
                </a:ext>
              </a:extLst>
            </p:cNvPr>
            <p:cNvGrpSpPr/>
            <p:nvPr/>
          </p:nvGrpSpPr>
          <p:grpSpPr>
            <a:xfrm rot="5400000">
              <a:off x="4831541" y="229595"/>
              <a:ext cx="4595886" cy="6055018"/>
              <a:chOff x="4835488" y="208128"/>
              <a:chExt cx="4595886" cy="6055018"/>
            </a:xfrm>
          </p:grpSpPr>
          <p:grpSp>
            <p:nvGrpSpPr>
              <p:cNvPr id="1518" name="Group 1517">
                <a:extLst>
                  <a:ext uri="{FF2B5EF4-FFF2-40B4-BE49-F238E27FC236}">
                    <a16:creationId xmlns:a16="http://schemas.microsoft.com/office/drawing/2014/main" id="{E663D5F4-B032-4E18-8DE1-B3BA4AA369AF}"/>
                  </a:ext>
                </a:extLst>
              </p:cNvPr>
              <p:cNvGrpSpPr/>
              <p:nvPr/>
            </p:nvGrpSpPr>
            <p:grpSpPr>
              <a:xfrm>
                <a:off x="4835488" y="956686"/>
                <a:ext cx="3787475" cy="5306460"/>
                <a:chOff x="4835488" y="956686"/>
                <a:chExt cx="3787475" cy="5306460"/>
              </a:xfrm>
            </p:grpSpPr>
            <p:cxnSp>
              <p:nvCxnSpPr>
                <p:cNvPr id="1526" name="Straight Connector 1525">
                  <a:extLst>
                    <a:ext uri="{FF2B5EF4-FFF2-40B4-BE49-F238E27FC236}">
                      <a16:creationId xmlns:a16="http://schemas.microsoft.com/office/drawing/2014/main" id="{2DDC439A-E09D-44BF-8B72-5195E5E03D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502348" y="5153795"/>
                  <a:ext cx="748560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7" name="Straight Connector 1526">
                  <a:extLst>
                    <a:ext uri="{FF2B5EF4-FFF2-40B4-BE49-F238E27FC236}">
                      <a16:creationId xmlns:a16="http://schemas.microsoft.com/office/drawing/2014/main" id="{BD7E8DA5-AAFC-4FF2-834D-157B7BB74E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8259359" y="4402672"/>
                  <a:ext cx="0" cy="727209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9" name="Straight Connector 1528">
                  <a:extLst>
                    <a:ext uri="{FF2B5EF4-FFF2-40B4-BE49-F238E27FC236}">
                      <a16:creationId xmlns:a16="http://schemas.microsoft.com/office/drawing/2014/main" id="{2E9B8A27-3F33-41EE-A903-0116B93B5A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7117331" y="4780635"/>
                  <a:ext cx="0" cy="1487043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1" name="Straight Connector 1530">
                  <a:extLst>
                    <a:ext uri="{FF2B5EF4-FFF2-40B4-BE49-F238E27FC236}">
                      <a16:creationId xmlns:a16="http://schemas.microsoft.com/office/drawing/2014/main" id="{D9BBA7A5-1D4E-4196-B16B-A281FEF317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467952" y="5895611"/>
                  <a:ext cx="735071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7" name="Straight Connector 706">
                  <a:extLst>
                    <a:ext uri="{FF2B5EF4-FFF2-40B4-BE49-F238E27FC236}">
                      <a16:creationId xmlns:a16="http://schemas.microsoft.com/office/drawing/2014/main" id="{AF741A8F-9160-4F66-833F-43AA451FA8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985565" y="5895611"/>
                  <a:ext cx="735071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8" name="Straight Connector 707">
                  <a:extLst>
                    <a:ext uri="{FF2B5EF4-FFF2-40B4-BE49-F238E27FC236}">
                      <a16:creationId xmlns:a16="http://schemas.microsoft.com/office/drawing/2014/main" id="{6CD537BB-95C8-4697-B5FB-ECD2F8624D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999147" y="1324222"/>
                  <a:ext cx="735071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19" name="Group 1518">
                <a:extLst>
                  <a:ext uri="{FF2B5EF4-FFF2-40B4-BE49-F238E27FC236}">
                    <a16:creationId xmlns:a16="http://schemas.microsoft.com/office/drawing/2014/main" id="{4C593B63-0ABA-459D-9CD6-9651A9A731DE}"/>
                  </a:ext>
                </a:extLst>
              </p:cNvPr>
              <p:cNvGrpSpPr/>
              <p:nvPr/>
            </p:nvGrpSpPr>
            <p:grpSpPr>
              <a:xfrm rot="10800000">
                <a:off x="5597917" y="208128"/>
                <a:ext cx="3833457" cy="1515344"/>
                <a:chOff x="4854992" y="4785403"/>
                <a:chExt cx="3833457" cy="1515344"/>
              </a:xfrm>
            </p:grpSpPr>
            <p:cxnSp>
              <p:nvCxnSpPr>
                <p:cNvPr id="1521" name="Straight Connector 1520">
                  <a:extLst>
                    <a:ext uri="{FF2B5EF4-FFF2-40B4-BE49-F238E27FC236}">
                      <a16:creationId xmlns:a16="http://schemas.microsoft.com/office/drawing/2014/main" id="{53C814C1-B681-4D01-8525-145B183280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85403"/>
                  <a:ext cx="762002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2" name="Straight Connector 1521">
                  <a:extLst>
                    <a:ext uri="{FF2B5EF4-FFF2-40B4-BE49-F238E27FC236}">
                      <a16:creationId xmlns:a16="http://schemas.microsoft.com/office/drawing/2014/main" id="{E1BF3FAA-84A1-4E48-881B-A184B48A9F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026202" y="5916371"/>
                  <a:ext cx="748558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3" name="Straight Connector 1522">
                  <a:extLst>
                    <a:ext uri="{FF2B5EF4-FFF2-40B4-BE49-F238E27FC236}">
                      <a16:creationId xmlns:a16="http://schemas.microsoft.com/office/drawing/2014/main" id="{86F88E20-432E-4565-9B74-7A2475F167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167238" y="4807763"/>
                  <a:ext cx="0" cy="1491676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02703D80-AF95-4BC3-BE23-70815746A2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480713" y="5926468"/>
                  <a:ext cx="748558" cy="0"/>
                </a:xfrm>
                <a:prstGeom prst="line">
                  <a:avLst/>
                </a:prstGeom>
                <a:ln w="5715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25536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EE62511-0A2B-408A-88FB-5D1111A2A2AC}"/>
              </a:ext>
            </a:extLst>
          </p:cNvPr>
          <p:cNvGrpSpPr>
            <a:grpSpLocks noChangeAspect="1"/>
          </p:cNvGrpSpPr>
          <p:nvPr/>
        </p:nvGrpSpPr>
        <p:grpSpPr>
          <a:xfrm>
            <a:off x="6351655" y="2705390"/>
            <a:ext cx="1539451" cy="1537849"/>
            <a:chOff x="4955729" y="426314"/>
            <a:chExt cx="6102350" cy="6096000"/>
          </a:xfrm>
        </p:grpSpPr>
        <p:grpSp>
          <p:nvGrpSpPr>
            <p:cNvPr id="1924" name="Group 1923">
              <a:extLst>
                <a:ext uri="{FF2B5EF4-FFF2-40B4-BE49-F238E27FC236}">
                  <a16:creationId xmlns:a16="http://schemas.microsoft.com/office/drawing/2014/main" id="{580A7A93-3677-419A-89A8-B5B0FD9C1471}"/>
                </a:ext>
              </a:extLst>
            </p:cNvPr>
            <p:cNvGrpSpPr/>
            <p:nvPr/>
          </p:nvGrpSpPr>
          <p:grpSpPr>
            <a:xfrm>
              <a:off x="4955729" y="426314"/>
              <a:ext cx="6102350" cy="6096000"/>
              <a:chOff x="4086225" y="206982"/>
              <a:chExt cx="6102350" cy="6096000"/>
            </a:xfrm>
          </p:grpSpPr>
          <p:sp>
            <p:nvSpPr>
              <p:cNvPr id="2044" name="Rectangle 2043">
                <a:extLst>
                  <a:ext uri="{FF2B5EF4-FFF2-40B4-BE49-F238E27FC236}">
                    <a16:creationId xmlns:a16="http://schemas.microsoft.com/office/drawing/2014/main" id="{EA462BE9-E0C9-4023-9D71-EBCAF0DDFD4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5" name="Rectangle 2044">
                <a:extLst>
                  <a:ext uri="{FF2B5EF4-FFF2-40B4-BE49-F238E27FC236}">
                    <a16:creationId xmlns:a16="http://schemas.microsoft.com/office/drawing/2014/main" id="{385BC172-905C-4823-B0DD-ACF78CD006A7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6" name="Rectangle 2045">
                <a:extLst>
                  <a:ext uri="{FF2B5EF4-FFF2-40B4-BE49-F238E27FC236}">
                    <a16:creationId xmlns:a16="http://schemas.microsoft.com/office/drawing/2014/main" id="{916AB837-0F8B-43BF-9510-3374B71D9AB3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7" name="Rectangle 2046">
                <a:extLst>
                  <a:ext uri="{FF2B5EF4-FFF2-40B4-BE49-F238E27FC236}">
                    <a16:creationId xmlns:a16="http://schemas.microsoft.com/office/drawing/2014/main" id="{3405B01A-C298-49F6-B1F4-A9C971D328C9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8" name="Rectangle 2047">
                <a:extLst>
                  <a:ext uri="{FF2B5EF4-FFF2-40B4-BE49-F238E27FC236}">
                    <a16:creationId xmlns:a16="http://schemas.microsoft.com/office/drawing/2014/main" id="{3A275460-80B9-4B0A-A981-2DCCA59B79EC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9" name="Rectangle 2048">
                <a:extLst>
                  <a:ext uri="{FF2B5EF4-FFF2-40B4-BE49-F238E27FC236}">
                    <a16:creationId xmlns:a16="http://schemas.microsoft.com/office/drawing/2014/main" id="{F59C7BF5-4635-45C8-A321-6141B136662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0" name="Rectangle 2049">
                <a:extLst>
                  <a:ext uri="{FF2B5EF4-FFF2-40B4-BE49-F238E27FC236}">
                    <a16:creationId xmlns:a16="http://schemas.microsoft.com/office/drawing/2014/main" id="{E071D2B5-1F50-4825-A2FE-052544E13D3B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1" name="Rectangle 2050">
                <a:extLst>
                  <a:ext uri="{FF2B5EF4-FFF2-40B4-BE49-F238E27FC236}">
                    <a16:creationId xmlns:a16="http://schemas.microsoft.com/office/drawing/2014/main" id="{A1609EF2-AA00-4E37-8D45-07A4D0CB2BD3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2" name="Rectangle 2051">
                <a:extLst>
                  <a:ext uri="{FF2B5EF4-FFF2-40B4-BE49-F238E27FC236}">
                    <a16:creationId xmlns:a16="http://schemas.microsoft.com/office/drawing/2014/main" id="{B14AB044-6C2D-4DBD-92A9-115EC88E0D61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3" name="Rectangle 2052">
                <a:extLst>
                  <a:ext uri="{FF2B5EF4-FFF2-40B4-BE49-F238E27FC236}">
                    <a16:creationId xmlns:a16="http://schemas.microsoft.com/office/drawing/2014/main" id="{72018933-F83C-4EA4-AA8C-5E32A7980D42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4" name="Rectangle 2053">
                <a:extLst>
                  <a:ext uri="{FF2B5EF4-FFF2-40B4-BE49-F238E27FC236}">
                    <a16:creationId xmlns:a16="http://schemas.microsoft.com/office/drawing/2014/main" id="{2C635AEA-401B-47E1-B5F6-2CC8159F8EBB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5" name="Rectangle 2054">
                <a:extLst>
                  <a:ext uri="{FF2B5EF4-FFF2-40B4-BE49-F238E27FC236}">
                    <a16:creationId xmlns:a16="http://schemas.microsoft.com/office/drawing/2014/main" id="{5AAC48BF-D017-4CDA-99B0-6D1FF17C563D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6" name="Rectangle 2055">
                <a:extLst>
                  <a:ext uri="{FF2B5EF4-FFF2-40B4-BE49-F238E27FC236}">
                    <a16:creationId xmlns:a16="http://schemas.microsoft.com/office/drawing/2014/main" id="{F922C3DA-9D13-407D-8D68-146A7DCD18C6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7" name="Rectangle 2056">
                <a:extLst>
                  <a:ext uri="{FF2B5EF4-FFF2-40B4-BE49-F238E27FC236}">
                    <a16:creationId xmlns:a16="http://schemas.microsoft.com/office/drawing/2014/main" id="{B162C787-7FBE-41DD-8114-014FD248226F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8" name="Rectangle 2057">
                <a:extLst>
                  <a:ext uri="{FF2B5EF4-FFF2-40B4-BE49-F238E27FC236}">
                    <a16:creationId xmlns:a16="http://schemas.microsoft.com/office/drawing/2014/main" id="{E07B4683-480C-4F09-8607-13689C521F39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9" name="Rectangle 2058">
                <a:extLst>
                  <a:ext uri="{FF2B5EF4-FFF2-40B4-BE49-F238E27FC236}">
                    <a16:creationId xmlns:a16="http://schemas.microsoft.com/office/drawing/2014/main" id="{33A6EF5E-3605-47AE-8C0B-A10D19BEBD7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0" name="Rectangle 2059">
                <a:extLst>
                  <a:ext uri="{FF2B5EF4-FFF2-40B4-BE49-F238E27FC236}">
                    <a16:creationId xmlns:a16="http://schemas.microsoft.com/office/drawing/2014/main" id="{5604FE24-6D80-4A26-9B65-7DB1DEB5D305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1" name="Rectangle 2060">
                <a:extLst>
                  <a:ext uri="{FF2B5EF4-FFF2-40B4-BE49-F238E27FC236}">
                    <a16:creationId xmlns:a16="http://schemas.microsoft.com/office/drawing/2014/main" id="{DA00FC38-72D0-40E0-94AB-3E62938594A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2" name="Rectangle 2061">
                <a:extLst>
                  <a:ext uri="{FF2B5EF4-FFF2-40B4-BE49-F238E27FC236}">
                    <a16:creationId xmlns:a16="http://schemas.microsoft.com/office/drawing/2014/main" id="{5C890176-69F0-4F00-8B8A-5C2799E992C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3" name="Rectangle 2062">
                <a:extLst>
                  <a:ext uri="{FF2B5EF4-FFF2-40B4-BE49-F238E27FC236}">
                    <a16:creationId xmlns:a16="http://schemas.microsoft.com/office/drawing/2014/main" id="{D4E25E43-75DC-40FD-8439-CC3C40CE5711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4" name="Rectangle 2063">
                <a:extLst>
                  <a:ext uri="{FF2B5EF4-FFF2-40B4-BE49-F238E27FC236}">
                    <a16:creationId xmlns:a16="http://schemas.microsoft.com/office/drawing/2014/main" id="{44F320C6-628B-4AFA-945A-4EE704FDC1EB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5" name="Rectangle 2064">
                <a:extLst>
                  <a:ext uri="{FF2B5EF4-FFF2-40B4-BE49-F238E27FC236}">
                    <a16:creationId xmlns:a16="http://schemas.microsoft.com/office/drawing/2014/main" id="{C793ACEA-B657-43A7-A49E-5D4ED3FABA48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6" name="Rectangle 2065">
                <a:extLst>
                  <a:ext uri="{FF2B5EF4-FFF2-40B4-BE49-F238E27FC236}">
                    <a16:creationId xmlns:a16="http://schemas.microsoft.com/office/drawing/2014/main" id="{CF2D8745-D087-435B-80D8-022AACE8B47D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3D46B03F-4ECF-43D1-9E57-A92A201CD42E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8" name="Rectangle 2067">
                <a:extLst>
                  <a:ext uri="{FF2B5EF4-FFF2-40B4-BE49-F238E27FC236}">
                    <a16:creationId xmlns:a16="http://schemas.microsoft.com/office/drawing/2014/main" id="{2374850F-555B-44A3-B562-4A5BB0A59528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9" name="Rectangle 2068">
                <a:extLst>
                  <a:ext uri="{FF2B5EF4-FFF2-40B4-BE49-F238E27FC236}">
                    <a16:creationId xmlns:a16="http://schemas.microsoft.com/office/drawing/2014/main" id="{0F819682-5FEF-473E-9824-05478C4E82F2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0" name="Rectangle 2069">
                <a:extLst>
                  <a:ext uri="{FF2B5EF4-FFF2-40B4-BE49-F238E27FC236}">
                    <a16:creationId xmlns:a16="http://schemas.microsoft.com/office/drawing/2014/main" id="{31FD5050-F693-48A7-8082-59915909E164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1" name="Rectangle 2070">
                <a:extLst>
                  <a:ext uri="{FF2B5EF4-FFF2-40B4-BE49-F238E27FC236}">
                    <a16:creationId xmlns:a16="http://schemas.microsoft.com/office/drawing/2014/main" id="{63A98CFA-1D44-4A63-9517-F6357525D195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2" name="Rectangle 2071">
                <a:extLst>
                  <a:ext uri="{FF2B5EF4-FFF2-40B4-BE49-F238E27FC236}">
                    <a16:creationId xmlns:a16="http://schemas.microsoft.com/office/drawing/2014/main" id="{96E7A895-EE62-4E91-B3C8-B54CD343A2C3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3" name="Rectangle 2072">
                <a:extLst>
                  <a:ext uri="{FF2B5EF4-FFF2-40B4-BE49-F238E27FC236}">
                    <a16:creationId xmlns:a16="http://schemas.microsoft.com/office/drawing/2014/main" id="{1DB0ADD6-2070-4626-B27A-3722B22D4151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4" name="Rectangle 2073">
                <a:extLst>
                  <a:ext uri="{FF2B5EF4-FFF2-40B4-BE49-F238E27FC236}">
                    <a16:creationId xmlns:a16="http://schemas.microsoft.com/office/drawing/2014/main" id="{AF493D34-F594-4BB4-B3F4-BBCCC28FC4E9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5" name="Rectangle 2074">
                <a:extLst>
                  <a:ext uri="{FF2B5EF4-FFF2-40B4-BE49-F238E27FC236}">
                    <a16:creationId xmlns:a16="http://schemas.microsoft.com/office/drawing/2014/main" id="{DF8A24D9-92E9-4D4F-993D-8CB35EF66169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6" name="Rectangle 2075">
                <a:extLst>
                  <a:ext uri="{FF2B5EF4-FFF2-40B4-BE49-F238E27FC236}">
                    <a16:creationId xmlns:a16="http://schemas.microsoft.com/office/drawing/2014/main" id="{10ABD087-5507-4A70-9A59-B172F5F66E4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7" name="Rectangle 2076">
                <a:extLst>
                  <a:ext uri="{FF2B5EF4-FFF2-40B4-BE49-F238E27FC236}">
                    <a16:creationId xmlns:a16="http://schemas.microsoft.com/office/drawing/2014/main" id="{53D47C5A-2F7F-40A5-AEF8-BE316D77E73B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8" name="Rectangle 2077">
                <a:extLst>
                  <a:ext uri="{FF2B5EF4-FFF2-40B4-BE49-F238E27FC236}">
                    <a16:creationId xmlns:a16="http://schemas.microsoft.com/office/drawing/2014/main" id="{4CFF2B07-932E-4460-AF92-37473B2FDB7B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9" name="Rectangle 2078">
                <a:extLst>
                  <a:ext uri="{FF2B5EF4-FFF2-40B4-BE49-F238E27FC236}">
                    <a16:creationId xmlns:a16="http://schemas.microsoft.com/office/drawing/2014/main" id="{75F7DFC8-E9E5-4594-90DD-65E584D889EF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0" name="Rectangle 2079">
                <a:extLst>
                  <a:ext uri="{FF2B5EF4-FFF2-40B4-BE49-F238E27FC236}">
                    <a16:creationId xmlns:a16="http://schemas.microsoft.com/office/drawing/2014/main" id="{384EEA4C-7AFA-491D-B3DD-EA2FA9819D6D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1" name="Rectangle 2080">
                <a:extLst>
                  <a:ext uri="{FF2B5EF4-FFF2-40B4-BE49-F238E27FC236}">
                    <a16:creationId xmlns:a16="http://schemas.microsoft.com/office/drawing/2014/main" id="{155858D2-1580-40DF-B121-45D6D5695980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2" name="Rectangle 2081">
                <a:extLst>
                  <a:ext uri="{FF2B5EF4-FFF2-40B4-BE49-F238E27FC236}">
                    <a16:creationId xmlns:a16="http://schemas.microsoft.com/office/drawing/2014/main" id="{45D067A9-7325-4807-A0E6-B9098AD32E28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3" name="Rectangle 2082">
                <a:extLst>
                  <a:ext uri="{FF2B5EF4-FFF2-40B4-BE49-F238E27FC236}">
                    <a16:creationId xmlns:a16="http://schemas.microsoft.com/office/drawing/2014/main" id="{C78EB8AD-9DF1-4881-B3D1-B788C0CCC34A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4" name="Rectangle 2083">
                <a:extLst>
                  <a:ext uri="{FF2B5EF4-FFF2-40B4-BE49-F238E27FC236}">
                    <a16:creationId xmlns:a16="http://schemas.microsoft.com/office/drawing/2014/main" id="{73A75543-52F4-40BB-AF2E-9A2C3BC209FD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5" name="Rectangle 2084">
                <a:extLst>
                  <a:ext uri="{FF2B5EF4-FFF2-40B4-BE49-F238E27FC236}">
                    <a16:creationId xmlns:a16="http://schemas.microsoft.com/office/drawing/2014/main" id="{DA6CCA27-3C31-4E06-99C4-0526E6726085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6" name="Rectangle 2085">
                <a:extLst>
                  <a:ext uri="{FF2B5EF4-FFF2-40B4-BE49-F238E27FC236}">
                    <a16:creationId xmlns:a16="http://schemas.microsoft.com/office/drawing/2014/main" id="{14792F37-5798-4045-9B0B-3CD9B3DE8C5F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7" name="Rectangle 2086">
                <a:extLst>
                  <a:ext uri="{FF2B5EF4-FFF2-40B4-BE49-F238E27FC236}">
                    <a16:creationId xmlns:a16="http://schemas.microsoft.com/office/drawing/2014/main" id="{FEFA42D2-5C39-49F2-9002-31C53A4C6C8D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8" name="Rectangle 2087">
                <a:extLst>
                  <a:ext uri="{FF2B5EF4-FFF2-40B4-BE49-F238E27FC236}">
                    <a16:creationId xmlns:a16="http://schemas.microsoft.com/office/drawing/2014/main" id="{34699E23-FCED-49BA-9444-4F754AF9BD10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9" name="Rectangle 2088">
                <a:extLst>
                  <a:ext uri="{FF2B5EF4-FFF2-40B4-BE49-F238E27FC236}">
                    <a16:creationId xmlns:a16="http://schemas.microsoft.com/office/drawing/2014/main" id="{78A17DAB-41CB-4FCE-8E77-25954F408BC7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0" name="Rectangle 2089">
                <a:extLst>
                  <a:ext uri="{FF2B5EF4-FFF2-40B4-BE49-F238E27FC236}">
                    <a16:creationId xmlns:a16="http://schemas.microsoft.com/office/drawing/2014/main" id="{57A5E75D-2A52-45F4-80FC-5A39F37F9EE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1" name="Rectangle 2090">
                <a:extLst>
                  <a:ext uri="{FF2B5EF4-FFF2-40B4-BE49-F238E27FC236}">
                    <a16:creationId xmlns:a16="http://schemas.microsoft.com/office/drawing/2014/main" id="{0E73305F-86D9-4C70-AB35-DF628249C878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925" name="Group 1924">
              <a:extLst>
                <a:ext uri="{FF2B5EF4-FFF2-40B4-BE49-F238E27FC236}">
                  <a16:creationId xmlns:a16="http://schemas.microsoft.com/office/drawing/2014/main" id="{6C0EE31C-6127-475E-9C9B-81361A05AFA4}"/>
                </a:ext>
              </a:extLst>
            </p:cNvPr>
            <p:cNvGrpSpPr/>
            <p:nvPr/>
          </p:nvGrpSpPr>
          <p:grpSpPr>
            <a:xfrm>
              <a:off x="6491694" y="1960681"/>
              <a:ext cx="3030420" cy="3027266"/>
              <a:chOff x="4086223" y="206982"/>
              <a:chExt cx="6102347" cy="6095996"/>
            </a:xfrm>
          </p:grpSpPr>
          <p:sp>
            <p:nvSpPr>
              <p:cNvPr id="1996" name="Rectangle 1995">
                <a:extLst>
                  <a:ext uri="{FF2B5EF4-FFF2-40B4-BE49-F238E27FC236}">
                    <a16:creationId xmlns:a16="http://schemas.microsoft.com/office/drawing/2014/main" id="{E02B77DE-5BEC-4335-9A7E-453DF3CAB216}"/>
                  </a:ext>
                </a:extLst>
              </p:cNvPr>
              <p:cNvSpPr/>
              <p:nvPr/>
            </p:nvSpPr>
            <p:spPr>
              <a:xfrm>
                <a:off x="4848222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7" name="Rectangle 1996">
                <a:extLst>
                  <a:ext uri="{FF2B5EF4-FFF2-40B4-BE49-F238E27FC236}">
                    <a16:creationId xmlns:a16="http://schemas.microsoft.com/office/drawing/2014/main" id="{49B195B2-FE04-4D13-89DF-02FE500D8C6F}"/>
                  </a:ext>
                </a:extLst>
              </p:cNvPr>
              <p:cNvSpPr/>
              <p:nvPr/>
            </p:nvSpPr>
            <p:spPr>
              <a:xfrm>
                <a:off x="4848222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8" name="Rectangle 1997">
                <a:extLst>
                  <a:ext uri="{FF2B5EF4-FFF2-40B4-BE49-F238E27FC236}">
                    <a16:creationId xmlns:a16="http://schemas.microsoft.com/office/drawing/2014/main" id="{3BE35C87-861D-47D1-BFBF-115614EF4A65}"/>
                  </a:ext>
                </a:extLst>
              </p:cNvPr>
              <p:cNvSpPr/>
              <p:nvPr/>
            </p:nvSpPr>
            <p:spPr>
              <a:xfrm>
                <a:off x="5610223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9" name="Rectangle 1998">
                <a:extLst>
                  <a:ext uri="{FF2B5EF4-FFF2-40B4-BE49-F238E27FC236}">
                    <a16:creationId xmlns:a16="http://schemas.microsoft.com/office/drawing/2014/main" id="{856E6910-68AB-433E-8563-3F69B3313665}"/>
                  </a:ext>
                </a:extLst>
              </p:cNvPr>
              <p:cNvSpPr/>
              <p:nvPr/>
            </p:nvSpPr>
            <p:spPr>
              <a:xfrm>
                <a:off x="5610223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0" name="Rectangle 1999">
                <a:extLst>
                  <a:ext uri="{FF2B5EF4-FFF2-40B4-BE49-F238E27FC236}">
                    <a16:creationId xmlns:a16="http://schemas.microsoft.com/office/drawing/2014/main" id="{E83EBA7A-6C09-42F1-8121-09ABA109BC4E}"/>
                  </a:ext>
                </a:extLst>
              </p:cNvPr>
              <p:cNvSpPr/>
              <p:nvPr/>
            </p:nvSpPr>
            <p:spPr>
              <a:xfrm>
                <a:off x="484822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1" name="Rectangle 2000">
                <a:extLst>
                  <a:ext uri="{FF2B5EF4-FFF2-40B4-BE49-F238E27FC236}">
                    <a16:creationId xmlns:a16="http://schemas.microsoft.com/office/drawing/2014/main" id="{B14433DB-4F75-47C8-B005-6001D3AE6E28}"/>
                  </a:ext>
                </a:extLst>
              </p:cNvPr>
              <p:cNvSpPr/>
              <p:nvPr/>
            </p:nvSpPr>
            <p:spPr>
              <a:xfrm>
                <a:off x="484822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2" name="Rectangle 2001">
                <a:extLst>
                  <a:ext uri="{FF2B5EF4-FFF2-40B4-BE49-F238E27FC236}">
                    <a16:creationId xmlns:a16="http://schemas.microsoft.com/office/drawing/2014/main" id="{0EE56B8B-028F-443A-BB47-F955F461ABF2}"/>
                  </a:ext>
                </a:extLst>
              </p:cNvPr>
              <p:cNvSpPr/>
              <p:nvPr/>
            </p:nvSpPr>
            <p:spPr>
              <a:xfrm>
                <a:off x="4086223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3" name="Rectangle 2002">
                <a:extLst>
                  <a:ext uri="{FF2B5EF4-FFF2-40B4-BE49-F238E27FC236}">
                    <a16:creationId xmlns:a16="http://schemas.microsoft.com/office/drawing/2014/main" id="{BCF8E99A-3339-4700-A598-67E086ACAE2E}"/>
                  </a:ext>
                </a:extLst>
              </p:cNvPr>
              <p:cNvSpPr/>
              <p:nvPr/>
            </p:nvSpPr>
            <p:spPr>
              <a:xfrm>
                <a:off x="4086223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4" name="Rectangle 2003">
                <a:extLst>
                  <a:ext uri="{FF2B5EF4-FFF2-40B4-BE49-F238E27FC236}">
                    <a16:creationId xmlns:a16="http://schemas.microsoft.com/office/drawing/2014/main" id="{1207179A-2DD2-474B-9669-F744EFF713AD}"/>
                  </a:ext>
                </a:extLst>
              </p:cNvPr>
              <p:cNvSpPr/>
              <p:nvPr/>
            </p:nvSpPr>
            <p:spPr>
              <a:xfrm>
                <a:off x="4086223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5" name="Rectangle 2004">
                <a:extLst>
                  <a:ext uri="{FF2B5EF4-FFF2-40B4-BE49-F238E27FC236}">
                    <a16:creationId xmlns:a16="http://schemas.microsoft.com/office/drawing/2014/main" id="{50FE178B-EFEC-469B-8859-AC14BAA0038A}"/>
                  </a:ext>
                </a:extLst>
              </p:cNvPr>
              <p:cNvSpPr/>
              <p:nvPr/>
            </p:nvSpPr>
            <p:spPr>
              <a:xfrm>
                <a:off x="4086223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6" name="Rectangle 2005">
                <a:extLst>
                  <a:ext uri="{FF2B5EF4-FFF2-40B4-BE49-F238E27FC236}">
                    <a16:creationId xmlns:a16="http://schemas.microsoft.com/office/drawing/2014/main" id="{EEFDF5B1-AFCB-4B20-BA35-0F71390C11E1}"/>
                  </a:ext>
                </a:extLst>
              </p:cNvPr>
              <p:cNvSpPr/>
              <p:nvPr/>
            </p:nvSpPr>
            <p:spPr>
              <a:xfrm>
                <a:off x="637222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7" name="Rectangle 2006">
                <a:extLst>
                  <a:ext uri="{FF2B5EF4-FFF2-40B4-BE49-F238E27FC236}">
                    <a16:creationId xmlns:a16="http://schemas.microsoft.com/office/drawing/2014/main" id="{97725AB7-57FC-4155-BD98-34E0826A702B}"/>
                  </a:ext>
                </a:extLst>
              </p:cNvPr>
              <p:cNvSpPr/>
              <p:nvPr/>
            </p:nvSpPr>
            <p:spPr>
              <a:xfrm>
                <a:off x="637222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8" name="Rectangle 2007">
                <a:extLst>
                  <a:ext uri="{FF2B5EF4-FFF2-40B4-BE49-F238E27FC236}">
                    <a16:creationId xmlns:a16="http://schemas.microsoft.com/office/drawing/2014/main" id="{30CF807F-41C1-4ABF-BA01-9C5E3F4FCC3C}"/>
                  </a:ext>
                </a:extLst>
              </p:cNvPr>
              <p:cNvSpPr/>
              <p:nvPr/>
            </p:nvSpPr>
            <p:spPr>
              <a:xfrm>
                <a:off x="5610223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9" name="Rectangle 2008">
                <a:extLst>
                  <a:ext uri="{FF2B5EF4-FFF2-40B4-BE49-F238E27FC236}">
                    <a16:creationId xmlns:a16="http://schemas.microsoft.com/office/drawing/2014/main" id="{5D4B6555-D999-44FB-8352-08599525182A}"/>
                  </a:ext>
                </a:extLst>
              </p:cNvPr>
              <p:cNvSpPr/>
              <p:nvPr/>
            </p:nvSpPr>
            <p:spPr>
              <a:xfrm>
                <a:off x="484822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0" name="Rectangle 2009">
                <a:extLst>
                  <a:ext uri="{FF2B5EF4-FFF2-40B4-BE49-F238E27FC236}">
                    <a16:creationId xmlns:a16="http://schemas.microsoft.com/office/drawing/2014/main" id="{A00B2827-02B1-4EE6-8C6D-E06266BF9681}"/>
                  </a:ext>
                </a:extLst>
              </p:cNvPr>
              <p:cNvSpPr/>
              <p:nvPr/>
            </p:nvSpPr>
            <p:spPr>
              <a:xfrm>
                <a:off x="5610223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1" name="Rectangle 2010">
                <a:extLst>
                  <a:ext uri="{FF2B5EF4-FFF2-40B4-BE49-F238E27FC236}">
                    <a16:creationId xmlns:a16="http://schemas.microsoft.com/office/drawing/2014/main" id="{77BEF1BD-0FE0-4B26-BECC-93C15F5F5355}"/>
                  </a:ext>
                </a:extLst>
              </p:cNvPr>
              <p:cNvSpPr/>
              <p:nvPr/>
            </p:nvSpPr>
            <p:spPr>
              <a:xfrm>
                <a:off x="4848222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2" name="Rectangle 2011">
                <a:extLst>
                  <a:ext uri="{FF2B5EF4-FFF2-40B4-BE49-F238E27FC236}">
                    <a16:creationId xmlns:a16="http://schemas.microsoft.com/office/drawing/2014/main" id="{17339D86-6B43-451F-AFD6-8C834A5C4DF8}"/>
                  </a:ext>
                </a:extLst>
              </p:cNvPr>
              <p:cNvSpPr/>
              <p:nvPr/>
            </p:nvSpPr>
            <p:spPr>
              <a:xfrm>
                <a:off x="4848222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3" name="Rectangle 2012">
                <a:extLst>
                  <a:ext uri="{FF2B5EF4-FFF2-40B4-BE49-F238E27FC236}">
                    <a16:creationId xmlns:a16="http://schemas.microsoft.com/office/drawing/2014/main" id="{39B0AE4D-1BFB-4F93-A8CF-57ED6A20356E}"/>
                  </a:ext>
                </a:extLst>
              </p:cNvPr>
              <p:cNvSpPr/>
              <p:nvPr/>
            </p:nvSpPr>
            <p:spPr>
              <a:xfrm>
                <a:off x="4086223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4" name="Rectangle 2013">
                <a:extLst>
                  <a:ext uri="{FF2B5EF4-FFF2-40B4-BE49-F238E27FC236}">
                    <a16:creationId xmlns:a16="http://schemas.microsoft.com/office/drawing/2014/main" id="{03EA1FD5-D3E9-48F5-84DF-CC2005345BB4}"/>
                  </a:ext>
                </a:extLst>
              </p:cNvPr>
              <p:cNvSpPr/>
              <p:nvPr/>
            </p:nvSpPr>
            <p:spPr>
              <a:xfrm>
                <a:off x="4086223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5" name="Rectangle 2014">
                <a:extLst>
                  <a:ext uri="{FF2B5EF4-FFF2-40B4-BE49-F238E27FC236}">
                    <a16:creationId xmlns:a16="http://schemas.microsoft.com/office/drawing/2014/main" id="{BDA79530-8C85-44F2-BB1A-1D2701ACF1E6}"/>
                  </a:ext>
                </a:extLst>
              </p:cNvPr>
              <p:cNvSpPr/>
              <p:nvPr/>
            </p:nvSpPr>
            <p:spPr>
              <a:xfrm>
                <a:off x="4086223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6" name="Rectangle 2015">
                <a:extLst>
                  <a:ext uri="{FF2B5EF4-FFF2-40B4-BE49-F238E27FC236}">
                    <a16:creationId xmlns:a16="http://schemas.microsoft.com/office/drawing/2014/main" id="{C53720B6-802F-4C6D-8B0B-ECBFAFDAD717}"/>
                  </a:ext>
                </a:extLst>
              </p:cNvPr>
              <p:cNvSpPr/>
              <p:nvPr/>
            </p:nvSpPr>
            <p:spPr>
              <a:xfrm>
                <a:off x="4848222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7" name="Rectangle 2016">
                <a:extLst>
                  <a:ext uri="{FF2B5EF4-FFF2-40B4-BE49-F238E27FC236}">
                    <a16:creationId xmlns:a16="http://schemas.microsoft.com/office/drawing/2014/main" id="{F73ED74B-BB19-4243-ACF6-D9565B445894}"/>
                  </a:ext>
                </a:extLst>
              </p:cNvPr>
              <p:cNvSpPr/>
              <p:nvPr/>
            </p:nvSpPr>
            <p:spPr>
              <a:xfrm>
                <a:off x="4086223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8" name="Rectangle 2017">
                <a:extLst>
                  <a:ext uri="{FF2B5EF4-FFF2-40B4-BE49-F238E27FC236}">
                    <a16:creationId xmlns:a16="http://schemas.microsoft.com/office/drawing/2014/main" id="{57EBAA82-5EE2-4E5C-B8AE-262857F5C56B}"/>
                  </a:ext>
                </a:extLst>
              </p:cNvPr>
              <p:cNvSpPr/>
              <p:nvPr/>
            </p:nvSpPr>
            <p:spPr>
              <a:xfrm>
                <a:off x="637222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9" name="Rectangle 2018">
                <a:extLst>
                  <a:ext uri="{FF2B5EF4-FFF2-40B4-BE49-F238E27FC236}">
                    <a16:creationId xmlns:a16="http://schemas.microsoft.com/office/drawing/2014/main" id="{94C3E1E5-9FD2-439E-B2B4-2BBDBCEE1E4F}"/>
                  </a:ext>
                </a:extLst>
              </p:cNvPr>
              <p:cNvSpPr/>
              <p:nvPr/>
            </p:nvSpPr>
            <p:spPr>
              <a:xfrm>
                <a:off x="6372222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0" name="Rectangle 2019">
                <a:extLst>
                  <a:ext uri="{FF2B5EF4-FFF2-40B4-BE49-F238E27FC236}">
                    <a16:creationId xmlns:a16="http://schemas.microsoft.com/office/drawing/2014/main" id="{BC0930BC-D616-4D5B-A47B-5BCC8EB446A0}"/>
                  </a:ext>
                </a:extLst>
              </p:cNvPr>
              <p:cNvSpPr/>
              <p:nvPr/>
            </p:nvSpPr>
            <p:spPr>
              <a:xfrm flipH="1">
                <a:off x="8664570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1" name="Rectangle 2020">
                <a:extLst>
                  <a:ext uri="{FF2B5EF4-FFF2-40B4-BE49-F238E27FC236}">
                    <a16:creationId xmlns:a16="http://schemas.microsoft.com/office/drawing/2014/main" id="{8985865E-7827-4854-87BF-CF546E29A7B4}"/>
                  </a:ext>
                </a:extLst>
              </p:cNvPr>
              <p:cNvSpPr/>
              <p:nvPr/>
            </p:nvSpPr>
            <p:spPr>
              <a:xfrm flipH="1">
                <a:off x="8664570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2" name="Rectangle 2021">
                <a:extLst>
                  <a:ext uri="{FF2B5EF4-FFF2-40B4-BE49-F238E27FC236}">
                    <a16:creationId xmlns:a16="http://schemas.microsoft.com/office/drawing/2014/main" id="{2E595977-91B7-455F-90B8-9C90D24AE4D9}"/>
                  </a:ext>
                </a:extLst>
              </p:cNvPr>
              <p:cNvSpPr/>
              <p:nvPr/>
            </p:nvSpPr>
            <p:spPr>
              <a:xfrm flipH="1">
                <a:off x="7902571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3" name="Rectangle 2022">
                <a:extLst>
                  <a:ext uri="{FF2B5EF4-FFF2-40B4-BE49-F238E27FC236}">
                    <a16:creationId xmlns:a16="http://schemas.microsoft.com/office/drawing/2014/main" id="{28F61DC7-232D-4C46-AA59-8F5C48C0B775}"/>
                  </a:ext>
                </a:extLst>
              </p:cNvPr>
              <p:cNvSpPr/>
              <p:nvPr/>
            </p:nvSpPr>
            <p:spPr>
              <a:xfrm flipH="1">
                <a:off x="7902571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4" name="Rectangle 2023">
                <a:extLst>
                  <a:ext uri="{FF2B5EF4-FFF2-40B4-BE49-F238E27FC236}">
                    <a16:creationId xmlns:a16="http://schemas.microsoft.com/office/drawing/2014/main" id="{45A64232-D565-4F79-BEDA-2163B123B5C6}"/>
                  </a:ext>
                </a:extLst>
              </p:cNvPr>
              <p:cNvSpPr/>
              <p:nvPr/>
            </p:nvSpPr>
            <p:spPr>
              <a:xfrm flipH="1">
                <a:off x="8664570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5" name="Rectangle 2024">
                <a:extLst>
                  <a:ext uri="{FF2B5EF4-FFF2-40B4-BE49-F238E27FC236}">
                    <a16:creationId xmlns:a16="http://schemas.microsoft.com/office/drawing/2014/main" id="{104FBC3F-3E34-4131-899F-DD4EB621735B}"/>
                  </a:ext>
                </a:extLst>
              </p:cNvPr>
              <p:cNvSpPr/>
              <p:nvPr/>
            </p:nvSpPr>
            <p:spPr>
              <a:xfrm flipH="1">
                <a:off x="8664570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6" name="Rectangle 2025">
                <a:extLst>
                  <a:ext uri="{FF2B5EF4-FFF2-40B4-BE49-F238E27FC236}">
                    <a16:creationId xmlns:a16="http://schemas.microsoft.com/office/drawing/2014/main" id="{F73EF31E-3C38-4A15-B20F-A6146CD98CAB}"/>
                  </a:ext>
                </a:extLst>
              </p:cNvPr>
              <p:cNvSpPr/>
              <p:nvPr/>
            </p:nvSpPr>
            <p:spPr>
              <a:xfrm flipH="1">
                <a:off x="9426571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7" name="Rectangle 2026">
                <a:extLst>
                  <a:ext uri="{FF2B5EF4-FFF2-40B4-BE49-F238E27FC236}">
                    <a16:creationId xmlns:a16="http://schemas.microsoft.com/office/drawing/2014/main" id="{C1671076-EFA8-411B-AD5D-ACEC9FC15FAA}"/>
                  </a:ext>
                </a:extLst>
              </p:cNvPr>
              <p:cNvSpPr/>
              <p:nvPr/>
            </p:nvSpPr>
            <p:spPr>
              <a:xfrm flipH="1">
                <a:off x="9426571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8" name="Rectangle 2027">
                <a:extLst>
                  <a:ext uri="{FF2B5EF4-FFF2-40B4-BE49-F238E27FC236}">
                    <a16:creationId xmlns:a16="http://schemas.microsoft.com/office/drawing/2014/main" id="{907BD9FC-E9B3-4CA5-84B0-C6E6A83BAF59}"/>
                  </a:ext>
                </a:extLst>
              </p:cNvPr>
              <p:cNvSpPr/>
              <p:nvPr/>
            </p:nvSpPr>
            <p:spPr>
              <a:xfrm flipH="1">
                <a:off x="9426571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9" name="Rectangle 2028">
                <a:extLst>
                  <a:ext uri="{FF2B5EF4-FFF2-40B4-BE49-F238E27FC236}">
                    <a16:creationId xmlns:a16="http://schemas.microsoft.com/office/drawing/2014/main" id="{56991870-37BF-4B00-A952-943F68634BC8}"/>
                  </a:ext>
                </a:extLst>
              </p:cNvPr>
              <p:cNvSpPr/>
              <p:nvPr/>
            </p:nvSpPr>
            <p:spPr>
              <a:xfrm flipH="1">
                <a:off x="9426571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0" name="Rectangle 2029">
                <a:extLst>
                  <a:ext uri="{FF2B5EF4-FFF2-40B4-BE49-F238E27FC236}">
                    <a16:creationId xmlns:a16="http://schemas.microsoft.com/office/drawing/2014/main" id="{BCAA2554-4F7F-45BC-BA04-6E7325E8252D}"/>
                  </a:ext>
                </a:extLst>
              </p:cNvPr>
              <p:cNvSpPr/>
              <p:nvPr/>
            </p:nvSpPr>
            <p:spPr>
              <a:xfrm flipH="1">
                <a:off x="714057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1" name="Rectangle 2030">
                <a:extLst>
                  <a:ext uri="{FF2B5EF4-FFF2-40B4-BE49-F238E27FC236}">
                    <a16:creationId xmlns:a16="http://schemas.microsoft.com/office/drawing/2014/main" id="{55A277DF-0147-4DE5-BE69-1CC7CBF8AC1F}"/>
                  </a:ext>
                </a:extLst>
              </p:cNvPr>
              <p:cNvSpPr/>
              <p:nvPr/>
            </p:nvSpPr>
            <p:spPr>
              <a:xfrm flipH="1">
                <a:off x="714057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2" name="Rectangle 2031">
                <a:extLst>
                  <a:ext uri="{FF2B5EF4-FFF2-40B4-BE49-F238E27FC236}">
                    <a16:creationId xmlns:a16="http://schemas.microsoft.com/office/drawing/2014/main" id="{049F9F0E-60C5-4AFD-B524-CE69ACCFAD0D}"/>
                  </a:ext>
                </a:extLst>
              </p:cNvPr>
              <p:cNvSpPr/>
              <p:nvPr/>
            </p:nvSpPr>
            <p:spPr>
              <a:xfrm flipH="1">
                <a:off x="7902571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3" name="Rectangle 2032">
                <a:extLst>
                  <a:ext uri="{FF2B5EF4-FFF2-40B4-BE49-F238E27FC236}">
                    <a16:creationId xmlns:a16="http://schemas.microsoft.com/office/drawing/2014/main" id="{4C8E1895-E82B-4963-9D0C-87A94853317A}"/>
                  </a:ext>
                </a:extLst>
              </p:cNvPr>
              <p:cNvSpPr/>
              <p:nvPr/>
            </p:nvSpPr>
            <p:spPr>
              <a:xfrm flipH="1">
                <a:off x="8664570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4" name="Rectangle 2033">
                <a:extLst>
                  <a:ext uri="{FF2B5EF4-FFF2-40B4-BE49-F238E27FC236}">
                    <a16:creationId xmlns:a16="http://schemas.microsoft.com/office/drawing/2014/main" id="{73DF7E1F-B6F3-48DB-AA18-CAE553F8A55A}"/>
                  </a:ext>
                </a:extLst>
              </p:cNvPr>
              <p:cNvSpPr/>
              <p:nvPr/>
            </p:nvSpPr>
            <p:spPr>
              <a:xfrm flipH="1">
                <a:off x="7902571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5" name="Rectangle 2034">
                <a:extLst>
                  <a:ext uri="{FF2B5EF4-FFF2-40B4-BE49-F238E27FC236}">
                    <a16:creationId xmlns:a16="http://schemas.microsoft.com/office/drawing/2014/main" id="{AF217CBD-AC27-4808-9DFC-AFB74395E550}"/>
                  </a:ext>
                </a:extLst>
              </p:cNvPr>
              <p:cNvSpPr/>
              <p:nvPr/>
            </p:nvSpPr>
            <p:spPr>
              <a:xfrm flipH="1">
                <a:off x="8664570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6" name="Rectangle 2035">
                <a:extLst>
                  <a:ext uri="{FF2B5EF4-FFF2-40B4-BE49-F238E27FC236}">
                    <a16:creationId xmlns:a16="http://schemas.microsoft.com/office/drawing/2014/main" id="{04E07827-1928-409F-9292-A19EB653CE00}"/>
                  </a:ext>
                </a:extLst>
              </p:cNvPr>
              <p:cNvSpPr/>
              <p:nvPr/>
            </p:nvSpPr>
            <p:spPr>
              <a:xfrm flipH="1">
                <a:off x="8664570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7" name="Rectangle 2036">
                <a:extLst>
                  <a:ext uri="{FF2B5EF4-FFF2-40B4-BE49-F238E27FC236}">
                    <a16:creationId xmlns:a16="http://schemas.microsoft.com/office/drawing/2014/main" id="{1285ED79-3288-4182-97CC-C524F4860BE8}"/>
                  </a:ext>
                </a:extLst>
              </p:cNvPr>
              <p:cNvSpPr/>
              <p:nvPr/>
            </p:nvSpPr>
            <p:spPr>
              <a:xfrm flipH="1">
                <a:off x="9426571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8" name="Rectangle 2037">
                <a:extLst>
                  <a:ext uri="{FF2B5EF4-FFF2-40B4-BE49-F238E27FC236}">
                    <a16:creationId xmlns:a16="http://schemas.microsoft.com/office/drawing/2014/main" id="{355F864A-3E73-4E8B-9053-90A43E7B582B}"/>
                  </a:ext>
                </a:extLst>
              </p:cNvPr>
              <p:cNvSpPr/>
              <p:nvPr/>
            </p:nvSpPr>
            <p:spPr>
              <a:xfrm flipH="1">
                <a:off x="9426571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9" name="Rectangle 2038">
                <a:extLst>
                  <a:ext uri="{FF2B5EF4-FFF2-40B4-BE49-F238E27FC236}">
                    <a16:creationId xmlns:a16="http://schemas.microsoft.com/office/drawing/2014/main" id="{8A72D8C6-A57C-4C50-8D72-66F67E729577}"/>
                  </a:ext>
                </a:extLst>
              </p:cNvPr>
              <p:cNvSpPr/>
              <p:nvPr/>
            </p:nvSpPr>
            <p:spPr>
              <a:xfrm flipH="1">
                <a:off x="9426571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0" name="Rectangle 2039">
                <a:extLst>
                  <a:ext uri="{FF2B5EF4-FFF2-40B4-BE49-F238E27FC236}">
                    <a16:creationId xmlns:a16="http://schemas.microsoft.com/office/drawing/2014/main" id="{CD1949E4-1387-4278-9DED-52C2CB3F7BAF}"/>
                  </a:ext>
                </a:extLst>
              </p:cNvPr>
              <p:cNvSpPr/>
              <p:nvPr/>
            </p:nvSpPr>
            <p:spPr>
              <a:xfrm flipH="1">
                <a:off x="8664570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1" name="Rectangle 2040">
                <a:extLst>
                  <a:ext uri="{FF2B5EF4-FFF2-40B4-BE49-F238E27FC236}">
                    <a16:creationId xmlns:a16="http://schemas.microsoft.com/office/drawing/2014/main" id="{6ADB5EF2-75E3-4E82-B44F-7E2E86F6466B}"/>
                  </a:ext>
                </a:extLst>
              </p:cNvPr>
              <p:cNvSpPr/>
              <p:nvPr/>
            </p:nvSpPr>
            <p:spPr>
              <a:xfrm flipH="1">
                <a:off x="9426571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2" name="Rectangle 2041">
                <a:extLst>
                  <a:ext uri="{FF2B5EF4-FFF2-40B4-BE49-F238E27FC236}">
                    <a16:creationId xmlns:a16="http://schemas.microsoft.com/office/drawing/2014/main" id="{2F2E4FDE-E7B3-408A-8F41-5B17DB89F86B}"/>
                  </a:ext>
                </a:extLst>
              </p:cNvPr>
              <p:cNvSpPr/>
              <p:nvPr/>
            </p:nvSpPr>
            <p:spPr>
              <a:xfrm flipH="1">
                <a:off x="714057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3" name="Rectangle 2042">
                <a:extLst>
                  <a:ext uri="{FF2B5EF4-FFF2-40B4-BE49-F238E27FC236}">
                    <a16:creationId xmlns:a16="http://schemas.microsoft.com/office/drawing/2014/main" id="{5EF44399-AD19-4FEF-876D-A14C1C2EA315}"/>
                  </a:ext>
                </a:extLst>
              </p:cNvPr>
              <p:cNvSpPr/>
              <p:nvPr/>
            </p:nvSpPr>
            <p:spPr>
              <a:xfrm flipH="1">
                <a:off x="7140576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2346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Variations</a:t>
            </a:r>
            <a:r>
              <a:rPr lang="pt-PT" sz="2800" b="1" dirty="0"/>
              <a:t> </a:t>
            </a:r>
            <a:r>
              <a:rPr lang="pt-PT" sz="2800" b="1" dirty="0" err="1"/>
              <a:t>grid</a:t>
            </a:r>
            <a:endParaRPr lang="pt-PT" sz="2800" b="1" dirty="0"/>
          </a:p>
        </p:txBody>
      </p: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30CA0B98-71AB-4876-AA17-0EE424C11ACE}"/>
              </a:ext>
            </a:extLst>
          </p:cNvPr>
          <p:cNvGrpSpPr>
            <a:grpSpLocks noChangeAspect="1"/>
          </p:cNvGrpSpPr>
          <p:nvPr/>
        </p:nvGrpSpPr>
        <p:grpSpPr>
          <a:xfrm>
            <a:off x="4070205" y="426314"/>
            <a:ext cx="6102350" cy="6151397"/>
            <a:chOff x="4086225" y="206982"/>
            <a:chExt cx="6102350" cy="6096000"/>
          </a:xfrm>
        </p:grpSpPr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D53BF662-B61C-4C50-8610-ED67186CDD56}"/>
                </a:ext>
              </a:extLst>
            </p:cNvPr>
            <p:cNvSpPr/>
            <p:nvPr/>
          </p:nvSpPr>
          <p:spPr>
            <a:xfrm>
              <a:off x="4848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EB91420-DA83-4A04-BE74-CF23B799480B}"/>
                </a:ext>
              </a:extLst>
            </p:cNvPr>
            <p:cNvSpPr/>
            <p:nvPr/>
          </p:nvSpPr>
          <p:spPr>
            <a:xfrm>
              <a:off x="4848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207F4681-2C0D-4D5D-AC4D-FECAAB546DD6}"/>
                </a:ext>
              </a:extLst>
            </p:cNvPr>
            <p:cNvSpPr/>
            <p:nvPr/>
          </p:nvSpPr>
          <p:spPr>
            <a:xfrm>
              <a:off x="5610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7205E447-3F0C-46CF-8811-B3104C3FFCB4}"/>
                </a:ext>
              </a:extLst>
            </p:cNvPr>
            <p:cNvSpPr/>
            <p:nvPr/>
          </p:nvSpPr>
          <p:spPr>
            <a:xfrm>
              <a:off x="5610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23F8F868-CB6D-4B1A-B7C7-DE4A282CDD8C}"/>
                </a:ext>
              </a:extLst>
            </p:cNvPr>
            <p:cNvSpPr/>
            <p:nvPr/>
          </p:nvSpPr>
          <p:spPr>
            <a:xfrm>
              <a:off x="4848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DB5D195D-592E-490B-BD15-570962B8AD29}"/>
                </a:ext>
              </a:extLst>
            </p:cNvPr>
            <p:cNvSpPr/>
            <p:nvPr/>
          </p:nvSpPr>
          <p:spPr>
            <a:xfrm>
              <a:off x="4848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D37A9E5A-B70E-466F-9AA3-61C17E254CB4}"/>
                </a:ext>
              </a:extLst>
            </p:cNvPr>
            <p:cNvSpPr/>
            <p:nvPr/>
          </p:nvSpPr>
          <p:spPr>
            <a:xfrm>
              <a:off x="4086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C5FE745D-5499-4A19-919F-ECF2F79D3348}"/>
                </a:ext>
              </a:extLst>
            </p:cNvPr>
            <p:cNvSpPr/>
            <p:nvPr/>
          </p:nvSpPr>
          <p:spPr>
            <a:xfrm>
              <a:off x="4086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EEB1D260-955E-4098-8723-D841707C541E}"/>
                </a:ext>
              </a:extLst>
            </p:cNvPr>
            <p:cNvSpPr/>
            <p:nvPr/>
          </p:nvSpPr>
          <p:spPr>
            <a:xfrm>
              <a:off x="4086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EA62D965-84A3-44B3-888F-3F1868C97B26}"/>
                </a:ext>
              </a:extLst>
            </p:cNvPr>
            <p:cNvSpPr/>
            <p:nvPr/>
          </p:nvSpPr>
          <p:spPr>
            <a:xfrm>
              <a:off x="4086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B6D01412-BE88-4927-AE1B-5E1E11FF0CF1}"/>
                </a:ext>
              </a:extLst>
            </p:cNvPr>
            <p:cNvSpPr/>
            <p:nvPr/>
          </p:nvSpPr>
          <p:spPr>
            <a:xfrm>
              <a:off x="6372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74A2150B-F305-4351-9559-69F1716E0567}"/>
                </a:ext>
              </a:extLst>
            </p:cNvPr>
            <p:cNvSpPr/>
            <p:nvPr/>
          </p:nvSpPr>
          <p:spPr>
            <a:xfrm>
              <a:off x="6372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F5E52E3B-3576-42E2-92E0-831DC5B8E50E}"/>
                </a:ext>
              </a:extLst>
            </p:cNvPr>
            <p:cNvSpPr/>
            <p:nvPr/>
          </p:nvSpPr>
          <p:spPr>
            <a:xfrm>
              <a:off x="5610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FEC30CA6-F29C-4C2B-8E2D-B122FAA430C9}"/>
                </a:ext>
              </a:extLst>
            </p:cNvPr>
            <p:cNvSpPr/>
            <p:nvPr/>
          </p:nvSpPr>
          <p:spPr>
            <a:xfrm>
              <a:off x="4848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0B49E2F7-DC29-45AF-A6BD-DC04A832A956}"/>
                </a:ext>
              </a:extLst>
            </p:cNvPr>
            <p:cNvSpPr/>
            <p:nvPr/>
          </p:nvSpPr>
          <p:spPr>
            <a:xfrm>
              <a:off x="5610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EDA5B3EE-8121-4718-9D7D-C395FB031AB5}"/>
                </a:ext>
              </a:extLst>
            </p:cNvPr>
            <p:cNvSpPr/>
            <p:nvPr/>
          </p:nvSpPr>
          <p:spPr>
            <a:xfrm>
              <a:off x="4848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FFF0884D-197E-41EB-BDED-CF56FDA5F09D}"/>
                </a:ext>
              </a:extLst>
            </p:cNvPr>
            <p:cNvSpPr/>
            <p:nvPr/>
          </p:nvSpPr>
          <p:spPr>
            <a:xfrm>
              <a:off x="4848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7D9DE54B-245D-4240-80D0-695C46E7EC75}"/>
                </a:ext>
              </a:extLst>
            </p:cNvPr>
            <p:cNvSpPr/>
            <p:nvPr/>
          </p:nvSpPr>
          <p:spPr>
            <a:xfrm>
              <a:off x="4086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1AA6705D-00E9-4C7A-BA27-5CDA02EB4345}"/>
                </a:ext>
              </a:extLst>
            </p:cNvPr>
            <p:cNvSpPr/>
            <p:nvPr/>
          </p:nvSpPr>
          <p:spPr>
            <a:xfrm>
              <a:off x="4086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F186555F-4673-4EF4-B1AA-258B0CDC048E}"/>
                </a:ext>
              </a:extLst>
            </p:cNvPr>
            <p:cNvSpPr/>
            <p:nvPr/>
          </p:nvSpPr>
          <p:spPr>
            <a:xfrm>
              <a:off x="4086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AB4C134D-C9BF-4101-B4C6-F363C8679967}"/>
                </a:ext>
              </a:extLst>
            </p:cNvPr>
            <p:cNvSpPr/>
            <p:nvPr/>
          </p:nvSpPr>
          <p:spPr>
            <a:xfrm>
              <a:off x="4848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50EE6709-1C22-44D7-92D6-3096CADBB77B}"/>
                </a:ext>
              </a:extLst>
            </p:cNvPr>
            <p:cNvSpPr/>
            <p:nvPr/>
          </p:nvSpPr>
          <p:spPr>
            <a:xfrm>
              <a:off x="4086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7A2A4AB2-10A6-4ADD-ACA4-00E6B4402D6E}"/>
                </a:ext>
              </a:extLst>
            </p:cNvPr>
            <p:cNvSpPr/>
            <p:nvPr/>
          </p:nvSpPr>
          <p:spPr>
            <a:xfrm>
              <a:off x="6372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1D4CBE1B-36A1-49D1-B8B3-B196883D92B7}"/>
                </a:ext>
              </a:extLst>
            </p:cNvPr>
            <p:cNvSpPr/>
            <p:nvPr/>
          </p:nvSpPr>
          <p:spPr>
            <a:xfrm>
              <a:off x="6372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C9B7E7FC-AF52-4115-A709-04832AD96CB7}"/>
                </a:ext>
              </a:extLst>
            </p:cNvPr>
            <p:cNvSpPr/>
            <p:nvPr/>
          </p:nvSpPr>
          <p:spPr>
            <a:xfrm flipH="1">
              <a:off x="8664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348DAFD7-0D04-437D-8B7E-C1830B380553}"/>
                </a:ext>
              </a:extLst>
            </p:cNvPr>
            <p:cNvSpPr/>
            <p:nvPr/>
          </p:nvSpPr>
          <p:spPr>
            <a:xfrm flipH="1">
              <a:off x="8664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63C4483E-1334-4BCF-A2AF-5E433D56C8AE}"/>
                </a:ext>
              </a:extLst>
            </p:cNvPr>
            <p:cNvSpPr/>
            <p:nvPr/>
          </p:nvSpPr>
          <p:spPr>
            <a:xfrm flipH="1">
              <a:off x="7902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A23BFB89-4FC7-4A8F-85C4-974F446FEF77}"/>
                </a:ext>
              </a:extLst>
            </p:cNvPr>
            <p:cNvSpPr/>
            <p:nvPr/>
          </p:nvSpPr>
          <p:spPr>
            <a:xfrm flipH="1">
              <a:off x="7902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91CD0B36-EB64-4D1A-9A17-701658FBA1C8}"/>
                </a:ext>
              </a:extLst>
            </p:cNvPr>
            <p:cNvSpPr/>
            <p:nvPr/>
          </p:nvSpPr>
          <p:spPr>
            <a:xfrm flipH="1">
              <a:off x="8664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6BF36E93-A0AE-45DE-901E-515FF7C4F329}"/>
                </a:ext>
              </a:extLst>
            </p:cNvPr>
            <p:cNvSpPr/>
            <p:nvPr/>
          </p:nvSpPr>
          <p:spPr>
            <a:xfrm flipH="1">
              <a:off x="8664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A772E3C1-707B-479B-AA25-DC6B162F3405}"/>
                </a:ext>
              </a:extLst>
            </p:cNvPr>
            <p:cNvSpPr/>
            <p:nvPr/>
          </p:nvSpPr>
          <p:spPr>
            <a:xfrm flipH="1">
              <a:off x="9426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587CD398-A9BE-4E73-A003-DED07E431E12}"/>
                </a:ext>
              </a:extLst>
            </p:cNvPr>
            <p:cNvSpPr/>
            <p:nvPr/>
          </p:nvSpPr>
          <p:spPr>
            <a:xfrm flipH="1">
              <a:off x="9426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DA952626-2791-4569-BCCD-969C667567E7}"/>
                </a:ext>
              </a:extLst>
            </p:cNvPr>
            <p:cNvSpPr/>
            <p:nvPr/>
          </p:nvSpPr>
          <p:spPr>
            <a:xfrm flipH="1">
              <a:off x="9426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69312500-860E-4F8B-B1F3-62BF3D2FEF4D}"/>
                </a:ext>
              </a:extLst>
            </p:cNvPr>
            <p:cNvSpPr/>
            <p:nvPr/>
          </p:nvSpPr>
          <p:spPr>
            <a:xfrm flipH="1">
              <a:off x="9426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FE78EDCB-9649-45D8-9569-36D72C39654B}"/>
                </a:ext>
              </a:extLst>
            </p:cNvPr>
            <p:cNvSpPr/>
            <p:nvPr/>
          </p:nvSpPr>
          <p:spPr>
            <a:xfrm flipH="1">
              <a:off x="7140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FA7F197A-159C-4731-A706-7581EEDF6D0B}"/>
                </a:ext>
              </a:extLst>
            </p:cNvPr>
            <p:cNvSpPr/>
            <p:nvPr/>
          </p:nvSpPr>
          <p:spPr>
            <a:xfrm flipH="1">
              <a:off x="7140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4288D029-328B-4CF1-B8D2-EF6072FAC217}"/>
                </a:ext>
              </a:extLst>
            </p:cNvPr>
            <p:cNvSpPr/>
            <p:nvPr/>
          </p:nvSpPr>
          <p:spPr>
            <a:xfrm flipH="1">
              <a:off x="7902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70DEBA21-92D5-4703-B3E7-D0FB8F913C1D}"/>
                </a:ext>
              </a:extLst>
            </p:cNvPr>
            <p:cNvSpPr/>
            <p:nvPr/>
          </p:nvSpPr>
          <p:spPr>
            <a:xfrm flipH="1">
              <a:off x="8664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2AF89DE5-4A0A-483A-B717-5460FD3128E6}"/>
                </a:ext>
              </a:extLst>
            </p:cNvPr>
            <p:cNvSpPr/>
            <p:nvPr/>
          </p:nvSpPr>
          <p:spPr>
            <a:xfrm flipH="1">
              <a:off x="7902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5275FE6E-BBA6-4A30-A7F1-BCEC00D828C0}"/>
                </a:ext>
              </a:extLst>
            </p:cNvPr>
            <p:cNvSpPr/>
            <p:nvPr/>
          </p:nvSpPr>
          <p:spPr>
            <a:xfrm flipH="1">
              <a:off x="8664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CC0EFE4D-2F33-469A-9ED6-B2AE28DFB071}"/>
                </a:ext>
              </a:extLst>
            </p:cNvPr>
            <p:cNvSpPr/>
            <p:nvPr/>
          </p:nvSpPr>
          <p:spPr>
            <a:xfrm flipH="1">
              <a:off x="8664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F12A1D2D-D20E-4A9F-9208-9F57D94CF901}"/>
                </a:ext>
              </a:extLst>
            </p:cNvPr>
            <p:cNvSpPr/>
            <p:nvPr/>
          </p:nvSpPr>
          <p:spPr>
            <a:xfrm flipH="1">
              <a:off x="9426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D6B8537E-0E3F-4E47-9F89-D18E790EA31A}"/>
                </a:ext>
              </a:extLst>
            </p:cNvPr>
            <p:cNvSpPr/>
            <p:nvPr/>
          </p:nvSpPr>
          <p:spPr>
            <a:xfrm flipH="1">
              <a:off x="9426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B1655754-5E2D-4AF5-8476-F51F5273B109}"/>
                </a:ext>
              </a:extLst>
            </p:cNvPr>
            <p:cNvSpPr/>
            <p:nvPr/>
          </p:nvSpPr>
          <p:spPr>
            <a:xfrm flipH="1">
              <a:off x="9426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481DCFF6-5925-4E60-9968-3118963EDAF7}"/>
                </a:ext>
              </a:extLst>
            </p:cNvPr>
            <p:cNvSpPr/>
            <p:nvPr/>
          </p:nvSpPr>
          <p:spPr>
            <a:xfrm flipH="1">
              <a:off x="8664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B4F9F75B-AC0E-47F7-BD0B-286D424BE62E}"/>
                </a:ext>
              </a:extLst>
            </p:cNvPr>
            <p:cNvSpPr/>
            <p:nvPr/>
          </p:nvSpPr>
          <p:spPr>
            <a:xfrm flipH="1">
              <a:off x="9426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5E018A99-2E47-42A4-A35D-52B443D8C84B}"/>
                </a:ext>
              </a:extLst>
            </p:cNvPr>
            <p:cNvSpPr/>
            <p:nvPr/>
          </p:nvSpPr>
          <p:spPr>
            <a:xfrm flipH="1">
              <a:off x="7140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4F139853-813E-47C7-9ADA-A0A5F7593B38}"/>
                </a:ext>
              </a:extLst>
            </p:cNvPr>
            <p:cNvSpPr/>
            <p:nvPr/>
          </p:nvSpPr>
          <p:spPr>
            <a:xfrm flipH="1">
              <a:off x="7140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FAC4A5F3-2372-4457-8EBD-0F4E00441E4B}"/>
              </a:ext>
            </a:extLst>
          </p:cNvPr>
          <p:cNvGrpSpPr/>
          <p:nvPr/>
        </p:nvGrpSpPr>
        <p:grpSpPr>
          <a:xfrm>
            <a:off x="5606170" y="1960681"/>
            <a:ext cx="3030420" cy="3027266"/>
            <a:chOff x="4086225" y="206982"/>
            <a:chExt cx="6102350" cy="6096000"/>
          </a:xfrm>
        </p:grpSpPr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B8C56317-8E68-42AA-933C-5A2E6890E10C}"/>
                </a:ext>
              </a:extLst>
            </p:cNvPr>
            <p:cNvSpPr/>
            <p:nvPr/>
          </p:nvSpPr>
          <p:spPr>
            <a:xfrm>
              <a:off x="4848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F5028D0D-949C-4848-BABA-99892F428255}"/>
                </a:ext>
              </a:extLst>
            </p:cNvPr>
            <p:cNvSpPr/>
            <p:nvPr/>
          </p:nvSpPr>
          <p:spPr>
            <a:xfrm>
              <a:off x="4848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9C2DCC3C-6590-41B7-98F9-F3D389A40A1F}"/>
                </a:ext>
              </a:extLst>
            </p:cNvPr>
            <p:cNvSpPr/>
            <p:nvPr/>
          </p:nvSpPr>
          <p:spPr>
            <a:xfrm>
              <a:off x="5610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CA298461-4E9E-4C3A-9D19-588753BCB9DF}"/>
                </a:ext>
              </a:extLst>
            </p:cNvPr>
            <p:cNvSpPr/>
            <p:nvPr/>
          </p:nvSpPr>
          <p:spPr>
            <a:xfrm>
              <a:off x="5610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022EADB8-FF31-4443-93FC-3058C1EAA471}"/>
                </a:ext>
              </a:extLst>
            </p:cNvPr>
            <p:cNvSpPr/>
            <p:nvPr/>
          </p:nvSpPr>
          <p:spPr>
            <a:xfrm>
              <a:off x="4848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27522401-E541-4A6D-AB09-3343E6193B90}"/>
                </a:ext>
              </a:extLst>
            </p:cNvPr>
            <p:cNvSpPr/>
            <p:nvPr/>
          </p:nvSpPr>
          <p:spPr>
            <a:xfrm>
              <a:off x="4848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A7E8CBF6-5FAD-4E19-B51D-C2E9EA6F86DA}"/>
                </a:ext>
              </a:extLst>
            </p:cNvPr>
            <p:cNvSpPr/>
            <p:nvPr/>
          </p:nvSpPr>
          <p:spPr>
            <a:xfrm>
              <a:off x="4086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EACC9848-268F-4E67-9F83-52DDD18B788E}"/>
                </a:ext>
              </a:extLst>
            </p:cNvPr>
            <p:cNvSpPr/>
            <p:nvPr/>
          </p:nvSpPr>
          <p:spPr>
            <a:xfrm>
              <a:off x="4086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CC8192A6-CA20-4A85-B444-44D053DB1A1B}"/>
                </a:ext>
              </a:extLst>
            </p:cNvPr>
            <p:cNvSpPr/>
            <p:nvPr/>
          </p:nvSpPr>
          <p:spPr>
            <a:xfrm>
              <a:off x="4086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D08A1A43-021D-4569-940B-ADFAF6964B0B}"/>
                </a:ext>
              </a:extLst>
            </p:cNvPr>
            <p:cNvSpPr/>
            <p:nvPr/>
          </p:nvSpPr>
          <p:spPr>
            <a:xfrm>
              <a:off x="4086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65B55E99-078E-453D-8399-1B8588B5FD2B}"/>
                </a:ext>
              </a:extLst>
            </p:cNvPr>
            <p:cNvSpPr/>
            <p:nvPr/>
          </p:nvSpPr>
          <p:spPr>
            <a:xfrm>
              <a:off x="6372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8ED58815-2552-4978-A0A7-69919021D65D}"/>
                </a:ext>
              </a:extLst>
            </p:cNvPr>
            <p:cNvSpPr/>
            <p:nvPr/>
          </p:nvSpPr>
          <p:spPr>
            <a:xfrm>
              <a:off x="6372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A726C470-5A1C-4F44-BF08-956AF9E10D0A}"/>
                </a:ext>
              </a:extLst>
            </p:cNvPr>
            <p:cNvSpPr/>
            <p:nvPr/>
          </p:nvSpPr>
          <p:spPr>
            <a:xfrm>
              <a:off x="5610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8722F62A-55AC-43A0-804A-F70F7330D4BB}"/>
                </a:ext>
              </a:extLst>
            </p:cNvPr>
            <p:cNvSpPr/>
            <p:nvPr/>
          </p:nvSpPr>
          <p:spPr>
            <a:xfrm>
              <a:off x="4848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2B67A67F-0392-48D8-AC05-986EE29F4D8E}"/>
                </a:ext>
              </a:extLst>
            </p:cNvPr>
            <p:cNvSpPr/>
            <p:nvPr/>
          </p:nvSpPr>
          <p:spPr>
            <a:xfrm>
              <a:off x="5610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A581A170-E05E-4B74-8F37-A668FD1634B8}"/>
                </a:ext>
              </a:extLst>
            </p:cNvPr>
            <p:cNvSpPr/>
            <p:nvPr/>
          </p:nvSpPr>
          <p:spPr>
            <a:xfrm>
              <a:off x="4848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6D3B0CEF-D96B-4757-9A0E-54B9849510DB}"/>
                </a:ext>
              </a:extLst>
            </p:cNvPr>
            <p:cNvSpPr/>
            <p:nvPr/>
          </p:nvSpPr>
          <p:spPr>
            <a:xfrm>
              <a:off x="4848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B2243DE9-A59B-482C-9103-291BD4A8BF60}"/>
                </a:ext>
              </a:extLst>
            </p:cNvPr>
            <p:cNvSpPr/>
            <p:nvPr/>
          </p:nvSpPr>
          <p:spPr>
            <a:xfrm>
              <a:off x="4086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A4A82C3A-55B5-406B-8593-986B8A449E3E}"/>
                </a:ext>
              </a:extLst>
            </p:cNvPr>
            <p:cNvSpPr/>
            <p:nvPr/>
          </p:nvSpPr>
          <p:spPr>
            <a:xfrm>
              <a:off x="4086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8CE1101B-445C-433A-BAAB-EA288A198915}"/>
                </a:ext>
              </a:extLst>
            </p:cNvPr>
            <p:cNvSpPr/>
            <p:nvPr/>
          </p:nvSpPr>
          <p:spPr>
            <a:xfrm>
              <a:off x="4086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49274256-69EB-4336-87E0-5EFBF52D3F81}"/>
                </a:ext>
              </a:extLst>
            </p:cNvPr>
            <p:cNvSpPr/>
            <p:nvPr/>
          </p:nvSpPr>
          <p:spPr>
            <a:xfrm>
              <a:off x="4848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8" name="Rectangle 847">
              <a:extLst>
                <a:ext uri="{FF2B5EF4-FFF2-40B4-BE49-F238E27FC236}">
                  <a16:creationId xmlns:a16="http://schemas.microsoft.com/office/drawing/2014/main" id="{A0D3D83D-3E5B-41A7-881D-7F29CF20F707}"/>
                </a:ext>
              </a:extLst>
            </p:cNvPr>
            <p:cNvSpPr/>
            <p:nvPr/>
          </p:nvSpPr>
          <p:spPr>
            <a:xfrm>
              <a:off x="4086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1B32200B-A161-4DF4-9D25-2B2C5616CDF5}"/>
                </a:ext>
              </a:extLst>
            </p:cNvPr>
            <p:cNvSpPr/>
            <p:nvPr/>
          </p:nvSpPr>
          <p:spPr>
            <a:xfrm>
              <a:off x="6372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16216A6C-335E-4714-9E97-8D2849E488C5}"/>
                </a:ext>
              </a:extLst>
            </p:cNvPr>
            <p:cNvSpPr/>
            <p:nvPr/>
          </p:nvSpPr>
          <p:spPr>
            <a:xfrm>
              <a:off x="6372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54853BE4-B953-4D9D-AD9A-7A9A1C1A66E0}"/>
                </a:ext>
              </a:extLst>
            </p:cNvPr>
            <p:cNvSpPr/>
            <p:nvPr/>
          </p:nvSpPr>
          <p:spPr>
            <a:xfrm flipH="1">
              <a:off x="8664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23B5CBF4-C7B8-4E4A-B9AA-833FFD4FBFA6}"/>
                </a:ext>
              </a:extLst>
            </p:cNvPr>
            <p:cNvSpPr/>
            <p:nvPr/>
          </p:nvSpPr>
          <p:spPr>
            <a:xfrm flipH="1">
              <a:off x="8664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5CA646C2-98EE-487E-9931-2396A441391B}"/>
                </a:ext>
              </a:extLst>
            </p:cNvPr>
            <p:cNvSpPr/>
            <p:nvPr/>
          </p:nvSpPr>
          <p:spPr>
            <a:xfrm flipH="1">
              <a:off x="7902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88FF85E4-A560-4607-811C-B1FBBD1DE397}"/>
                </a:ext>
              </a:extLst>
            </p:cNvPr>
            <p:cNvSpPr/>
            <p:nvPr/>
          </p:nvSpPr>
          <p:spPr>
            <a:xfrm flipH="1">
              <a:off x="7902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2AA1C648-1AE0-41D8-B89D-A1E32A9BD0DA}"/>
                </a:ext>
              </a:extLst>
            </p:cNvPr>
            <p:cNvSpPr/>
            <p:nvPr/>
          </p:nvSpPr>
          <p:spPr>
            <a:xfrm flipH="1">
              <a:off x="8664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B307D64D-6F76-4994-A32B-1FF2BE3DE3FD}"/>
                </a:ext>
              </a:extLst>
            </p:cNvPr>
            <p:cNvSpPr/>
            <p:nvPr/>
          </p:nvSpPr>
          <p:spPr>
            <a:xfrm flipH="1">
              <a:off x="8664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56843549-FB77-48FD-B385-EE0FCE07BF47}"/>
                </a:ext>
              </a:extLst>
            </p:cNvPr>
            <p:cNvSpPr/>
            <p:nvPr/>
          </p:nvSpPr>
          <p:spPr>
            <a:xfrm flipH="1">
              <a:off x="9426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447190F8-7C46-4320-9D55-388AABD50856}"/>
                </a:ext>
              </a:extLst>
            </p:cNvPr>
            <p:cNvSpPr/>
            <p:nvPr/>
          </p:nvSpPr>
          <p:spPr>
            <a:xfrm flipH="1">
              <a:off x="9426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F1BCBFE3-8FAF-47EC-8185-9F12F6A7465E}"/>
                </a:ext>
              </a:extLst>
            </p:cNvPr>
            <p:cNvSpPr/>
            <p:nvPr/>
          </p:nvSpPr>
          <p:spPr>
            <a:xfrm flipH="1">
              <a:off x="9426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F6416C5-BDAC-4AB5-9D18-E711E13F899F}"/>
                </a:ext>
              </a:extLst>
            </p:cNvPr>
            <p:cNvSpPr/>
            <p:nvPr/>
          </p:nvSpPr>
          <p:spPr>
            <a:xfrm flipH="1">
              <a:off x="9426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3A3010AF-EAEC-48F3-8813-78E0877B5F94}"/>
                </a:ext>
              </a:extLst>
            </p:cNvPr>
            <p:cNvSpPr/>
            <p:nvPr/>
          </p:nvSpPr>
          <p:spPr>
            <a:xfrm flipH="1">
              <a:off x="7140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7E748406-C5B0-4897-9D4C-DCE544799A3E}"/>
                </a:ext>
              </a:extLst>
            </p:cNvPr>
            <p:cNvSpPr/>
            <p:nvPr/>
          </p:nvSpPr>
          <p:spPr>
            <a:xfrm flipH="1">
              <a:off x="7140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7673665A-D5A1-4DE7-98AE-88CAEDAF4758}"/>
                </a:ext>
              </a:extLst>
            </p:cNvPr>
            <p:cNvSpPr/>
            <p:nvPr/>
          </p:nvSpPr>
          <p:spPr>
            <a:xfrm flipH="1">
              <a:off x="7902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E04C1EB6-6DD3-492C-9F22-81EF7F8B2150}"/>
                </a:ext>
              </a:extLst>
            </p:cNvPr>
            <p:cNvSpPr/>
            <p:nvPr/>
          </p:nvSpPr>
          <p:spPr>
            <a:xfrm flipH="1">
              <a:off x="8664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8ED53CDE-C845-44B5-8D7B-06AA7671E1D7}"/>
                </a:ext>
              </a:extLst>
            </p:cNvPr>
            <p:cNvSpPr/>
            <p:nvPr/>
          </p:nvSpPr>
          <p:spPr>
            <a:xfrm flipH="1">
              <a:off x="7902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936072F6-D781-4C80-8F3A-6680B0B2261A}"/>
                </a:ext>
              </a:extLst>
            </p:cNvPr>
            <p:cNvSpPr/>
            <p:nvPr/>
          </p:nvSpPr>
          <p:spPr>
            <a:xfrm flipH="1">
              <a:off x="8664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EC5CF5B1-F7C3-4FCE-9ECD-BB0E1AFE46A5}"/>
                </a:ext>
              </a:extLst>
            </p:cNvPr>
            <p:cNvSpPr/>
            <p:nvPr/>
          </p:nvSpPr>
          <p:spPr>
            <a:xfrm flipH="1">
              <a:off x="8664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E8FA77B7-EB2C-4C8E-B379-88247205C74C}"/>
                </a:ext>
              </a:extLst>
            </p:cNvPr>
            <p:cNvSpPr/>
            <p:nvPr/>
          </p:nvSpPr>
          <p:spPr>
            <a:xfrm flipH="1">
              <a:off x="9426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852A771B-54EC-474B-88DA-87FA57AADFEB}"/>
                </a:ext>
              </a:extLst>
            </p:cNvPr>
            <p:cNvSpPr/>
            <p:nvPr/>
          </p:nvSpPr>
          <p:spPr>
            <a:xfrm flipH="1">
              <a:off x="9426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DC1CE1C4-2898-4F08-94EF-EBF3D7581BD0}"/>
                </a:ext>
              </a:extLst>
            </p:cNvPr>
            <p:cNvSpPr/>
            <p:nvPr/>
          </p:nvSpPr>
          <p:spPr>
            <a:xfrm flipH="1">
              <a:off x="9426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61AE24FF-A6D8-41B1-9239-8BF478226758}"/>
                </a:ext>
              </a:extLst>
            </p:cNvPr>
            <p:cNvSpPr/>
            <p:nvPr/>
          </p:nvSpPr>
          <p:spPr>
            <a:xfrm flipH="1">
              <a:off x="8664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CA1C0421-2401-4505-BC4E-D567191F16A0}"/>
                </a:ext>
              </a:extLst>
            </p:cNvPr>
            <p:cNvSpPr/>
            <p:nvPr/>
          </p:nvSpPr>
          <p:spPr>
            <a:xfrm flipH="1">
              <a:off x="9426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8A470665-A856-4A8A-B00E-E61D6611C32A}"/>
                </a:ext>
              </a:extLst>
            </p:cNvPr>
            <p:cNvSpPr/>
            <p:nvPr/>
          </p:nvSpPr>
          <p:spPr>
            <a:xfrm flipH="1">
              <a:off x="7140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82E82896-B44B-4DF9-A365-AAF0C1F38FAB}"/>
                </a:ext>
              </a:extLst>
            </p:cNvPr>
            <p:cNvSpPr/>
            <p:nvPr/>
          </p:nvSpPr>
          <p:spPr>
            <a:xfrm flipH="1">
              <a:off x="7140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01D4C5-10C5-4FD6-95BE-83DEC3C483AD}"/>
              </a:ext>
            </a:extLst>
          </p:cNvPr>
          <p:cNvGrpSpPr/>
          <p:nvPr/>
        </p:nvGrpSpPr>
        <p:grpSpPr>
          <a:xfrm>
            <a:off x="4046483" y="426317"/>
            <a:ext cx="6149795" cy="6095995"/>
            <a:chOff x="4046483" y="426317"/>
            <a:chExt cx="6149795" cy="6095995"/>
          </a:xfrm>
        </p:grpSpPr>
        <p:grpSp>
          <p:nvGrpSpPr>
            <p:cNvPr id="1515" name="Group 1514">
              <a:extLst>
                <a:ext uri="{FF2B5EF4-FFF2-40B4-BE49-F238E27FC236}">
                  <a16:creationId xmlns:a16="http://schemas.microsoft.com/office/drawing/2014/main" id="{F17040C9-003E-4DC4-BF84-39A3C0151114}"/>
                </a:ext>
              </a:extLst>
            </p:cNvPr>
            <p:cNvGrpSpPr/>
            <p:nvPr/>
          </p:nvGrpSpPr>
          <p:grpSpPr>
            <a:xfrm>
              <a:off x="4046483" y="426317"/>
              <a:ext cx="6149795" cy="6095995"/>
              <a:chOff x="4066630" y="206887"/>
              <a:chExt cx="6110587" cy="6057135"/>
            </a:xfrm>
          </p:grpSpPr>
          <p:grpSp>
            <p:nvGrpSpPr>
              <p:cNvPr id="1516" name="Group 1515">
                <a:extLst>
                  <a:ext uri="{FF2B5EF4-FFF2-40B4-BE49-F238E27FC236}">
                    <a16:creationId xmlns:a16="http://schemas.microsoft.com/office/drawing/2014/main" id="{3BAEF75F-5432-4CA9-93DF-E4049EADB71A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1532" name="Group 1531">
                  <a:extLst>
                    <a:ext uri="{FF2B5EF4-FFF2-40B4-BE49-F238E27FC236}">
                      <a16:creationId xmlns:a16="http://schemas.microsoft.com/office/drawing/2014/main" id="{2F881305-CB74-49F8-B339-32B76F1B152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1541" name="Straight Connector 1540">
                    <a:extLst>
                      <a:ext uri="{FF2B5EF4-FFF2-40B4-BE49-F238E27FC236}">
                        <a16:creationId xmlns:a16="http://schemas.microsoft.com/office/drawing/2014/main" id="{4A06D160-FBE0-4A54-9911-D8CF7676B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2" name="Straight Connector 1541">
                    <a:extLst>
                      <a:ext uri="{FF2B5EF4-FFF2-40B4-BE49-F238E27FC236}">
                        <a16:creationId xmlns:a16="http://schemas.microsoft.com/office/drawing/2014/main" id="{9D9C47EB-6074-4660-9379-4537E9F568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3" name="Straight Connector 1542">
                    <a:extLst>
                      <a:ext uri="{FF2B5EF4-FFF2-40B4-BE49-F238E27FC236}">
                        <a16:creationId xmlns:a16="http://schemas.microsoft.com/office/drawing/2014/main" id="{84683FE8-ABC1-4F07-8159-9786AEB8D3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4" name="Straight Connector 1543">
                    <a:extLst>
                      <a:ext uri="{FF2B5EF4-FFF2-40B4-BE49-F238E27FC236}">
                        <a16:creationId xmlns:a16="http://schemas.microsoft.com/office/drawing/2014/main" id="{E0EE2D57-AB7D-4B7A-B84C-4D52242C48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4085" y="4773349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5" name="Straight Connector 1544">
                    <a:extLst>
                      <a:ext uri="{FF2B5EF4-FFF2-40B4-BE49-F238E27FC236}">
                        <a16:creationId xmlns:a16="http://schemas.microsoft.com/office/drawing/2014/main" id="{10815560-FDA1-4262-9054-09B5B24BA2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4011494"/>
                    <a:ext cx="0" cy="154355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6" name="Straight Connector 1545">
                    <a:extLst>
                      <a:ext uri="{FF2B5EF4-FFF2-40B4-BE49-F238E27FC236}">
                        <a16:creationId xmlns:a16="http://schemas.microsoft.com/office/drawing/2014/main" id="{FC30D036-6634-43B1-B98B-F7B5D5D13D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7" name="Straight Connector 1546">
                    <a:extLst>
                      <a:ext uri="{FF2B5EF4-FFF2-40B4-BE49-F238E27FC236}">
                        <a16:creationId xmlns:a16="http://schemas.microsoft.com/office/drawing/2014/main" id="{29A6B166-143F-4332-A3AF-90A028D1E5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8" name="Straight Connector 1547">
                    <a:extLst>
                      <a:ext uri="{FF2B5EF4-FFF2-40B4-BE49-F238E27FC236}">
                        <a16:creationId xmlns:a16="http://schemas.microsoft.com/office/drawing/2014/main" id="{FD4F1044-1205-423F-B22E-1712FCC576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9" name="Straight Connector 1548">
                    <a:extLst>
                      <a:ext uri="{FF2B5EF4-FFF2-40B4-BE49-F238E27FC236}">
                        <a16:creationId xmlns:a16="http://schemas.microsoft.com/office/drawing/2014/main" id="{ADE61EC5-4F49-4699-B044-9275A82AE2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3" name="Group 1532">
                  <a:extLst>
                    <a:ext uri="{FF2B5EF4-FFF2-40B4-BE49-F238E27FC236}">
                      <a16:creationId xmlns:a16="http://schemas.microsoft.com/office/drawing/2014/main" id="{F59D6802-8B45-4812-BF68-5503F00B5FFB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1534" name="Straight Connector 1533">
                    <a:extLst>
                      <a:ext uri="{FF2B5EF4-FFF2-40B4-BE49-F238E27FC236}">
                        <a16:creationId xmlns:a16="http://schemas.microsoft.com/office/drawing/2014/main" id="{5AF667E4-8676-4A34-9576-11C61F7C4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5" name="Straight Connector 1534">
                    <a:extLst>
                      <a:ext uri="{FF2B5EF4-FFF2-40B4-BE49-F238E27FC236}">
                        <a16:creationId xmlns:a16="http://schemas.microsoft.com/office/drawing/2014/main" id="{23CBB3D6-92C3-4E0A-BF06-3696197DCE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6" name="Straight Connector 1535">
                    <a:extLst>
                      <a:ext uri="{FF2B5EF4-FFF2-40B4-BE49-F238E27FC236}">
                        <a16:creationId xmlns:a16="http://schemas.microsoft.com/office/drawing/2014/main" id="{3C25D2CE-49B3-468D-BCFE-F1EA01C93A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7" name="Straight Connector 1536">
                    <a:extLst>
                      <a:ext uri="{FF2B5EF4-FFF2-40B4-BE49-F238E27FC236}">
                        <a16:creationId xmlns:a16="http://schemas.microsoft.com/office/drawing/2014/main" id="{9BEEAEE3-071D-406A-94A6-6A9E5D222B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8" name="Straight Connector 1537">
                    <a:extLst>
                      <a:ext uri="{FF2B5EF4-FFF2-40B4-BE49-F238E27FC236}">
                        <a16:creationId xmlns:a16="http://schemas.microsoft.com/office/drawing/2014/main" id="{2D22E066-5B99-4653-956F-63515E1C84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9" name="Straight Connector 1538">
                    <a:extLst>
                      <a:ext uri="{FF2B5EF4-FFF2-40B4-BE49-F238E27FC236}">
                        <a16:creationId xmlns:a16="http://schemas.microsoft.com/office/drawing/2014/main" id="{B422E2E3-CC87-4477-9FE3-522E1ADEE7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17" name="Group 1516">
                <a:extLst>
                  <a:ext uri="{FF2B5EF4-FFF2-40B4-BE49-F238E27FC236}">
                    <a16:creationId xmlns:a16="http://schemas.microsoft.com/office/drawing/2014/main" id="{7B47204E-8E0C-42D8-A0BA-D6F6C2317466}"/>
                  </a:ext>
                </a:extLst>
              </p:cNvPr>
              <p:cNvGrpSpPr/>
              <p:nvPr/>
            </p:nvGrpSpPr>
            <p:grpSpPr>
              <a:xfrm rot="5400000">
                <a:off x="4815689" y="198600"/>
                <a:ext cx="4607388" cy="6105503"/>
                <a:chOff x="4823986" y="192985"/>
                <a:chExt cx="4607388" cy="6105503"/>
              </a:xfrm>
            </p:grpSpPr>
            <p:grpSp>
              <p:nvGrpSpPr>
                <p:cNvPr id="1518" name="Group 1517">
                  <a:extLst>
                    <a:ext uri="{FF2B5EF4-FFF2-40B4-BE49-F238E27FC236}">
                      <a16:creationId xmlns:a16="http://schemas.microsoft.com/office/drawing/2014/main" id="{E663D5F4-B032-4E18-8DE1-B3BA4AA369AF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1526" name="Straight Connector 1525">
                    <a:extLst>
                      <a:ext uri="{FF2B5EF4-FFF2-40B4-BE49-F238E27FC236}">
                        <a16:creationId xmlns:a16="http://schemas.microsoft.com/office/drawing/2014/main" id="{2DDC439A-E09D-44BF-8B72-5195E5E03D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7" name="Straight Connector 1526">
                    <a:extLst>
                      <a:ext uri="{FF2B5EF4-FFF2-40B4-BE49-F238E27FC236}">
                        <a16:creationId xmlns:a16="http://schemas.microsoft.com/office/drawing/2014/main" id="{BD7E8DA5-AAFC-4FF2-834D-157B7BB74E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8" name="Straight Connector 1527">
                    <a:extLst>
                      <a:ext uri="{FF2B5EF4-FFF2-40B4-BE49-F238E27FC236}">
                        <a16:creationId xmlns:a16="http://schemas.microsoft.com/office/drawing/2014/main" id="{37E675C3-53E7-415B-9EE3-E54B8CD0D1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9" name="Straight Connector 1528">
                    <a:extLst>
                      <a:ext uri="{FF2B5EF4-FFF2-40B4-BE49-F238E27FC236}">
                        <a16:creationId xmlns:a16="http://schemas.microsoft.com/office/drawing/2014/main" id="{2E9B8A27-3F33-41EE-A903-0116B93B5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0" name="Straight Connector 1529">
                    <a:extLst>
                      <a:ext uri="{FF2B5EF4-FFF2-40B4-BE49-F238E27FC236}">
                        <a16:creationId xmlns:a16="http://schemas.microsoft.com/office/drawing/2014/main" id="{F8B1630C-2FF1-4DD2-8B4C-BF05E2126A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1" name="Straight Connector 1530">
                    <a:extLst>
                      <a:ext uri="{FF2B5EF4-FFF2-40B4-BE49-F238E27FC236}">
                        <a16:creationId xmlns:a16="http://schemas.microsoft.com/office/drawing/2014/main" id="{D9BBA7A5-1D4E-4196-B16B-A281FEF31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19" name="Group 1518">
                  <a:extLst>
                    <a:ext uri="{FF2B5EF4-FFF2-40B4-BE49-F238E27FC236}">
                      <a16:creationId xmlns:a16="http://schemas.microsoft.com/office/drawing/2014/main" id="{4C593B63-0ABA-459D-9CD6-9651A9A731DE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833457" cy="3803646"/>
                  <a:chOff x="4854992" y="2512244"/>
                  <a:chExt cx="3833457" cy="3803646"/>
                </a:xfrm>
              </p:grpSpPr>
              <p:cxnSp>
                <p:nvCxnSpPr>
                  <p:cNvPr id="1520" name="Straight Connector 1519">
                    <a:extLst>
                      <a:ext uri="{FF2B5EF4-FFF2-40B4-BE49-F238E27FC236}">
                        <a16:creationId xmlns:a16="http://schemas.microsoft.com/office/drawing/2014/main" id="{CE100224-7191-4C38-A2AE-1DCAA7EC37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1" name="Straight Connector 1520">
                    <a:extLst>
                      <a:ext uri="{FF2B5EF4-FFF2-40B4-BE49-F238E27FC236}">
                        <a16:creationId xmlns:a16="http://schemas.microsoft.com/office/drawing/2014/main" id="{53C814C1-B681-4D01-8525-145B183280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2" name="Straight Connector 1521">
                    <a:extLst>
                      <a:ext uri="{FF2B5EF4-FFF2-40B4-BE49-F238E27FC236}">
                        <a16:creationId xmlns:a16="http://schemas.microsoft.com/office/drawing/2014/main" id="{E1BF3FAA-84A1-4E48-881B-A184B48A9F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26202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3" name="Straight Connector 1522">
                    <a:extLst>
                      <a:ext uri="{FF2B5EF4-FFF2-40B4-BE49-F238E27FC236}">
                        <a16:creationId xmlns:a16="http://schemas.microsoft.com/office/drawing/2014/main" id="{86F88E20-432E-4565-9B74-7A2475F167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4" name="Straight Connector 1523">
                    <a:extLst>
                      <a:ext uri="{FF2B5EF4-FFF2-40B4-BE49-F238E27FC236}">
                        <a16:creationId xmlns:a16="http://schemas.microsoft.com/office/drawing/2014/main" id="{0D47C7AB-ED2B-4BA5-A24C-CAB26FB6F9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5" name="Straight Connector 1524">
                    <a:extLst>
                      <a:ext uri="{FF2B5EF4-FFF2-40B4-BE49-F238E27FC236}">
                        <a16:creationId xmlns:a16="http://schemas.microsoft.com/office/drawing/2014/main" id="{422292AE-16A5-43B2-ACCA-75EECAF27C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02703D80-AF95-4BC3-BE23-70815746A2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480713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2CB018F2-D641-4248-9341-ECAA0A5113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428" y="515379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550" name="Group 1549">
              <a:extLst>
                <a:ext uri="{FF2B5EF4-FFF2-40B4-BE49-F238E27FC236}">
                  <a16:creationId xmlns:a16="http://schemas.microsoft.com/office/drawing/2014/main" id="{18CB4E8C-09F5-468C-ADA3-A44C32737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82396" y="1948793"/>
              <a:ext cx="3077969" cy="3051042"/>
              <a:chOff x="4066630" y="206887"/>
              <a:chExt cx="6110587" cy="6057135"/>
            </a:xfrm>
          </p:grpSpPr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8A6832D4-A4AE-4669-9781-8AEFB640B853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1567" name="Group 1566">
                  <a:extLst>
                    <a:ext uri="{FF2B5EF4-FFF2-40B4-BE49-F238E27FC236}">
                      <a16:creationId xmlns:a16="http://schemas.microsoft.com/office/drawing/2014/main" id="{56E9014C-F043-4662-B31E-B4A177B54809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1576" name="Straight Connector 1575">
                    <a:extLst>
                      <a:ext uri="{FF2B5EF4-FFF2-40B4-BE49-F238E27FC236}">
                        <a16:creationId xmlns:a16="http://schemas.microsoft.com/office/drawing/2014/main" id="{C4FE9C2C-5B42-4407-8EDE-DA8A63942D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7" name="Straight Connector 1576">
                    <a:extLst>
                      <a:ext uri="{FF2B5EF4-FFF2-40B4-BE49-F238E27FC236}">
                        <a16:creationId xmlns:a16="http://schemas.microsoft.com/office/drawing/2014/main" id="{18422972-F839-459C-8A5E-0F799332EC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8" name="Straight Connector 1577">
                    <a:extLst>
                      <a:ext uri="{FF2B5EF4-FFF2-40B4-BE49-F238E27FC236}">
                        <a16:creationId xmlns:a16="http://schemas.microsoft.com/office/drawing/2014/main" id="{2132B5C4-19AF-4C1D-B87D-13557FF58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9" name="Straight Connector 1578">
                    <a:extLst>
                      <a:ext uri="{FF2B5EF4-FFF2-40B4-BE49-F238E27FC236}">
                        <a16:creationId xmlns:a16="http://schemas.microsoft.com/office/drawing/2014/main" id="{6263C211-38D4-4BDA-BF8A-04E9B55E8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78775" y="4773348"/>
                    <a:ext cx="0" cy="75472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0" name="Straight Connector 1579">
                    <a:extLst>
                      <a:ext uri="{FF2B5EF4-FFF2-40B4-BE49-F238E27FC236}">
                        <a16:creationId xmlns:a16="http://schemas.microsoft.com/office/drawing/2014/main" id="{1784FFBD-1E70-4E06-BD18-B2F8FA4FD8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1" name="Straight Connector 1580">
                    <a:extLst>
                      <a:ext uri="{FF2B5EF4-FFF2-40B4-BE49-F238E27FC236}">
                        <a16:creationId xmlns:a16="http://schemas.microsoft.com/office/drawing/2014/main" id="{F653669D-04A4-4A2F-91B0-4417170A9B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2" name="Straight Connector 1581">
                    <a:extLst>
                      <a:ext uri="{FF2B5EF4-FFF2-40B4-BE49-F238E27FC236}">
                        <a16:creationId xmlns:a16="http://schemas.microsoft.com/office/drawing/2014/main" id="{E54839EA-75E9-4C8E-A36B-CC5884E7DA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3" name="Straight Connector 1582">
                    <a:extLst>
                      <a:ext uri="{FF2B5EF4-FFF2-40B4-BE49-F238E27FC236}">
                        <a16:creationId xmlns:a16="http://schemas.microsoft.com/office/drawing/2014/main" id="{43668F6B-D416-45CB-BE90-32B1C51AA2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4" name="Straight Connector 1583">
                    <a:extLst>
                      <a:ext uri="{FF2B5EF4-FFF2-40B4-BE49-F238E27FC236}">
                        <a16:creationId xmlns:a16="http://schemas.microsoft.com/office/drawing/2014/main" id="{724EFA52-80D8-4BBD-BF73-BBE1BB9B54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68" name="Group 1567">
                  <a:extLst>
                    <a:ext uri="{FF2B5EF4-FFF2-40B4-BE49-F238E27FC236}">
                      <a16:creationId xmlns:a16="http://schemas.microsoft.com/office/drawing/2014/main" id="{32A61C76-DD75-4A20-AED5-5E6558719C14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1569" name="Straight Connector 1568">
                    <a:extLst>
                      <a:ext uri="{FF2B5EF4-FFF2-40B4-BE49-F238E27FC236}">
                        <a16:creationId xmlns:a16="http://schemas.microsoft.com/office/drawing/2014/main" id="{2DC7F7DF-1359-478C-826D-3F9961C0BC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0" name="Straight Connector 1569">
                    <a:extLst>
                      <a:ext uri="{FF2B5EF4-FFF2-40B4-BE49-F238E27FC236}">
                        <a16:creationId xmlns:a16="http://schemas.microsoft.com/office/drawing/2014/main" id="{6D02D431-001F-42B6-9921-C9EE25AC22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1" name="Straight Connector 1570">
                    <a:extLst>
                      <a:ext uri="{FF2B5EF4-FFF2-40B4-BE49-F238E27FC236}">
                        <a16:creationId xmlns:a16="http://schemas.microsoft.com/office/drawing/2014/main" id="{1EC30E4F-7534-4B66-95F0-BCD1B65DAF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2" name="Straight Connector 1571">
                    <a:extLst>
                      <a:ext uri="{FF2B5EF4-FFF2-40B4-BE49-F238E27FC236}">
                        <a16:creationId xmlns:a16="http://schemas.microsoft.com/office/drawing/2014/main" id="{C3FF388B-59E9-479B-B209-19837EA473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3" name="Straight Connector 1572">
                    <a:extLst>
                      <a:ext uri="{FF2B5EF4-FFF2-40B4-BE49-F238E27FC236}">
                        <a16:creationId xmlns:a16="http://schemas.microsoft.com/office/drawing/2014/main" id="{F924E5EB-0F6F-43E6-A70B-1A64396357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4" name="Straight Connector 1573">
                    <a:extLst>
                      <a:ext uri="{FF2B5EF4-FFF2-40B4-BE49-F238E27FC236}">
                        <a16:creationId xmlns:a16="http://schemas.microsoft.com/office/drawing/2014/main" id="{EF940881-A8B2-417E-8940-F573B97793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52" name="Group 1551">
                <a:extLst>
                  <a:ext uri="{FF2B5EF4-FFF2-40B4-BE49-F238E27FC236}">
                    <a16:creationId xmlns:a16="http://schemas.microsoft.com/office/drawing/2014/main" id="{8C3753FE-C39A-473C-9432-DD8C8C3E705C}"/>
                  </a:ext>
                </a:extLst>
              </p:cNvPr>
              <p:cNvGrpSpPr/>
              <p:nvPr/>
            </p:nvGrpSpPr>
            <p:grpSpPr>
              <a:xfrm rot="5400000">
                <a:off x="4835339" y="178951"/>
                <a:ext cx="4568089" cy="6105503"/>
                <a:chOff x="4823986" y="192985"/>
                <a:chExt cx="4568089" cy="6105503"/>
              </a:xfrm>
            </p:grpSpPr>
            <p:grpSp>
              <p:nvGrpSpPr>
                <p:cNvPr id="1553" name="Group 1552">
                  <a:extLst>
                    <a:ext uri="{FF2B5EF4-FFF2-40B4-BE49-F238E27FC236}">
                      <a16:creationId xmlns:a16="http://schemas.microsoft.com/office/drawing/2014/main" id="{1B034228-36F8-49D2-9325-B09574C08CA1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1561" name="Straight Connector 1560">
                    <a:extLst>
                      <a:ext uri="{FF2B5EF4-FFF2-40B4-BE49-F238E27FC236}">
                        <a16:creationId xmlns:a16="http://schemas.microsoft.com/office/drawing/2014/main" id="{B6446367-8DBE-479B-A43A-31F8F30721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2" name="Straight Connector 1561">
                    <a:extLst>
                      <a:ext uri="{FF2B5EF4-FFF2-40B4-BE49-F238E27FC236}">
                        <a16:creationId xmlns:a16="http://schemas.microsoft.com/office/drawing/2014/main" id="{9E87932C-ABD6-4CBB-9128-F880B4BED2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3" name="Straight Connector 1562">
                    <a:extLst>
                      <a:ext uri="{FF2B5EF4-FFF2-40B4-BE49-F238E27FC236}">
                        <a16:creationId xmlns:a16="http://schemas.microsoft.com/office/drawing/2014/main" id="{4D642775-BD9E-426D-9B3B-8E11F6CA69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4" name="Straight Connector 1563">
                    <a:extLst>
                      <a:ext uri="{FF2B5EF4-FFF2-40B4-BE49-F238E27FC236}">
                        <a16:creationId xmlns:a16="http://schemas.microsoft.com/office/drawing/2014/main" id="{E4FB2C1A-5539-4CB4-9A48-293D9BEFD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5" name="Straight Connector 1564">
                    <a:extLst>
                      <a:ext uri="{FF2B5EF4-FFF2-40B4-BE49-F238E27FC236}">
                        <a16:creationId xmlns:a16="http://schemas.microsoft.com/office/drawing/2014/main" id="{08F3674B-36B6-4AE5-A0A8-2537C7890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6" name="Straight Connector 1565">
                    <a:extLst>
                      <a:ext uri="{FF2B5EF4-FFF2-40B4-BE49-F238E27FC236}">
                        <a16:creationId xmlns:a16="http://schemas.microsoft.com/office/drawing/2014/main" id="{63B545BD-B4DC-4388-936A-012E98899E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4" name="Group 1553">
                  <a:extLst>
                    <a:ext uri="{FF2B5EF4-FFF2-40B4-BE49-F238E27FC236}">
                      <a16:creationId xmlns:a16="http://schemas.microsoft.com/office/drawing/2014/main" id="{4662A4B6-E484-47B3-B143-69E888F0AFA1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8" cy="3803646"/>
                  <a:chOff x="4894291" y="2512244"/>
                  <a:chExt cx="3794158" cy="3803646"/>
                </a:xfrm>
              </p:grpSpPr>
              <p:cxnSp>
                <p:nvCxnSpPr>
                  <p:cNvPr id="1555" name="Straight Connector 1554">
                    <a:extLst>
                      <a:ext uri="{FF2B5EF4-FFF2-40B4-BE49-F238E27FC236}">
                        <a16:creationId xmlns:a16="http://schemas.microsoft.com/office/drawing/2014/main" id="{57C2AA9A-D25B-49BF-901F-DD77DC6C2E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6" name="Straight Connector 1555">
                    <a:extLst>
                      <a:ext uri="{FF2B5EF4-FFF2-40B4-BE49-F238E27FC236}">
                        <a16:creationId xmlns:a16="http://schemas.microsoft.com/office/drawing/2014/main" id="{6EDF4429-BE81-4E18-9643-F25481E1B5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7" name="Straight Connector 1556">
                    <a:extLst>
                      <a:ext uri="{FF2B5EF4-FFF2-40B4-BE49-F238E27FC236}">
                        <a16:creationId xmlns:a16="http://schemas.microsoft.com/office/drawing/2014/main" id="{3308D02E-BB57-4AD9-ADEC-1D799D03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8" name="Straight Connector 1557">
                    <a:extLst>
                      <a:ext uri="{FF2B5EF4-FFF2-40B4-BE49-F238E27FC236}">
                        <a16:creationId xmlns:a16="http://schemas.microsoft.com/office/drawing/2014/main" id="{4DFFCFF9-1B63-49F9-9AAF-84D6ECA90E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9" name="Straight Connector 1558">
                    <a:extLst>
                      <a:ext uri="{FF2B5EF4-FFF2-40B4-BE49-F238E27FC236}">
                        <a16:creationId xmlns:a16="http://schemas.microsoft.com/office/drawing/2014/main" id="{C262ECF9-C4C3-4412-9963-BDBAA75C10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0" name="Straight Connector 1559">
                    <a:extLst>
                      <a:ext uri="{FF2B5EF4-FFF2-40B4-BE49-F238E27FC236}">
                        <a16:creationId xmlns:a16="http://schemas.microsoft.com/office/drawing/2014/main" id="{F4877E54-FFB5-48A9-A6DA-9DDF5C8E4D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3A7264F5-9A06-4451-B361-3A50ED507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2" y="5884126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A787ED4F-0A60-4353-BBFB-70A92519CA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4381" y="5138598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092" name="Group 2091">
            <a:extLst>
              <a:ext uri="{FF2B5EF4-FFF2-40B4-BE49-F238E27FC236}">
                <a16:creationId xmlns:a16="http://schemas.microsoft.com/office/drawing/2014/main" id="{A2CEA6B6-001B-4D2B-BB9E-F113633D0B99}"/>
              </a:ext>
            </a:extLst>
          </p:cNvPr>
          <p:cNvGrpSpPr>
            <a:grpSpLocks noChangeAspect="1"/>
          </p:cNvGrpSpPr>
          <p:nvPr/>
        </p:nvGrpSpPr>
        <p:grpSpPr>
          <a:xfrm>
            <a:off x="6345670" y="2705390"/>
            <a:ext cx="1545436" cy="1537849"/>
            <a:chOff x="4046483" y="426317"/>
            <a:chExt cx="6126072" cy="6095995"/>
          </a:xfrm>
        </p:grpSpPr>
        <p:grpSp>
          <p:nvGrpSpPr>
            <p:cNvPr id="2093" name="Group 2092">
              <a:extLst>
                <a:ext uri="{FF2B5EF4-FFF2-40B4-BE49-F238E27FC236}">
                  <a16:creationId xmlns:a16="http://schemas.microsoft.com/office/drawing/2014/main" id="{FAEE050A-DFA5-4588-B48C-B833487D4BFA}"/>
                </a:ext>
              </a:extLst>
            </p:cNvPr>
            <p:cNvGrpSpPr/>
            <p:nvPr/>
          </p:nvGrpSpPr>
          <p:grpSpPr>
            <a:xfrm>
              <a:off x="4046483" y="426317"/>
              <a:ext cx="6126072" cy="6095995"/>
              <a:chOff x="4066630" y="206887"/>
              <a:chExt cx="6087016" cy="6057135"/>
            </a:xfrm>
          </p:grpSpPr>
          <p:grpSp>
            <p:nvGrpSpPr>
              <p:cNvPr id="2129" name="Group 2128">
                <a:extLst>
                  <a:ext uri="{FF2B5EF4-FFF2-40B4-BE49-F238E27FC236}">
                    <a16:creationId xmlns:a16="http://schemas.microsoft.com/office/drawing/2014/main" id="{78EA060D-6FAE-411A-A6D5-8336F668AA91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058695" cy="6057135"/>
                <a:chOff x="4066630" y="206887"/>
                <a:chExt cx="6058695" cy="6057135"/>
              </a:xfrm>
            </p:grpSpPr>
            <p:grpSp>
              <p:nvGrpSpPr>
                <p:cNvPr id="2145" name="Group 2144">
                  <a:extLst>
                    <a:ext uri="{FF2B5EF4-FFF2-40B4-BE49-F238E27FC236}">
                      <a16:creationId xmlns:a16="http://schemas.microsoft.com/office/drawing/2014/main" id="{CC4E5FA4-9141-44CA-901D-DE0F0961900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058695" cy="5301224"/>
                  <a:chOff x="4066630" y="962798"/>
                  <a:chExt cx="6058695" cy="5301224"/>
                </a:xfrm>
              </p:grpSpPr>
              <p:cxnSp>
                <p:nvCxnSpPr>
                  <p:cNvPr id="2154" name="Straight Connector 2153">
                    <a:extLst>
                      <a:ext uri="{FF2B5EF4-FFF2-40B4-BE49-F238E27FC236}">
                        <a16:creationId xmlns:a16="http://schemas.microsoft.com/office/drawing/2014/main" id="{D827FC27-8643-40F8-B47B-33E90ABC65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5" name="Straight Connector 2154">
                    <a:extLst>
                      <a:ext uri="{FF2B5EF4-FFF2-40B4-BE49-F238E27FC236}">
                        <a16:creationId xmlns:a16="http://schemas.microsoft.com/office/drawing/2014/main" id="{5470825B-8B65-422A-8910-D849AF867C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6" name="Straight Connector 2155">
                    <a:extLst>
                      <a:ext uri="{FF2B5EF4-FFF2-40B4-BE49-F238E27FC236}">
                        <a16:creationId xmlns:a16="http://schemas.microsoft.com/office/drawing/2014/main" id="{DCC1E2D7-3AA0-4EAF-9945-24BB225584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7" name="Straight Connector 2156">
                    <a:extLst>
                      <a:ext uri="{FF2B5EF4-FFF2-40B4-BE49-F238E27FC236}">
                        <a16:creationId xmlns:a16="http://schemas.microsoft.com/office/drawing/2014/main" id="{CC0927FF-2400-4DAA-A726-C1527BB80F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23574" y="4773347"/>
                    <a:ext cx="0" cy="754727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8" name="Straight Connector 2157">
                    <a:extLst>
                      <a:ext uri="{FF2B5EF4-FFF2-40B4-BE49-F238E27FC236}">
                        <a16:creationId xmlns:a16="http://schemas.microsoft.com/office/drawing/2014/main" id="{1217D9BC-4A73-42E8-AE79-8B4B6A624B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25325" y="3984527"/>
                    <a:ext cx="0" cy="1543552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9" name="Straight Connector 2158">
                    <a:extLst>
                      <a:ext uri="{FF2B5EF4-FFF2-40B4-BE49-F238E27FC236}">
                        <a16:creationId xmlns:a16="http://schemas.microsoft.com/office/drawing/2014/main" id="{CAD0FE90-52AE-46E6-A10F-9F08865222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0" name="Straight Connector 2159">
                    <a:extLst>
                      <a:ext uri="{FF2B5EF4-FFF2-40B4-BE49-F238E27FC236}">
                        <a16:creationId xmlns:a16="http://schemas.microsoft.com/office/drawing/2014/main" id="{1492E1E5-1AFE-488F-AB08-7A823D2014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1" name="Straight Connector 2160">
                    <a:extLst>
                      <a:ext uri="{FF2B5EF4-FFF2-40B4-BE49-F238E27FC236}">
                        <a16:creationId xmlns:a16="http://schemas.microsoft.com/office/drawing/2014/main" id="{7B783600-62A9-4D0D-9847-8C54CA129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2" name="Straight Connector 2161">
                    <a:extLst>
                      <a:ext uri="{FF2B5EF4-FFF2-40B4-BE49-F238E27FC236}">
                        <a16:creationId xmlns:a16="http://schemas.microsoft.com/office/drawing/2014/main" id="{9F7B4C41-293D-40B8-A4FA-89FD3AF734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46" name="Group 2145">
                  <a:extLst>
                    <a:ext uri="{FF2B5EF4-FFF2-40B4-BE49-F238E27FC236}">
                      <a16:creationId xmlns:a16="http://schemas.microsoft.com/office/drawing/2014/main" id="{2108EA7C-3470-49D9-A335-FD155023AE50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2147" name="Straight Connector 2146">
                    <a:extLst>
                      <a:ext uri="{FF2B5EF4-FFF2-40B4-BE49-F238E27FC236}">
                        <a16:creationId xmlns:a16="http://schemas.microsoft.com/office/drawing/2014/main" id="{C43ECB6D-E4F0-4414-95B2-1A0247415A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8" name="Straight Connector 2147">
                    <a:extLst>
                      <a:ext uri="{FF2B5EF4-FFF2-40B4-BE49-F238E27FC236}">
                        <a16:creationId xmlns:a16="http://schemas.microsoft.com/office/drawing/2014/main" id="{B88BF254-6069-4094-9762-331D4588BD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9" name="Straight Connector 2148">
                    <a:extLst>
                      <a:ext uri="{FF2B5EF4-FFF2-40B4-BE49-F238E27FC236}">
                        <a16:creationId xmlns:a16="http://schemas.microsoft.com/office/drawing/2014/main" id="{9382DC1F-ABF9-49FC-919A-4541FABD8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0" name="Straight Connector 2149">
                    <a:extLst>
                      <a:ext uri="{FF2B5EF4-FFF2-40B4-BE49-F238E27FC236}">
                        <a16:creationId xmlns:a16="http://schemas.microsoft.com/office/drawing/2014/main" id="{EA8972F9-B2A5-458C-A4E4-B41935C60A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1" name="Straight Connector 2150">
                    <a:extLst>
                      <a:ext uri="{FF2B5EF4-FFF2-40B4-BE49-F238E27FC236}">
                        <a16:creationId xmlns:a16="http://schemas.microsoft.com/office/drawing/2014/main" id="{9862E582-404B-4261-BE39-977CAC9FAD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2" name="Straight Connector 2151">
                    <a:extLst>
                      <a:ext uri="{FF2B5EF4-FFF2-40B4-BE49-F238E27FC236}">
                        <a16:creationId xmlns:a16="http://schemas.microsoft.com/office/drawing/2014/main" id="{24176004-75D4-4B68-A8B8-15B8E46E67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30" name="Group 2129">
                <a:extLst>
                  <a:ext uri="{FF2B5EF4-FFF2-40B4-BE49-F238E27FC236}">
                    <a16:creationId xmlns:a16="http://schemas.microsoft.com/office/drawing/2014/main" id="{7121E518-DBAA-4EDE-9057-C9EE5A0A839E}"/>
                  </a:ext>
                </a:extLst>
              </p:cNvPr>
              <p:cNvGrpSpPr/>
              <p:nvPr/>
            </p:nvGrpSpPr>
            <p:grpSpPr>
              <a:xfrm rot="5400000">
                <a:off x="4826095" y="188195"/>
                <a:ext cx="4568088" cy="6087014"/>
                <a:chOff x="4823986" y="211474"/>
                <a:chExt cx="4568088" cy="6087014"/>
              </a:xfrm>
            </p:grpSpPr>
            <p:grpSp>
              <p:nvGrpSpPr>
                <p:cNvPr id="2131" name="Group 2130">
                  <a:extLst>
                    <a:ext uri="{FF2B5EF4-FFF2-40B4-BE49-F238E27FC236}">
                      <a16:creationId xmlns:a16="http://schemas.microsoft.com/office/drawing/2014/main" id="{B7ADC240-1225-431A-A522-CCAC82A62109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2139" name="Straight Connector 2138">
                    <a:extLst>
                      <a:ext uri="{FF2B5EF4-FFF2-40B4-BE49-F238E27FC236}">
                        <a16:creationId xmlns:a16="http://schemas.microsoft.com/office/drawing/2014/main" id="{0C35D57D-9F09-44ED-B7AB-EAE95272DA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0" name="Straight Connector 2139">
                    <a:extLst>
                      <a:ext uri="{FF2B5EF4-FFF2-40B4-BE49-F238E27FC236}">
                        <a16:creationId xmlns:a16="http://schemas.microsoft.com/office/drawing/2014/main" id="{5397F949-B998-4130-A225-C30BFFB59E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1" name="Straight Connector 2140">
                    <a:extLst>
                      <a:ext uri="{FF2B5EF4-FFF2-40B4-BE49-F238E27FC236}">
                        <a16:creationId xmlns:a16="http://schemas.microsoft.com/office/drawing/2014/main" id="{E1A4A389-1A41-48FA-A898-C8F11129B9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2" name="Straight Connector 2141">
                    <a:extLst>
                      <a:ext uri="{FF2B5EF4-FFF2-40B4-BE49-F238E27FC236}">
                        <a16:creationId xmlns:a16="http://schemas.microsoft.com/office/drawing/2014/main" id="{5A8D542F-617B-4CC0-B78A-D1F74A913A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3" name="Straight Connector 2142">
                    <a:extLst>
                      <a:ext uri="{FF2B5EF4-FFF2-40B4-BE49-F238E27FC236}">
                        <a16:creationId xmlns:a16="http://schemas.microsoft.com/office/drawing/2014/main" id="{32F41660-5308-489C-A1E6-1DE3361B59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4" name="Straight Connector 2143">
                    <a:extLst>
                      <a:ext uri="{FF2B5EF4-FFF2-40B4-BE49-F238E27FC236}">
                        <a16:creationId xmlns:a16="http://schemas.microsoft.com/office/drawing/2014/main" id="{BE5EF1F6-70F5-4C6A-AD11-1A2E2E05C7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32" name="Group 2131">
                  <a:extLst>
                    <a:ext uri="{FF2B5EF4-FFF2-40B4-BE49-F238E27FC236}">
                      <a16:creationId xmlns:a16="http://schemas.microsoft.com/office/drawing/2014/main" id="{0FDBD93F-447C-4C23-AD68-4F7D6241D83E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211474"/>
                  <a:ext cx="3794157" cy="3785157"/>
                  <a:chOff x="4894292" y="2512244"/>
                  <a:chExt cx="3794157" cy="3785157"/>
                </a:xfrm>
              </p:grpSpPr>
              <p:cxnSp>
                <p:nvCxnSpPr>
                  <p:cNvPr id="2133" name="Straight Connector 2132">
                    <a:extLst>
                      <a:ext uri="{FF2B5EF4-FFF2-40B4-BE49-F238E27FC236}">
                        <a16:creationId xmlns:a16="http://schemas.microsoft.com/office/drawing/2014/main" id="{805A2D1E-F3C6-4A91-ACAE-3BB7BEEC6F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4" name="Straight Connector 2133">
                    <a:extLst>
                      <a:ext uri="{FF2B5EF4-FFF2-40B4-BE49-F238E27FC236}">
                        <a16:creationId xmlns:a16="http://schemas.microsoft.com/office/drawing/2014/main" id="{21852587-71EF-4F10-B6F3-DF55F2707F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5" name="Straight Connector 2134">
                    <a:extLst>
                      <a:ext uri="{FF2B5EF4-FFF2-40B4-BE49-F238E27FC236}">
                        <a16:creationId xmlns:a16="http://schemas.microsoft.com/office/drawing/2014/main" id="{71548938-6260-4A0B-A731-79CB7D6911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41004" y="5923122"/>
                    <a:ext cx="748559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6" name="Straight Connector 2135">
                    <a:extLst>
                      <a:ext uri="{FF2B5EF4-FFF2-40B4-BE49-F238E27FC236}">
                        <a16:creationId xmlns:a16="http://schemas.microsoft.com/office/drawing/2014/main" id="{9BED81D8-C7FB-422B-ABD4-91556BC256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7" name="Straight Connector 2136">
                    <a:extLst>
                      <a:ext uri="{FF2B5EF4-FFF2-40B4-BE49-F238E27FC236}">
                        <a16:creationId xmlns:a16="http://schemas.microsoft.com/office/drawing/2014/main" id="{10BD5954-2FC1-49DC-A9D9-22B52D7054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8" name="Straight Connector 2137">
                    <a:extLst>
                      <a:ext uri="{FF2B5EF4-FFF2-40B4-BE49-F238E27FC236}">
                        <a16:creationId xmlns:a16="http://schemas.microsoft.com/office/drawing/2014/main" id="{BDBB649C-A165-4D66-9B88-7EE1959272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BB0A7613-E87E-4514-AFFE-E34648F47D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5894803"/>
                    <a:ext cx="748559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16C16521-3E4A-4713-B135-94123AA5C0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5165981"/>
                    <a:ext cx="748559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94" name="Group 2093">
              <a:extLst>
                <a:ext uri="{FF2B5EF4-FFF2-40B4-BE49-F238E27FC236}">
                  <a16:creationId xmlns:a16="http://schemas.microsoft.com/office/drawing/2014/main" id="{3399E202-FD94-4A6A-9FFC-664CE03C88D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82396" y="1948793"/>
              <a:ext cx="3077969" cy="3051042"/>
              <a:chOff x="4066630" y="206887"/>
              <a:chExt cx="6110587" cy="6057135"/>
            </a:xfrm>
          </p:grpSpPr>
          <p:grpSp>
            <p:nvGrpSpPr>
              <p:cNvPr id="2095" name="Group 2094">
                <a:extLst>
                  <a:ext uri="{FF2B5EF4-FFF2-40B4-BE49-F238E27FC236}">
                    <a16:creationId xmlns:a16="http://schemas.microsoft.com/office/drawing/2014/main" id="{4756130B-50E6-48D6-960B-1C071974788F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2111" name="Group 2110">
                  <a:extLst>
                    <a:ext uri="{FF2B5EF4-FFF2-40B4-BE49-F238E27FC236}">
                      <a16:creationId xmlns:a16="http://schemas.microsoft.com/office/drawing/2014/main" id="{686ED987-91F8-44F3-91E7-48197F42992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2120" name="Straight Connector 2119">
                    <a:extLst>
                      <a:ext uri="{FF2B5EF4-FFF2-40B4-BE49-F238E27FC236}">
                        <a16:creationId xmlns:a16="http://schemas.microsoft.com/office/drawing/2014/main" id="{4A98C298-6094-472C-A5A0-1D83D8ADD0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1" name="Straight Connector 2120">
                    <a:extLst>
                      <a:ext uri="{FF2B5EF4-FFF2-40B4-BE49-F238E27FC236}">
                        <a16:creationId xmlns:a16="http://schemas.microsoft.com/office/drawing/2014/main" id="{F1C1128C-7915-426B-A952-50000F5FE7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2" name="Straight Connector 2121">
                    <a:extLst>
                      <a:ext uri="{FF2B5EF4-FFF2-40B4-BE49-F238E27FC236}">
                        <a16:creationId xmlns:a16="http://schemas.microsoft.com/office/drawing/2014/main" id="{EE14FCCF-11FD-4E87-88F6-149D74C275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3" name="Straight Connector 2122">
                    <a:extLst>
                      <a:ext uri="{FF2B5EF4-FFF2-40B4-BE49-F238E27FC236}">
                        <a16:creationId xmlns:a16="http://schemas.microsoft.com/office/drawing/2014/main" id="{5D128757-9945-458D-969E-D65CAC298A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78780" y="4773349"/>
                    <a:ext cx="0" cy="75472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4" name="Straight Connector 2123">
                    <a:extLst>
                      <a:ext uri="{FF2B5EF4-FFF2-40B4-BE49-F238E27FC236}">
                        <a16:creationId xmlns:a16="http://schemas.microsoft.com/office/drawing/2014/main" id="{18A68D74-B0C6-4891-BEBE-4AB3FC670F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5" name="Straight Connector 2124">
                    <a:extLst>
                      <a:ext uri="{FF2B5EF4-FFF2-40B4-BE49-F238E27FC236}">
                        <a16:creationId xmlns:a16="http://schemas.microsoft.com/office/drawing/2014/main" id="{367B7854-10AE-48FB-9F92-A2AEACD731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6" name="Straight Connector 2125">
                    <a:extLst>
                      <a:ext uri="{FF2B5EF4-FFF2-40B4-BE49-F238E27FC236}">
                        <a16:creationId xmlns:a16="http://schemas.microsoft.com/office/drawing/2014/main" id="{859428D8-579A-4898-8F2F-9DCEB064CC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7" name="Straight Connector 2126">
                    <a:extLst>
                      <a:ext uri="{FF2B5EF4-FFF2-40B4-BE49-F238E27FC236}">
                        <a16:creationId xmlns:a16="http://schemas.microsoft.com/office/drawing/2014/main" id="{AD356754-C71F-4074-9051-5A30E299BF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8" name="Straight Connector 2127">
                    <a:extLst>
                      <a:ext uri="{FF2B5EF4-FFF2-40B4-BE49-F238E27FC236}">
                        <a16:creationId xmlns:a16="http://schemas.microsoft.com/office/drawing/2014/main" id="{CECD1D80-58F5-4A09-A8B9-2F3ADF5F59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12" name="Group 2111">
                  <a:extLst>
                    <a:ext uri="{FF2B5EF4-FFF2-40B4-BE49-F238E27FC236}">
                      <a16:creationId xmlns:a16="http://schemas.microsoft.com/office/drawing/2014/main" id="{EECCB7AD-1907-4E58-8824-F30CAD476F11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2113" name="Straight Connector 2112">
                    <a:extLst>
                      <a:ext uri="{FF2B5EF4-FFF2-40B4-BE49-F238E27FC236}">
                        <a16:creationId xmlns:a16="http://schemas.microsoft.com/office/drawing/2014/main" id="{F3B4F675-8E5A-4CEA-9E9D-1060B2E4F1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4" name="Straight Connector 2113">
                    <a:extLst>
                      <a:ext uri="{FF2B5EF4-FFF2-40B4-BE49-F238E27FC236}">
                        <a16:creationId xmlns:a16="http://schemas.microsoft.com/office/drawing/2014/main" id="{79B7C2CA-B465-452C-93A8-B19AD88EB6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5" name="Straight Connector 2114">
                    <a:extLst>
                      <a:ext uri="{FF2B5EF4-FFF2-40B4-BE49-F238E27FC236}">
                        <a16:creationId xmlns:a16="http://schemas.microsoft.com/office/drawing/2014/main" id="{FD5A05C4-7A12-4326-9E40-66F64AAF88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6" name="Straight Connector 2115">
                    <a:extLst>
                      <a:ext uri="{FF2B5EF4-FFF2-40B4-BE49-F238E27FC236}">
                        <a16:creationId xmlns:a16="http://schemas.microsoft.com/office/drawing/2014/main" id="{57AD7CC4-094C-473F-B3D4-BA18DBD50B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7" name="Straight Connector 2116">
                    <a:extLst>
                      <a:ext uri="{FF2B5EF4-FFF2-40B4-BE49-F238E27FC236}">
                        <a16:creationId xmlns:a16="http://schemas.microsoft.com/office/drawing/2014/main" id="{45D9715F-4D0B-4E16-BF93-8A784BC995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8" name="Straight Connector 2117">
                    <a:extLst>
                      <a:ext uri="{FF2B5EF4-FFF2-40B4-BE49-F238E27FC236}">
                        <a16:creationId xmlns:a16="http://schemas.microsoft.com/office/drawing/2014/main" id="{E0A88438-BB98-4B22-A680-828B6D8BC8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96" name="Group 2095">
                <a:extLst>
                  <a:ext uri="{FF2B5EF4-FFF2-40B4-BE49-F238E27FC236}">
                    <a16:creationId xmlns:a16="http://schemas.microsoft.com/office/drawing/2014/main" id="{C0FB4EAE-9B4B-42E6-9058-2FB46E9C3EFF}"/>
                  </a:ext>
                </a:extLst>
              </p:cNvPr>
              <p:cNvGrpSpPr/>
              <p:nvPr/>
            </p:nvGrpSpPr>
            <p:grpSpPr>
              <a:xfrm rot="5400000">
                <a:off x="4835341" y="178948"/>
                <a:ext cx="4568088" cy="6105507"/>
                <a:chOff x="4823986" y="192981"/>
                <a:chExt cx="4568088" cy="6105507"/>
              </a:xfrm>
            </p:grpSpPr>
            <p:grpSp>
              <p:nvGrpSpPr>
                <p:cNvPr id="2097" name="Group 2096">
                  <a:extLst>
                    <a:ext uri="{FF2B5EF4-FFF2-40B4-BE49-F238E27FC236}">
                      <a16:creationId xmlns:a16="http://schemas.microsoft.com/office/drawing/2014/main" id="{849635DF-D748-474C-B8F1-83AFE10F6DD3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2105" name="Straight Connector 2104">
                    <a:extLst>
                      <a:ext uri="{FF2B5EF4-FFF2-40B4-BE49-F238E27FC236}">
                        <a16:creationId xmlns:a16="http://schemas.microsoft.com/office/drawing/2014/main" id="{039CF33C-4C22-45B8-AA5A-CB461BDE74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6" name="Straight Connector 2105">
                    <a:extLst>
                      <a:ext uri="{FF2B5EF4-FFF2-40B4-BE49-F238E27FC236}">
                        <a16:creationId xmlns:a16="http://schemas.microsoft.com/office/drawing/2014/main" id="{69C682B4-580E-4999-BA76-51AF759703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7" name="Straight Connector 2106">
                    <a:extLst>
                      <a:ext uri="{FF2B5EF4-FFF2-40B4-BE49-F238E27FC236}">
                        <a16:creationId xmlns:a16="http://schemas.microsoft.com/office/drawing/2014/main" id="{7E84E54C-81B5-4074-92C6-53F34323F5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8" name="Straight Connector 2107">
                    <a:extLst>
                      <a:ext uri="{FF2B5EF4-FFF2-40B4-BE49-F238E27FC236}">
                        <a16:creationId xmlns:a16="http://schemas.microsoft.com/office/drawing/2014/main" id="{D4A6D875-26D5-483C-BEA0-C47FBDB9F3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9" name="Straight Connector 2108">
                    <a:extLst>
                      <a:ext uri="{FF2B5EF4-FFF2-40B4-BE49-F238E27FC236}">
                        <a16:creationId xmlns:a16="http://schemas.microsoft.com/office/drawing/2014/main" id="{F1521B47-34F9-462D-8E55-4D944FD7B5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0" name="Straight Connector 2109">
                    <a:extLst>
                      <a:ext uri="{FF2B5EF4-FFF2-40B4-BE49-F238E27FC236}">
                        <a16:creationId xmlns:a16="http://schemas.microsoft.com/office/drawing/2014/main" id="{CB5A1897-1F89-44B7-A2FC-FF8CE8A25B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8" name="Group 2097">
                  <a:extLst>
                    <a:ext uri="{FF2B5EF4-FFF2-40B4-BE49-F238E27FC236}">
                      <a16:creationId xmlns:a16="http://schemas.microsoft.com/office/drawing/2014/main" id="{B577E5DF-EDD5-4BB1-9965-FD5CB1C38092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1"/>
                  <a:ext cx="3794157" cy="3803650"/>
                  <a:chOff x="4894292" y="2512244"/>
                  <a:chExt cx="3794157" cy="3803650"/>
                </a:xfrm>
              </p:grpSpPr>
              <p:cxnSp>
                <p:nvCxnSpPr>
                  <p:cNvPr id="2099" name="Straight Connector 2098">
                    <a:extLst>
                      <a:ext uri="{FF2B5EF4-FFF2-40B4-BE49-F238E27FC236}">
                        <a16:creationId xmlns:a16="http://schemas.microsoft.com/office/drawing/2014/main" id="{81DCB947-D104-405A-AEE4-4272319EB1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0" name="Straight Connector 2099">
                    <a:extLst>
                      <a:ext uri="{FF2B5EF4-FFF2-40B4-BE49-F238E27FC236}">
                        <a16:creationId xmlns:a16="http://schemas.microsoft.com/office/drawing/2014/main" id="{FF814D51-CA21-4894-B3F5-54FCB7E1F6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1" name="Straight Connector 2100">
                    <a:extLst>
                      <a:ext uri="{FF2B5EF4-FFF2-40B4-BE49-F238E27FC236}">
                        <a16:creationId xmlns:a16="http://schemas.microsoft.com/office/drawing/2014/main" id="{5458F009-DA95-4E3D-960D-4E0DACE69F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2" name="Straight Connector 2101">
                    <a:extLst>
                      <a:ext uri="{FF2B5EF4-FFF2-40B4-BE49-F238E27FC236}">
                        <a16:creationId xmlns:a16="http://schemas.microsoft.com/office/drawing/2014/main" id="{FF02BBBE-5D08-4F12-8250-67A0F9CF82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3" name="Straight Connector 2102">
                    <a:extLst>
                      <a:ext uri="{FF2B5EF4-FFF2-40B4-BE49-F238E27FC236}">
                        <a16:creationId xmlns:a16="http://schemas.microsoft.com/office/drawing/2014/main" id="{4A3B87D0-C120-4EDB-8CC2-D6F94344DA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4" name="Straight Connector 2103">
                    <a:extLst>
                      <a:ext uri="{FF2B5EF4-FFF2-40B4-BE49-F238E27FC236}">
                        <a16:creationId xmlns:a16="http://schemas.microsoft.com/office/drawing/2014/main" id="{355E70B8-1975-4634-AB06-4209C26ADE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B320B8E1-942B-4F64-AA87-56F3C58014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46584" y="5941614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55ACD228-028D-44E9-8996-F60821764B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3219" y="5148256"/>
                    <a:ext cx="748561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C545E38-EE6F-44D8-9300-677054BB1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001" y="436084"/>
            <a:ext cx="2863997" cy="2876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6184A1-349F-48B9-B503-59F997CA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592" y="3330358"/>
            <a:ext cx="2927500" cy="29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51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FA221D4-5EB5-465C-880B-B473A7971438}"/>
              </a:ext>
            </a:extLst>
          </p:cNvPr>
          <p:cNvGrpSpPr/>
          <p:nvPr/>
        </p:nvGrpSpPr>
        <p:grpSpPr>
          <a:xfrm>
            <a:off x="768743" y="-2201655"/>
            <a:ext cx="10654514" cy="10111682"/>
            <a:chOff x="768743" y="-2201655"/>
            <a:chExt cx="10654514" cy="101116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1C9E42-B8AA-45C9-B7F1-CDBB0561C4BA}"/>
                </a:ext>
              </a:extLst>
            </p:cNvPr>
            <p:cNvSpPr/>
            <p:nvPr/>
          </p:nvSpPr>
          <p:spPr>
            <a:xfrm>
              <a:off x="768743" y="-2201655"/>
              <a:ext cx="10654514" cy="10111682"/>
            </a:xfrm>
            <a:prstGeom prst="rect">
              <a:avLst/>
            </a:prstGeom>
            <a:solidFill>
              <a:srgbClr val="E7DACB"/>
            </a:solidFill>
            <a:ln w="762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AEDCFC-3A32-4C0F-BA52-48B896682AE2}"/>
                </a:ext>
              </a:extLst>
            </p:cNvPr>
            <p:cNvSpPr txBox="1"/>
            <p:nvPr/>
          </p:nvSpPr>
          <p:spPr>
            <a:xfrm>
              <a:off x="1393446" y="-1852789"/>
              <a:ext cx="94051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Fractal </a:t>
              </a:r>
              <a:r>
                <a:rPr lang="pt-PT" sz="4800" b="1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4800" b="1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4800" b="1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</a:t>
              </a:r>
              <a:r>
                <a:rPr lang="pt-PT" sz="4800" dirty="0">
                  <a:solidFill>
                    <a:schemeClr val="accent4">
                      <a:lumMod val="50000"/>
                    </a:schemeClr>
                  </a:solidFill>
                </a:rPr>
                <a:t> ★</a:t>
              </a:r>
              <a:endParaRPr lang="pt-PT" sz="4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C7BCD4-31C7-4838-84C2-5F02C8EA12A7}"/>
                </a:ext>
              </a:extLst>
            </p:cNvPr>
            <p:cNvSpPr txBox="1"/>
            <p:nvPr/>
          </p:nvSpPr>
          <p:spPr>
            <a:xfrm>
              <a:off x="831185" y="-1012629"/>
              <a:ext cx="10529630" cy="107721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 per </a:t>
              </a:r>
              <a:r>
                <a:rPr lang="pt-PT" sz="3200" b="1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pt-PT" sz="32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must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touch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F8DA777-1237-4731-A71B-746818B7DB1A}"/>
                </a:ext>
              </a:extLst>
            </p:cNvPr>
            <p:cNvSpPr/>
            <p:nvPr/>
          </p:nvSpPr>
          <p:spPr>
            <a:xfrm>
              <a:off x="6039884" y="6880195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#20 by Pedro PSI – 19</a:t>
              </a:r>
              <a:r>
                <a:rPr lang="en-US" b="1" baseline="30000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December 2020</a:t>
              </a:r>
            </a:p>
            <a:p>
              <a:pPr algn="r"/>
              <a:r>
                <a:rPr lang="pt-PT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88E6695-0376-46B6-A7D2-3A0FE82EF810}"/>
                </a:ext>
              </a:extLst>
            </p:cNvPr>
            <p:cNvGrpSpPr/>
            <p:nvPr/>
          </p:nvGrpSpPr>
          <p:grpSpPr>
            <a:xfrm>
              <a:off x="4596819" y="485120"/>
              <a:ext cx="6350526" cy="6221376"/>
              <a:chOff x="4596819" y="485120"/>
              <a:chExt cx="6350526" cy="622137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017A38E-176C-425B-BB13-9581983D67A2}"/>
                  </a:ext>
                </a:extLst>
              </p:cNvPr>
              <p:cNvGrpSpPr/>
              <p:nvPr/>
            </p:nvGrpSpPr>
            <p:grpSpPr>
              <a:xfrm>
                <a:off x="5013925" y="921099"/>
                <a:ext cx="5509932" cy="5443657"/>
                <a:chOff x="5013925" y="921099"/>
                <a:chExt cx="5509932" cy="5443657"/>
              </a:xfrm>
            </p:grpSpPr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478B570A-FE7D-4A5A-9738-51C7FB173A71}"/>
                    </a:ext>
                  </a:extLst>
                </p:cNvPr>
                <p:cNvGrpSpPr/>
                <p:nvPr/>
              </p:nvGrpSpPr>
              <p:grpSpPr>
                <a:xfrm flipH="1">
                  <a:off x="5017311" y="926331"/>
                  <a:ext cx="5497444" cy="5438425"/>
                  <a:chOff x="2406316" y="-297196"/>
                  <a:chExt cx="22151757" cy="21913932"/>
                </a:xfrm>
              </p:grpSpPr>
              <p:grpSp>
                <p:nvGrpSpPr>
                  <p:cNvPr id="283" name="Group 282">
                    <a:extLst>
                      <a:ext uri="{FF2B5EF4-FFF2-40B4-BE49-F238E27FC236}">
                        <a16:creationId xmlns:a16="http://schemas.microsoft.com/office/drawing/2014/main" id="{1E09DE78-78BF-4C09-B9F7-576A19B440AF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547" name="Group 546">
                      <a:extLst>
                        <a:ext uri="{FF2B5EF4-FFF2-40B4-BE49-F238E27FC236}">
                          <a16:creationId xmlns:a16="http://schemas.microsoft.com/office/drawing/2014/main" id="{E820F976-6849-428E-935A-286DFCE82D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57" name="Rectangle 556">
                        <a:extLst>
                          <a:ext uri="{FF2B5EF4-FFF2-40B4-BE49-F238E27FC236}">
                            <a16:creationId xmlns:a16="http://schemas.microsoft.com/office/drawing/2014/main" id="{36104222-306E-4D1B-8F60-93C3B303D8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58" name="Rectangle 557">
                        <a:extLst>
                          <a:ext uri="{FF2B5EF4-FFF2-40B4-BE49-F238E27FC236}">
                            <a16:creationId xmlns:a16="http://schemas.microsoft.com/office/drawing/2014/main" id="{1BF72C0D-594A-4478-B9ED-06582A5B1A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48" name="Group 547">
                      <a:extLst>
                        <a:ext uri="{FF2B5EF4-FFF2-40B4-BE49-F238E27FC236}">
                          <a16:creationId xmlns:a16="http://schemas.microsoft.com/office/drawing/2014/main" id="{BC118F18-194F-4425-8925-78BD06DF5BA2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55" name="Rectangle 554">
                        <a:extLst>
                          <a:ext uri="{FF2B5EF4-FFF2-40B4-BE49-F238E27FC236}">
                            <a16:creationId xmlns:a16="http://schemas.microsoft.com/office/drawing/2014/main" id="{DE71CB24-C9FF-477D-BF00-CFACED9E4D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56" name="Rectangle 555">
                        <a:extLst>
                          <a:ext uri="{FF2B5EF4-FFF2-40B4-BE49-F238E27FC236}">
                            <a16:creationId xmlns:a16="http://schemas.microsoft.com/office/drawing/2014/main" id="{99566CF0-4A33-4C28-B5A4-EF87336C9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49" name="Group 548">
                      <a:extLst>
                        <a:ext uri="{FF2B5EF4-FFF2-40B4-BE49-F238E27FC236}">
                          <a16:creationId xmlns:a16="http://schemas.microsoft.com/office/drawing/2014/main" id="{E7F61161-04FB-40D1-B690-2882CD09D61D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53" name="Rectangle 552">
                        <a:extLst>
                          <a:ext uri="{FF2B5EF4-FFF2-40B4-BE49-F238E27FC236}">
                            <a16:creationId xmlns:a16="http://schemas.microsoft.com/office/drawing/2014/main" id="{DFDEF3E7-3778-4713-8C22-B7352331FF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54" name="Rectangle 553">
                        <a:extLst>
                          <a:ext uri="{FF2B5EF4-FFF2-40B4-BE49-F238E27FC236}">
                            <a16:creationId xmlns:a16="http://schemas.microsoft.com/office/drawing/2014/main" id="{5DFE23AA-9022-4620-9F4F-B33CF7B2EC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50" name="Group 549">
                      <a:extLst>
                        <a:ext uri="{FF2B5EF4-FFF2-40B4-BE49-F238E27FC236}">
                          <a16:creationId xmlns:a16="http://schemas.microsoft.com/office/drawing/2014/main" id="{BF0F52C3-2ACC-41CC-AEA9-8AAD289153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51" name="Rectangle 550">
                        <a:extLst>
                          <a:ext uri="{FF2B5EF4-FFF2-40B4-BE49-F238E27FC236}">
                            <a16:creationId xmlns:a16="http://schemas.microsoft.com/office/drawing/2014/main" id="{C417FC61-FA19-43BF-98E6-1DB58E6B47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52" name="Rectangle 551">
                        <a:extLst>
                          <a:ext uri="{FF2B5EF4-FFF2-40B4-BE49-F238E27FC236}">
                            <a16:creationId xmlns:a16="http://schemas.microsoft.com/office/drawing/2014/main" id="{FA8FF32E-FBC6-4ECB-8C5A-6D3A73A995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4" name="Group 283">
                    <a:extLst>
                      <a:ext uri="{FF2B5EF4-FFF2-40B4-BE49-F238E27FC236}">
                        <a16:creationId xmlns:a16="http://schemas.microsoft.com/office/drawing/2014/main" id="{81874315-40F0-4489-96E9-41313D91AB48}"/>
                      </a:ext>
                    </a:extLst>
                  </p:cNvPr>
                  <p:cNvGrpSpPr/>
                  <p:nvPr/>
                </p:nvGrpSpPr>
                <p:grpSpPr>
                  <a:xfrm>
                    <a:off x="9799337" y="-297196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535" name="Group 534">
                      <a:extLst>
                        <a:ext uri="{FF2B5EF4-FFF2-40B4-BE49-F238E27FC236}">
                          <a16:creationId xmlns:a16="http://schemas.microsoft.com/office/drawing/2014/main" id="{9BCFF529-257F-486B-8746-A46FDEFB49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45" name="Rectangle 544">
                        <a:extLst>
                          <a:ext uri="{FF2B5EF4-FFF2-40B4-BE49-F238E27FC236}">
                            <a16:creationId xmlns:a16="http://schemas.microsoft.com/office/drawing/2014/main" id="{E3A699CB-E15B-4EBF-9F8D-F7C9A40A31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46" name="Rectangle 545">
                        <a:extLst>
                          <a:ext uri="{FF2B5EF4-FFF2-40B4-BE49-F238E27FC236}">
                            <a16:creationId xmlns:a16="http://schemas.microsoft.com/office/drawing/2014/main" id="{78759898-58BF-4AED-AB92-89150DD92A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36" name="Group 535">
                      <a:extLst>
                        <a:ext uri="{FF2B5EF4-FFF2-40B4-BE49-F238E27FC236}">
                          <a16:creationId xmlns:a16="http://schemas.microsoft.com/office/drawing/2014/main" id="{F9683233-BE52-4BB4-9124-6E2CD60AB2E2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43" name="Rectangle 542">
                        <a:extLst>
                          <a:ext uri="{FF2B5EF4-FFF2-40B4-BE49-F238E27FC236}">
                            <a16:creationId xmlns:a16="http://schemas.microsoft.com/office/drawing/2014/main" id="{CDBC5608-B4DA-4678-B9A1-527455B2CB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44" name="Rectangle 543">
                        <a:extLst>
                          <a:ext uri="{FF2B5EF4-FFF2-40B4-BE49-F238E27FC236}">
                            <a16:creationId xmlns:a16="http://schemas.microsoft.com/office/drawing/2014/main" id="{8B3A8C34-9BEE-4DD6-9B38-CBA3A28A4B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37" name="Group 536">
                      <a:extLst>
                        <a:ext uri="{FF2B5EF4-FFF2-40B4-BE49-F238E27FC236}">
                          <a16:creationId xmlns:a16="http://schemas.microsoft.com/office/drawing/2014/main" id="{89159149-A3D0-445C-A290-8CFB0BE3AAF6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41" name="Rectangle 540">
                        <a:extLst>
                          <a:ext uri="{FF2B5EF4-FFF2-40B4-BE49-F238E27FC236}">
                            <a16:creationId xmlns:a16="http://schemas.microsoft.com/office/drawing/2014/main" id="{153C1C35-C071-40FA-9791-5A53ADF88B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42" name="Rectangle 541">
                        <a:extLst>
                          <a:ext uri="{FF2B5EF4-FFF2-40B4-BE49-F238E27FC236}">
                            <a16:creationId xmlns:a16="http://schemas.microsoft.com/office/drawing/2014/main" id="{32990ED2-4F17-413C-8CCB-00A69006AE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38" name="Group 537">
                      <a:extLst>
                        <a:ext uri="{FF2B5EF4-FFF2-40B4-BE49-F238E27FC236}">
                          <a16:creationId xmlns:a16="http://schemas.microsoft.com/office/drawing/2014/main" id="{24595FCD-47B3-4706-A4EF-61AFAD2A9C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39" name="Rectangle 538">
                        <a:extLst>
                          <a:ext uri="{FF2B5EF4-FFF2-40B4-BE49-F238E27FC236}">
                            <a16:creationId xmlns:a16="http://schemas.microsoft.com/office/drawing/2014/main" id="{DA446451-9F98-44F4-B682-0114DAEFEF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40" name="Rectangle 539">
                        <a:extLst>
                          <a:ext uri="{FF2B5EF4-FFF2-40B4-BE49-F238E27FC236}">
                            <a16:creationId xmlns:a16="http://schemas.microsoft.com/office/drawing/2014/main" id="{194E525D-960B-45D2-A8D2-06DDC57EA8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5" name="Group 284">
                    <a:extLst>
                      <a:ext uri="{FF2B5EF4-FFF2-40B4-BE49-F238E27FC236}">
                        <a16:creationId xmlns:a16="http://schemas.microsoft.com/office/drawing/2014/main" id="{88DF4DA2-37CD-4103-B5BB-D73A1A2B2A14}"/>
                      </a:ext>
                    </a:extLst>
                  </p:cNvPr>
                  <p:cNvGrpSpPr/>
                  <p:nvPr/>
                </p:nvGrpSpPr>
                <p:grpSpPr>
                  <a:xfrm>
                    <a:off x="17178705" y="-297196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523" name="Group 522">
                      <a:extLst>
                        <a:ext uri="{FF2B5EF4-FFF2-40B4-BE49-F238E27FC236}">
                          <a16:creationId xmlns:a16="http://schemas.microsoft.com/office/drawing/2014/main" id="{E75C2E2F-AE88-4512-8BFE-8EB7EE319B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33" name="Rectangle 532">
                        <a:extLst>
                          <a:ext uri="{FF2B5EF4-FFF2-40B4-BE49-F238E27FC236}">
                            <a16:creationId xmlns:a16="http://schemas.microsoft.com/office/drawing/2014/main" id="{BBB51B4E-5F29-4094-95C8-8E93B35ABF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34" name="Rectangle 533">
                        <a:extLst>
                          <a:ext uri="{FF2B5EF4-FFF2-40B4-BE49-F238E27FC236}">
                            <a16:creationId xmlns:a16="http://schemas.microsoft.com/office/drawing/2014/main" id="{4EA1DB2A-ADD5-46D1-80E1-ACABC6F563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24" name="Group 523">
                      <a:extLst>
                        <a:ext uri="{FF2B5EF4-FFF2-40B4-BE49-F238E27FC236}">
                          <a16:creationId xmlns:a16="http://schemas.microsoft.com/office/drawing/2014/main" id="{738E4374-5BF9-4836-B70C-E200114ADD85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31" name="Rectangle 530">
                        <a:extLst>
                          <a:ext uri="{FF2B5EF4-FFF2-40B4-BE49-F238E27FC236}">
                            <a16:creationId xmlns:a16="http://schemas.microsoft.com/office/drawing/2014/main" id="{8FE1147D-D14A-4AF2-8B83-A1A86439A3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32" name="Rectangle 531">
                        <a:extLst>
                          <a:ext uri="{FF2B5EF4-FFF2-40B4-BE49-F238E27FC236}">
                            <a16:creationId xmlns:a16="http://schemas.microsoft.com/office/drawing/2014/main" id="{5F6C5A9E-CCB4-4706-8635-F0DAD173E5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25" name="Group 524">
                      <a:extLst>
                        <a:ext uri="{FF2B5EF4-FFF2-40B4-BE49-F238E27FC236}">
                          <a16:creationId xmlns:a16="http://schemas.microsoft.com/office/drawing/2014/main" id="{363EC1EC-5F6F-4BE7-B7E6-4F95AE17F8D9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29" name="Rectangle 528">
                        <a:extLst>
                          <a:ext uri="{FF2B5EF4-FFF2-40B4-BE49-F238E27FC236}">
                            <a16:creationId xmlns:a16="http://schemas.microsoft.com/office/drawing/2014/main" id="{8506EC94-950F-427C-8ED3-F582B184EF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30" name="Rectangle 529">
                        <a:extLst>
                          <a:ext uri="{FF2B5EF4-FFF2-40B4-BE49-F238E27FC236}">
                            <a16:creationId xmlns:a16="http://schemas.microsoft.com/office/drawing/2014/main" id="{1645D646-2F7E-4C6F-91D4-39EF6AB0C3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26" name="Group 525">
                      <a:extLst>
                        <a:ext uri="{FF2B5EF4-FFF2-40B4-BE49-F238E27FC236}">
                          <a16:creationId xmlns:a16="http://schemas.microsoft.com/office/drawing/2014/main" id="{F4C974CB-2DBF-4721-810E-730534E746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27" name="Rectangle 526">
                        <a:extLst>
                          <a:ext uri="{FF2B5EF4-FFF2-40B4-BE49-F238E27FC236}">
                            <a16:creationId xmlns:a16="http://schemas.microsoft.com/office/drawing/2014/main" id="{406651C0-00B0-4E00-9C8F-2CE655BAC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28" name="Rectangle 527">
                        <a:extLst>
                          <a:ext uri="{FF2B5EF4-FFF2-40B4-BE49-F238E27FC236}">
                            <a16:creationId xmlns:a16="http://schemas.microsoft.com/office/drawing/2014/main" id="{CA4002A1-C638-467E-9BE2-83F92640E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6" name="Group 285">
                    <a:extLst>
                      <a:ext uri="{FF2B5EF4-FFF2-40B4-BE49-F238E27FC236}">
                        <a16:creationId xmlns:a16="http://schemas.microsoft.com/office/drawing/2014/main" id="{2F924A4E-B6D1-44F3-97F8-FDED2B8BFF0B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6858000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511" name="Group 510">
                      <a:extLst>
                        <a:ext uri="{FF2B5EF4-FFF2-40B4-BE49-F238E27FC236}">
                          <a16:creationId xmlns:a16="http://schemas.microsoft.com/office/drawing/2014/main" id="{90BF1B53-2EAD-44E4-9994-7C6CE84BD7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21" name="Rectangle 520">
                        <a:extLst>
                          <a:ext uri="{FF2B5EF4-FFF2-40B4-BE49-F238E27FC236}">
                            <a16:creationId xmlns:a16="http://schemas.microsoft.com/office/drawing/2014/main" id="{50812F18-C738-487C-9EB1-C6F55FC3AF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22" name="Rectangle 521">
                        <a:extLst>
                          <a:ext uri="{FF2B5EF4-FFF2-40B4-BE49-F238E27FC236}">
                            <a16:creationId xmlns:a16="http://schemas.microsoft.com/office/drawing/2014/main" id="{9FDB75C7-6D83-4287-BC0B-77657B4424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12" name="Group 511">
                      <a:extLst>
                        <a:ext uri="{FF2B5EF4-FFF2-40B4-BE49-F238E27FC236}">
                          <a16:creationId xmlns:a16="http://schemas.microsoft.com/office/drawing/2014/main" id="{8F1C804A-1CCA-49E5-A3E7-5FCA939B3B78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19" name="Rectangle 518">
                        <a:extLst>
                          <a:ext uri="{FF2B5EF4-FFF2-40B4-BE49-F238E27FC236}">
                            <a16:creationId xmlns:a16="http://schemas.microsoft.com/office/drawing/2014/main" id="{2F6282FD-C1A4-41AD-B751-BEABEF7C39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20" name="Rectangle 519">
                        <a:extLst>
                          <a:ext uri="{FF2B5EF4-FFF2-40B4-BE49-F238E27FC236}">
                            <a16:creationId xmlns:a16="http://schemas.microsoft.com/office/drawing/2014/main" id="{3CA0DD39-6D63-433C-931C-E46BAA52EC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13" name="Group 512">
                      <a:extLst>
                        <a:ext uri="{FF2B5EF4-FFF2-40B4-BE49-F238E27FC236}">
                          <a16:creationId xmlns:a16="http://schemas.microsoft.com/office/drawing/2014/main" id="{28963D44-584B-409E-84FA-AE7A906FFBDB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17" name="Rectangle 516">
                        <a:extLst>
                          <a:ext uri="{FF2B5EF4-FFF2-40B4-BE49-F238E27FC236}">
                            <a16:creationId xmlns:a16="http://schemas.microsoft.com/office/drawing/2014/main" id="{D28C7FEB-EB0A-41FE-B041-6EA6FA3C47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18" name="Rectangle 517">
                        <a:extLst>
                          <a:ext uri="{FF2B5EF4-FFF2-40B4-BE49-F238E27FC236}">
                            <a16:creationId xmlns:a16="http://schemas.microsoft.com/office/drawing/2014/main" id="{CE00258B-19C2-4189-88C2-799F7761BF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14" name="Group 513">
                      <a:extLst>
                        <a:ext uri="{FF2B5EF4-FFF2-40B4-BE49-F238E27FC236}">
                          <a16:creationId xmlns:a16="http://schemas.microsoft.com/office/drawing/2014/main" id="{B7CE086E-5DA2-400D-9AB2-D79C7CD21E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15" name="Rectangle 514">
                        <a:extLst>
                          <a:ext uri="{FF2B5EF4-FFF2-40B4-BE49-F238E27FC236}">
                            <a16:creationId xmlns:a16="http://schemas.microsoft.com/office/drawing/2014/main" id="{AA79FEDE-A952-4C89-89B4-CA4C4DB765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16" name="Rectangle 515">
                        <a:extLst>
                          <a:ext uri="{FF2B5EF4-FFF2-40B4-BE49-F238E27FC236}">
                            <a16:creationId xmlns:a16="http://schemas.microsoft.com/office/drawing/2014/main" id="{59E36DA1-3554-4BA3-965B-A19712E3DA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7" name="Group 286">
                    <a:extLst>
                      <a:ext uri="{FF2B5EF4-FFF2-40B4-BE49-F238E27FC236}">
                        <a16:creationId xmlns:a16="http://schemas.microsoft.com/office/drawing/2014/main" id="{98E915FE-456B-469E-A8E6-D4A1DBFBE74F}"/>
                      </a:ext>
                    </a:extLst>
                  </p:cNvPr>
                  <p:cNvGrpSpPr/>
                  <p:nvPr/>
                </p:nvGrpSpPr>
                <p:grpSpPr>
                  <a:xfrm>
                    <a:off x="9799337" y="6858000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499" name="Group 498">
                      <a:extLst>
                        <a:ext uri="{FF2B5EF4-FFF2-40B4-BE49-F238E27FC236}">
                          <a16:creationId xmlns:a16="http://schemas.microsoft.com/office/drawing/2014/main" id="{C15B0BE8-08A2-47A3-AAE8-7F7D56A467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09" name="Rectangle 508">
                        <a:extLst>
                          <a:ext uri="{FF2B5EF4-FFF2-40B4-BE49-F238E27FC236}">
                            <a16:creationId xmlns:a16="http://schemas.microsoft.com/office/drawing/2014/main" id="{C61F836E-275F-4261-A072-BAE8216DDF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10" name="Rectangle 509">
                        <a:extLst>
                          <a:ext uri="{FF2B5EF4-FFF2-40B4-BE49-F238E27FC236}">
                            <a16:creationId xmlns:a16="http://schemas.microsoft.com/office/drawing/2014/main" id="{413D8569-F84C-453D-ADD5-68F1192BED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00" name="Group 499">
                      <a:extLst>
                        <a:ext uri="{FF2B5EF4-FFF2-40B4-BE49-F238E27FC236}">
                          <a16:creationId xmlns:a16="http://schemas.microsoft.com/office/drawing/2014/main" id="{6DE6A57E-9832-4DEC-B2E4-CA8967AB2F51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07" name="Rectangle 506">
                        <a:extLst>
                          <a:ext uri="{FF2B5EF4-FFF2-40B4-BE49-F238E27FC236}">
                            <a16:creationId xmlns:a16="http://schemas.microsoft.com/office/drawing/2014/main" id="{5F6846FB-3F76-4866-B8CA-2605E52166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08" name="Rectangle 507">
                        <a:extLst>
                          <a:ext uri="{FF2B5EF4-FFF2-40B4-BE49-F238E27FC236}">
                            <a16:creationId xmlns:a16="http://schemas.microsoft.com/office/drawing/2014/main" id="{2503D1C9-86E6-49FB-94A9-19D4F2BA80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01" name="Group 500">
                      <a:extLst>
                        <a:ext uri="{FF2B5EF4-FFF2-40B4-BE49-F238E27FC236}">
                          <a16:creationId xmlns:a16="http://schemas.microsoft.com/office/drawing/2014/main" id="{75E3D38E-0C85-4403-9793-AAA10B02D322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05" name="Rectangle 504">
                        <a:extLst>
                          <a:ext uri="{FF2B5EF4-FFF2-40B4-BE49-F238E27FC236}">
                            <a16:creationId xmlns:a16="http://schemas.microsoft.com/office/drawing/2014/main" id="{41382DD0-621F-4EB1-B525-AD42513FD1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06" name="Rectangle 505">
                        <a:extLst>
                          <a:ext uri="{FF2B5EF4-FFF2-40B4-BE49-F238E27FC236}">
                            <a16:creationId xmlns:a16="http://schemas.microsoft.com/office/drawing/2014/main" id="{59F4737A-BF41-401C-865C-B870B624EC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02" name="Group 501">
                      <a:extLst>
                        <a:ext uri="{FF2B5EF4-FFF2-40B4-BE49-F238E27FC236}">
                          <a16:creationId xmlns:a16="http://schemas.microsoft.com/office/drawing/2014/main" id="{48F13F5D-13A6-4438-9B18-F2FDE7F8E6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03" name="Rectangle 502">
                        <a:extLst>
                          <a:ext uri="{FF2B5EF4-FFF2-40B4-BE49-F238E27FC236}">
                            <a16:creationId xmlns:a16="http://schemas.microsoft.com/office/drawing/2014/main" id="{DB667261-9682-4D5B-BB5D-42FFD540F8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04" name="Rectangle 503">
                        <a:extLst>
                          <a:ext uri="{FF2B5EF4-FFF2-40B4-BE49-F238E27FC236}">
                            <a16:creationId xmlns:a16="http://schemas.microsoft.com/office/drawing/2014/main" id="{B88EE633-0516-46AA-8D98-E299018EDB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8" name="Group 287">
                    <a:extLst>
                      <a:ext uri="{FF2B5EF4-FFF2-40B4-BE49-F238E27FC236}">
                        <a16:creationId xmlns:a16="http://schemas.microsoft.com/office/drawing/2014/main" id="{DC1AB28D-6FC0-4F3F-ACBF-9FDD05F2D5B1}"/>
                      </a:ext>
                    </a:extLst>
                  </p:cNvPr>
                  <p:cNvGrpSpPr/>
                  <p:nvPr/>
                </p:nvGrpSpPr>
                <p:grpSpPr>
                  <a:xfrm>
                    <a:off x="17178705" y="6858000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477" name="Group 476">
                      <a:extLst>
                        <a:ext uri="{FF2B5EF4-FFF2-40B4-BE49-F238E27FC236}">
                          <a16:creationId xmlns:a16="http://schemas.microsoft.com/office/drawing/2014/main" id="{4FAC94B4-4D3C-4815-A5DA-400BCD4263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97" name="Rectangle 496">
                        <a:extLst>
                          <a:ext uri="{FF2B5EF4-FFF2-40B4-BE49-F238E27FC236}">
                            <a16:creationId xmlns:a16="http://schemas.microsoft.com/office/drawing/2014/main" id="{DFA2F414-2ED8-436C-89B8-AE50251018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98" name="Rectangle 497">
                        <a:extLst>
                          <a:ext uri="{FF2B5EF4-FFF2-40B4-BE49-F238E27FC236}">
                            <a16:creationId xmlns:a16="http://schemas.microsoft.com/office/drawing/2014/main" id="{00A55ED7-F8B8-4BEF-B856-89469DEAC2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82" name="Group 481">
                      <a:extLst>
                        <a:ext uri="{FF2B5EF4-FFF2-40B4-BE49-F238E27FC236}">
                          <a16:creationId xmlns:a16="http://schemas.microsoft.com/office/drawing/2014/main" id="{C0E9548E-DA1D-4C48-B7BA-7754D4643ECA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94" name="Rectangle 493">
                        <a:extLst>
                          <a:ext uri="{FF2B5EF4-FFF2-40B4-BE49-F238E27FC236}">
                            <a16:creationId xmlns:a16="http://schemas.microsoft.com/office/drawing/2014/main" id="{8CCA20B3-7623-41BD-8CF7-8EE8739B9C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96" name="Rectangle 495">
                        <a:extLst>
                          <a:ext uri="{FF2B5EF4-FFF2-40B4-BE49-F238E27FC236}">
                            <a16:creationId xmlns:a16="http://schemas.microsoft.com/office/drawing/2014/main" id="{F418B15A-C4E5-47B6-958A-59D90F037B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83" name="Group 482">
                      <a:extLst>
                        <a:ext uri="{FF2B5EF4-FFF2-40B4-BE49-F238E27FC236}">
                          <a16:creationId xmlns:a16="http://schemas.microsoft.com/office/drawing/2014/main" id="{1418319B-CF12-4C12-9262-2DFC326BDA1F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92" name="Rectangle 491">
                        <a:extLst>
                          <a:ext uri="{FF2B5EF4-FFF2-40B4-BE49-F238E27FC236}">
                            <a16:creationId xmlns:a16="http://schemas.microsoft.com/office/drawing/2014/main" id="{3490C1E9-5845-4FA1-B601-7A9D0B722C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93" name="Rectangle 492">
                        <a:extLst>
                          <a:ext uri="{FF2B5EF4-FFF2-40B4-BE49-F238E27FC236}">
                            <a16:creationId xmlns:a16="http://schemas.microsoft.com/office/drawing/2014/main" id="{364917F9-BFB6-4502-8E52-BA5C4E137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89" name="Group 488">
                      <a:extLst>
                        <a:ext uri="{FF2B5EF4-FFF2-40B4-BE49-F238E27FC236}">
                          <a16:creationId xmlns:a16="http://schemas.microsoft.com/office/drawing/2014/main" id="{77855E4A-7B3F-4DCD-86FA-03770B99B9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90" name="Rectangle 489">
                        <a:extLst>
                          <a:ext uri="{FF2B5EF4-FFF2-40B4-BE49-F238E27FC236}">
                            <a16:creationId xmlns:a16="http://schemas.microsoft.com/office/drawing/2014/main" id="{BAC4C531-6F00-4C74-8DB6-25FD9200C4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91" name="Rectangle 490">
                        <a:extLst>
                          <a:ext uri="{FF2B5EF4-FFF2-40B4-BE49-F238E27FC236}">
                            <a16:creationId xmlns:a16="http://schemas.microsoft.com/office/drawing/2014/main" id="{7C8FA095-0F05-4D3A-8043-EE4370582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9" name="Group 288">
                    <a:extLst>
                      <a:ext uri="{FF2B5EF4-FFF2-40B4-BE49-F238E27FC236}">
                        <a16:creationId xmlns:a16="http://schemas.microsoft.com/office/drawing/2014/main" id="{A5D58736-891C-46EF-A3BB-4215FA32AB72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14237368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451" name="Group 450">
                      <a:extLst>
                        <a:ext uri="{FF2B5EF4-FFF2-40B4-BE49-F238E27FC236}">
                          <a16:creationId xmlns:a16="http://schemas.microsoft.com/office/drawing/2014/main" id="{9CAF87F1-322E-4002-8242-DD3587E5A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73" name="Rectangle 472">
                        <a:extLst>
                          <a:ext uri="{FF2B5EF4-FFF2-40B4-BE49-F238E27FC236}">
                            <a16:creationId xmlns:a16="http://schemas.microsoft.com/office/drawing/2014/main" id="{6BE5DD2F-4EAB-45DB-9A81-1EDE227136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76" name="Rectangle 475">
                        <a:extLst>
                          <a:ext uri="{FF2B5EF4-FFF2-40B4-BE49-F238E27FC236}">
                            <a16:creationId xmlns:a16="http://schemas.microsoft.com/office/drawing/2014/main" id="{F32B08B1-9999-4C37-A3AF-4EACB55551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53" name="Group 452">
                      <a:extLst>
                        <a:ext uri="{FF2B5EF4-FFF2-40B4-BE49-F238E27FC236}">
                          <a16:creationId xmlns:a16="http://schemas.microsoft.com/office/drawing/2014/main" id="{FC6F5EF2-271D-44ED-9BA4-3329595A7A46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67" name="Rectangle 466">
                        <a:extLst>
                          <a:ext uri="{FF2B5EF4-FFF2-40B4-BE49-F238E27FC236}">
                            <a16:creationId xmlns:a16="http://schemas.microsoft.com/office/drawing/2014/main" id="{D59113A3-F54B-4167-A43D-80223BA737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72" name="Rectangle 471">
                        <a:extLst>
                          <a:ext uri="{FF2B5EF4-FFF2-40B4-BE49-F238E27FC236}">
                            <a16:creationId xmlns:a16="http://schemas.microsoft.com/office/drawing/2014/main" id="{C01F3411-8A99-4E8B-8E2B-5F07B2F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54" name="Group 453">
                      <a:extLst>
                        <a:ext uri="{FF2B5EF4-FFF2-40B4-BE49-F238E27FC236}">
                          <a16:creationId xmlns:a16="http://schemas.microsoft.com/office/drawing/2014/main" id="{06F59A81-E12B-4378-8D3D-41F6281A76B1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58" name="Rectangle 457">
                        <a:extLst>
                          <a:ext uri="{FF2B5EF4-FFF2-40B4-BE49-F238E27FC236}">
                            <a16:creationId xmlns:a16="http://schemas.microsoft.com/office/drawing/2014/main" id="{873C1BEE-E226-4BF7-909F-B93C9B03B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65" name="Rectangle 464">
                        <a:extLst>
                          <a:ext uri="{FF2B5EF4-FFF2-40B4-BE49-F238E27FC236}">
                            <a16:creationId xmlns:a16="http://schemas.microsoft.com/office/drawing/2014/main" id="{1405BDE1-8C97-4262-9E7A-E86EF6BED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55" name="Group 454">
                      <a:extLst>
                        <a:ext uri="{FF2B5EF4-FFF2-40B4-BE49-F238E27FC236}">
                          <a16:creationId xmlns:a16="http://schemas.microsoft.com/office/drawing/2014/main" id="{6CF268EB-D63B-4069-AE6C-1242B09393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56" name="Rectangle 455">
                        <a:extLst>
                          <a:ext uri="{FF2B5EF4-FFF2-40B4-BE49-F238E27FC236}">
                            <a16:creationId xmlns:a16="http://schemas.microsoft.com/office/drawing/2014/main" id="{1CA6573D-2976-48A4-AE2E-3ED4251653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57" name="Rectangle 456">
                        <a:extLst>
                          <a:ext uri="{FF2B5EF4-FFF2-40B4-BE49-F238E27FC236}">
                            <a16:creationId xmlns:a16="http://schemas.microsoft.com/office/drawing/2014/main" id="{9D2D444E-B68E-4642-AAFB-C0D9985CFF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90" name="Group 289">
                    <a:extLst>
                      <a:ext uri="{FF2B5EF4-FFF2-40B4-BE49-F238E27FC236}">
                        <a16:creationId xmlns:a16="http://schemas.microsoft.com/office/drawing/2014/main" id="{3B24842D-3406-45F8-A059-C56A83500923}"/>
                      </a:ext>
                    </a:extLst>
                  </p:cNvPr>
                  <p:cNvGrpSpPr/>
                  <p:nvPr/>
                </p:nvGrpSpPr>
                <p:grpSpPr>
                  <a:xfrm>
                    <a:off x="9799337" y="14237368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435" name="Group 434">
                      <a:extLst>
                        <a:ext uri="{FF2B5EF4-FFF2-40B4-BE49-F238E27FC236}">
                          <a16:creationId xmlns:a16="http://schemas.microsoft.com/office/drawing/2014/main" id="{252B3CD9-50E2-4D20-906F-6B1DD3D0DE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49" name="Rectangle 448">
                        <a:extLst>
                          <a:ext uri="{FF2B5EF4-FFF2-40B4-BE49-F238E27FC236}">
                            <a16:creationId xmlns:a16="http://schemas.microsoft.com/office/drawing/2014/main" id="{AAE7E80F-D7F1-40E1-BE9B-31C8EDFCAB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50" name="Rectangle 449">
                        <a:extLst>
                          <a:ext uri="{FF2B5EF4-FFF2-40B4-BE49-F238E27FC236}">
                            <a16:creationId xmlns:a16="http://schemas.microsoft.com/office/drawing/2014/main" id="{A7075BD9-A9ED-4CA1-B312-ADE510B528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36" name="Group 435">
                      <a:extLst>
                        <a:ext uri="{FF2B5EF4-FFF2-40B4-BE49-F238E27FC236}">
                          <a16:creationId xmlns:a16="http://schemas.microsoft.com/office/drawing/2014/main" id="{8C23C1CE-16BC-4DA7-8B10-E0E661E33696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47" name="Rectangle 446">
                        <a:extLst>
                          <a:ext uri="{FF2B5EF4-FFF2-40B4-BE49-F238E27FC236}">
                            <a16:creationId xmlns:a16="http://schemas.microsoft.com/office/drawing/2014/main" id="{B62FDF8E-744F-4489-9F2F-CF6EFCE86E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48" name="Rectangle 447">
                        <a:extLst>
                          <a:ext uri="{FF2B5EF4-FFF2-40B4-BE49-F238E27FC236}">
                            <a16:creationId xmlns:a16="http://schemas.microsoft.com/office/drawing/2014/main" id="{E9B6A995-045E-4B5B-A2EA-80E7D9805B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37" name="Group 436">
                      <a:extLst>
                        <a:ext uri="{FF2B5EF4-FFF2-40B4-BE49-F238E27FC236}">
                          <a16:creationId xmlns:a16="http://schemas.microsoft.com/office/drawing/2014/main" id="{D65EEC9D-2C76-49E7-B790-C3EAF916E6C4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45" name="Rectangle 444">
                        <a:extLst>
                          <a:ext uri="{FF2B5EF4-FFF2-40B4-BE49-F238E27FC236}">
                            <a16:creationId xmlns:a16="http://schemas.microsoft.com/office/drawing/2014/main" id="{5BF1BC32-1E04-40FE-97E5-5DD3D9CB9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46" name="Rectangle 445">
                        <a:extLst>
                          <a:ext uri="{FF2B5EF4-FFF2-40B4-BE49-F238E27FC236}">
                            <a16:creationId xmlns:a16="http://schemas.microsoft.com/office/drawing/2014/main" id="{283923C0-EB5F-4085-83BB-3A093A1A36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38" name="Group 437">
                      <a:extLst>
                        <a:ext uri="{FF2B5EF4-FFF2-40B4-BE49-F238E27FC236}">
                          <a16:creationId xmlns:a16="http://schemas.microsoft.com/office/drawing/2014/main" id="{8932E6BA-2446-4A69-91B1-1D4AEB5BA1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42" name="Rectangle 441">
                        <a:extLst>
                          <a:ext uri="{FF2B5EF4-FFF2-40B4-BE49-F238E27FC236}">
                            <a16:creationId xmlns:a16="http://schemas.microsoft.com/office/drawing/2014/main" id="{E11DA794-25BE-4059-88F3-8E2EB74EE2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43" name="Rectangle 442">
                        <a:extLst>
                          <a:ext uri="{FF2B5EF4-FFF2-40B4-BE49-F238E27FC236}">
                            <a16:creationId xmlns:a16="http://schemas.microsoft.com/office/drawing/2014/main" id="{98A761B7-E597-4051-B118-DD115DF222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91" name="Group 290">
                    <a:extLst>
                      <a:ext uri="{FF2B5EF4-FFF2-40B4-BE49-F238E27FC236}">
                        <a16:creationId xmlns:a16="http://schemas.microsoft.com/office/drawing/2014/main" id="{424D34F4-F189-46D4-A8C1-7107DBBF3A70}"/>
                      </a:ext>
                    </a:extLst>
                  </p:cNvPr>
                  <p:cNvGrpSpPr/>
                  <p:nvPr/>
                </p:nvGrpSpPr>
                <p:grpSpPr>
                  <a:xfrm>
                    <a:off x="17178705" y="14237368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292" name="Group 291">
                      <a:extLst>
                        <a:ext uri="{FF2B5EF4-FFF2-40B4-BE49-F238E27FC236}">
                          <a16:creationId xmlns:a16="http://schemas.microsoft.com/office/drawing/2014/main" id="{276EA45E-F484-4796-A139-4B1D56B58E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33" name="Rectangle 432">
                        <a:extLst>
                          <a:ext uri="{FF2B5EF4-FFF2-40B4-BE49-F238E27FC236}">
                            <a16:creationId xmlns:a16="http://schemas.microsoft.com/office/drawing/2014/main" id="{6137AA89-0223-4BA0-B4CB-D831677682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34" name="Rectangle 433">
                        <a:extLst>
                          <a:ext uri="{FF2B5EF4-FFF2-40B4-BE49-F238E27FC236}">
                            <a16:creationId xmlns:a16="http://schemas.microsoft.com/office/drawing/2014/main" id="{237E17AD-B6D9-4B9A-A52E-F5C5264CDC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293" name="Group 292">
                      <a:extLst>
                        <a:ext uri="{FF2B5EF4-FFF2-40B4-BE49-F238E27FC236}">
                          <a16:creationId xmlns:a16="http://schemas.microsoft.com/office/drawing/2014/main" id="{F9B55F16-E8F0-4EED-8097-89542DFFCC1E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31" name="Rectangle 430">
                        <a:extLst>
                          <a:ext uri="{FF2B5EF4-FFF2-40B4-BE49-F238E27FC236}">
                            <a16:creationId xmlns:a16="http://schemas.microsoft.com/office/drawing/2014/main" id="{9ED3A95B-9D28-44DB-8EE6-23507D06EB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32" name="Rectangle 431">
                        <a:extLst>
                          <a:ext uri="{FF2B5EF4-FFF2-40B4-BE49-F238E27FC236}">
                            <a16:creationId xmlns:a16="http://schemas.microsoft.com/office/drawing/2014/main" id="{19BCC85A-12FE-47BD-BB49-58BC6E00AA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294" name="Group 293">
                      <a:extLst>
                        <a:ext uri="{FF2B5EF4-FFF2-40B4-BE49-F238E27FC236}">
                          <a16:creationId xmlns:a16="http://schemas.microsoft.com/office/drawing/2014/main" id="{AEABA07D-9DD5-4512-9259-26456DAD8012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389" name="Rectangle 388">
                        <a:extLst>
                          <a:ext uri="{FF2B5EF4-FFF2-40B4-BE49-F238E27FC236}">
                            <a16:creationId xmlns:a16="http://schemas.microsoft.com/office/drawing/2014/main" id="{EA558C70-B7FA-44D5-AFBA-46F746A68E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30" name="Rectangle 429">
                        <a:extLst>
                          <a:ext uri="{FF2B5EF4-FFF2-40B4-BE49-F238E27FC236}">
                            <a16:creationId xmlns:a16="http://schemas.microsoft.com/office/drawing/2014/main" id="{0A7552F2-3037-49CB-8124-4BD27F983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295" name="Group 294">
                      <a:extLst>
                        <a:ext uri="{FF2B5EF4-FFF2-40B4-BE49-F238E27FC236}">
                          <a16:creationId xmlns:a16="http://schemas.microsoft.com/office/drawing/2014/main" id="{1307E925-59B1-484E-A3C3-A305820F39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297" name="Rectangle 296">
                        <a:extLst>
                          <a:ext uri="{FF2B5EF4-FFF2-40B4-BE49-F238E27FC236}">
                            <a16:creationId xmlns:a16="http://schemas.microsoft.com/office/drawing/2014/main" id="{8E161C91-9CF1-4D98-B4D3-B677B3A108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298" name="Rectangle 297">
                        <a:extLst>
                          <a:ext uri="{FF2B5EF4-FFF2-40B4-BE49-F238E27FC236}">
                            <a16:creationId xmlns:a16="http://schemas.microsoft.com/office/drawing/2014/main" id="{57CD05A4-CEA3-4613-80F4-452C1B74DB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</p:grp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981627A1-F60F-42E2-8ADE-43D6FB32B7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17313" y="921099"/>
                  <a:ext cx="549744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525D2005-749E-47CF-831D-E51A86ADD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17313" y="6364756"/>
                  <a:ext cx="549744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313DC261-0BA0-4DD1-8A73-1B798512FD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13925" y="921099"/>
                  <a:ext cx="3388" cy="5443657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DD31FDFD-55C9-4F58-A20F-480AE29C1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520469" y="921099"/>
                  <a:ext cx="3388" cy="5443657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E098463D-0E84-49F0-9A5A-5AD50E90C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65042" y="2722501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9DAE3505-45A4-48B1-B02A-18A2FE8C2C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65042" y="3645020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2FBF8FFD-C5F7-4767-8FA8-62B9C17A8C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10309" y="5461253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8962FF39-415C-44C4-A5B3-66E89D3B1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41547" y="454361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8229E171-DFB4-4F12-A46E-A74959FE59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92953" y="454361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C1B821D5-54C3-4597-B97F-846B40FAE5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13617" y="454361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458FB26A-9028-4EB3-B9AA-3CCA8A3EBE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41377" y="3653487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9E2A8AEE-766C-46D8-B074-8D33C91C79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90852" y="3653487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1D214E0B-1921-417A-AAC5-D2B7899708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81678" y="3645020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BA31686E-FDE8-44A1-AED7-DD3C6CF395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46322" y="2722501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25FDEDDE-ACF8-4332-86F4-A765304DD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89934" y="2732661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63579686-A820-4BAF-9D11-B826E9DA6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8580" y="2733296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45195F00-BAEE-46E9-9143-F5C97385B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36375" y="182656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13BF2FAC-E438-4694-8AD0-F86F0B6F57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6598" y="182656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B6088D53-82B6-4E61-ACD1-31A23059BE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10045768" y="3179453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347180C3-C220-4776-B391-9A1385969D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231667" y="3179453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F559EF5C-8B6B-4FFC-9B81-61CFC6DA6F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7309148" y="1869678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B50C04D5-F7A4-4614-8D58-472252CBAC54}"/>
                    </a:ext>
                  </a:extLst>
                </p:cNvPr>
                <p:cNvCxnSpPr>
                  <a:cxnSpLocks/>
                  <a:stCxn id="490" idx="2"/>
                </p:cNvCxnSpPr>
                <p:nvPr/>
              </p:nvCxnSpPr>
              <p:spPr>
                <a:xfrm flipH="1" flipV="1">
                  <a:off x="5013925" y="4533403"/>
                  <a:ext cx="461224" cy="3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595A381C-88C4-42F7-91E4-27AEF757F3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94212" y="1823153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780C797B-85E8-47BC-8BEC-B918CD1E6F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7309148" y="3179453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7DA4993F-A5B6-4064-A6B6-9FA2EFD46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7309148" y="2279571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88BDD7D7-41AB-4BBF-B37D-1095F5A84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231667" y="4572149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469034F9-9395-4C79-AD64-3200DC925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9127603" y="1843695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4215D11B-F007-4046-934F-B9086EB09D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9127603" y="4098672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934C38B9-2C08-4067-A365-4BB59F5F5E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9127603" y="5470518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C6F9FA1C-28BC-4E6F-A789-20F5EC049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10063523" y="4575111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4D5810CD-EA23-4C44-983C-6E25251E78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94212" y="2717614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E330A7B9-C128-4DAD-BBB1-CAF14C071B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94212" y="3614183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DAF51C40-B64F-400E-AE3E-399A9B3778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11574" y="4533401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9BCBA185-B8D1-4B44-9950-69E9DE05E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471326" y="3626120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CAB340A3-4CB6-4EA4-ABC8-E2522606C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486225" y="1388425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AA05DACA-1C5D-4EBA-BE96-7EEC67A1F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5149" y="2717614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0FD13B3A-B3B4-4F47-B07D-7D0E5AF7CD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937655" y="3179453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916AD942-68A5-44AD-8D9A-66B9092B21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87988" y="2717614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227EE761-2273-4F78-B2D2-1A013F0E22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66398" y="3614183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904DE282-3FA8-4EC3-968C-BD63AF84F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7767248" y="5014351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AA90EC68-743F-409A-BBA1-2A4FAF816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65042" y="4537927"/>
                  <a:ext cx="1" cy="437676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AF09A2B5-7FCA-4D6C-90F6-9C39051B0D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30983" y="4074149"/>
                  <a:ext cx="1" cy="437676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BCF0EA47-19B3-4BC7-AF76-8AAF7EBB6D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6376161" y="4098672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AF3E5E8C-78A2-4A1B-AA73-D1180E5998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89934" y="2289575"/>
                  <a:ext cx="1" cy="437676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9D6A9294-8B3D-451E-97CA-C9714A4125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375" y="2289575"/>
                  <a:ext cx="0" cy="40644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BC6624FE-9DED-43ED-A8F8-FF7CAE5D14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6406501" y="5014351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176B0107-FA40-40B6-9190-58E6929C54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28482" y="5449081"/>
                  <a:ext cx="393498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D6417B32-B422-4BC2-B60A-659B6EEDE061}"/>
                    </a:ext>
                  </a:extLst>
                </p:cNvPr>
                <p:cNvCxnSpPr>
                  <a:cxnSpLocks/>
                  <a:endCxn id="529" idx="2"/>
                </p:cNvCxnSpPr>
                <p:nvPr/>
              </p:nvCxnSpPr>
              <p:spPr>
                <a:xfrm flipH="1">
                  <a:off x="6848664" y="1847245"/>
                  <a:ext cx="6268" cy="452602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2C8B92E0-7A5B-4D0B-8C02-92C7C0F5F4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65042" y="1423440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>
                  <a:extLst>
                    <a:ext uri="{FF2B5EF4-FFF2-40B4-BE49-F238E27FC236}">
                      <a16:creationId xmlns:a16="http://schemas.microsoft.com/office/drawing/2014/main" id="{C93E918B-5177-4CC5-BA93-63386BD72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223141" y="958994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>
                  <a:extLst>
                    <a:ext uri="{FF2B5EF4-FFF2-40B4-BE49-F238E27FC236}">
                      <a16:creationId xmlns:a16="http://schemas.microsoft.com/office/drawing/2014/main" id="{B7B1B628-1B6E-48BA-82CD-34F4364A0E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375" y="962379"/>
                  <a:ext cx="0" cy="40644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C71DCE42-6DDE-4984-A0D8-D641941AA4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84547" y="5035787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F950E7C8-9B5F-4771-96AA-427A0E4E8D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81684" y="5035787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0D136C0B-30D4-4A93-AE56-E53993C451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41801" y="4533401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F8F646D3-9EFE-4D49-BE7C-95D69963528F}"/>
                  </a:ext>
                </a:extLst>
              </p:cNvPr>
              <p:cNvGrpSpPr/>
              <p:nvPr/>
            </p:nvGrpSpPr>
            <p:grpSpPr>
              <a:xfrm>
                <a:off x="5022253" y="6367942"/>
                <a:ext cx="5358881" cy="338554"/>
                <a:chOff x="6637509" y="5564308"/>
                <a:chExt cx="4203223" cy="265544"/>
              </a:xfrm>
            </p:grpSpPr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85AADDDA-7BBF-4D2E-924E-6353B7ED705B}"/>
                    </a:ext>
                  </a:extLst>
                </p:cNvPr>
                <p:cNvSpPr/>
                <p:nvPr/>
              </p:nvSpPr>
              <p:spPr>
                <a:xfrm>
                  <a:off x="6637509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9E0FF067-23D9-4C11-8B3D-0172A513C353}"/>
                    </a:ext>
                  </a:extLst>
                </p:cNvPr>
                <p:cNvSpPr/>
                <p:nvPr/>
              </p:nvSpPr>
              <p:spPr>
                <a:xfrm>
                  <a:off x="6976619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3231ED29-BE0A-445E-B495-C1BEA29BF2E0}"/>
                    </a:ext>
                  </a:extLst>
                </p:cNvPr>
                <p:cNvSpPr/>
                <p:nvPr/>
              </p:nvSpPr>
              <p:spPr>
                <a:xfrm>
                  <a:off x="7365398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0C37CBFD-4850-4CC5-BD81-915065F9CB45}"/>
                    </a:ext>
                  </a:extLst>
                </p:cNvPr>
                <p:cNvSpPr/>
                <p:nvPr/>
              </p:nvSpPr>
              <p:spPr>
                <a:xfrm>
                  <a:off x="7704508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FA0C71E8-64C5-441C-B041-068747B8F6AB}"/>
                    </a:ext>
                  </a:extLst>
                </p:cNvPr>
                <p:cNvSpPr/>
                <p:nvPr/>
              </p:nvSpPr>
              <p:spPr>
                <a:xfrm>
                  <a:off x="8084260" y="5564308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26D09601-FD9C-41E9-AF86-BC043E921B7D}"/>
                    </a:ext>
                  </a:extLst>
                </p:cNvPr>
                <p:cNvSpPr/>
                <p:nvPr/>
              </p:nvSpPr>
              <p:spPr>
                <a:xfrm>
                  <a:off x="8423370" y="5564308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83E02A9C-AE16-4B27-90DD-F8EB0DE373B4}"/>
                    </a:ext>
                  </a:extLst>
                </p:cNvPr>
                <p:cNvSpPr/>
                <p:nvPr/>
              </p:nvSpPr>
              <p:spPr>
                <a:xfrm>
                  <a:off x="8827842" y="5564308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A8062E0D-D4E5-4452-B748-63A09FB0C0D0}"/>
                    </a:ext>
                  </a:extLst>
                </p:cNvPr>
                <p:cNvSpPr/>
                <p:nvPr/>
              </p:nvSpPr>
              <p:spPr>
                <a:xfrm>
                  <a:off x="9166952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2F93114B-53CF-4FD1-9350-936BE957AC25}"/>
                    </a:ext>
                  </a:extLst>
                </p:cNvPr>
                <p:cNvSpPr/>
                <p:nvPr/>
              </p:nvSpPr>
              <p:spPr>
                <a:xfrm>
                  <a:off x="9583081" y="5564308"/>
                  <a:ext cx="19010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572CC9AC-9D89-4566-85B1-A21EC39B46C7}"/>
                    </a:ext>
                  </a:extLst>
                </p:cNvPr>
                <p:cNvSpPr/>
                <p:nvPr/>
              </p:nvSpPr>
              <p:spPr>
                <a:xfrm>
                  <a:off x="9861352" y="5564308"/>
                  <a:ext cx="2341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845328D7-72E4-4F96-9F24-4FD5AE07A646}"/>
                    </a:ext>
                  </a:extLst>
                </p:cNvPr>
                <p:cNvSpPr/>
                <p:nvPr/>
              </p:nvSpPr>
              <p:spPr>
                <a:xfrm>
                  <a:off x="10258710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5FEFE3F8-2E44-419A-9A4A-3F3514A0EABC}"/>
                    </a:ext>
                  </a:extLst>
                </p:cNvPr>
                <p:cNvSpPr/>
                <p:nvPr/>
              </p:nvSpPr>
              <p:spPr>
                <a:xfrm>
                  <a:off x="10597820" y="5564308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7AF61065-8ED6-48DE-B3FD-56307A0833EE}"/>
                  </a:ext>
                </a:extLst>
              </p:cNvPr>
              <p:cNvGrpSpPr/>
              <p:nvPr/>
            </p:nvGrpSpPr>
            <p:grpSpPr>
              <a:xfrm>
                <a:off x="5022253" y="485120"/>
                <a:ext cx="5358881" cy="338554"/>
                <a:chOff x="6637509" y="5564308"/>
                <a:chExt cx="4203223" cy="265544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38FDD57E-6E5E-4E0C-BECB-3AEFD12A1650}"/>
                    </a:ext>
                  </a:extLst>
                </p:cNvPr>
                <p:cNvSpPr/>
                <p:nvPr/>
              </p:nvSpPr>
              <p:spPr>
                <a:xfrm>
                  <a:off x="6637509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6D8A3ED4-E027-4EFF-92BD-74EDF31D9C71}"/>
                    </a:ext>
                  </a:extLst>
                </p:cNvPr>
                <p:cNvSpPr/>
                <p:nvPr/>
              </p:nvSpPr>
              <p:spPr>
                <a:xfrm>
                  <a:off x="6976619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7095563E-C58E-4F4A-A6E1-81C537AD7259}"/>
                    </a:ext>
                  </a:extLst>
                </p:cNvPr>
                <p:cNvSpPr/>
                <p:nvPr/>
              </p:nvSpPr>
              <p:spPr>
                <a:xfrm>
                  <a:off x="7365398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3D093D2A-17E9-4DD4-80B7-A1307A0BFD24}"/>
                    </a:ext>
                  </a:extLst>
                </p:cNvPr>
                <p:cNvSpPr/>
                <p:nvPr/>
              </p:nvSpPr>
              <p:spPr>
                <a:xfrm>
                  <a:off x="7704508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D3393415-ADF3-4FE9-B34F-68FDBD07D2E1}"/>
                    </a:ext>
                  </a:extLst>
                </p:cNvPr>
                <p:cNvSpPr/>
                <p:nvPr/>
              </p:nvSpPr>
              <p:spPr>
                <a:xfrm>
                  <a:off x="8084260" y="5564308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6DA82039-CA29-437D-860F-165901DEB766}"/>
                    </a:ext>
                  </a:extLst>
                </p:cNvPr>
                <p:cNvSpPr/>
                <p:nvPr/>
              </p:nvSpPr>
              <p:spPr>
                <a:xfrm>
                  <a:off x="8423370" y="5564308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E24991C3-0E15-4C7B-ACE8-7B0949868F17}"/>
                    </a:ext>
                  </a:extLst>
                </p:cNvPr>
                <p:cNvSpPr/>
                <p:nvPr/>
              </p:nvSpPr>
              <p:spPr>
                <a:xfrm>
                  <a:off x="8827842" y="5564308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66C80DEA-9FBA-408B-B295-00450446B39E}"/>
                    </a:ext>
                  </a:extLst>
                </p:cNvPr>
                <p:cNvSpPr/>
                <p:nvPr/>
              </p:nvSpPr>
              <p:spPr>
                <a:xfrm>
                  <a:off x="9166952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7C8FCB42-54CB-4962-9E21-D9BBA380971F}"/>
                    </a:ext>
                  </a:extLst>
                </p:cNvPr>
                <p:cNvSpPr/>
                <p:nvPr/>
              </p:nvSpPr>
              <p:spPr>
                <a:xfrm>
                  <a:off x="9583081" y="5564308"/>
                  <a:ext cx="19010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B4731845-12D1-4627-87A8-859006A5005A}"/>
                    </a:ext>
                  </a:extLst>
                </p:cNvPr>
                <p:cNvSpPr/>
                <p:nvPr/>
              </p:nvSpPr>
              <p:spPr>
                <a:xfrm>
                  <a:off x="9861352" y="5564308"/>
                  <a:ext cx="2341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77C69699-786F-4559-9635-971C4FEBE63F}"/>
                    </a:ext>
                  </a:extLst>
                </p:cNvPr>
                <p:cNvSpPr/>
                <p:nvPr/>
              </p:nvSpPr>
              <p:spPr>
                <a:xfrm>
                  <a:off x="10258710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0402BE0B-1FF5-4326-AEC8-0BD654E721B7}"/>
                    </a:ext>
                  </a:extLst>
                </p:cNvPr>
                <p:cNvSpPr/>
                <p:nvPr/>
              </p:nvSpPr>
              <p:spPr>
                <a:xfrm>
                  <a:off x="10597820" y="5564308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6166A90E-B3F5-4D6B-A208-B23233EA4A87}"/>
                  </a:ext>
                </a:extLst>
              </p:cNvPr>
              <p:cNvGrpSpPr/>
              <p:nvPr/>
            </p:nvGrpSpPr>
            <p:grpSpPr>
              <a:xfrm>
                <a:off x="4596819" y="1021640"/>
                <a:ext cx="378629" cy="5284503"/>
                <a:chOff x="6388953" y="1354015"/>
                <a:chExt cx="296977" cy="4144885"/>
              </a:xfrm>
            </p:grpSpPr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73B23A8E-8AE8-4947-90AA-49686C2522D7}"/>
                    </a:ext>
                  </a:extLst>
                </p:cNvPr>
                <p:cNvSpPr/>
                <p:nvPr/>
              </p:nvSpPr>
              <p:spPr>
                <a:xfrm>
                  <a:off x="6406556" y="1354015"/>
                  <a:ext cx="27937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C6725AFC-7E05-45A7-A767-57443D1EC7F7}"/>
                    </a:ext>
                  </a:extLst>
                </p:cNvPr>
                <p:cNvSpPr/>
                <p:nvPr/>
              </p:nvSpPr>
              <p:spPr>
                <a:xfrm>
                  <a:off x="6425415" y="1693127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A1570534-304F-4E53-95EC-FC0FE20C043F}"/>
                    </a:ext>
                  </a:extLst>
                </p:cNvPr>
                <p:cNvSpPr/>
                <p:nvPr/>
              </p:nvSpPr>
              <p:spPr>
                <a:xfrm>
                  <a:off x="6415357" y="2030149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4AD5926A-AC5F-4C64-A2BF-474EF350AA8C}"/>
                    </a:ext>
                  </a:extLst>
                </p:cNvPr>
                <p:cNvSpPr/>
                <p:nvPr/>
              </p:nvSpPr>
              <p:spPr>
                <a:xfrm>
                  <a:off x="6434216" y="2369259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7D423F3B-BB46-4567-AE5C-7E306F5B7BFB}"/>
                    </a:ext>
                  </a:extLst>
                </p:cNvPr>
                <p:cNvSpPr/>
                <p:nvPr/>
              </p:nvSpPr>
              <p:spPr>
                <a:xfrm>
                  <a:off x="6415357" y="2727010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Q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A31993F6-4133-4D13-A61F-4887D58A93DE}"/>
                    </a:ext>
                  </a:extLst>
                </p:cNvPr>
                <p:cNvSpPr/>
                <p:nvPr/>
              </p:nvSpPr>
              <p:spPr>
                <a:xfrm>
                  <a:off x="6425415" y="3058906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3960FD59-A978-4B05-88AF-850AF14E811B}"/>
                    </a:ext>
                  </a:extLst>
                </p:cNvPr>
                <p:cNvSpPr/>
                <p:nvPr/>
              </p:nvSpPr>
              <p:spPr>
                <a:xfrm>
                  <a:off x="6434216" y="3469429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BA65E032-74DA-441E-B006-CFF58E18157A}"/>
                    </a:ext>
                  </a:extLst>
                </p:cNvPr>
                <p:cNvSpPr/>
                <p:nvPr/>
              </p:nvSpPr>
              <p:spPr>
                <a:xfrm>
                  <a:off x="6443017" y="3750369"/>
                  <a:ext cx="24291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6C2BFB9-6E15-4885-9C20-E66DE869EFE1}"/>
                    </a:ext>
                  </a:extLst>
                </p:cNvPr>
                <p:cNvSpPr/>
                <p:nvPr/>
              </p:nvSpPr>
              <p:spPr>
                <a:xfrm>
                  <a:off x="6425415" y="4175336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D6140DA2-113F-4B2A-B906-2A95CBCAC22C}"/>
                    </a:ext>
                  </a:extLst>
                </p:cNvPr>
                <p:cNvSpPr/>
                <p:nvPr/>
              </p:nvSpPr>
              <p:spPr>
                <a:xfrm>
                  <a:off x="6434215" y="4497069"/>
                  <a:ext cx="2517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83A1DA4B-A892-4B8A-85C3-437970D196F8}"/>
                    </a:ext>
                  </a:extLst>
                </p:cNvPr>
                <p:cNvSpPr/>
                <p:nvPr/>
              </p:nvSpPr>
              <p:spPr>
                <a:xfrm>
                  <a:off x="6388953" y="4916067"/>
                  <a:ext cx="296977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FAB72443-EAEB-4E0F-9EF6-666C8085590E}"/>
                    </a:ext>
                  </a:extLst>
                </p:cNvPr>
                <p:cNvSpPr/>
                <p:nvPr/>
              </p:nvSpPr>
              <p:spPr>
                <a:xfrm>
                  <a:off x="6434216" y="5233356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A32A9299-7FAD-44C5-B1D6-C881165A7561}"/>
                  </a:ext>
                </a:extLst>
              </p:cNvPr>
              <p:cNvGrpSpPr/>
              <p:nvPr/>
            </p:nvGrpSpPr>
            <p:grpSpPr>
              <a:xfrm>
                <a:off x="10568716" y="1021640"/>
                <a:ext cx="378629" cy="5284503"/>
                <a:chOff x="10912173" y="1354015"/>
                <a:chExt cx="296977" cy="4144885"/>
              </a:xfrm>
            </p:grpSpPr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B01F271C-E53D-4EE5-A2A8-4944AB7B047E}"/>
                    </a:ext>
                  </a:extLst>
                </p:cNvPr>
                <p:cNvSpPr/>
                <p:nvPr/>
              </p:nvSpPr>
              <p:spPr>
                <a:xfrm>
                  <a:off x="10912173" y="1354015"/>
                  <a:ext cx="27937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6EB2FF27-E000-43BD-873C-3AA2C9AF412F}"/>
                    </a:ext>
                  </a:extLst>
                </p:cNvPr>
                <p:cNvSpPr/>
                <p:nvPr/>
              </p:nvSpPr>
              <p:spPr>
                <a:xfrm>
                  <a:off x="10912173" y="1693126"/>
                  <a:ext cx="2605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688D7A86-69CB-42DA-B512-AF4C6BA3E341}"/>
                    </a:ext>
                  </a:extLst>
                </p:cNvPr>
                <p:cNvSpPr/>
                <p:nvPr/>
              </p:nvSpPr>
              <p:spPr>
                <a:xfrm>
                  <a:off x="10912173" y="2030149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FB5E30DE-01D5-458D-A58B-16355E5C688B}"/>
                    </a:ext>
                  </a:extLst>
                </p:cNvPr>
                <p:cNvSpPr/>
                <p:nvPr/>
              </p:nvSpPr>
              <p:spPr>
                <a:xfrm>
                  <a:off x="10912173" y="2369259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B250C2F1-DB36-4957-B1EA-282158F4CBBA}"/>
                    </a:ext>
                  </a:extLst>
                </p:cNvPr>
                <p:cNvSpPr/>
                <p:nvPr/>
              </p:nvSpPr>
              <p:spPr>
                <a:xfrm>
                  <a:off x="10912173" y="2727010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Q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7C9CD6D7-62FB-48DA-9042-BD4764F8DB94}"/>
                    </a:ext>
                  </a:extLst>
                </p:cNvPr>
                <p:cNvSpPr/>
                <p:nvPr/>
              </p:nvSpPr>
              <p:spPr>
                <a:xfrm>
                  <a:off x="10912173" y="3058906"/>
                  <a:ext cx="2605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C7135163-667F-4DF0-8B44-CAE19E7892F7}"/>
                    </a:ext>
                  </a:extLst>
                </p:cNvPr>
                <p:cNvSpPr/>
                <p:nvPr/>
              </p:nvSpPr>
              <p:spPr>
                <a:xfrm>
                  <a:off x="10912173" y="3469429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F8204180-4A61-4747-ADFF-05562F019BB2}"/>
                    </a:ext>
                  </a:extLst>
                </p:cNvPr>
                <p:cNvSpPr/>
                <p:nvPr/>
              </p:nvSpPr>
              <p:spPr>
                <a:xfrm>
                  <a:off x="10912173" y="3750369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C15BE80D-5E03-4341-A17C-BE5353DBF247}"/>
                    </a:ext>
                  </a:extLst>
                </p:cNvPr>
                <p:cNvSpPr/>
                <p:nvPr/>
              </p:nvSpPr>
              <p:spPr>
                <a:xfrm>
                  <a:off x="10912173" y="4175336"/>
                  <a:ext cx="2605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1581C9E1-156F-4E89-A327-A371865AC768}"/>
                    </a:ext>
                  </a:extLst>
                </p:cNvPr>
                <p:cNvSpPr/>
                <p:nvPr/>
              </p:nvSpPr>
              <p:spPr>
                <a:xfrm>
                  <a:off x="10912173" y="4497069"/>
                  <a:ext cx="2517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A5D2BDAA-F8EE-4108-B650-9B295221A9D0}"/>
                    </a:ext>
                  </a:extLst>
                </p:cNvPr>
                <p:cNvSpPr/>
                <p:nvPr/>
              </p:nvSpPr>
              <p:spPr>
                <a:xfrm>
                  <a:off x="10912173" y="4916067"/>
                  <a:ext cx="296977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F4540C34-2051-479C-87FB-A080E0B4BEF7}"/>
                    </a:ext>
                  </a:extLst>
                </p:cNvPr>
                <p:cNvSpPr/>
                <p:nvPr/>
              </p:nvSpPr>
              <p:spPr>
                <a:xfrm>
                  <a:off x="10912173" y="5233356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924BF3-6D3D-4A25-8A53-73F630B84629}"/>
                </a:ext>
              </a:extLst>
            </p:cNvPr>
            <p:cNvGrpSpPr/>
            <p:nvPr/>
          </p:nvGrpSpPr>
          <p:grpSpPr>
            <a:xfrm>
              <a:off x="1630464" y="547906"/>
              <a:ext cx="2471308" cy="6201489"/>
              <a:chOff x="1630464" y="547906"/>
              <a:chExt cx="2471308" cy="6201489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9FA4E3B-F872-4CFE-84D1-06825632FA48}"/>
                  </a:ext>
                </a:extLst>
              </p:cNvPr>
              <p:cNvGrpSpPr/>
              <p:nvPr/>
            </p:nvGrpSpPr>
            <p:grpSpPr>
              <a:xfrm>
                <a:off x="1630464" y="3100416"/>
                <a:ext cx="2471308" cy="3648979"/>
                <a:chOff x="1627645" y="3072971"/>
                <a:chExt cx="2471308" cy="3648979"/>
              </a:xfrm>
            </p:grpSpPr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C9B04F8B-4911-440D-952E-528385A01427}"/>
                    </a:ext>
                  </a:extLst>
                </p:cNvPr>
                <p:cNvSpPr/>
                <p:nvPr/>
              </p:nvSpPr>
              <p:spPr>
                <a:xfrm>
                  <a:off x="1627645" y="3072971"/>
                  <a:ext cx="2471308" cy="3648979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accent4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35E9546-B517-4CCA-92B3-4061BCF3B8E8}"/>
                    </a:ext>
                  </a:extLst>
                </p:cNvPr>
                <p:cNvSpPr/>
                <p:nvPr/>
              </p:nvSpPr>
              <p:spPr>
                <a:xfrm>
                  <a:off x="1668782" y="3198663"/>
                  <a:ext cx="23890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Touching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examples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:endParaRPr lang="pt-PT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5D0A500D-ADFF-4B40-8EBF-36D794A37779}"/>
                    </a:ext>
                  </a:extLst>
                </p:cNvPr>
                <p:cNvGrpSpPr/>
                <p:nvPr/>
              </p:nvGrpSpPr>
              <p:grpSpPr>
                <a:xfrm>
                  <a:off x="2206266" y="3717276"/>
                  <a:ext cx="1314067" cy="873888"/>
                  <a:chOff x="-2962101" y="4844957"/>
                  <a:chExt cx="1314067" cy="873888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8AD17946-07B1-4E79-9BD6-7E7DC1D2539A}"/>
                      </a:ext>
                    </a:extLst>
                  </p:cNvPr>
                  <p:cNvGrpSpPr/>
                  <p:nvPr/>
                </p:nvGrpSpPr>
                <p:grpSpPr>
                  <a:xfrm>
                    <a:off x="-2962101" y="4844957"/>
                    <a:ext cx="1314067" cy="873888"/>
                    <a:chOff x="-2885338" y="6139877"/>
                    <a:chExt cx="1314067" cy="873888"/>
                  </a:xfrm>
                </p:grpSpPr>
                <p:sp>
                  <p:nvSpPr>
                    <p:cNvPr id="796" name="Rectangle 795">
                      <a:extLst>
                        <a:ext uri="{FF2B5EF4-FFF2-40B4-BE49-F238E27FC236}">
                          <a16:creationId xmlns:a16="http://schemas.microsoft.com/office/drawing/2014/main" id="{47E5E2BF-B5EE-4F95-9E7F-EB8FB17328E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2445159" y="6576821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797" name="Rectangle 796">
                      <a:extLst>
                        <a:ext uri="{FF2B5EF4-FFF2-40B4-BE49-F238E27FC236}">
                          <a16:creationId xmlns:a16="http://schemas.microsoft.com/office/drawing/2014/main" id="{21F66EFF-0A5A-44A8-8CA6-736ACCDC611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2445159" y="6139877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798" name="Rectangle 797">
                      <a:extLst>
                        <a:ext uri="{FF2B5EF4-FFF2-40B4-BE49-F238E27FC236}">
                          <a16:creationId xmlns:a16="http://schemas.microsoft.com/office/drawing/2014/main" id="{5AA39CDE-1C61-4328-B2F9-82F17978C5E8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-3103810" y="6358349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</p:grpSp>
              <p:sp>
                <p:nvSpPr>
                  <p:cNvPr id="466" name="Oval 465">
                    <a:extLst>
                      <a:ext uri="{FF2B5EF4-FFF2-40B4-BE49-F238E27FC236}">
                        <a16:creationId xmlns:a16="http://schemas.microsoft.com/office/drawing/2014/main" id="{5FAC5EC5-EC09-447A-89C7-E7BCF5F7E013}"/>
                      </a:ext>
                    </a:extLst>
                  </p:cNvPr>
                  <p:cNvSpPr/>
                  <p:nvPr/>
                </p:nvSpPr>
                <p:spPr>
                  <a:xfrm>
                    <a:off x="-2670839" y="5095778"/>
                    <a:ext cx="352837" cy="35283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4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91A5F46D-032E-41B8-A85A-BC5D483B33CA}"/>
                    </a:ext>
                  </a:extLst>
                </p:cNvPr>
                <p:cNvGrpSpPr/>
                <p:nvPr/>
              </p:nvGrpSpPr>
              <p:grpSpPr>
                <a:xfrm>
                  <a:off x="1989411" y="4732478"/>
                  <a:ext cx="1747776" cy="1747777"/>
                  <a:chOff x="-1675866" y="4390316"/>
                  <a:chExt cx="1747776" cy="1747777"/>
                </a:xfrm>
              </p:grpSpPr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A42FA729-BE0D-4832-952B-6F160B1B5107}"/>
                      </a:ext>
                    </a:extLst>
                  </p:cNvPr>
                  <p:cNvGrpSpPr/>
                  <p:nvPr/>
                </p:nvGrpSpPr>
                <p:grpSpPr>
                  <a:xfrm>
                    <a:off x="-1675866" y="4390316"/>
                    <a:ext cx="1747776" cy="1747777"/>
                    <a:chOff x="-1675866" y="4390316"/>
                    <a:chExt cx="1747776" cy="1747777"/>
                  </a:xfrm>
                </p:grpSpPr>
                <p:sp>
                  <p:nvSpPr>
                    <p:cNvPr id="799" name="Rectangle 798">
                      <a:extLst>
                        <a:ext uri="{FF2B5EF4-FFF2-40B4-BE49-F238E27FC236}">
                          <a16:creationId xmlns:a16="http://schemas.microsoft.com/office/drawing/2014/main" id="{7C7BC412-E3BF-4EB5-9C6C-FD8B8AAFD0D6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-1020450" y="4608788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800" name="Rectangle 799">
                      <a:extLst>
                        <a:ext uri="{FF2B5EF4-FFF2-40B4-BE49-F238E27FC236}">
                          <a16:creationId xmlns:a16="http://schemas.microsoft.com/office/drawing/2014/main" id="{4E8CFED5-7ABD-4D5F-AC50-181BB03BA15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1675866" y="4827260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801" name="Rectangle 800">
                      <a:extLst>
                        <a:ext uri="{FF2B5EF4-FFF2-40B4-BE49-F238E27FC236}">
                          <a16:creationId xmlns:a16="http://schemas.microsoft.com/office/drawing/2014/main" id="{9E7C182C-DA73-4106-876C-6164A529A3F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801978" y="5264205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802" name="Rectangle 801">
                      <a:extLst>
                        <a:ext uri="{FF2B5EF4-FFF2-40B4-BE49-F238E27FC236}">
                          <a16:creationId xmlns:a16="http://schemas.microsoft.com/office/drawing/2014/main" id="{9288E716-FD84-4AC9-A878-0849D57D3EDC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-1457394" y="5482677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</p:grpSp>
              <p:sp>
                <p:nvSpPr>
                  <p:cNvPr id="803" name="Oval 802">
                    <a:extLst>
                      <a:ext uri="{FF2B5EF4-FFF2-40B4-BE49-F238E27FC236}">
                        <a16:creationId xmlns:a16="http://schemas.microsoft.com/office/drawing/2014/main" id="{68EBE670-D839-4D89-9066-5EE317269A45}"/>
                      </a:ext>
                    </a:extLst>
                  </p:cNvPr>
                  <p:cNvSpPr/>
                  <p:nvPr/>
                </p:nvSpPr>
                <p:spPr>
                  <a:xfrm>
                    <a:off x="-995900" y="5070378"/>
                    <a:ext cx="352837" cy="35283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4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</p:grp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85FA863-9B34-4335-B7F1-C6CA1F822A3B}"/>
                  </a:ext>
                </a:extLst>
              </p:cNvPr>
              <p:cNvGrpSpPr/>
              <p:nvPr/>
            </p:nvGrpSpPr>
            <p:grpSpPr>
              <a:xfrm>
                <a:off x="1644260" y="547906"/>
                <a:ext cx="2443716" cy="2317452"/>
                <a:chOff x="1644260" y="547906"/>
                <a:chExt cx="2443716" cy="231745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A6C79A7-552D-4B04-8C93-687BF2C3BFA2}"/>
                    </a:ext>
                  </a:extLst>
                </p:cNvPr>
                <p:cNvSpPr/>
                <p:nvPr/>
              </p:nvSpPr>
              <p:spPr>
                <a:xfrm>
                  <a:off x="1644260" y="547906"/>
                  <a:ext cx="2443716" cy="2317452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accent4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B0CDDC4-4A72-4D5B-A617-1C8CDC3FA9A8}"/>
                    </a:ext>
                  </a:extLst>
                </p:cNvPr>
                <p:cNvSpPr/>
                <p:nvPr/>
              </p:nvSpPr>
              <p:spPr>
                <a:xfrm>
                  <a:off x="1704888" y="623327"/>
                  <a:ext cx="2377574" cy="36933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Lines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propagate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so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:endParaRPr lang="pt-PT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8F6251EF-29A1-43FB-9E8C-D36475275B24}"/>
                    </a:ext>
                  </a:extLst>
                </p:cNvPr>
                <p:cNvGrpSpPr/>
                <p:nvPr/>
              </p:nvGrpSpPr>
              <p:grpSpPr>
                <a:xfrm>
                  <a:off x="1853404" y="1029886"/>
                  <a:ext cx="2025428" cy="1621744"/>
                  <a:chOff x="1853404" y="1029886"/>
                  <a:chExt cx="2025428" cy="1621744"/>
                </a:xfrm>
              </p:grpSpPr>
              <p:sp>
                <p:nvSpPr>
                  <p:cNvPr id="559" name="Rectangle 558">
                    <a:extLst>
                      <a:ext uri="{FF2B5EF4-FFF2-40B4-BE49-F238E27FC236}">
                        <a16:creationId xmlns:a16="http://schemas.microsoft.com/office/drawing/2014/main" id="{F8B4BA3C-F43A-4D81-81CE-88FFEF988A24}"/>
                      </a:ext>
                    </a:extLst>
                  </p:cNvPr>
                  <p:cNvSpPr/>
                  <p:nvPr/>
                </p:nvSpPr>
                <p:spPr>
                  <a:xfrm flipH="1">
                    <a:off x="2464269" y="1613526"/>
                    <a:ext cx="873888" cy="436944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562" name="Rectangle 561">
                    <a:extLst>
                      <a:ext uri="{FF2B5EF4-FFF2-40B4-BE49-F238E27FC236}">
                        <a16:creationId xmlns:a16="http://schemas.microsoft.com/office/drawing/2014/main" id="{E1B813FC-C4F9-4834-BBBA-3BF6132A3DC0}"/>
                      </a:ext>
                    </a:extLst>
                  </p:cNvPr>
                  <p:cNvSpPr/>
                  <p:nvPr/>
                </p:nvSpPr>
                <p:spPr>
                  <a:xfrm>
                    <a:off x="2426445" y="1029886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</a:t>
                    </a:r>
                    <a:endParaRPr lang="pt-PT" sz="2400" b="1" dirty="0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563" name="Rectangle 562">
                    <a:extLst>
                      <a:ext uri="{FF2B5EF4-FFF2-40B4-BE49-F238E27FC236}">
                        <a16:creationId xmlns:a16="http://schemas.microsoft.com/office/drawing/2014/main" id="{3CB4D94E-0FF3-4688-9A27-362C439AF807}"/>
                      </a:ext>
                    </a:extLst>
                  </p:cNvPr>
                  <p:cNvSpPr/>
                  <p:nvPr/>
                </p:nvSpPr>
                <p:spPr>
                  <a:xfrm>
                    <a:off x="2434383" y="2189965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</a:t>
                    </a:r>
                    <a:endParaRPr lang="pt-PT" sz="2400" b="1" dirty="0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  <p:cxnSp>
                <p:nvCxnSpPr>
                  <p:cNvPr id="570" name="Straight Connector 569">
                    <a:extLst>
                      <a:ext uri="{FF2B5EF4-FFF2-40B4-BE49-F238E27FC236}">
                        <a16:creationId xmlns:a16="http://schemas.microsoft.com/office/drawing/2014/main" id="{E0C75669-E934-48EB-B9D3-0C15BA745CEE}"/>
                      </a:ext>
                    </a:extLst>
                  </p:cNvPr>
                  <p:cNvCxnSpPr>
                    <a:cxnSpLocks/>
                    <a:stCxn id="572" idx="1"/>
                    <a:endCxn id="571" idx="3"/>
                  </p:cNvCxnSpPr>
                  <p:nvPr/>
                </p:nvCxnSpPr>
                <p:spPr>
                  <a:xfrm flipH="1">
                    <a:off x="2260888" y="1836442"/>
                    <a:ext cx="121046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4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571" name="Rectangle 570">
                    <a:extLst>
                      <a:ext uri="{FF2B5EF4-FFF2-40B4-BE49-F238E27FC236}">
                        <a16:creationId xmlns:a16="http://schemas.microsoft.com/office/drawing/2014/main" id="{92914DCE-20A6-4B9C-B82A-62B0723B5FF6}"/>
                      </a:ext>
                    </a:extLst>
                  </p:cNvPr>
                  <p:cNvSpPr/>
                  <p:nvPr/>
                </p:nvSpPr>
                <p:spPr>
                  <a:xfrm>
                    <a:off x="1853404" y="1605609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2400" b="1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67" name="Rectangle 566">
                    <a:extLst>
                      <a:ext uri="{FF2B5EF4-FFF2-40B4-BE49-F238E27FC236}">
                        <a16:creationId xmlns:a16="http://schemas.microsoft.com/office/drawing/2014/main" id="{D96F0884-A433-4757-88C8-748F5AD054DF}"/>
                      </a:ext>
                    </a:extLst>
                  </p:cNvPr>
                  <p:cNvSpPr/>
                  <p:nvPr/>
                </p:nvSpPr>
                <p:spPr>
                  <a:xfrm>
                    <a:off x="2953943" y="1029886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568" name="Rectangle 567">
                    <a:extLst>
                      <a:ext uri="{FF2B5EF4-FFF2-40B4-BE49-F238E27FC236}">
                        <a16:creationId xmlns:a16="http://schemas.microsoft.com/office/drawing/2014/main" id="{62C798CF-4068-4B42-BC85-35B79E0FC265}"/>
                      </a:ext>
                    </a:extLst>
                  </p:cNvPr>
                  <p:cNvSpPr/>
                  <p:nvPr/>
                </p:nvSpPr>
                <p:spPr>
                  <a:xfrm>
                    <a:off x="2961881" y="2189965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572" name="Rectangle 571">
                    <a:extLst>
                      <a:ext uri="{FF2B5EF4-FFF2-40B4-BE49-F238E27FC236}">
                        <a16:creationId xmlns:a16="http://schemas.microsoft.com/office/drawing/2014/main" id="{393E8973-7BF6-4AD8-A27D-AE4A3683F546}"/>
                      </a:ext>
                    </a:extLst>
                  </p:cNvPr>
                  <p:cNvSpPr/>
                  <p:nvPr/>
                </p:nvSpPr>
                <p:spPr>
                  <a:xfrm>
                    <a:off x="3471348" y="1605609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2400" b="1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" name="Freeform: Shape 1">
                    <a:extLst>
                      <a:ext uri="{FF2B5EF4-FFF2-40B4-BE49-F238E27FC236}">
                        <a16:creationId xmlns:a16="http://schemas.microsoft.com/office/drawing/2014/main" id="{EEDE0348-B10C-4DFC-8CC9-68A4363A434B}"/>
                      </a:ext>
                    </a:extLst>
                  </p:cNvPr>
                  <p:cNvSpPr/>
                  <p:nvPr/>
                </p:nvSpPr>
                <p:spPr>
                  <a:xfrm>
                    <a:off x="2938170" y="1494654"/>
                    <a:ext cx="223838" cy="700087"/>
                  </a:xfrm>
                  <a:custGeom>
                    <a:avLst/>
                    <a:gdLst>
                      <a:gd name="connsiteX0" fmla="*/ 173038 w 223838"/>
                      <a:gd name="connsiteY0" fmla="*/ 0 h 685800"/>
                      <a:gd name="connsiteX1" fmla="*/ 176213 w 223838"/>
                      <a:gd name="connsiteY1" fmla="*/ 133350 h 685800"/>
                      <a:gd name="connsiteX2" fmla="*/ 0 w 223838"/>
                      <a:gd name="connsiteY2" fmla="*/ 325437 h 685800"/>
                      <a:gd name="connsiteX3" fmla="*/ 176213 w 223838"/>
                      <a:gd name="connsiteY3" fmla="*/ 511175 h 685800"/>
                      <a:gd name="connsiteX4" fmla="*/ 223838 w 223838"/>
                      <a:gd name="connsiteY4" fmla="*/ 685800 h 685800"/>
                      <a:gd name="connsiteX5" fmla="*/ 223838 w 223838"/>
                      <a:gd name="connsiteY5" fmla="*/ 685800 h 685800"/>
                      <a:gd name="connsiteX0" fmla="*/ 201613 w 223838"/>
                      <a:gd name="connsiteY0" fmla="*/ 0 h 693737"/>
                      <a:gd name="connsiteX1" fmla="*/ 176213 w 223838"/>
                      <a:gd name="connsiteY1" fmla="*/ 141287 h 693737"/>
                      <a:gd name="connsiteX2" fmla="*/ 0 w 223838"/>
                      <a:gd name="connsiteY2" fmla="*/ 333374 h 693737"/>
                      <a:gd name="connsiteX3" fmla="*/ 176213 w 223838"/>
                      <a:gd name="connsiteY3" fmla="*/ 519112 h 693737"/>
                      <a:gd name="connsiteX4" fmla="*/ 223838 w 223838"/>
                      <a:gd name="connsiteY4" fmla="*/ 693737 h 693737"/>
                      <a:gd name="connsiteX5" fmla="*/ 223838 w 223838"/>
                      <a:gd name="connsiteY5" fmla="*/ 693737 h 693737"/>
                      <a:gd name="connsiteX0" fmla="*/ 201613 w 223838"/>
                      <a:gd name="connsiteY0" fmla="*/ 0 h 693737"/>
                      <a:gd name="connsiteX1" fmla="*/ 176213 w 223838"/>
                      <a:gd name="connsiteY1" fmla="*/ 141287 h 693737"/>
                      <a:gd name="connsiteX2" fmla="*/ 0 w 223838"/>
                      <a:gd name="connsiteY2" fmla="*/ 333374 h 693737"/>
                      <a:gd name="connsiteX3" fmla="*/ 176213 w 223838"/>
                      <a:gd name="connsiteY3" fmla="*/ 519112 h 693737"/>
                      <a:gd name="connsiteX4" fmla="*/ 223838 w 223838"/>
                      <a:gd name="connsiteY4" fmla="*/ 693737 h 693737"/>
                      <a:gd name="connsiteX5" fmla="*/ 223838 w 223838"/>
                      <a:gd name="connsiteY5" fmla="*/ 693737 h 693737"/>
                      <a:gd name="connsiteX0" fmla="*/ 217488 w 223838"/>
                      <a:gd name="connsiteY0" fmla="*/ 0 h 700087"/>
                      <a:gd name="connsiteX1" fmla="*/ 176213 w 223838"/>
                      <a:gd name="connsiteY1" fmla="*/ 147637 h 700087"/>
                      <a:gd name="connsiteX2" fmla="*/ 0 w 223838"/>
                      <a:gd name="connsiteY2" fmla="*/ 339724 h 700087"/>
                      <a:gd name="connsiteX3" fmla="*/ 176213 w 223838"/>
                      <a:gd name="connsiteY3" fmla="*/ 525462 h 700087"/>
                      <a:gd name="connsiteX4" fmla="*/ 223838 w 223838"/>
                      <a:gd name="connsiteY4" fmla="*/ 700087 h 700087"/>
                      <a:gd name="connsiteX5" fmla="*/ 223838 w 223838"/>
                      <a:gd name="connsiteY5" fmla="*/ 700087 h 700087"/>
                      <a:gd name="connsiteX0" fmla="*/ 217488 w 223838"/>
                      <a:gd name="connsiteY0" fmla="*/ 0 h 700087"/>
                      <a:gd name="connsiteX1" fmla="*/ 176213 w 223838"/>
                      <a:gd name="connsiteY1" fmla="*/ 147637 h 700087"/>
                      <a:gd name="connsiteX2" fmla="*/ 0 w 223838"/>
                      <a:gd name="connsiteY2" fmla="*/ 339724 h 700087"/>
                      <a:gd name="connsiteX3" fmla="*/ 176213 w 223838"/>
                      <a:gd name="connsiteY3" fmla="*/ 525462 h 700087"/>
                      <a:gd name="connsiteX4" fmla="*/ 223838 w 223838"/>
                      <a:gd name="connsiteY4" fmla="*/ 700087 h 700087"/>
                      <a:gd name="connsiteX5" fmla="*/ 223838 w 223838"/>
                      <a:gd name="connsiteY5" fmla="*/ 700087 h 7000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23838" h="700087">
                        <a:moveTo>
                          <a:pt x="217488" y="0"/>
                        </a:moveTo>
                        <a:cubicBezTo>
                          <a:pt x="209683" y="69718"/>
                          <a:pt x="212461" y="91016"/>
                          <a:pt x="176213" y="147637"/>
                        </a:cubicBezTo>
                        <a:cubicBezTo>
                          <a:pt x="139965" y="204258"/>
                          <a:pt x="0" y="276753"/>
                          <a:pt x="0" y="339724"/>
                        </a:cubicBezTo>
                        <a:cubicBezTo>
                          <a:pt x="0" y="402695"/>
                          <a:pt x="138907" y="465402"/>
                          <a:pt x="176213" y="525462"/>
                        </a:cubicBezTo>
                        <a:cubicBezTo>
                          <a:pt x="213519" y="585523"/>
                          <a:pt x="223838" y="700087"/>
                          <a:pt x="223838" y="700087"/>
                        </a:cubicBezTo>
                        <a:lnTo>
                          <a:pt x="223838" y="700087"/>
                        </a:lnTo>
                      </a:path>
                    </a:pathLst>
                  </a:custGeom>
                  <a:noFill/>
                  <a:ln w="38100">
                    <a:solidFill>
                      <a:schemeClr val="accent4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99" name="Freeform: Shape 298">
                    <a:extLst>
                      <a:ext uri="{FF2B5EF4-FFF2-40B4-BE49-F238E27FC236}">
                        <a16:creationId xmlns:a16="http://schemas.microsoft.com/office/drawing/2014/main" id="{2CC05542-B172-48A3-86E0-899D79690EB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607212" y="1484367"/>
                    <a:ext cx="223838" cy="700087"/>
                  </a:xfrm>
                  <a:custGeom>
                    <a:avLst/>
                    <a:gdLst>
                      <a:gd name="connsiteX0" fmla="*/ 173038 w 223838"/>
                      <a:gd name="connsiteY0" fmla="*/ 0 h 685800"/>
                      <a:gd name="connsiteX1" fmla="*/ 176213 w 223838"/>
                      <a:gd name="connsiteY1" fmla="*/ 133350 h 685800"/>
                      <a:gd name="connsiteX2" fmla="*/ 0 w 223838"/>
                      <a:gd name="connsiteY2" fmla="*/ 325437 h 685800"/>
                      <a:gd name="connsiteX3" fmla="*/ 176213 w 223838"/>
                      <a:gd name="connsiteY3" fmla="*/ 511175 h 685800"/>
                      <a:gd name="connsiteX4" fmla="*/ 223838 w 223838"/>
                      <a:gd name="connsiteY4" fmla="*/ 685800 h 685800"/>
                      <a:gd name="connsiteX5" fmla="*/ 223838 w 223838"/>
                      <a:gd name="connsiteY5" fmla="*/ 685800 h 685800"/>
                      <a:gd name="connsiteX0" fmla="*/ 201613 w 223838"/>
                      <a:gd name="connsiteY0" fmla="*/ 0 h 693737"/>
                      <a:gd name="connsiteX1" fmla="*/ 176213 w 223838"/>
                      <a:gd name="connsiteY1" fmla="*/ 141287 h 693737"/>
                      <a:gd name="connsiteX2" fmla="*/ 0 w 223838"/>
                      <a:gd name="connsiteY2" fmla="*/ 333374 h 693737"/>
                      <a:gd name="connsiteX3" fmla="*/ 176213 w 223838"/>
                      <a:gd name="connsiteY3" fmla="*/ 519112 h 693737"/>
                      <a:gd name="connsiteX4" fmla="*/ 223838 w 223838"/>
                      <a:gd name="connsiteY4" fmla="*/ 693737 h 693737"/>
                      <a:gd name="connsiteX5" fmla="*/ 223838 w 223838"/>
                      <a:gd name="connsiteY5" fmla="*/ 693737 h 693737"/>
                      <a:gd name="connsiteX0" fmla="*/ 201613 w 223838"/>
                      <a:gd name="connsiteY0" fmla="*/ 0 h 693737"/>
                      <a:gd name="connsiteX1" fmla="*/ 176213 w 223838"/>
                      <a:gd name="connsiteY1" fmla="*/ 141287 h 693737"/>
                      <a:gd name="connsiteX2" fmla="*/ 0 w 223838"/>
                      <a:gd name="connsiteY2" fmla="*/ 333374 h 693737"/>
                      <a:gd name="connsiteX3" fmla="*/ 176213 w 223838"/>
                      <a:gd name="connsiteY3" fmla="*/ 519112 h 693737"/>
                      <a:gd name="connsiteX4" fmla="*/ 223838 w 223838"/>
                      <a:gd name="connsiteY4" fmla="*/ 693737 h 693737"/>
                      <a:gd name="connsiteX5" fmla="*/ 223838 w 223838"/>
                      <a:gd name="connsiteY5" fmla="*/ 693737 h 693737"/>
                      <a:gd name="connsiteX0" fmla="*/ 217488 w 223838"/>
                      <a:gd name="connsiteY0" fmla="*/ 0 h 700087"/>
                      <a:gd name="connsiteX1" fmla="*/ 176213 w 223838"/>
                      <a:gd name="connsiteY1" fmla="*/ 147637 h 700087"/>
                      <a:gd name="connsiteX2" fmla="*/ 0 w 223838"/>
                      <a:gd name="connsiteY2" fmla="*/ 339724 h 700087"/>
                      <a:gd name="connsiteX3" fmla="*/ 176213 w 223838"/>
                      <a:gd name="connsiteY3" fmla="*/ 525462 h 700087"/>
                      <a:gd name="connsiteX4" fmla="*/ 223838 w 223838"/>
                      <a:gd name="connsiteY4" fmla="*/ 700087 h 700087"/>
                      <a:gd name="connsiteX5" fmla="*/ 223838 w 223838"/>
                      <a:gd name="connsiteY5" fmla="*/ 700087 h 700087"/>
                      <a:gd name="connsiteX0" fmla="*/ 217488 w 223838"/>
                      <a:gd name="connsiteY0" fmla="*/ 0 h 700087"/>
                      <a:gd name="connsiteX1" fmla="*/ 176213 w 223838"/>
                      <a:gd name="connsiteY1" fmla="*/ 147637 h 700087"/>
                      <a:gd name="connsiteX2" fmla="*/ 0 w 223838"/>
                      <a:gd name="connsiteY2" fmla="*/ 339724 h 700087"/>
                      <a:gd name="connsiteX3" fmla="*/ 176213 w 223838"/>
                      <a:gd name="connsiteY3" fmla="*/ 525462 h 700087"/>
                      <a:gd name="connsiteX4" fmla="*/ 223838 w 223838"/>
                      <a:gd name="connsiteY4" fmla="*/ 700087 h 700087"/>
                      <a:gd name="connsiteX5" fmla="*/ 223838 w 223838"/>
                      <a:gd name="connsiteY5" fmla="*/ 700087 h 7000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23838" h="700087">
                        <a:moveTo>
                          <a:pt x="217488" y="0"/>
                        </a:moveTo>
                        <a:cubicBezTo>
                          <a:pt x="209683" y="69718"/>
                          <a:pt x="212461" y="91016"/>
                          <a:pt x="176213" y="147637"/>
                        </a:cubicBezTo>
                        <a:cubicBezTo>
                          <a:pt x="139965" y="204258"/>
                          <a:pt x="0" y="276753"/>
                          <a:pt x="0" y="339724"/>
                        </a:cubicBezTo>
                        <a:cubicBezTo>
                          <a:pt x="0" y="402695"/>
                          <a:pt x="138907" y="465402"/>
                          <a:pt x="176213" y="525462"/>
                        </a:cubicBezTo>
                        <a:cubicBezTo>
                          <a:pt x="213519" y="585523"/>
                          <a:pt x="223838" y="700087"/>
                          <a:pt x="223838" y="700087"/>
                        </a:cubicBezTo>
                        <a:lnTo>
                          <a:pt x="223838" y="700087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accent4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92531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67E000A-10B0-4D2C-8337-179AF4C48D4F}"/>
              </a:ext>
            </a:extLst>
          </p:cNvPr>
          <p:cNvCxnSpPr>
            <a:cxnSpLocks/>
          </p:cNvCxnSpPr>
          <p:nvPr/>
        </p:nvCxnSpPr>
        <p:spPr>
          <a:xfrm flipH="1">
            <a:off x="11455400" y="615315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0743A66-FF67-49FC-9BA3-AC0C17D806A9}"/>
              </a:ext>
            </a:extLst>
          </p:cNvPr>
          <p:cNvCxnSpPr>
            <a:cxnSpLocks/>
          </p:cNvCxnSpPr>
          <p:nvPr/>
        </p:nvCxnSpPr>
        <p:spPr>
          <a:xfrm flipH="1">
            <a:off x="12217400" y="5397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06296A6-ABD3-4B41-A9A9-F206ECC8EA95}"/>
              </a:ext>
            </a:extLst>
          </p:cNvPr>
          <p:cNvCxnSpPr>
            <a:cxnSpLocks/>
          </p:cNvCxnSpPr>
          <p:nvPr/>
        </p:nvCxnSpPr>
        <p:spPr>
          <a:xfrm flipH="1">
            <a:off x="12979400" y="46291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19A269B-840F-4CAC-B266-CA17CC28E7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5FE043E-2A09-4B7D-ABC4-D9D8CF7724A7}"/>
              </a:ext>
            </a:extLst>
          </p:cNvPr>
          <p:cNvCxnSpPr>
            <a:cxnSpLocks/>
          </p:cNvCxnSpPr>
          <p:nvPr/>
        </p:nvCxnSpPr>
        <p:spPr>
          <a:xfrm flipH="1">
            <a:off x="14503400" y="3117850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9C3B920-A921-485F-8A27-4B9631F2EF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A96ABCD-1135-454A-8A24-478C813C99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AE3E8C8-637C-4BF5-827A-CEB73BB5B2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DDAF515-56EF-41B1-8DE3-BE4AB02B6FA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7D42396-6782-4E87-A81C-0D91CAE01A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487150" y="-952500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3" name="Group 1852">
            <a:extLst>
              <a:ext uri="{FF2B5EF4-FFF2-40B4-BE49-F238E27FC236}">
                <a16:creationId xmlns:a16="http://schemas.microsoft.com/office/drawing/2014/main" id="{13085F61-C1E6-493C-BCD7-E34A9B005B10}"/>
              </a:ext>
            </a:extLst>
          </p:cNvPr>
          <p:cNvGrpSpPr/>
          <p:nvPr/>
        </p:nvGrpSpPr>
        <p:grpSpPr>
          <a:xfrm rot="5400000">
            <a:off x="2284926" y="-705906"/>
            <a:ext cx="7621076" cy="7640109"/>
            <a:chOff x="2284926" y="-705906"/>
            <a:chExt cx="7621076" cy="7640109"/>
          </a:xfrm>
        </p:grpSpPr>
        <p:grpSp>
          <p:nvGrpSpPr>
            <p:cNvPr id="1271" name="Group 1270">
              <a:extLst>
                <a:ext uri="{FF2B5EF4-FFF2-40B4-BE49-F238E27FC236}">
                  <a16:creationId xmlns:a16="http://schemas.microsoft.com/office/drawing/2014/main" id="{D12FF7D1-E340-4558-A865-EFE9C13CB469}"/>
                </a:ext>
              </a:extLst>
            </p:cNvPr>
            <p:cNvGrpSpPr/>
            <p:nvPr/>
          </p:nvGrpSpPr>
          <p:grpSpPr>
            <a:xfrm>
              <a:off x="2286000" y="-704850"/>
              <a:ext cx="7620000" cy="7620000"/>
              <a:chOff x="2286000" y="-704850"/>
              <a:chExt cx="7620000" cy="7620000"/>
            </a:xfrm>
            <a:solidFill>
              <a:schemeClr val="bg1">
                <a:lumMod val="95000"/>
              </a:schemeClr>
            </a:solidFill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B2D5BE7-1633-4385-80C4-A008F0EAFDBA}"/>
                  </a:ext>
                </a:extLst>
              </p:cNvPr>
              <p:cNvGrpSpPr/>
              <p:nvPr/>
            </p:nvGrpSpPr>
            <p:grpSpPr>
              <a:xfrm>
                <a:off x="6096000" y="-704850"/>
                <a:ext cx="3810000" cy="3810000"/>
                <a:chOff x="5334000" y="1581150"/>
                <a:chExt cx="3810000" cy="3810000"/>
              </a:xfrm>
              <a:grpFill/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B4B7043-0D74-4AF8-9D9B-6F59631FB7F9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5BB6CCB-514D-4F11-B75D-1BE692D02946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9996AD3-01DA-4843-8B1F-1471B9ED1855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61533BB-F16D-4B2B-B9FC-1CA84FE3D6B4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7454D39B-4DC3-4E1C-B0F2-8D27D510F65C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CAE1072-2718-4A2C-B1CE-47A87CE20E82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1973E0A-DAEF-4FFC-B21B-5C5358DFFAFB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2811856-23DD-4E94-87F4-D0F78898BF03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BAC6B024-3C9A-4A71-9772-756FEE71284C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19B74EA-A5B1-4804-BB38-97BBE6766B97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7D2ABC6-6DB3-463B-AE69-ED288C7890BC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961C1202-0F97-476C-87C5-0E0FAE14B0E9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CB56DC5-4341-4D7F-822F-26AB87DE848D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A26E8D9-C482-4EBD-9122-952EAD33DCC0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1D14918-CBD2-4AD6-A9D5-B898498B119B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36E007D-8552-4F37-BFCF-9CCC2098868E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955D389-C8CC-4743-AC10-409AD6CF1F5C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3CDECD55-22DD-4972-9C77-A047BF0365F3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621F6DD-EDB9-425E-99B1-CE658E757F2B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66EDDE8-E320-4F0F-826A-7F4A2C4990BB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E5418A1-5C42-4636-BC9F-3C60CA0B78BC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AE19F31-7FBB-497E-821C-490472936C65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48A8DE7-0C1B-430C-96F8-3E54FB3C4184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6AC67A1-AFA6-4824-A2F9-E99C6A1BE822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601247A-31D3-44D3-A5BF-99D1638445AB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E7E4265-D54E-4228-9294-37EE7D6D4FD0}"/>
                  </a:ext>
                </a:extLst>
              </p:cNvPr>
              <p:cNvGrpSpPr/>
              <p:nvPr/>
            </p:nvGrpSpPr>
            <p:grpSpPr>
              <a:xfrm>
                <a:off x="6096000" y="3105150"/>
                <a:ext cx="3810000" cy="3810000"/>
                <a:chOff x="5334000" y="1581150"/>
                <a:chExt cx="3810000" cy="3810000"/>
              </a:xfrm>
              <a:grpFill/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EB37DC7E-BE40-4515-B4D3-58621141C770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3CABCC10-21BC-4A3E-8A15-89412C499DB1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D382350-0104-480C-828B-B51DCDF1DFBB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F897932E-3AFA-42DC-B0D0-107E0FF63B7F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5974DD46-B6A6-4DD1-9407-2DCDF5725D3E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031BAE9-ABA3-44A2-9850-5AED8DD4BC36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64D7C50-6CC9-4035-A784-4D715FDC30EF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7350C3C-5DBD-4D15-AD56-BEDA856F99F3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E00B65AB-3728-4F9B-A25B-665D9A7195FF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BFCB338-A6DE-4E44-9AE8-92E36A550FA4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1BBC19D-60B9-48B7-9986-BD0FBEEA6A5C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ED9D47D-2759-4D49-9AF8-E40AED18B8D7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ECF0AC2E-E672-4202-B79B-78E8417E39B5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88396458-AE2A-44F7-9C1F-E6678F123E40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CF53D02-8909-4C5F-9C2D-0341FDDB0D24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13225B5-16D5-460C-AAB3-E5B05F64DF62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76678D13-E89E-4DE0-82EF-D068C571AB92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5683016-8DA6-466F-AFD2-AE5F2DDD5022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ABF61133-B3F2-48A7-83D6-4D822410ADB9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4DE91E53-835C-4CB1-9497-AB8DBE35CCB9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4BF4D14B-CFE9-44CC-A9EE-B63B395E1B63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C389A39-A3D6-4376-AFAF-B0937BF2E026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7143B2A-3E8E-4D11-A591-B79ABE211352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6AE8C4D-8BA8-4E2F-AE78-46657CBE5501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E491856-165C-4089-BD1D-547EC6A03BAD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B11C278-4F42-4F59-BE18-65BE78088507}"/>
                  </a:ext>
                </a:extLst>
              </p:cNvPr>
              <p:cNvGrpSpPr/>
              <p:nvPr/>
            </p:nvGrpSpPr>
            <p:grpSpPr>
              <a:xfrm>
                <a:off x="2286000" y="3105150"/>
                <a:ext cx="3810000" cy="3810000"/>
                <a:chOff x="5334000" y="1581150"/>
                <a:chExt cx="3810000" cy="3810000"/>
              </a:xfrm>
              <a:grp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82A1867B-F066-4177-88C7-11536715C00A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7EB29B73-B25D-41A4-8115-660E32A761F1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271E7E8C-E882-4336-9254-5DCEF5B85699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84D0F51C-BD37-46C3-8D7F-D881865DCE5C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528A9BB0-092D-4E82-A71A-B4CEC2A48DA8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3F950BA6-4285-4BCD-88B4-A147879498BC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98FA8CA4-DE4A-4FE9-8687-263B95B14C02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B6E509D6-E01E-4959-93F1-685397C5BCB1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A3C0C758-FFEF-458B-AB1C-562ABB3D49E4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9533336E-645C-4ACA-AEDF-887281445B7B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55890A9-B7BA-45C7-9352-9E6512DCA23B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F6A4E79-BC4B-48A0-AF0F-53CAC7137A92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7F6B561F-17C5-4B16-A641-ADDF4C867680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317BF6A6-2600-4C52-808C-C47F3E15D655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C4BFD728-E5A6-4AEC-9F04-6FA620E98783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C07F06A6-C3F7-4B14-8CAC-0E0264320725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657C000B-C503-4E5A-8125-9638D4CE8EC4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84B2534D-0B45-44E3-9FD9-512B1C0D9B83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9017CD8C-10BF-45C5-BB0D-E7CA097D8FA0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B480AFB-87E8-4546-81AF-676E125369CB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5A1FB77D-BC0C-42E9-A638-FFB42A78471E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0270E7B-285C-4A73-B508-0709D5A66EA2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C0E9CE9D-2794-4B8D-8BAA-FCFC78B8EA97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BED8F2A-C48C-414C-BE6C-EBBB10AEDE61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12D9533-E854-4354-B09F-F8A4AF8B3CC6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1502" name="Group 1501">
              <a:extLst>
                <a:ext uri="{FF2B5EF4-FFF2-40B4-BE49-F238E27FC236}">
                  <a16:creationId xmlns:a16="http://schemas.microsoft.com/office/drawing/2014/main" id="{A8E6DD81-9F4B-4887-81B0-0679AA76A195}"/>
                </a:ext>
              </a:extLst>
            </p:cNvPr>
            <p:cNvGrpSpPr/>
            <p:nvPr/>
          </p:nvGrpSpPr>
          <p:grpSpPr>
            <a:xfrm>
              <a:off x="2285997" y="-705905"/>
              <a:ext cx="3807886" cy="3817405"/>
              <a:chOff x="2285997" y="-705905"/>
              <a:chExt cx="3807886" cy="3817405"/>
            </a:xfrm>
          </p:grpSpPr>
          <p:grpSp>
            <p:nvGrpSpPr>
              <p:cNvPr id="815" name="Group 814">
                <a:extLst>
                  <a:ext uri="{FF2B5EF4-FFF2-40B4-BE49-F238E27FC236}">
                    <a16:creationId xmlns:a16="http://schemas.microsoft.com/office/drawing/2014/main" id="{FA49B184-8B37-4A0D-BF2C-77E38B4BAF0A}"/>
                  </a:ext>
                </a:extLst>
              </p:cNvPr>
              <p:cNvGrpSpPr/>
              <p:nvPr/>
            </p:nvGrpSpPr>
            <p:grpSpPr>
              <a:xfrm>
                <a:off x="2285997" y="-705905"/>
                <a:ext cx="3807886" cy="3807884"/>
                <a:chOff x="2285997" y="-705905"/>
                <a:chExt cx="3807886" cy="3807884"/>
              </a:xfrm>
              <a:solidFill>
                <a:srgbClr val="F8F8F8"/>
              </a:solidFill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CA5B889D-3C0A-4906-947B-4C4573F8925A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232" name="Rectangle 231">
                    <a:extLst>
                      <a:ext uri="{FF2B5EF4-FFF2-40B4-BE49-F238E27FC236}">
                        <a16:creationId xmlns:a16="http://schemas.microsoft.com/office/drawing/2014/main" id="{9FC16BA4-F551-4C66-B5B6-190B99C0463E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3" name="Rectangle 232">
                    <a:extLst>
                      <a:ext uri="{FF2B5EF4-FFF2-40B4-BE49-F238E27FC236}">
                        <a16:creationId xmlns:a16="http://schemas.microsoft.com/office/drawing/2014/main" id="{997A74A7-2468-4BEC-8CBB-DFD8EBB6CD6C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4" name="Rectangle 233">
                    <a:extLst>
                      <a:ext uri="{FF2B5EF4-FFF2-40B4-BE49-F238E27FC236}">
                        <a16:creationId xmlns:a16="http://schemas.microsoft.com/office/drawing/2014/main" id="{3F6530A4-D8F3-4112-B8AA-8CF172738940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6FD7E65C-7FC8-44EF-AF3E-47D0BC275E4E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6" name="Rectangle 235">
                    <a:extLst>
                      <a:ext uri="{FF2B5EF4-FFF2-40B4-BE49-F238E27FC236}">
                        <a16:creationId xmlns:a16="http://schemas.microsoft.com/office/drawing/2014/main" id="{4DF3F34F-3CA5-40A9-B5DE-5C61FE48FAE1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7" name="Rectangle 236">
                    <a:extLst>
                      <a:ext uri="{FF2B5EF4-FFF2-40B4-BE49-F238E27FC236}">
                        <a16:creationId xmlns:a16="http://schemas.microsoft.com/office/drawing/2014/main" id="{481CF5CD-906C-4060-9397-553D6FE28FAF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8" name="Rectangle 237">
                    <a:extLst>
                      <a:ext uri="{FF2B5EF4-FFF2-40B4-BE49-F238E27FC236}">
                        <a16:creationId xmlns:a16="http://schemas.microsoft.com/office/drawing/2014/main" id="{7B3C6C69-5D43-4890-AF6B-CAA7272D34E1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9" name="Rectangle 238">
                    <a:extLst>
                      <a:ext uri="{FF2B5EF4-FFF2-40B4-BE49-F238E27FC236}">
                        <a16:creationId xmlns:a16="http://schemas.microsoft.com/office/drawing/2014/main" id="{0BB4917F-66D5-49D4-AE2B-4975F8B1D6E3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0" name="Rectangle 239">
                    <a:extLst>
                      <a:ext uri="{FF2B5EF4-FFF2-40B4-BE49-F238E27FC236}">
                        <a16:creationId xmlns:a16="http://schemas.microsoft.com/office/drawing/2014/main" id="{E3A7EC08-1A35-4FF4-B89C-6C37924CB767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1" name="Rectangle 240">
                    <a:extLst>
                      <a:ext uri="{FF2B5EF4-FFF2-40B4-BE49-F238E27FC236}">
                        <a16:creationId xmlns:a16="http://schemas.microsoft.com/office/drawing/2014/main" id="{FF2DE192-09B7-4987-B0E4-55CD4E6F31B2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2" name="Rectangle 241">
                    <a:extLst>
                      <a:ext uri="{FF2B5EF4-FFF2-40B4-BE49-F238E27FC236}">
                        <a16:creationId xmlns:a16="http://schemas.microsoft.com/office/drawing/2014/main" id="{BFC5C73A-D902-4D9A-98A9-B1042CA41A0C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3" name="Rectangle 242">
                    <a:extLst>
                      <a:ext uri="{FF2B5EF4-FFF2-40B4-BE49-F238E27FC236}">
                        <a16:creationId xmlns:a16="http://schemas.microsoft.com/office/drawing/2014/main" id="{ECB43C1D-59C0-4BBC-AEA0-A9380B93BAF4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4" name="Rectangle 243">
                    <a:extLst>
                      <a:ext uri="{FF2B5EF4-FFF2-40B4-BE49-F238E27FC236}">
                        <a16:creationId xmlns:a16="http://schemas.microsoft.com/office/drawing/2014/main" id="{DB51EC7C-42BA-4D54-B750-EECD0BF441F3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5" name="Rectangle 244">
                    <a:extLst>
                      <a:ext uri="{FF2B5EF4-FFF2-40B4-BE49-F238E27FC236}">
                        <a16:creationId xmlns:a16="http://schemas.microsoft.com/office/drawing/2014/main" id="{DF4536C6-A6F7-4B71-8474-70E532E92A02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6" name="Rectangle 245">
                    <a:extLst>
                      <a:ext uri="{FF2B5EF4-FFF2-40B4-BE49-F238E27FC236}">
                        <a16:creationId xmlns:a16="http://schemas.microsoft.com/office/drawing/2014/main" id="{E696B461-874B-4A71-9C97-46D5E0843679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7" name="Rectangle 246">
                    <a:extLst>
                      <a:ext uri="{FF2B5EF4-FFF2-40B4-BE49-F238E27FC236}">
                        <a16:creationId xmlns:a16="http://schemas.microsoft.com/office/drawing/2014/main" id="{EEA37841-78D2-4771-ABFF-9E4CC3C68B8E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8" name="Rectangle 247">
                    <a:extLst>
                      <a:ext uri="{FF2B5EF4-FFF2-40B4-BE49-F238E27FC236}">
                        <a16:creationId xmlns:a16="http://schemas.microsoft.com/office/drawing/2014/main" id="{BE07DA09-C2F8-48A4-8337-CB7323BC958E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9" name="Rectangle 248">
                    <a:extLst>
                      <a:ext uri="{FF2B5EF4-FFF2-40B4-BE49-F238E27FC236}">
                        <a16:creationId xmlns:a16="http://schemas.microsoft.com/office/drawing/2014/main" id="{385910F9-2171-4812-BC97-249570B35641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0" name="Rectangle 249">
                    <a:extLst>
                      <a:ext uri="{FF2B5EF4-FFF2-40B4-BE49-F238E27FC236}">
                        <a16:creationId xmlns:a16="http://schemas.microsoft.com/office/drawing/2014/main" id="{366B8EE8-C678-47CC-A8AC-4E6676CD3A7C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1" name="Rectangle 250">
                    <a:extLst>
                      <a:ext uri="{FF2B5EF4-FFF2-40B4-BE49-F238E27FC236}">
                        <a16:creationId xmlns:a16="http://schemas.microsoft.com/office/drawing/2014/main" id="{C765D4BE-4EA4-4081-AC9E-8FDF421AF0C2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2" name="Rectangle 251">
                    <a:extLst>
                      <a:ext uri="{FF2B5EF4-FFF2-40B4-BE49-F238E27FC236}">
                        <a16:creationId xmlns:a16="http://schemas.microsoft.com/office/drawing/2014/main" id="{9B591DF5-1A3F-4403-A577-F234E8798E3C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3" name="Rectangle 252">
                    <a:extLst>
                      <a:ext uri="{FF2B5EF4-FFF2-40B4-BE49-F238E27FC236}">
                        <a16:creationId xmlns:a16="http://schemas.microsoft.com/office/drawing/2014/main" id="{547B3586-6DB9-4E87-9223-E98BC30AE2E8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4" name="Rectangle 253">
                    <a:extLst>
                      <a:ext uri="{FF2B5EF4-FFF2-40B4-BE49-F238E27FC236}">
                        <a16:creationId xmlns:a16="http://schemas.microsoft.com/office/drawing/2014/main" id="{59C3E636-EC3D-4E93-85B1-4187E4A1088F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5" name="Rectangle 254">
                    <a:extLst>
                      <a:ext uri="{FF2B5EF4-FFF2-40B4-BE49-F238E27FC236}">
                        <a16:creationId xmlns:a16="http://schemas.microsoft.com/office/drawing/2014/main" id="{E056BEA2-4B9E-4C59-9C31-1F2549DF4045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6" name="Rectangle 255">
                    <a:extLst>
                      <a:ext uri="{FF2B5EF4-FFF2-40B4-BE49-F238E27FC236}">
                        <a16:creationId xmlns:a16="http://schemas.microsoft.com/office/drawing/2014/main" id="{92C45EB5-0C51-48C7-AF34-770C1B9AEF6C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48" name="Group 147">
                  <a:extLst>
                    <a:ext uri="{FF2B5EF4-FFF2-40B4-BE49-F238E27FC236}">
                      <a16:creationId xmlns:a16="http://schemas.microsoft.com/office/drawing/2014/main" id="{BE33ADFB-86D5-47F0-BE15-663F43E08F3C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207" name="Rectangle 206">
                    <a:extLst>
                      <a:ext uri="{FF2B5EF4-FFF2-40B4-BE49-F238E27FC236}">
                        <a16:creationId xmlns:a16="http://schemas.microsoft.com/office/drawing/2014/main" id="{C4308EC0-60FA-465C-8D62-5B5D1585451C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8" name="Rectangle 207">
                    <a:extLst>
                      <a:ext uri="{FF2B5EF4-FFF2-40B4-BE49-F238E27FC236}">
                        <a16:creationId xmlns:a16="http://schemas.microsoft.com/office/drawing/2014/main" id="{99603000-94B9-4A50-9E9F-6F740BC066F5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9" name="Rectangle 208">
                    <a:extLst>
                      <a:ext uri="{FF2B5EF4-FFF2-40B4-BE49-F238E27FC236}">
                        <a16:creationId xmlns:a16="http://schemas.microsoft.com/office/drawing/2014/main" id="{B461F371-DEAF-4D43-82A2-22D435FF547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E976FD07-5B8A-4971-BB6E-2C042FAAB6B5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45CE19DF-DB16-4DC6-8117-0A0032F9E85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2" name="Rectangle 211">
                    <a:extLst>
                      <a:ext uri="{FF2B5EF4-FFF2-40B4-BE49-F238E27FC236}">
                        <a16:creationId xmlns:a16="http://schemas.microsoft.com/office/drawing/2014/main" id="{DD1E3B21-2FF1-4304-BCD1-121D81B84502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3" name="Rectangle 212">
                    <a:extLst>
                      <a:ext uri="{FF2B5EF4-FFF2-40B4-BE49-F238E27FC236}">
                        <a16:creationId xmlns:a16="http://schemas.microsoft.com/office/drawing/2014/main" id="{8C23E4AF-B822-4641-834F-CD79E8F699AB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4" name="Rectangle 213">
                    <a:extLst>
                      <a:ext uri="{FF2B5EF4-FFF2-40B4-BE49-F238E27FC236}">
                        <a16:creationId xmlns:a16="http://schemas.microsoft.com/office/drawing/2014/main" id="{FC575690-DAEF-4EBF-A2F7-DE47170A030F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5" name="Rectangle 214">
                    <a:extLst>
                      <a:ext uri="{FF2B5EF4-FFF2-40B4-BE49-F238E27FC236}">
                        <a16:creationId xmlns:a16="http://schemas.microsoft.com/office/drawing/2014/main" id="{CDC4437C-801B-4346-9DF2-3C507EC88A8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6" name="Rectangle 215">
                    <a:extLst>
                      <a:ext uri="{FF2B5EF4-FFF2-40B4-BE49-F238E27FC236}">
                        <a16:creationId xmlns:a16="http://schemas.microsoft.com/office/drawing/2014/main" id="{9824EADC-CF3F-422A-98FA-3CC4B178096D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7" name="Rectangle 216">
                    <a:extLst>
                      <a:ext uri="{FF2B5EF4-FFF2-40B4-BE49-F238E27FC236}">
                        <a16:creationId xmlns:a16="http://schemas.microsoft.com/office/drawing/2014/main" id="{9909EC20-12FD-498E-A9D2-98077178ABB7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8" name="Rectangle 217">
                    <a:extLst>
                      <a:ext uri="{FF2B5EF4-FFF2-40B4-BE49-F238E27FC236}">
                        <a16:creationId xmlns:a16="http://schemas.microsoft.com/office/drawing/2014/main" id="{8C775F99-8E17-413C-BA8A-CF37A82B8E2B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9" name="Rectangle 218">
                    <a:extLst>
                      <a:ext uri="{FF2B5EF4-FFF2-40B4-BE49-F238E27FC236}">
                        <a16:creationId xmlns:a16="http://schemas.microsoft.com/office/drawing/2014/main" id="{7A587C81-E1BA-44ED-A7F7-D5AA9E17A33D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0" name="Rectangle 219">
                    <a:extLst>
                      <a:ext uri="{FF2B5EF4-FFF2-40B4-BE49-F238E27FC236}">
                        <a16:creationId xmlns:a16="http://schemas.microsoft.com/office/drawing/2014/main" id="{5D95A70E-02D3-4A4C-8795-38758CB3E30F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1" name="Rectangle 220">
                    <a:extLst>
                      <a:ext uri="{FF2B5EF4-FFF2-40B4-BE49-F238E27FC236}">
                        <a16:creationId xmlns:a16="http://schemas.microsoft.com/office/drawing/2014/main" id="{01520B33-544B-4540-A63A-A7EF64E77D21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2" name="Rectangle 221">
                    <a:extLst>
                      <a:ext uri="{FF2B5EF4-FFF2-40B4-BE49-F238E27FC236}">
                        <a16:creationId xmlns:a16="http://schemas.microsoft.com/office/drawing/2014/main" id="{0B99FB03-2A1A-4674-9DBC-B766B18D9728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3" name="Rectangle 222">
                    <a:extLst>
                      <a:ext uri="{FF2B5EF4-FFF2-40B4-BE49-F238E27FC236}">
                        <a16:creationId xmlns:a16="http://schemas.microsoft.com/office/drawing/2014/main" id="{C49B209F-5499-4D96-960E-6365CC68FF63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4" name="Rectangle 223">
                    <a:extLst>
                      <a:ext uri="{FF2B5EF4-FFF2-40B4-BE49-F238E27FC236}">
                        <a16:creationId xmlns:a16="http://schemas.microsoft.com/office/drawing/2014/main" id="{7117B4C0-F12E-4F7D-8836-B5D6172185DD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5" name="Rectangle 224">
                    <a:extLst>
                      <a:ext uri="{FF2B5EF4-FFF2-40B4-BE49-F238E27FC236}">
                        <a16:creationId xmlns:a16="http://schemas.microsoft.com/office/drawing/2014/main" id="{72035526-CA29-4E0F-B1BE-370BFECC9F37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6" name="Rectangle 225">
                    <a:extLst>
                      <a:ext uri="{FF2B5EF4-FFF2-40B4-BE49-F238E27FC236}">
                        <a16:creationId xmlns:a16="http://schemas.microsoft.com/office/drawing/2014/main" id="{00994ED8-60A7-4716-8146-57A785930004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7" name="Rectangle 226">
                    <a:extLst>
                      <a:ext uri="{FF2B5EF4-FFF2-40B4-BE49-F238E27FC236}">
                        <a16:creationId xmlns:a16="http://schemas.microsoft.com/office/drawing/2014/main" id="{51A4BF43-E28E-423B-87E6-9D2A5049D060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8" name="Rectangle 227">
                    <a:extLst>
                      <a:ext uri="{FF2B5EF4-FFF2-40B4-BE49-F238E27FC236}">
                        <a16:creationId xmlns:a16="http://schemas.microsoft.com/office/drawing/2014/main" id="{5F1E2305-3D02-41D4-8433-9A2163894659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9" name="Rectangle 228">
                    <a:extLst>
                      <a:ext uri="{FF2B5EF4-FFF2-40B4-BE49-F238E27FC236}">
                        <a16:creationId xmlns:a16="http://schemas.microsoft.com/office/drawing/2014/main" id="{80F09B1F-5F28-4C0F-943A-E137DC2BFDF9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E37D7B4D-FE84-4E47-8008-7E01887F17C3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1" name="Rectangle 230">
                    <a:extLst>
                      <a:ext uri="{FF2B5EF4-FFF2-40B4-BE49-F238E27FC236}">
                        <a16:creationId xmlns:a16="http://schemas.microsoft.com/office/drawing/2014/main" id="{75E856EE-BC86-4B74-A868-B681BB4E592A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572B8696-8ADC-4BA3-B074-518A16F33486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A50C75B3-E2FA-4409-9AF1-5850B09DA5D5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0CD3E497-3CA0-47F3-8599-B182FF936837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50C76054-2106-45BC-BCD0-69BBAF62E8FB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274E03A5-90C8-4DF7-90F2-8C051FFD38F0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6" name="Rectangle 185">
                    <a:extLst>
                      <a:ext uri="{FF2B5EF4-FFF2-40B4-BE49-F238E27FC236}">
                        <a16:creationId xmlns:a16="http://schemas.microsoft.com/office/drawing/2014/main" id="{267FF2F9-08C9-441C-B267-1FE51890476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7" name="Rectangle 186">
                    <a:extLst>
                      <a:ext uri="{FF2B5EF4-FFF2-40B4-BE49-F238E27FC236}">
                        <a16:creationId xmlns:a16="http://schemas.microsoft.com/office/drawing/2014/main" id="{DA2F7341-D680-4819-B416-91B34ADBCA44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8" name="Rectangle 187">
                    <a:extLst>
                      <a:ext uri="{FF2B5EF4-FFF2-40B4-BE49-F238E27FC236}">
                        <a16:creationId xmlns:a16="http://schemas.microsoft.com/office/drawing/2014/main" id="{2F2EB7E6-2088-4557-9D6C-C3772F6DCFF2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9" name="Rectangle 188">
                    <a:extLst>
                      <a:ext uri="{FF2B5EF4-FFF2-40B4-BE49-F238E27FC236}">
                        <a16:creationId xmlns:a16="http://schemas.microsoft.com/office/drawing/2014/main" id="{C70D3586-79E8-43C0-9245-1651751F34D3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21EA9904-AFFC-4785-A776-E527B6A8F7BF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83EC8A9C-FA01-497D-B8FB-4A07AB85DA02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C046EEC1-71D8-47A4-B251-0C121E12F40E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0DEDE42A-D09E-45E8-984E-5900FD9AD7FB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BD5E3578-297F-4847-A892-1FDEC0914F41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20728CE1-2BE7-4F68-B776-EF58E7A3B02F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6" name="Rectangle 195">
                    <a:extLst>
                      <a:ext uri="{FF2B5EF4-FFF2-40B4-BE49-F238E27FC236}">
                        <a16:creationId xmlns:a16="http://schemas.microsoft.com/office/drawing/2014/main" id="{F367DBF0-3252-4C86-A6BE-68402DE05E30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7" name="Rectangle 196">
                    <a:extLst>
                      <a:ext uri="{FF2B5EF4-FFF2-40B4-BE49-F238E27FC236}">
                        <a16:creationId xmlns:a16="http://schemas.microsoft.com/office/drawing/2014/main" id="{76BDB23C-BB4F-4E5D-9212-AE5AD2766E3E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8" name="Rectangle 197">
                    <a:extLst>
                      <a:ext uri="{FF2B5EF4-FFF2-40B4-BE49-F238E27FC236}">
                        <a16:creationId xmlns:a16="http://schemas.microsoft.com/office/drawing/2014/main" id="{DDA0CC0F-ADD8-4C2F-A1B6-C5957C286F7A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9" name="Rectangle 198">
                    <a:extLst>
                      <a:ext uri="{FF2B5EF4-FFF2-40B4-BE49-F238E27FC236}">
                        <a16:creationId xmlns:a16="http://schemas.microsoft.com/office/drawing/2014/main" id="{1F2E7849-AB29-47D8-9311-DC4562A4190C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56F73201-4060-4DC6-844B-E378D14FDBE8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1" name="Rectangle 200">
                    <a:extLst>
                      <a:ext uri="{FF2B5EF4-FFF2-40B4-BE49-F238E27FC236}">
                        <a16:creationId xmlns:a16="http://schemas.microsoft.com/office/drawing/2014/main" id="{3F7ABF8A-495E-4962-A711-C9017A9E9557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2" name="Rectangle 201">
                    <a:extLst>
                      <a:ext uri="{FF2B5EF4-FFF2-40B4-BE49-F238E27FC236}">
                        <a16:creationId xmlns:a16="http://schemas.microsoft.com/office/drawing/2014/main" id="{805A0940-3F65-4006-960C-771B8DFED8CC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3" name="Rectangle 202">
                    <a:extLst>
                      <a:ext uri="{FF2B5EF4-FFF2-40B4-BE49-F238E27FC236}">
                        <a16:creationId xmlns:a16="http://schemas.microsoft.com/office/drawing/2014/main" id="{A6A32032-D304-407E-8664-2ECF286F0A2F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4" name="Rectangle 203">
                    <a:extLst>
                      <a:ext uri="{FF2B5EF4-FFF2-40B4-BE49-F238E27FC236}">
                        <a16:creationId xmlns:a16="http://schemas.microsoft.com/office/drawing/2014/main" id="{804500FF-E628-43D5-A68A-0000E2031948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5" name="Rectangle 204">
                    <a:extLst>
                      <a:ext uri="{FF2B5EF4-FFF2-40B4-BE49-F238E27FC236}">
                        <a16:creationId xmlns:a16="http://schemas.microsoft.com/office/drawing/2014/main" id="{4464DE3C-C0C2-4845-AF70-5A51A09F1F73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54F78F54-1437-486F-B3AB-9B83522C7F06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817" name="Group 816">
                <a:extLst>
                  <a:ext uri="{FF2B5EF4-FFF2-40B4-BE49-F238E27FC236}">
                    <a16:creationId xmlns:a16="http://schemas.microsoft.com/office/drawing/2014/main" id="{F738EC51-F559-4D69-9F4E-1896C7E056A3}"/>
                  </a:ext>
                </a:extLst>
              </p:cNvPr>
              <p:cNvGrpSpPr/>
              <p:nvPr/>
            </p:nvGrpSpPr>
            <p:grpSpPr>
              <a:xfrm>
                <a:off x="2285998" y="-705905"/>
                <a:ext cx="3807884" cy="3817405"/>
                <a:chOff x="2285998" y="-705905"/>
                <a:chExt cx="3807884" cy="3817405"/>
              </a:xfrm>
            </p:grpSpPr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3F8EECF7-FC94-4E9E-9583-EBA2633002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499CFD47-A424-4D06-9C0B-D32F90B53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DDD4555A-2511-4D3E-9CA8-3C35081E7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45C20623-D820-43BD-8977-A55893C08A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009CC8E8-9F8A-497A-9B24-B70E3BD6BD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0A5A2779-F976-4694-AD1E-2D249BE95C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14F00E9D-B133-43C6-A01D-F0888D6711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BB0D895C-70A7-4F37-A158-76ABDA8599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72A9EBD2-8DD0-4C39-8FBA-63ABAEA66F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36F0123D-AA37-4F49-B382-059CBF90DC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1E536ED0-4ADC-4762-BB27-EA921D0AF7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4B93AA64-503C-4A38-910F-14197C8E5B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26CBAAF8-E367-4BDD-8891-D3F44319F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76D208E6-DE25-4C4A-8CF2-05EB351935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04A073B7-EC83-406C-80A9-14E4AEE4D0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6FFFFF8A-64F5-44A5-AE0D-CDF5050E7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6F4B36FF-2418-49C9-BA88-F253CFA6C5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41DCB63D-7FD9-41F2-8D54-D3DA13B252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06C1AC8-2DD9-4F14-8EF4-2F39DD691C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0F6AA5D7-08FF-4C00-BF10-0B642BDF52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252F787B-8737-4894-88DB-BDA917D160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88817641-6F9D-4130-810C-746A48DECE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97130422-1F10-4BAE-B3B8-8C0DFC9DFC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9C217F3B-641C-4AC6-9C1A-5B4FD483B4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B3DB9161-6E43-4767-B431-B227C2EF0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22907F28-ECD2-4393-A10F-6C28E00030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277BD0D0-6D6E-4CF4-9802-AF4C30FA61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21316345-5F11-4B49-B25E-ECF8168A4B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47C176B3-3F06-4297-B30F-BEC7455589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4C44A88F-CD59-48E2-B787-933C21B82C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A77F9FE4-1922-4DBD-A686-510C45DC95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1913DC1F-3962-4C5B-A980-5BEA5975B9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74" name="Group 1273">
              <a:extLst>
                <a:ext uri="{FF2B5EF4-FFF2-40B4-BE49-F238E27FC236}">
                  <a16:creationId xmlns:a16="http://schemas.microsoft.com/office/drawing/2014/main" id="{B9F2ABCC-A75F-490A-BD4E-480B945A4064}"/>
                </a:ext>
              </a:extLst>
            </p:cNvPr>
            <p:cNvGrpSpPr/>
            <p:nvPr/>
          </p:nvGrpSpPr>
          <p:grpSpPr>
            <a:xfrm>
              <a:off x="3810000" y="57150"/>
              <a:ext cx="6096000" cy="6877053"/>
              <a:chOff x="3810000" y="57150"/>
              <a:chExt cx="6096000" cy="6877053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6F1D4B5E-5F15-4E06-8D7B-A45B168B36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20000" y="6153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1C2A1A45-FAEE-47EF-BDE7-36DB134290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43998" y="462915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B8539B9-9631-4CA9-85B7-F5B5F37616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4000" y="6153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0FE223C0-762A-4E7F-98C1-6FDF7FC43A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998" y="539750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B603F784-60DA-4D90-80DC-6604AC0538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2000" y="539750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E092B776-1CF6-406F-BFE3-FA88BF39DF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998" y="388620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09BB00F-13AE-429D-B97E-A55AF8477F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8000" y="311150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3717089A-008E-429D-B5C2-80804AD046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81997" y="3867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3EF1F9C-5E40-4B4E-8914-4D08739B6F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7996" y="2343150"/>
                <a:ext cx="3048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AB269969-A3BB-4FFB-BE19-D8BA098C5E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81997" y="819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3F9747F2-8530-4D2E-84C2-1E3D8FD0B5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20000" y="158115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F495B50-9C77-41CB-9E84-126BEA4738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57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A33E89A4-10FA-486F-85A9-0C5A4A92DA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81915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42B42D2-CCDD-4E2D-8F38-4D434821608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00996" y="12001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82BB1588-A72D-4E24-B98E-E4197373A8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857999" y="819151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6DBE422-988F-4AAB-8856-F7EF3873A2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095995" y="1581149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F6543D91-8CC4-4E8D-9734-0B63C69FD62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20047" y="350519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0F3E4CE4-6DD7-4A75-BEF7-EC94209EE02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476995" y="27368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6E03A505-BBE8-49A3-AFA7-EC17B111F33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095995" y="4635499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461B5A71-AE95-4442-8485-FD57674C74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381997" y="539750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D88E135C-EB06-4B1C-9D9B-6D79724D18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0000" y="6165848"/>
                <a:ext cx="0" cy="74930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99FEE6AC-E747-4A97-AA88-CE0599F246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476994" y="65468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25F2506A-4286-46DC-A2B2-9151B38E306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714997" y="57721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6E256CE3-F955-4F8D-939A-40778F5F818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952999" y="5778501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6301A40-FB4D-498A-9793-030288DA9E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904999" y="5022851"/>
                <a:ext cx="3810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D61AAEFE-9FC5-4AF2-BF61-5A83C98225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428999" y="4248151"/>
                <a:ext cx="2286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CDDBCEC9-238C-4D86-B681-EE89BD89AC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7998" y="692785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1CBDDA1-1619-4EB8-BC26-31D0DA9652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10000" y="6934203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A7AB4F2A-0C82-4944-98E0-1A77BA925A6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714997" y="34861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1" name="Group 1500">
              <a:extLst>
                <a:ext uri="{FF2B5EF4-FFF2-40B4-BE49-F238E27FC236}">
                  <a16:creationId xmlns:a16="http://schemas.microsoft.com/office/drawing/2014/main" id="{C226438D-6437-47C6-A516-E5F72B9C0794}"/>
                </a:ext>
              </a:extLst>
            </p:cNvPr>
            <p:cNvGrpSpPr/>
            <p:nvPr/>
          </p:nvGrpSpPr>
          <p:grpSpPr>
            <a:xfrm>
              <a:off x="2285997" y="-705904"/>
              <a:ext cx="1899191" cy="1903939"/>
              <a:chOff x="2285997" y="-705904"/>
              <a:chExt cx="1899191" cy="1903939"/>
            </a:xfrm>
          </p:grpSpPr>
          <p:grpSp>
            <p:nvGrpSpPr>
              <p:cNvPr id="820" name="Group 819">
                <a:extLst>
                  <a:ext uri="{FF2B5EF4-FFF2-40B4-BE49-F238E27FC236}">
                    <a16:creationId xmlns:a16="http://schemas.microsoft.com/office/drawing/2014/main" id="{15D4A8DD-7FAC-479F-8000-38771787A7CA}"/>
                  </a:ext>
                </a:extLst>
              </p:cNvPr>
              <p:cNvGrpSpPr/>
              <p:nvPr/>
            </p:nvGrpSpPr>
            <p:grpSpPr>
              <a:xfrm>
                <a:off x="2285997" y="-705904"/>
                <a:ext cx="1899191" cy="1899190"/>
                <a:chOff x="2285997" y="-705905"/>
                <a:chExt cx="3807886" cy="3807884"/>
              </a:xfrm>
              <a:solidFill>
                <a:srgbClr val="FFFFFF"/>
              </a:solidFill>
            </p:grpSpPr>
            <p:grpSp>
              <p:nvGrpSpPr>
                <p:cNvPr id="854" name="Group 853">
                  <a:extLst>
                    <a:ext uri="{FF2B5EF4-FFF2-40B4-BE49-F238E27FC236}">
                      <a16:creationId xmlns:a16="http://schemas.microsoft.com/office/drawing/2014/main" id="{7D2F98D9-4F40-4353-BA8D-A7F36C160911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907" name="Rectangle 906">
                    <a:extLst>
                      <a:ext uri="{FF2B5EF4-FFF2-40B4-BE49-F238E27FC236}">
                        <a16:creationId xmlns:a16="http://schemas.microsoft.com/office/drawing/2014/main" id="{B530F701-C186-4B89-ADE6-4D7D21791516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8" name="Rectangle 907">
                    <a:extLst>
                      <a:ext uri="{FF2B5EF4-FFF2-40B4-BE49-F238E27FC236}">
                        <a16:creationId xmlns:a16="http://schemas.microsoft.com/office/drawing/2014/main" id="{BB5ED5BB-ACA9-401E-B67F-62A9D71C13DA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9" name="Rectangle 908">
                    <a:extLst>
                      <a:ext uri="{FF2B5EF4-FFF2-40B4-BE49-F238E27FC236}">
                        <a16:creationId xmlns:a16="http://schemas.microsoft.com/office/drawing/2014/main" id="{16A67616-9F59-4C37-8E74-7BDA3AE87D69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0" name="Rectangle 909">
                    <a:extLst>
                      <a:ext uri="{FF2B5EF4-FFF2-40B4-BE49-F238E27FC236}">
                        <a16:creationId xmlns:a16="http://schemas.microsoft.com/office/drawing/2014/main" id="{2EC25FDD-FE4E-4BF3-A877-6B6C48BF24E0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1" name="Rectangle 910">
                    <a:extLst>
                      <a:ext uri="{FF2B5EF4-FFF2-40B4-BE49-F238E27FC236}">
                        <a16:creationId xmlns:a16="http://schemas.microsoft.com/office/drawing/2014/main" id="{60DE6613-4DCA-4E5B-B0E1-0903D4076D85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2" name="Rectangle 911">
                    <a:extLst>
                      <a:ext uri="{FF2B5EF4-FFF2-40B4-BE49-F238E27FC236}">
                        <a16:creationId xmlns:a16="http://schemas.microsoft.com/office/drawing/2014/main" id="{A8443576-8590-4CB6-BCBF-A28D0341872F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3" name="Rectangle 912">
                    <a:extLst>
                      <a:ext uri="{FF2B5EF4-FFF2-40B4-BE49-F238E27FC236}">
                        <a16:creationId xmlns:a16="http://schemas.microsoft.com/office/drawing/2014/main" id="{9BCFBB0A-4A22-4D09-BF67-D46343CB7EE5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4" name="Rectangle 913">
                    <a:extLst>
                      <a:ext uri="{FF2B5EF4-FFF2-40B4-BE49-F238E27FC236}">
                        <a16:creationId xmlns:a16="http://schemas.microsoft.com/office/drawing/2014/main" id="{E5DD3A78-DCEF-4B6D-9F72-660FD158FDCA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5" name="Rectangle 914">
                    <a:extLst>
                      <a:ext uri="{FF2B5EF4-FFF2-40B4-BE49-F238E27FC236}">
                        <a16:creationId xmlns:a16="http://schemas.microsoft.com/office/drawing/2014/main" id="{E43A3062-025D-4BFA-A7C2-F1774F7B8CB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6" name="Rectangle 915">
                    <a:extLst>
                      <a:ext uri="{FF2B5EF4-FFF2-40B4-BE49-F238E27FC236}">
                        <a16:creationId xmlns:a16="http://schemas.microsoft.com/office/drawing/2014/main" id="{18B7D3D6-D656-498C-92D7-E5C8943A638D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7" name="Rectangle 916">
                    <a:extLst>
                      <a:ext uri="{FF2B5EF4-FFF2-40B4-BE49-F238E27FC236}">
                        <a16:creationId xmlns:a16="http://schemas.microsoft.com/office/drawing/2014/main" id="{16A38E47-8DBC-4288-9DED-8404A1F95AB0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8" name="Rectangle 917">
                    <a:extLst>
                      <a:ext uri="{FF2B5EF4-FFF2-40B4-BE49-F238E27FC236}">
                        <a16:creationId xmlns:a16="http://schemas.microsoft.com/office/drawing/2014/main" id="{A81372C5-32D2-47E3-AC65-95B753F760CF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9" name="Rectangle 918">
                    <a:extLst>
                      <a:ext uri="{FF2B5EF4-FFF2-40B4-BE49-F238E27FC236}">
                        <a16:creationId xmlns:a16="http://schemas.microsoft.com/office/drawing/2014/main" id="{8DBBC7D3-A3E7-4BBD-91FF-AA47C9A0F5E6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0" name="Rectangle 919">
                    <a:extLst>
                      <a:ext uri="{FF2B5EF4-FFF2-40B4-BE49-F238E27FC236}">
                        <a16:creationId xmlns:a16="http://schemas.microsoft.com/office/drawing/2014/main" id="{BCB32CE0-2253-4F7D-AA5E-ECD109040484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1" name="Rectangle 920">
                    <a:extLst>
                      <a:ext uri="{FF2B5EF4-FFF2-40B4-BE49-F238E27FC236}">
                        <a16:creationId xmlns:a16="http://schemas.microsoft.com/office/drawing/2014/main" id="{275C4B35-6385-4391-9F3B-C225AE3D8C23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2" name="Rectangle 921">
                    <a:extLst>
                      <a:ext uri="{FF2B5EF4-FFF2-40B4-BE49-F238E27FC236}">
                        <a16:creationId xmlns:a16="http://schemas.microsoft.com/office/drawing/2014/main" id="{54EC9E63-A910-4593-966A-4E1E50FCFEC0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3" name="Rectangle 922">
                    <a:extLst>
                      <a:ext uri="{FF2B5EF4-FFF2-40B4-BE49-F238E27FC236}">
                        <a16:creationId xmlns:a16="http://schemas.microsoft.com/office/drawing/2014/main" id="{BE18D9CD-ADEC-4013-90A2-361E47AEAD31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4" name="Rectangle 923">
                    <a:extLst>
                      <a:ext uri="{FF2B5EF4-FFF2-40B4-BE49-F238E27FC236}">
                        <a16:creationId xmlns:a16="http://schemas.microsoft.com/office/drawing/2014/main" id="{786572A8-AEC1-4D0B-86D7-0D6046297101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5" name="Rectangle 924">
                    <a:extLst>
                      <a:ext uri="{FF2B5EF4-FFF2-40B4-BE49-F238E27FC236}">
                        <a16:creationId xmlns:a16="http://schemas.microsoft.com/office/drawing/2014/main" id="{43A41D26-D29B-4B69-901B-448405BF96FB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6" name="Rectangle 925">
                    <a:extLst>
                      <a:ext uri="{FF2B5EF4-FFF2-40B4-BE49-F238E27FC236}">
                        <a16:creationId xmlns:a16="http://schemas.microsoft.com/office/drawing/2014/main" id="{76A79909-08E9-4E08-911C-80DD2075A4FA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7" name="Rectangle 926">
                    <a:extLst>
                      <a:ext uri="{FF2B5EF4-FFF2-40B4-BE49-F238E27FC236}">
                        <a16:creationId xmlns:a16="http://schemas.microsoft.com/office/drawing/2014/main" id="{28BBB68F-F86F-4F80-8ED2-2A357F41DEA8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8" name="Rectangle 927">
                    <a:extLst>
                      <a:ext uri="{FF2B5EF4-FFF2-40B4-BE49-F238E27FC236}">
                        <a16:creationId xmlns:a16="http://schemas.microsoft.com/office/drawing/2014/main" id="{49CB4BA1-B986-4149-A005-E9FDFFB7AB86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9" name="Rectangle 928">
                    <a:extLst>
                      <a:ext uri="{FF2B5EF4-FFF2-40B4-BE49-F238E27FC236}">
                        <a16:creationId xmlns:a16="http://schemas.microsoft.com/office/drawing/2014/main" id="{AD2A01E6-1BC1-4DEA-9BFB-D579786BCE63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30" name="Rectangle 929">
                    <a:extLst>
                      <a:ext uri="{FF2B5EF4-FFF2-40B4-BE49-F238E27FC236}">
                        <a16:creationId xmlns:a16="http://schemas.microsoft.com/office/drawing/2014/main" id="{4FCC438A-476D-4341-8666-AC794BAFA649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31" name="Rectangle 930">
                    <a:extLst>
                      <a:ext uri="{FF2B5EF4-FFF2-40B4-BE49-F238E27FC236}">
                        <a16:creationId xmlns:a16="http://schemas.microsoft.com/office/drawing/2014/main" id="{0C272091-AB1B-4680-9F19-4C2D2074633F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855" name="Group 854">
                  <a:extLst>
                    <a:ext uri="{FF2B5EF4-FFF2-40B4-BE49-F238E27FC236}">
                      <a16:creationId xmlns:a16="http://schemas.microsoft.com/office/drawing/2014/main" id="{C25196A0-F2C7-4DC0-8077-CDF1068D8974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882" name="Rectangle 881">
                    <a:extLst>
                      <a:ext uri="{FF2B5EF4-FFF2-40B4-BE49-F238E27FC236}">
                        <a16:creationId xmlns:a16="http://schemas.microsoft.com/office/drawing/2014/main" id="{E8351058-8BB6-4BBE-B767-E43128D86EB2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3" name="Rectangle 882">
                    <a:extLst>
                      <a:ext uri="{FF2B5EF4-FFF2-40B4-BE49-F238E27FC236}">
                        <a16:creationId xmlns:a16="http://schemas.microsoft.com/office/drawing/2014/main" id="{E1AE6C41-C7FE-4A98-B4AC-62BDA4C5609D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4" name="Rectangle 883">
                    <a:extLst>
                      <a:ext uri="{FF2B5EF4-FFF2-40B4-BE49-F238E27FC236}">
                        <a16:creationId xmlns:a16="http://schemas.microsoft.com/office/drawing/2014/main" id="{2FC3F130-4742-468E-8588-E7A8795D90FB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5" name="Rectangle 884">
                    <a:extLst>
                      <a:ext uri="{FF2B5EF4-FFF2-40B4-BE49-F238E27FC236}">
                        <a16:creationId xmlns:a16="http://schemas.microsoft.com/office/drawing/2014/main" id="{94C78AF0-1A73-4C7D-93C6-5459FFAA32EB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6" name="Rectangle 885">
                    <a:extLst>
                      <a:ext uri="{FF2B5EF4-FFF2-40B4-BE49-F238E27FC236}">
                        <a16:creationId xmlns:a16="http://schemas.microsoft.com/office/drawing/2014/main" id="{432D4A3E-19FB-4099-8CD1-9B3FDBF1DDC0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7" name="Rectangle 886">
                    <a:extLst>
                      <a:ext uri="{FF2B5EF4-FFF2-40B4-BE49-F238E27FC236}">
                        <a16:creationId xmlns:a16="http://schemas.microsoft.com/office/drawing/2014/main" id="{847B2FE3-411F-4501-8119-EE0969C24EAE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8" name="Rectangle 887">
                    <a:extLst>
                      <a:ext uri="{FF2B5EF4-FFF2-40B4-BE49-F238E27FC236}">
                        <a16:creationId xmlns:a16="http://schemas.microsoft.com/office/drawing/2014/main" id="{3D071B5E-2806-4DDD-8CF5-4E9A66F5EE52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9" name="Rectangle 888">
                    <a:extLst>
                      <a:ext uri="{FF2B5EF4-FFF2-40B4-BE49-F238E27FC236}">
                        <a16:creationId xmlns:a16="http://schemas.microsoft.com/office/drawing/2014/main" id="{7744DB7E-5B1F-4898-906B-FCA8E4A09340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0" name="Rectangle 889">
                    <a:extLst>
                      <a:ext uri="{FF2B5EF4-FFF2-40B4-BE49-F238E27FC236}">
                        <a16:creationId xmlns:a16="http://schemas.microsoft.com/office/drawing/2014/main" id="{9489EFA6-7C47-4E57-A9DA-ED1D2E66DA12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1" name="Rectangle 890">
                    <a:extLst>
                      <a:ext uri="{FF2B5EF4-FFF2-40B4-BE49-F238E27FC236}">
                        <a16:creationId xmlns:a16="http://schemas.microsoft.com/office/drawing/2014/main" id="{508758C9-C23C-4273-BE58-BEF610C70D36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2" name="Rectangle 891">
                    <a:extLst>
                      <a:ext uri="{FF2B5EF4-FFF2-40B4-BE49-F238E27FC236}">
                        <a16:creationId xmlns:a16="http://schemas.microsoft.com/office/drawing/2014/main" id="{BA8BB1A8-AFB1-49CB-BA4E-6B2633BDC62D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3" name="Rectangle 892">
                    <a:extLst>
                      <a:ext uri="{FF2B5EF4-FFF2-40B4-BE49-F238E27FC236}">
                        <a16:creationId xmlns:a16="http://schemas.microsoft.com/office/drawing/2014/main" id="{9A250273-4DD8-48D1-9E4C-C1B2ACD217FB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4" name="Rectangle 893">
                    <a:extLst>
                      <a:ext uri="{FF2B5EF4-FFF2-40B4-BE49-F238E27FC236}">
                        <a16:creationId xmlns:a16="http://schemas.microsoft.com/office/drawing/2014/main" id="{C518E55C-8484-44B8-A5D6-6C19A6B1DE17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5" name="Rectangle 894">
                    <a:extLst>
                      <a:ext uri="{FF2B5EF4-FFF2-40B4-BE49-F238E27FC236}">
                        <a16:creationId xmlns:a16="http://schemas.microsoft.com/office/drawing/2014/main" id="{AC6190B3-F7F7-4487-B235-2913F3189C54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6" name="Rectangle 895">
                    <a:extLst>
                      <a:ext uri="{FF2B5EF4-FFF2-40B4-BE49-F238E27FC236}">
                        <a16:creationId xmlns:a16="http://schemas.microsoft.com/office/drawing/2014/main" id="{50912937-F4C0-4BC4-B8C4-893CBE615EC4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7" name="Rectangle 896">
                    <a:extLst>
                      <a:ext uri="{FF2B5EF4-FFF2-40B4-BE49-F238E27FC236}">
                        <a16:creationId xmlns:a16="http://schemas.microsoft.com/office/drawing/2014/main" id="{F8C8D0D1-6EA2-4464-85C5-6D1546468FE5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8" name="Rectangle 897">
                    <a:extLst>
                      <a:ext uri="{FF2B5EF4-FFF2-40B4-BE49-F238E27FC236}">
                        <a16:creationId xmlns:a16="http://schemas.microsoft.com/office/drawing/2014/main" id="{EED84AA3-92CD-4B88-960F-453C0B2415E2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9" name="Rectangle 898">
                    <a:extLst>
                      <a:ext uri="{FF2B5EF4-FFF2-40B4-BE49-F238E27FC236}">
                        <a16:creationId xmlns:a16="http://schemas.microsoft.com/office/drawing/2014/main" id="{7D5950DA-5585-4877-958B-812C8EE8D37F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0" name="Rectangle 899">
                    <a:extLst>
                      <a:ext uri="{FF2B5EF4-FFF2-40B4-BE49-F238E27FC236}">
                        <a16:creationId xmlns:a16="http://schemas.microsoft.com/office/drawing/2014/main" id="{7B009C62-1EB8-4930-B410-96911DDC0B6B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1" name="Rectangle 900">
                    <a:extLst>
                      <a:ext uri="{FF2B5EF4-FFF2-40B4-BE49-F238E27FC236}">
                        <a16:creationId xmlns:a16="http://schemas.microsoft.com/office/drawing/2014/main" id="{B655DAB6-C3A8-4A0B-84B0-A4DD2F7D3222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2" name="Rectangle 901">
                    <a:extLst>
                      <a:ext uri="{FF2B5EF4-FFF2-40B4-BE49-F238E27FC236}">
                        <a16:creationId xmlns:a16="http://schemas.microsoft.com/office/drawing/2014/main" id="{466DD6CE-2ECF-454A-A2B0-083635D4347B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3" name="Rectangle 902">
                    <a:extLst>
                      <a:ext uri="{FF2B5EF4-FFF2-40B4-BE49-F238E27FC236}">
                        <a16:creationId xmlns:a16="http://schemas.microsoft.com/office/drawing/2014/main" id="{CF34BBC1-FB6E-4B7A-B8E5-DD7377492107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4" name="Rectangle 903">
                    <a:extLst>
                      <a:ext uri="{FF2B5EF4-FFF2-40B4-BE49-F238E27FC236}">
                        <a16:creationId xmlns:a16="http://schemas.microsoft.com/office/drawing/2014/main" id="{6452E798-0D81-4533-B105-1E0068A8E0BE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5" name="Rectangle 904">
                    <a:extLst>
                      <a:ext uri="{FF2B5EF4-FFF2-40B4-BE49-F238E27FC236}">
                        <a16:creationId xmlns:a16="http://schemas.microsoft.com/office/drawing/2014/main" id="{3CA38D39-56F6-47D9-8A54-22070582F7F2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6" name="Rectangle 905">
                    <a:extLst>
                      <a:ext uri="{FF2B5EF4-FFF2-40B4-BE49-F238E27FC236}">
                        <a16:creationId xmlns:a16="http://schemas.microsoft.com/office/drawing/2014/main" id="{5B214549-D7A1-45D3-8724-59A17BAE6BB1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856" name="Group 855">
                  <a:extLst>
                    <a:ext uri="{FF2B5EF4-FFF2-40B4-BE49-F238E27FC236}">
                      <a16:creationId xmlns:a16="http://schemas.microsoft.com/office/drawing/2014/main" id="{15675CDA-0C76-4B84-B0A4-1B825E2A69B8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857" name="Rectangle 856">
                    <a:extLst>
                      <a:ext uri="{FF2B5EF4-FFF2-40B4-BE49-F238E27FC236}">
                        <a16:creationId xmlns:a16="http://schemas.microsoft.com/office/drawing/2014/main" id="{AA7894E7-F1EB-4234-9BB7-B8C8E0DAE2CF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58" name="Rectangle 857">
                    <a:extLst>
                      <a:ext uri="{FF2B5EF4-FFF2-40B4-BE49-F238E27FC236}">
                        <a16:creationId xmlns:a16="http://schemas.microsoft.com/office/drawing/2014/main" id="{235580F7-EF1D-469A-986C-C7382D73C86B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59" name="Rectangle 858">
                    <a:extLst>
                      <a:ext uri="{FF2B5EF4-FFF2-40B4-BE49-F238E27FC236}">
                        <a16:creationId xmlns:a16="http://schemas.microsoft.com/office/drawing/2014/main" id="{5BCE5961-D64F-4DD9-9356-FE90EA7FCFB9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0" name="Rectangle 859">
                    <a:extLst>
                      <a:ext uri="{FF2B5EF4-FFF2-40B4-BE49-F238E27FC236}">
                        <a16:creationId xmlns:a16="http://schemas.microsoft.com/office/drawing/2014/main" id="{B7B309DE-5E60-478A-8A2D-7F615357768F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1" name="Rectangle 860">
                    <a:extLst>
                      <a:ext uri="{FF2B5EF4-FFF2-40B4-BE49-F238E27FC236}">
                        <a16:creationId xmlns:a16="http://schemas.microsoft.com/office/drawing/2014/main" id="{4C99C2DD-B9EE-4D59-96BD-734551A2FA53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2" name="Rectangle 861">
                    <a:extLst>
                      <a:ext uri="{FF2B5EF4-FFF2-40B4-BE49-F238E27FC236}">
                        <a16:creationId xmlns:a16="http://schemas.microsoft.com/office/drawing/2014/main" id="{A48B4C25-D1FF-4D13-8016-012065B9C875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3" name="Rectangle 862">
                    <a:extLst>
                      <a:ext uri="{FF2B5EF4-FFF2-40B4-BE49-F238E27FC236}">
                        <a16:creationId xmlns:a16="http://schemas.microsoft.com/office/drawing/2014/main" id="{186943B2-D5FF-4CC4-8ADF-5BB9C25074F9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4" name="Rectangle 863">
                    <a:extLst>
                      <a:ext uri="{FF2B5EF4-FFF2-40B4-BE49-F238E27FC236}">
                        <a16:creationId xmlns:a16="http://schemas.microsoft.com/office/drawing/2014/main" id="{9B0603C0-834C-4887-9BD4-65C808311382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5" name="Rectangle 864">
                    <a:extLst>
                      <a:ext uri="{FF2B5EF4-FFF2-40B4-BE49-F238E27FC236}">
                        <a16:creationId xmlns:a16="http://schemas.microsoft.com/office/drawing/2014/main" id="{081E1726-6525-4DF6-A521-ED05182FAAA5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6" name="Rectangle 865">
                    <a:extLst>
                      <a:ext uri="{FF2B5EF4-FFF2-40B4-BE49-F238E27FC236}">
                        <a16:creationId xmlns:a16="http://schemas.microsoft.com/office/drawing/2014/main" id="{B662339D-7302-4ABF-9988-88CBBC27F7F4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7" name="Rectangle 866">
                    <a:extLst>
                      <a:ext uri="{FF2B5EF4-FFF2-40B4-BE49-F238E27FC236}">
                        <a16:creationId xmlns:a16="http://schemas.microsoft.com/office/drawing/2014/main" id="{08D91A39-987A-4F8E-9636-01613695BBB5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8" name="Rectangle 867">
                    <a:extLst>
                      <a:ext uri="{FF2B5EF4-FFF2-40B4-BE49-F238E27FC236}">
                        <a16:creationId xmlns:a16="http://schemas.microsoft.com/office/drawing/2014/main" id="{C7878AB2-13F9-4F90-A70C-5FAA2B63A518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9" name="Rectangle 868">
                    <a:extLst>
                      <a:ext uri="{FF2B5EF4-FFF2-40B4-BE49-F238E27FC236}">
                        <a16:creationId xmlns:a16="http://schemas.microsoft.com/office/drawing/2014/main" id="{C1AA677F-9276-41DB-9ACE-50A726625719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0" name="Rectangle 869">
                    <a:extLst>
                      <a:ext uri="{FF2B5EF4-FFF2-40B4-BE49-F238E27FC236}">
                        <a16:creationId xmlns:a16="http://schemas.microsoft.com/office/drawing/2014/main" id="{08140ACB-E13E-4610-839F-C51C483DC4C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1" name="Rectangle 870">
                    <a:extLst>
                      <a:ext uri="{FF2B5EF4-FFF2-40B4-BE49-F238E27FC236}">
                        <a16:creationId xmlns:a16="http://schemas.microsoft.com/office/drawing/2014/main" id="{1AA3FAD1-443A-45C8-824C-C19299FBCD82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2" name="Rectangle 871">
                    <a:extLst>
                      <a:ext uri="{FF2B5EF4-FFF2-40B4-BE49-F238E27FC236}">
                        <a16:creationId xmlns:a16="http://schemas.microsoft.com/office/drawing/2014/main" id="{B332E5C6-9768-4461-8575-A7CED2676676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3" name="Rectangle 872">
                    <a:extLst>
                      <a:ext uri="{FF2B5EF4-FFF2-40B4-BE49-F238E27FC236}">
                        <a16:creationId xmlns:a16="http://schemas.microsoft.com/office/drawing/2014/main" id="{B768D915-F999-4B76-B98F-C0F47938C619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4" name="Rectangle 873">
                    <a:extLst>
                      <a:ext uri="{FF2B5EF4-FFF2-40B4-BE49-F238E27FC236}">
                        <a16:creationId xmlns:a16="http://schemas.microsoft.com/office/drawing/2014/main" id="{F13CC11F-1251-45A1-8029-DD5F1EC71724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5" name="Rectangle 874">
                    <a:extLst>
                      <a:ext uri="{FF2B5EF4-FFF2-40B4-BE49-F238E27FC236}">
                        <a16:creationId xmlns:a16="http://schemas.microsoft.com/office/drawing/2014/main" id="{4005280D-C163-43B9-9125-0920A2128D73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6" name="Rectangle 875">
                    <a:extLst>
                      <a:ext uri="{FF2B5EF4-FFF2-40B4-BE49-F238E27FC236}">
                        <a16:creationId xmlns:a16="http://schemas.microsoft.com/office/drawing/2014/main" id="{538A8B43-C666-470E-AFB7-95845BCDE32E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7" name="Rectangle 876">
                    <a:extLst>
                      <a:ext uri="{FF2B5EF4-FFF2-40B4-BE49-F238E27FC236}">
                        <a16:creationId xmlns:a16="http://schemas.microsoft.com/office/drawing/2014/main" id="{E71ACDFA-6610-4E9E-8C7E-5122BEE491D5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8" name="Rectangle 877">
                    <a:extLst>
                      <a:ext uri="{FF2B5EF4-FFF2-40B4-BE49-F238E27FC236}">
                        <a16:creationId xmlns:a16="http://schemas.microsoft.com/office/drawing/2014/main" id="{460AA49C-96A7-4A44-9852-BB5C37C5D29A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9" name="Rectangle 878">
                    <a:extLst>
                      <a:ext uri="{FF2B5EF4-FFF2-40B4-BE49-F238E27FC236}">
                        <a16:creationId xmlns:a16="http://schemas.microsoft.com/office/drawing/2014/main" id="{DB5DCA52-306B-4AE8-88E2-B3C823EC5B02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0" name="Rectangle 879">
                    <a:extLst>
                      <a:ext uri="{FF2B5EF4-FFF2-40B4-BE49-F238E27FC236}">
                        <a16:creationId xmlns:a16="http://schemas.microsoft.com/office/drawing/2014/main" id="{CBCC15D6-22BE-4DCB-A0C0-BE77A41DCF96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1" name="Rectangle 880">
                    <a:extLst>
                      <a:ext uri="{FF2B5EF4-FFF2-40B4-BE49-F238E27FC236}">
                        <a16:creationId xmlns:a16="http://schemas.microsoft.com/office/drawing/2014/main" id="{0D601478-9695-43F9-B3C1-21064C8C1F75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821" name="Group 820">
                <a:extLst>
                  <a:ext uri="{FF2B5EF4-FFF2-40B4-BE49-F238E27FC236}">
                    <a16:creationId xmlns:a16="http://schemas.microsoft.com/office/drawing/2014/main" id="{A683B18A-3DA0-4750-9366-B62DE8AD0CEB}"/>
                  </a:ext>
                </a:extLst>
              </p:cNvPr>
              <p:cNvGrpSpPr/>
              <p:nvPr/>
            </p:nvGrpSpPr>
            <p:grpSpPr>
              <a:xfrm>
                <a:off x="2285997" y="-705904"/>
                <a:ext cx="1899190" cy="1903939"/>
                <a:chOff x="2285998" y="-705905"/>
                <a:chExt cx="3807884" cy="3817405"/>
              </a:xfrm>
            </p:grpSpPr>
            <p:cxnSp>
              <p:nvCxnSpPr>
                <p:cNvPr id="822" name="Straight Connector 821">
                  <a:extLst>
                    <a:ext uri="{FF2B5EF4-FFF2-40B4-BE49-F238E27FC236}">
                      <a16:creationId xmlns:a16="http://schemas.microsoft.com/office/drawing/2014/main" id="{EE2E019F-5A9E-420E-B387-04C00AD6E6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3" name="Straight Connector 822">
                  <a:extLst>
                    <a:ext uri="{FF2B5EF4-FFF2-40B4-BE49-F238E27FC236}">
                      <a16:creationId xmlns:a16="http://schemas.microsoft.com/office/drawing/2014/main" id="{7BAB4752-A26D-4992-8931-596F034777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4" name="Straight Connector 823">
                  <a:extLst>
                    <a:ext uri="{FF2B5EF4-FFF2-40B4-BE49-F238E27FC236}">
                      <a16:creationId xmlns:a16="http://schemas.microsoft.com/office/drawing/2014/main" id="{BDE0D31B-B0AB-4CD5-AAD8-52F106A3DB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5" name="Straight Connector 824">
                  <a:extLst>
                    <a:ext uri="{FF2B5EF4-FFF2-40B4-BE49-F238E27FC236}">
                      <a16:creationId xmlns:a16="http://schemas.microsoft.com/office/drawing/2014/main" id="{7821A46A-FCA0-4246-95B4-F6B88025A2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6" name="Straight Connector 825">
                  <a:extLst>
                    <a:ext uri="{FF2B5EF4-FFF2-40B4-BE49-F238E27FC236}">
                      <a16:creationId xmlns:a16="http://schemas.microsoft.com/office/drawing/2014/main" id="{BF979ACD-83BB-49C5-80D5-DDD22BF15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7" name="Straight Connector 826">
                  <a:extLst>
                    <a:ext uri="{FF2B5EF4-FFF2-40B4-BE49-F238E27FC236}">
                      <a16:creationId xmlns:a16="http://schemas.microsoft.com/office/drawing/2014/main" id="{EFF88DC5-2A14-4B32-98E5-A73EEC0A2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8" name="Straight Connector 827">
                  <a:extLst>
                    <a:ext uri="{FF2B5EF4-FFF2-40B4-BE49-F238E27FC236}">
                      <a16:creationId xmlns:a16="http://schemas.microsoft.com/office/drawing/2014/main" id="{93818B26-117E-4459-B37B-9B239EA53C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9" name="Straight Connector 828">
                  <a:extLst>
                    <a:ext uri="{FF2B5EF4-FFF2-40B4-BE49-F238E27FC236}">
                      <a16:creationId xmlns:a16="http://schemas.microsoft.com/office/drawing/2014/main" id="{84026CCD-67BD-4ABE-8B1E-EEF043C612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0" name="Straight Connector 829">
                  <a:extLst>
                    <a:ext uri="{FF2B5EF4-FFF2-40B4-BE49-F238E27FC236}">
                      <a16:creationId xmlns:a16="http://schemas.microsoft.com/office/drawing/2014/main" id="{E7AB4D1F-E79C-4472-A46B-2788EAABB3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1" name="Straight Connector 830">
                  <a:extLst>
                    <a:ext uri="{FF2B5EF4-FFF2-40B4-BE49-F238E27FC236}">
                      <a16:creationId xmlns:a16="http://schemas.microsoft.com/office/drawing/2014/main" id="{F7F4476B-AEB6-4BF4-A30B-FAE7A634A3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2" name="Straight Connector 831">
                  <a:extLst>
                    <a:ext uri="{FF2B5EF4-FFF2-40B4-BE49-F238E27FC236}">
                      <a16:creationId xmlns:a16="http://schemas.microsoft.com/office/drawing/2014/main" id="{F425096A-A64B-43EB-BAEE-5226D5D59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3" name="Straight Connector 832">
                  <a:extLst>
                    <a:ext uri="{FF2B5EF4-FFF2-40B4-BE49-F238E27FC236}">
                      <a16:creationId xmlns:a16="http://schemas.microsoft.com/office/drawing/2014/main" id="{0099CB1A-93E5-4454-B9BA-4F8A392C5B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4" name="Straight Connector 833">
                  <a:extLst>
                    <a:ext uri="{FF2B5EF4-FFF2-40B4-BE49-F238E27FC236}">
                      <a16:creationId xmlns:a16="http://schemas.microsoft.com/office/drawing/2014/main" id="{AA0A7474-6F7A-45D6-B9A1-5AECA5243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5" name="Straight Connector 834">
                  <a:extLst>
                    <a:ext uri="{FF2B5EF4-FFF2-40B4-BE49-F238E27FC236}">
                      <a16:creationId xmlns:a16="http://schemas.microsoft.com/office/drawing/2014/main" id="{931C5977-5107-4CA2-9354-EFFA305D3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6" name="Straight Connector 835">
                  <a:extLst>
                    <a:ext uri="{FF2B5EF4-FFF2-40B4-BE49-F238E27FC236}">
                      <a16:creationId xmlns:a16="http://schemas.microsoft.com/office/drawing/2014/main" id="{392F92EA-A60A-484D-A837-5A24713C51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7" name="Straight Connector 836">
                  <a:extLst>
                    <a:ext uri="{FF2B5EF4-FFF2-40B4-BE49-F238E27FC236}">
                      <a16:creationId xmlns:a16="http://schemas.microsoft.com/office/drawing/2014/main" id="{00349353-43DE-4090-B2F2-7B9425191B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8" name="Straight Connector 837">
                  <a:extLst>
                    <a:ext uri="{FF2B5EF4-FFF2-40B4-BE49-F238E27FC236}">
                      <a16:creationId xmlns:a16="http://schemas.microsoft.com/office/drawing/2014/main" id="{CE92FB22-01B2-4CE5-9981-85C1229485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9" name="Straight Connector 838">
                  <a:extLst>
                    <a:ext uri="{FF2B5EF4-FFF2-40B4-BE49-F238E27FC236}">
                      <a16:creationId xmlns:a16="http://schemas.microsoft.com/office/drawing/2014/main" id="{697EED70-C48B-4559-BA2F-B25246E3AE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0" name="Straight Connector 839">
                  <a:extLst>
                    <a:ext uri="{FF2B5EF4-FFF2-40B4-BE49-F238E27FC236}">
                      <a16:creationId xmlns:a16="http://schemas.microsoft.com/office/drawing/2014/main" id="{AAFA1E33-BAC5-4846-844E-F01534DA47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94145B95-A826-4172-A57B-CCC2C69339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2" name="Straight Connector 841">
                  <a:extLst>
                    <a:ext uri="{FF2B5EF4-FFF2-40B4-BE49-F238E27FC236}">
                      <a16:creationId xmlns:a16="http://schemas.microsoft.com/office/drawing/2014/main" id="{BA30CDA7-4A7D-48F2-82B7-70E1DABA0D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3" name="Straight Connector 842">
                  <a:extLst>
                    <a:ext uri="{FF2B5EF4-FFF2-40B4-BE49-F238E27FC236}">
                      <a16:creationId xmlns:a16="http://schemas.microsoft.com/office/drawing/2014/main" id="{A82EDB1C-2EE9-4D01-8606-7D13D8CF8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4" name="Straight Connector 843">
                  <a:extLst>
                    <a:ext uri="{FF2B5EF4-FFF2-40B4-BE49-F238E27FC236}">
                      <a16:creationId xmlns:a16="http://schemas.microsoft.com/office/drawing/2014/main" id="{1512B57B-6B7A-4997-85A9-B0D905BEE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5" name="Straight Connector 844">
                  <a:extLst>
                    <a:ext uri="{FF2B5EF4-FFF2-40B4-BE49-F238E27FC236}">
                      <a16:creationId xmlns:a16="http://schemas.microsoft.com/office/drawing/2014/main" id="{FD22D80C-4522-41C0-AF39-91B9D28394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6" name="Straight Connector 845">
                  <a:extLst>
                    <a:ext uri="{FF2B5EF4-FFF2-40B4-BE49-F238E27FC236}">
                      <a16:creationId xmlns:a16="http://schemas.microsoft.com/office/drawing/2014/main" id="{91D70F00-A55F-47A8-9E3E-546BD1C86C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7" name="Straight Connector 846">
                  <a:extLst>
                    <a:ext uri="{FF2B5EF4-FFF2-40B4-BE49-F238E27FC236}">
                      <a16:creationId xmlns:a16="http://schemas.microsoft.com/office/drawing/2014/main" id="{F994A48C-C38A-4FA0-8C3E-F16892A374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8" name="Straight Connector 847">
                  <a:extLst>
                    <a:ext uri="{FF2B5EF4-FFF2-40B4-BE49-F238E27FC236}">
                      <a16:creationId xmlns:a16="http://schemas.microsoft.com/office/drawing/2014/main" id="{D8051259-3517-486A-8B4F-2F4219E1C7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9" name="Straight Connector 848">
                  <a:extLst>
                    <a:ext uri="{FF2B5EF4-FFF2-40B4-BE49-F238E27FC236}">
                      <a16:creationId xmlns:a16="http://schemas.microsoft.com/office/drawing/2014/main" id="{90AB27DB-19E2-4897-9F64-43CB3DEAB5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0" name="Straight Connector 849">
                  <a:extLst>
                    <a:ext uri="{FF2B5EF4-FFF2-40B4-BE49-F238E27FC236}">
                      <a16:creationId xmlns:a16="http://schemas.microsoft.com/office/drawing/2014/main" id="{E9497C08-D915-4AE3-B943-4854049B5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1" name="Straight Connector 850">
                  <a:extLst>
                    <a:ext uri="{FF2B5EF4-FFF2-40B4-BE49-F238E27FC236}">
                      <a16:creationId xmlns:a16="http://schemas.microsoft.com/office/drawing/2014/main" id="{1206D410-FA80-4C96-8CDF-739705027D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2" name="Straight Connector 851">
                  <a:extLst>
                    <a:ext uri="{FF2B5EF4-FFF2-40B4-BE49-F238E27FC236}">
                      <a16:creationId xmlns:a16="http://schemas.microsoft.com/office/drawing/2014/main" id="{4043B485-815F-43F4-B87C-6751F628F4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3" name="Straight Connector 852">
                  <a:extLst>
                    <a:ext uri="{FF2B5EF4-FFF2-40B4-BE49-F238E27FC236}">
                      <a16:creationId xmlns:a16="http://schemas.microsoft.com/office/drawing/2014/main" id="{C3666411-F372-466C-8579-312D17EE74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00" name="Group 1499">
              <a:extLst>
                <a:ext uri="{FF2B5EF4-FFF2-40B4-BE49-F238E27FC236}">
                  <a16:creationId xmlns:a16="http://schemas.microsoft.com/office/drawing/2014/main" id="{4F97C057-D3A6-4C98-BDC0-5B43625224C0}"/>
                </a:ext>
              </a:extLst>
            </p:cNvPr>
            <p:cNvGrpSpPr/>
            <p:nvPr/>
          </p:nvGrpSpPr>
          <p:grpSpPr>
            <a:xfrm>
              <a:off x="2286515" y="-705906"/>
              <a:ext cx="949597" cy="951971"/>
              <a:chOff x="2286515" y="-705906"/>
              <a:chExt cx="949597" cy="951971"/>
            </a:xfrm>
          </p:grpSpPr>
          <p:grpSp>
            <p:nvGrpSpPr>
              <p:cNvPr id="1275" name="Group 1274">
                <a:extLst>
                  <a:ext uri="{FF2B5EF4-FFF2-40B4-BE49-F238E27FC236}">
                    <a16:creationId xmlns:a16="http://schemas.microsoft.com/office/drawing/2014/main" id="{2198870D-2D8F-4563-AE86-A9A0B1B9FDC9}"/>
                  </a:ext>
                </a:extLst>
              </p:cNvPr>
              <p:cNvGrpSpPr/>
              <p:nvPr/>
            </p:nvGrpSpPr>
            <p:grpSpPr>
              <a:xfrm>
                <a:off x="2286516" y="-705906"/>
                <a:ext cx="949596" cy="949595"/>
                <a:chOff x="2285997" y="-705905"/>
                <a:chExt cx="3807886" cy="3807884"/>
              </a:xfrm>
              <a:solidFill>
                <a:schemeClr val="bg1"/>
              </a:solidFill>
            </p:grpSpPr>
            <p:grpSp>
              <p:nvGrpSpPr>
                <p:cNvPr id="1276" name="Group 1275">
                  <a:extLst>
                    <a:ext uri="{FF2B5EF4-FFF2-40B4-BE49-F238E27FC236}">
                      <a16:creationId xmlns:a16="http://schemas.microsoft.com/office/drawing/2014/main" id="{23CDF8A5-6385-400F-AB66-018EA3F6418D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329" name="Rectangle 1328">
                    <a:extLst>
                      <a:ext uri="{FF2B5EF4-FFF2-40B4-BE49-F238E27FC236}">
                        <a16:creationId xmlns:a16="http://schemas.microsoft.com/office/drawing/2014/main" id="{19628AB4-64F2-457C-8F1E-CF6EB100C217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0" name="Rectangle 1329">
                    <a:extLst>
                      <a:ext uri="{FF2B5EF4-FFF2-40B4-BE49-F238E27FC236}">
                        <a16:creationId xmlns:a16="http://schemas.microsoft.com/office/drawing/2014/main" id="{B53EF5E0-2E50-4877-8722-E3FF882042B4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1" name="Rectangle 1330">
                    <a:extLst>
                      <a:ext uri="{FF2B5EF4-FFF2-40B4-BE49-F238E27FC236}">
                        <a16:creationId xmlns:a16="http://schemas.microsoft.com/office/drawing/2014/main" id="{96EB420B-F5E6-4192-9320-8BBE3A258C56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2" name="Rectangle 1331">
                    <a:extLst>
                      <a:ext uri="{FF2B5EF4-FFF2-40B4-BE49-F238E27FC236}">
                        <a16:creationId xmlns:a16="http://schemas.microsoft.com/office/drawing/2014/main" id="{021D1A24-EAA6-4F2B-B96B-CB86794E27BB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3" name="Rectangle 1332">
                    <a:extLst>
                      <a:ext uri="{FF2B5EF4-FFF2-40B4-BE49-F238E27FC236}">
                        <a16:creationId xmlns:a16="http://schemas.microsoft.com/office/drawing/2014/main" id="{7B294521-9ED1-4521-8D2E-6B5357DA3600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4" name="Rectangle 1333">
                    <a:extLst>
                      <a:ext uri="{FF2B5EF4-FFF2-40B4-BE49-F238E27FC236}">
                        <a16:creationId xmlns:a16="http://schemas.microsoft.com/office/drawing/2014/main" id="{DB59A0BC-A84F-40C4-975E-7499D3F39562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5" name="Rectangle 1334">
                    <a:extLst>
                      <a:ext uri="{FF2B5EF4-FFF2-40B4-BE49-F238E27FC236}">
                        <a16:creationId xmlns:a16="http://schemas.microsoft.com/office/drawing/2014/main" id="{7A755D28-806C-4378-AC81-9C937F803339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6" name="Rectangle 1335">
                    <a:extLst>
                      <a:ext uri="{FF2B5EF4-FFF2-40B4-BE49-F238E27FC236}">
                        <a16:creationId xmlns:a16="http://schemas.microsoft.com/office/drawing/2014/main" id="{968A08AE-D0B9-493E-A31C-DC46933382E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7" name="Rectangle 1336">
                    <a:extLst>
                      <a:ext uri="{FF2B5EF4-FFF2-40B4-BE49-F238E27FC236}">
                        <a16:creationId xmlns:a16="http://schemas.microsoft.com/office/drawing/2014/main" id="{6F3B1FFD-D7F1-41E3-81D6-6121D0C71FEE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8" name="Rectangle 1337">
                    <a:extLst>
                      <a:ext uri="{FF2B5EF4-FFF2-40B4-BE49-F238E27FC236}">
                        <a16:creationId xmlns:a16="http://schemas.microsoft.com/office/drawing/2014/main" id="{98744370-319F-44B0-AD74-E8FB07F871B1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9" name="Rectangle 1338">
                    <a:extLst>
                      <a:ext uri="{FF2B5EF4-FFF2-40B4-BE49-F238E27FC236}">
                        <a16:creationId xmlns:a16="http://schemas.microsoft.com/office/drawing/2014/main" id="{AB8C511A-4103-40E4-ACCB-51CD7A964597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0" name="Rectangle 1339">
                    <a:extLst>
                      <a:ext uri="{FF2B5EF4-FFF2-40B4-BE49-F238E27FC236}">
                        <a16:creationId xmlns:a16="http://schemas.microsoft.com/office/drawing/2014/main" id="{DFFF79CD-C4F3-4020-96E5-62D7473C732C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1" name="Rectangle 1340">
                    <a:extLst>
                      <a:ext uri="{FF2B5EF4-FFF2-40B4-BE49-F238E27FC236}">
                        <a16:creationId xmlns:a16="http://schemas.microsoft.com/office/drawing/2014/main" id="{EB6559ED-C377-40A8-8B08-EA5F4F471AFD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2" name="Rectangle 1341">
                    <a:extLst>
                      <a:ext uri="{FF2B5EF4-FFF2-40B4-BE49-F238E27FC236}">
                        <a16:creationId xmlns:a16="http://schemas.microsoft.com/office/drawing/2014/main" id="{7AE2C4B9-0F27-4117-AB59-782A037618C7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3" name="Rectangle 1342">
                    <a:extLst>
                      <a:ext uri="{FF2B5EF4-FFF2-40B4-BE49-F238E27FC236}">
                        <a16:creationId xmlns:a16="http://schemas.microsoft.com/office/drawing/2014/main" id="{0A803EA2-8102-472F-811D-8CCEE5BE7A63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4" name="Rectangle 1343">
                    <a:extLst>
                      <a:ext uri="{FF2B5EF4-FFF2-40B4-BE49-F238E27FC236}">
                        <a16:creationId xmlns:a16="http://schemas.microsoft.com/office/drawing/2014/main" id="{4D3C86DE-122A-431C-A892-0A37327A1179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5" name="Rectangle 1344">
                    <a:extLst>
                      <a:ext uri="{FF2B5EF4-FFF2-40B4-BE49-F238E27FC236}">
                        <a16:creationId xmlns:a16="http://schemas.microsoft.com/office/drawing/2014/main" id="{D513EEB8-3A68-439C-A24B-331785791F3B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6" name="Rectangle 1345">
                    <a:extLst>
                      <a:ext uri="{FF2B5EF4-FFF2-40B4-BE49-F238E27FC236}">
                        <a16:creationId xmlns:a16="http://schemas.microsoft.com/office/drawing/2014/main" id="{5ACC4143-3F94-43BE-8A40-B09C988D2DC1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7" name="Rectangle 1346">
                    <a:extLst>
                      <a:ext uri="{FF2B5EF4-FFF2-40B4-BE49-F238E27FC236}">
                        <a16:creationId xmlns:a16="http://schemas.microsoft.com/office/drawing/2014/main" id="{D3FA40B8-E1AE-4BFD-9B25-C150EFE697E2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8" name="Rectangle 1347">
                    <a:extLst>
                      <a:ext uri="{FF2B5EF4-FFF2-40B4-BE49-F238E27FC236}">
                        <a16:creationId xmlns:a16="http://schemas.microsoft.com/office/drawing/2014/main" id="{EBBE705C-0243-4E7B-8B72-2821A8DA7CE9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9" name="Rectangle 1348">
                    <a:extLst>
                      <a:ext uri="{FF2B5EF4-FFF2-40B4-BE49-F238E27FC236}">
                        <a16:creationId xmlns:a16="http://schemas.microsoft.com/office/drawing/2014/main" id="{A72158FE-FDC3-4F76-8978-30E76E5BAD77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50" name="Rectangle 1349">
                    <a:extLst>
                      <a:ext uri="{FF2B5EF4-FFF2-40B4-BE49-F238E27FC236}">
                        <a16:creationId xmlns:a16="http://schemas.microsoft.com/office/drawing/2014/main" id="{76E95BE8-3AAE-43A7-9A1C-B340CF85562E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51" name="Rectangle 1350">
                    <a:extLst>
                      <a:ext uri="{FF2B5EF4-FFF2-40B4-BE49-F238E27FC236}">
                        <a16:creationId xmlns:a16="http://schemas.microsoft.com/office/drawing/2014/main" id="{F8669731-46CE-4C9C-9929-D27836BE4EBB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52" name="Rectangle 1351">
                    <a:extLst>
                      <a:ext uri="{FF2B5EF4-FFF2-40B4-BE49-F238E27FC236}">
                        <a16:creationId xmlns:a16="http://schemas.microsoft.com/office/drawing/2014/main" id="{CA03C389-3BA3-4866-AD35-EC49C6CA2F2A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53" name="Rectangle 1352">
                    <a:extLst>
                      <a:ext uri="{FF2B5EF4-FFF2-40B4-BE49-F238E27FC236}">
                        <a16:creationId xmlns:a16="http://schemas.microsoft.com/office/drawing/2014/main" id="{6378FFC8-A50E-40FD-8F2E-5344A490FF90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277" name="Group 1276">
                  <a:extLst>
                    <a:ext uri="{FF2B5EF4-FFF2-40B4-BE49-F238E27FC236}">
                      <a16:creationId xmlns:a16="http://schemas.microsoft.com/office/drawing/2014/main" id="{E5DEA0B3-0A5A-45AC-868C-37219578C187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304" name="Rectangle 1303">
                    <a:extLst>
                      <a:ext uri="{FF2B5EF4-FFF2-40B4-BE49-F238E27FC236}">
                        <a16:creationId xmlns:a16="http://schemas.microsoft.com/office/drawing/2014/main" id="{A260E60C-5F40-4544-A018-7C1919D4D580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5" name="Rectangle 1304">
                    <a:extLst>
                      <a:ext uri="{FF2B5EF4-FFF2-40B4-BE49-F238E27FC236}">
                        <a16:creationId xmlns:a16="http://schemas.microsoft.com/office/drawing/2014/main" id="{578DDE7E-1C5D-4748-93B7-1B49868E154A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6" name="Rectangle 1305">
                    <a:extLst>
                      <a:ext uri="{FF2B5EF4-FFF2-40B4-BE49-F238E27FC236}">
                        <a16:creationId xmlns:a16="http://schemas.microsoft.com/office/drawing/2014/main" id="{03128FB8-4E8F-4A45-A80E-EDA544CF594A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7" name="Rectangle 1306">
                    <a:extLst>
                      <a:ext uri="{FF2B5EF4-FFF2-40B4-BE49-F238E27FC236}">
                        <a16:creationId xmlns:a16="http://schemas.microsoft.com/office/drawing/2014/main" id="{9282B401-9C35-45CF-BCA3-59B13F379598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8" name="Rectangle 1307">
                    <a:extLst>
                      <a:ext uri="{FF2B5EF4-FFF2-40B4-BE49-F238E27FC236}">
                        <a16:creationId xmlns:a16="http://schemas.microsoft.com/office/drawing/2014/main" id="{E12E4BA0-6762-42A4-9886-80A8EBB55EC0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9" name="Rectangle 1308">
                    <a:extLst>
                      <a:ext uri="{FF2B5EF4-FFF2-40B4-BE49-F238E27FC236}">
                        <a16:creationId xmlns:a16="http://schemas.microsoft.com/office/drawing/2014/main" id="{441A9AD5-52E6-4EFC-AE12-737469018E4E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0" name="Rectangle 1309">
                    <a:extLst>
                      <a:ext uri="{FF2B5EF4-FFF2-40B4-BE49-F238E27FC236}">
                        <a16:creationId xmlns:a16="http://schemas.microsoft.com/office/drawing/2014/main" id="{E27854B4-F389-4818-9233-DDA1522E4F13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1" name="Rectangle 1310">
                    <a:extLst>
                      <a:ext uri="{FF2B5EF4-FFF2-40B4-BE49-F238E27FC236}">
                        <a16:creationId xmlns:a16="http://schemas.microsoft.com/office/drawing/2014/main" id="{F8945962-4CDB-4148-8CAC-BEEDEC6B7FE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2" name="Rectangle 1311">
                    <a:extLst>
                      <a:ext uri="{FF2B5EF4-FFF2-40B4-BE49-F238E27FC236}">
                        <a16:creationId xmlns:a16="http://schemas.microsoft.com/office/drawing/2014/main" id="{20855A53-A51E-42B7-845B-13C90D3199C8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3" name="Rectangle 1312">
                    <a:extLst>
                      <a:ext uri="{FF2B5EF4-FFF2-40B4-BE49-F238E27FC236}">
                        <a16:creationId xmlns:a16="http://schemas.microsoft.com/office/drawing/2014/main" id="{DE40C981-767E-4B8F-AA56-C55891BBB60E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4" name="Rectangle 1313">
                    <a:extLst>
                      <a:ext uri="{FF2B5EF4-FFF2-40B4-BE49-F238E27FC236}">
                        <a16:creationId xmlns:a16="http://schemas.microsoft.com/office/drawing/2014/main" id="{9A29B2C4-7EFC-4CAD-A9BA-2478F1C3CBAA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5" name="Rectangle 1314">
                    <a:extLst>
                      <a:ext uri="{FF2B5EF4-FFF2-40B4-BE49-F238E27FC236}">
                        <a16:creationId xmlns:a16="http://schemas.microsoft.com/office/drawing/2014/main" id="{1482E5E5-7970-4FE9-983F-CB01B323F4EE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6" name="Rectangle 1315">
                    <a:extLst>
                      <a:ext uri="{FF2B5EF4-FFF2-40B4-BE49-F238E27FC236}">
                        <a16:creationId xmlns:a16="http://schemas.microsoft.com/office/drawing/2014/main" id="{1B618239-AA7E-4206-8325-816E08DE3AB4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7" name="Rectangle 1316">
                    <a:extLst>
                      <a:ext uri="{FF2B5EF4-FFF2-40B4-BE49-F238E27FC236}">
                        <a16:creationId xmlns:a16="http://schemas.microsoft.com/office/drawing/2014/main" id="{9371E27D-FEAE-4F02-877C-92E2BB5B6CE5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8" name="Rectangle 1317">
                    <a:extLst>
                      <a:ext uri="{FF2B5EF4-FFF2-40B4-BE49-F238E27FC236}">
                        <a16:creationId xmlns:a16="http://schemas.microsoft.com/office/drawing/2014/main" id="{8C5EEC2A-2A41-4078-A022-FA581105A3B5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9" name="Rectangle 1318">
                    <a:extLst>
                      <a:ext uri="{FF2B5EF4-FFF2-40B4-BE49-F238E27FC236}">
                        <a16:creationId xmlns:a16="http://schemas.microsoft.com/office/drawing/2014/main" id="{746DD5FD-A022-455B-93CA-024AC7060B8B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0" name="Rectangle 1319">
                    <a:extLst>
                      <a:ext uri="{FF2B5EF4-FFF2-40B4-BE49-F238E27FC236}">
                        <a16:creationId xmlns:a16="http://schemas.microsoft.com/office/drawing/2014/main" id="{9ABF045C-200A-4387-B109-61730B514C2F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1" name="Rectangle 1320">
                    <a:extLst>
                      <a:ext uri="{FF2B5EF4-FFF2-40B4-BE49-F238E27FC236}">
                        <a16:creationId xmlns:a16="http://schemas.microsoft.com/office/drawing/2014/main" id="{499DB313-9D37-4122-9D27-CB5B251289FD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2" name="Rectangle 1321">
                    <a:extLst>
                      <a:ext uri="{FF2B5EF4-FFF2-40B4-BE49-F238E27FC236}">
                        <a16:creationId xmlns:a16="http://schemas.microsoft.com/office/drawing/2014/main" id="{C827C0E4-3659-4A47-884A-479A9A869EB8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3" name="Rectangle 1322">
                    <a:extLst>
                      <a:ext uri="{FF2B5EF4-FFF2-40B4-BE49-F238E27FC236}">
                        <a16:creationId xmlns:a16="http://schemas.microsoft.com/office/drawing/2014/main" id="{8C107D9A-DC89-4C1C-845D-058508A439DC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4" name="Rectangle 1323">
                    <a:extLst>
                      <a:ext uri="{FF2B5EF4-FFF2-40B4-BE49-F238E27FC236}">
                        <a16:creationId xmlns:a16="http://schemas.microsoft.com/office/drawing/2014/main" id="{5ED9C191-B4C3-4AE9-A036-05BBBC586322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5" name="Rectangle 1324">
                    <a:extLst>
                      <a:ext uri="{FF2B5EF4-FFF2-40B4-BE49-F238E27FC236}">
                        <a16:creationId xmlns:a16="http://schemas.microsoft.com/office/drawing/2014/main" id="{E0EF5362-FA20-4654-901F-92DA88F4142F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6" name="Rectangle 1325">
                    <a:extLst>
                      <a:ext uri="{FF2B5EF4-FFF2-40B4-BE49-F238E27FC236}">
                        <a16:creationId xmlns:a16="http://schemas.microsoft.com/office/drawing/2014/main" id="{0348705C-13AF-4971-A80B-CCF64D4C1D59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7" name="Rectangle 1326">
                    <a:extLst>
                      <a:ext uri="{FF2B5EF4-FFF2-40B4-BE49-F238E27FC236}">
                        <a16:creationId xmlns:a16="http://schemas.microsoft.com/office/drawing/2014/main" id="{70D18CA8-5468-4092-A309-3E9CCE5A93B5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8" name="Rectangle 1327">
                    <a:extLst>
                      <a:ext uri="{FF2B5EF4-FFF2-40B4-BE49-F238E27FC236}">
                        <a16:creationId xmlns:a16="http://schemas.microsoft.com/office/drawing/2014/main" id="{F8241778-3DA8-48D8-8379-3E892AC50EF4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278" name="Group 1277">
                  <a:extLst>
                    <a:ext uri="{FF2B5EF4-FFF2-40B4-BE49-F238E27FC236}">
                      <a16:creationId xmlns:a16="http://schemas.microsoft.com/office/drawing/2014/main" id="{B8B790AA-5EEC-4845-94CE-38FF6331DB61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279" name="Rectangle 1278">
                    <a:extLst>
                      <a:ext uri="{FF2B5EF4-FFF2-40B4-BE49-F238E27FC236}">
                        <a16:creationId xmlns:a16="http://schemas.microsoft.com/office/drawing/2014/main" id="{D4B488DD-8CA7-49F9-B809-469A2657774D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0" name="Rectangle 1279">
                    <a:extLst>
                      <a:ext uri="{FF2B5EF4-FFF2-40B4-BE49-F238E27FC236}">
                        <a16:creationId xmlns:a16="http://schemas.microsoft.com/office/drawing/2014/main" id="{797E4A33-0305-4A76-8839-844C33F8F40D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1" name="Rectangle 1280">
                    <a:extLst>
                      <a:ext uri="{FF2B5EF4-FFF2-40B4-BE49-F238E27FC236}">
                        <a16:creationId xmlns:a16="http://schemas.microsoft.com/office/drawing/2014/main" id="{261200BA-2289-426A-822D-7D0EE9F56B70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2" name="Rectangle 1281">
                    <a:extLst>
                      <a:ext uri="{FF2B5EF4-FFF2-40B4-BE49-F238E27FC236}">
                        <a16:creationId xmlns:a16="http://schemas.microsoft.com/office/drawing/2014/main" id="{124A8626-8EF8-4EF6-AE2B-C47C40455294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3" name="Rectangle 1282">
                    <a:extLst>
                      <a:ext uri="{FF2B5EF4-FFF2-40B4-BE49-F238E27FC236}">
                        <a16:creationId xmlns:a16="http://schemas.microsoft.com/office/drawing/2014/main" id="{500D98A7-7FF1-4911-B34C-5DB86548D5FE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4" name="Rectangle 1283">
                    <a:extLst>
                      <a:ext uri="{FF2B5EF4-FFF2-40B4-BE49-F238E27FC236}">
                        <a16:creationId xmlns:a16="http://schemas.microsoft.com/office/drawing/2014/main" id="{ADA9495B-3453-4005-88C3-F60885DDCD5A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5" name="Rectangle 1284">
                    <a:extLst>
                      <a:ext uri="{FF2B5EF4-FFF2-40B4-BE49-F238E27FC236}">
                        <a16:creationId xmlns:a16="http://schemas.microsoft.com/office/drawing/2014/main" id="{14E59562-F28A-4997-A7F6-80CC3EEE3150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6" name="Rectangle 1285">
                    <a:extLst>
                      <a:ext uri="{FF2B5EF4-FFF2-40B4-BE49-F238E27FC236}">
                        <a16:creationId xmlns:a16="http://schemas.microsoft.com/office/drawing/2014/main" id="{2364176B-8887-41FD-9CBF-8C4E1B3F39CE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7" name="Rectangle 1286">
                    <a:extLst>
                      <a:ext uri="{FF2B5EF4-FFF2-40B4-BE49-F238E27FC236}">
                        <a16:creationId xmlns:a16="http://schemas.microsoft.com/office/drawing/2014/main" id="{24676812-A78A-474A-ADA2-A691B1C39B0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8" name="Rectangle 1287">
                    <a:extLst>
                      <a:ext uri="{FF2B5EF4-FFF2-40B4-BE49-F238E27FC236}">
                        <a16:creationId xmlns:a16="http://schemas.microsoft.com/office/drawing/2014/main" id="{A11E4BA1-42F5-4AA4-BC78-E3963B9DEEC7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9" name="Rectangle 1288">
                    <a:extLst>
                      <a:ext uri="{FF2B5EF4-FFF2-40B4-BE49-F238E27FC236}">
                        <a16:creationId xmlns:a16="http://schemas.microsoft.com/office/drawing/2014/main" id="{559437CB-DA98-421A-8103-A4EF21D9CFCA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0" name="Rectangle 1289">
                    <a:extLst>
                      <a:ext uri="{FF2B5EF4-FFF2-40B4-BE49-F238E27FC236}">
                        <a16:creationId xmlns:a16="http://schemas.microsoft.com/office/drawing/2014/main" id="{C2DE9733-AA7C-43CD-9E4A-1BBC8F484335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1" name="Rectangle 1290">
                    <a:extLst>
                      <a:ext uri="{FF2B5EF4-FFF2-40B4-BE49-F238E27FC236}">
                        <a16:creationId xmlns:a16="http://schemas.microsoft.com/office/drawing/2014/main" id="{9B196030-244D-43AC-9C1C-D8D8F6B9716D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2" name="Rectangle 1291">
                    <a:extLst>
                      <a:ext uri="{FF2B5EF4-FFF2-40B4-BE49-F238E27FC236}">
                        <a16:creationId xmlns:a16="http://schemas.microsoft.com/office/drawing/2014/main" id="{A25F5058-D5A4-4679-9587-456A9D68CD08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3" name="Rectangle 1292">
                    <a:extLst>
                      <a:ext uri="{FF2B5EF4-FFF2-40B4-BE49-F238E27FC236}">
                        <a16:creationId xmlns:a16="http://schemas.microsoft.com/office/drawing/2014/main" id="{C4BC0421-60B7-498D-BE07-1138CBCC50E5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4" name="Rectangle 1293">
                    <a:extLst>
                      <a:ext uri="{FF2B5EF4-FFF2-40B4-BE49-F238E27FC236}">
                        <a16:creationId xmlns:a16="http://schemas.microsoft.com/office/drawing/2014/main" id="{DE473EF7-025A-48E2-A814-71F45C665D75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5" name="Rectangle 1294">
                    <a:extLst>
                      <a:ext uri="{FF2B5EF4-FFF2-40B4-BE49-F238E27FC236}">
                        <a16:creationId xmlns:a16="http://schemas.microsoft.com/office/drawing/2014/main" id="{23E0BFF7-8677-4CF9-A7CE-858627E5E84C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6" name="Rectangle 1295">
                    <a:extLst>
                      <a:ext uri="{FF2B5EF4-FFF2-40B4-BE49-F238E27FC236}">
                        <a16:creationId xmlns:a16="http://schemas.microsoft.com/office/drawing/2014/main" id="{F1640D04-605A-40EE-A3B2-DF612913EF6A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7" name="Rectangle 1296">
                    <a:extLst>
                      <a:ext uri="{FF2B5EF4-FFF2-40B4-BE49-F238E27FC236}">
                        <a16:creationId xmlns:a16="http://schemas.microsoft.com/office/drawing/2014/main" id="{A5DABA2E-858E-42AE-83A4-881549068142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8" name="Rectangle 1297">
                    <a:extLst>
                      <a:ext uri="{FF2B5EF4-FFF2-40B4-BE49-F238E27FC236}">
                        <a16:creationId xmlns:a16="http://schemas.microsoft.com/office/drawing/2014/main" id="{6EA810EE-5CB1-4D5A-A4A6-6B3B722F1E0B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9" name="Rectangle 1298">
                    <a:extLst>
                      <a:ext uri="{FF2B5EF4-FFF2-40B4-BE49-F238E27FC236}">
                        <a16:creationId xmlns:a16="http://schemas.microsoft.com/office/drawing/2014/main" id="{868E765E-9003-41F4-8EB0-631357CB9CC4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0" name="Rectangle 1299">
                    <a:extLst>
                      <a:ext uri="{FF2B5EF4-FFF2-40B4-BE49-F238E27FC236}">
                        <a16:creationId xmlns:a16="http://schemas.microsoft.com/office/drawing/2014/main" id="{21EA63B6-3556-4AE6-8431-6D8FBAA43412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1" name="Rectangle 1300">
                    <a:extLst>
                      <a:ext uri="{FF2B5EF4-FFF2-40B4-BE49-F238E27FC236}">
                        <a16:creationId xmlns:a16="http://schemas.microsoft.com/office/drawing/2014/main" id="{0489CD09-391B-404C-B405-D6A0A2F4D12E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2" name="Rectangle 1301">
                    <a:extLst>
                      <a:ext uri="{FF2B5EF4-FFF2-40B4-BE49-F238E27FC236}">
                        <a16:creationId xmlns:a16="http://schemas.microsoft.com/office/drawing/2014/main" id="{36F307A7-9CB8-42BB-A830-6A05FF505524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3" name="Rectangle 1302">
                    <a:extLst>
                      <a:ext uri="{FF2B5EF4-FFF2-40B4-BE49-F238E27FC236}">
                        <a16:creationId xmlns:a16="http://schemas.microsoft.com/office/drawing/2014/main" id="{094209C6-A121-42B6-9001-4D8AE190EBFE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1354" name="Group 1353">
                <a:extLst>
                  <a:ext uri="{FF2B5EF4-FFF2-40B4-BE49-F238E27FC236}">
                    <a16:creationId xmlns:a16="http://schemas.microsoft.com/office/drawing/2014/main" id="{7821E531-01E0-4DB5-87FB-B9D88BE8E6BF}"/>
                  </a:ext>
                </a:extLst>
              </p:cNvPr>
              <p:cNvGrpSpPr/>
              <p:nvPr/>
            </p:nvGrpSpPr>
            <p:grpSpPr>
              <a:xfrm>
                <a:off x="2286515" y="-705905"/>
                <a:ext cx="949595" cy="951970"/>
                <a:chOff x="2285998" y="-705905"/>
                <a:chExt cx="3807884" cy="3817405"/>
              </a:xfrm>
            </p:grpSpPr>
            <p:cxnSp>
              <p:nvCxnSpPr>
                <p:cNvPr id="1355" name="Straight Connector 1354">
                  <a:extLst>
                    <a:ext uri="{FF2B5EF4-FFF2-40B4-BE49-F238E27FC236}">
                      <a16:creationId xmlns:a16="http://schemas.microsoft.com/office/drawing/2014/main" id="{5C5C5570-645D-488F-B08D-F85D23B7A4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6" name="Straight Connector 1355">
                  <a:extLst>
                    <a:ext uri="{FF2B5EF4-FFF2-40B4-BE49-F238E27FC236}">
                      <a16:creationId xmlns:a16="http://schemas.microsoft.com/office/drawing/2014/main" id="{B3624467-C809-45AF-A2CF-01DE18C8E0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7" name="Straight Connector 1356">
                  <a:extLst>
                    <a:ext uri="{FF2B5EF4-FFF2-40B4-BE49-F238E27FC236}">
                      <a16:creationId xmlns:a16="http://schemas.microsoft.com/office/drawing/2014/main" id="{F2BD226E-D168-4371-B423-152C620CE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8" name="Straight Connector 1357">
                  <a:extLst>
                    <a:ext uri="{FF2B5EF4-FFF2-40B4-BE49-F238E27FC236}">
                      <a16:creationId xmlns:a16="http://schemas.microsoft.com/office/drawing/2014/main" id="{2412DCD5-3A44-45FE-8E6A-9B13EAE7D1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9" name="Straight Connector 1358">
                  <a:extLst>
                    <a:ext uri="{FF2B5EF4-FFF2-40B4-BE49-F238E27FC236}">
                      <a16:creationId xmlns:a16="http://schemas.microsoft.com/office/drawing/2014/main" id="{247CC49A-86A3-419F-AF0F-FE7575821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0" name="Straight Connector 1359">
                  <a:extLst>
                    <a:ext uri="{FF2B5EF4-FFF2-40B4-BE49-F238E27FC236}">
                      <a16:creationId xmlns:a16="http://schemas.microsoft.com/office/drawing/2014/main" id="{8707A42E-4C4B-470B-9676-9862152BEA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1" name="Straight Connector 1360">
                  <a:extLst>
                    <a:ext uri="{FF2B5EF4-FFF2-40B4-BE49-F238E27FC236}">
                      <a16:creationId xmlns:a16="http://schemas.microsoft.com/office/drawing/2014/main" id="{8E3AD19D-5F50-4B13-8B29-D3C7059E67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2" name="Straight Connector 1361">
                  <a:extLst>
                    <a:ext uri="{FF2B5EF4-FFF2-40B4-BE49-F238E27FC236}">
                      <a16:creationId xmlns:a16="http://schemas.microsoft.com/office/drawing/2014/main" id="{DE4AE1D5-D065-43F4-85CB-77C69ECB7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3" name="Straight Connector 1362">
                  <a:extLst>
                    <a:ext uri="{FF2B5EF4-FFF2-40B4-BE49-F238E27FC236}">
                      <a16:creationId xmlns:a16="http://schemas.microsoft.com/office/drawing/2014/main" id="{B431009D-DD7C-49F8-BDAC-35D4E32FB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4" name="Straight Connector 1363">
                  <a:extLst>
                    <a:ext uri="{FF2B5EF4-FFF2-40B4-BE49-F238E27FC236}">
                      <a16:creationId xmlns:a16="http://schemas.microsoft.com/office/drawing/2014/main" id="{0B8D2E91-1837-49F5-84A2-E796907CA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5" name="Straight Connector 1364">
                  <a:extLst>
                    <a:ext uri="{FF2B5EF4-FFF2-40B4-BE49-F238E27FC236}">
                      <a16:creationId xmlns:a16="http://schemas.microsoft.com/office/drawing/2014/main" id="{06A48E20-CA90-44EA-9DD1-2E7113AAD1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6" name="Straight Connector 1365">
                  <a:extLst>
                    <a:ext uri="{FF2B5EF4-FFF2-40B4-BE49-F238E27FC236}">
                      <a16:creationId xmlns:a16="http://schemas.microsoft.com/office/drawing/2014/main" id="{423BA8B8-E8F0-4A6C-B6F1-E341594996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7" name="Straight Connector 1366">
                  <a:extLst>
                    <a:ext uri="{FF2B5EF4-FFF2-40B4-BE49-F238E27FC236}">
                      <a16:creationId xmlns:a16="http://schemas.microsoft.com/office/drawing/2014/main" id="{6E69133F-5482-481D-A3C8-D4E6BED83B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8" name="Straight Connector 1367">
                  <a:extLst>
                    <a:ext uri="{FF2B5EF4-FFF2-40B4-BE49-F238E27FC236}">
                      <a16:creationId xmlns:a16="http://schemas.microsoft.com/office/drawing/2014/main" id="{36D61D38-ED94-4A47-8FBC-B95689D474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9" name="Straight Connector 1368">
                  <a:extLst>
                    <a:ext uri="{FF2B5EF4-FFF2-40B4-BE49-F238E27FC236}">
                      <a16:creationId xmlns:a16="http://schemas.microsoft.com/office/drawing/2014/main" id="{4D9A0C33-0449-484D-924F-8F31868563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0" name="Straight Connector 1369">
                  <a:extLst>
                    <a:ext uri="{FF2B5EF4-FFF2-40B4-BE49-F238E27FC236}">
                      <a16:creationId xmlns:a16="http://schemas.microsoft.com/office/drawing/2014/main" id="{53394092-66A2-41F6-9258-0E3B6500EA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1" name="Straight Connector 1370">
                  <a:extLst>
                    <a:ext uri="{FF2B5EF4-FFF2-40B4-BE49-F238E27FC236}">
                      <a16:creationId xmlns:a16="http://schemas.microsoft.com/office/drawing/2014/main" id="{AF760897-550C-4708-B4BD-2388CD580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2" name="Straight Connector 1371">
                  <a:extLst>
                    <a:ext uri="{FF2B5EF4-FFF2-40B4-BE49-F238E27FC236}">
                      <a16:creationId xmlns:a16="http://schemas.microsoft.com/office/drawing/2014/main" id="{0C04E838-90D8-45C3-BCBC-B22CA914DD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3" name="Straight Connector 1372">
                  <a:extLst>
                    <a:ext uri="{FF2B5EF4-FFF2-40B4-BE49-F238E27FC236}">
                      <a16:creationId xmlns:a16="http://schemas.microsoft.com/office/drawing/2014/main" id="{D5373E33-34C1-470A-B11F-0696C51FB2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4" name="Straight Connector 1373">
                  <a:extLst>
                    <a:ext uri="{FF2B5EF4-FFF2-40B4-BE49-F238E27FC236}">
                      <a16:creationId xmlns:a16="http://schemas.microsoft.com/office/drawing/2014/main" id="{38B63EE6-007C-4A40-972A-8B3A9C480A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5" name="Straight Connector 1374">
                  <a:extLst>
                    <a:ext uri="{FF2B5EF4-FFF2-40B4-BE49-F238E27FC236}">
                      <a16:creationId xmlns:a16="http://schemas.microsoft.com/office/drawing/2014/main" id="{3F6B56D5-7516-44E2-AECB-C3F680DE28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6" name="Straight Connector 1375">
                  <a:extLst>
                    <a:ext uri="{FF2B5EF4-FFF2-40B4-BE49-F238E27FC236}">
                      <a16:creationId xmlns:a16="http://schemas.microsoft.com/office/drawing/2014/main" id="{E1A7BEF2-C486-4161-BE2D-668220615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7" name="Straight Connector 1376">
                  <a:extLst>
                    <a:ext uri="{FF2B5EF4-FFF2-40B4-BE49-F238E27FC236}">
                      <a16:creationId xmlns:a16="http://schemas.microsoft.com/office/drawing/2014/main" id="{CB3F27C9-2D42-46B5-A2A6-AC2C32E92F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8" name="Straight Connector 1377">
                  <a:extLst>
                    <a:ext uri="{FF2B5EF4-FFF2-40B4-BE49-F238E27FC236}">
                      <a16:creationId xmlns:a16="http://schemas.microsoft.com/office/drawing/2014/main" id="{816897CB-6877-478D-B3F6-8369082B6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9" name="Straight Connector 1378">
                  <a:extLst>
                    <a:ext uri="{FF2B5EF4-FFF2-40B4-BE49-F238E27FC236}">
                      <a16:creationId xmlns:a16="http://schemas.microsoft.com/office/drawing/2014/main" id="{FCC4385A-E141-4E8C-9B59-182A1F4004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0" name="Straight Connector 1379">
                  <a:extLst>
                    <a:ext uri="{FF2B5EF4-FFF2-40B4-BE49-F238E27FC236}">
                      <a16:creationId xmlns:a16="http://schemas.microsoft.com/office/drawing/2014/main" id="{14CAE23C-9ABB-4FBC-AE43-FCBC3A292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1" name="Straight Connector 1380">
                  <a:extLst>
                    <a:ext uri="{FF2B5EF4-FFF2-40B4-BE49-F238E27FC236}">
                      <a16:creationId xmlns:a16="http://schemas.microsoft.com/office/drawing/2014/main" id="{8AE180DE-B20E-4C3A-84CB-4F22E884ED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2" name="Straight Connector 1381">
                  <a:extLst>
                    <a:ext uri="{FF2B5EF4-FFF2-40B4-BE49-F238E27FC236}">
                      <a16:creationId xmlns:a16="http://schemas.microsoft.com/office/drawing/2014/main" id="{88B332F8-7A08-44F8-A2FE-742897751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3" name="Straight Connector 1382">
                  <a:extLst>
                    <a:ext uri="{FF2B5EF4-FFF2-40B4-BE49-F238E27FC236}">
                      <a16:creationId xmlns:a16="http://schemas.microsoft.com/office/drawing/2014/main" id="{52F09C25-10EE-4EF0-B15F-36EC458E2F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4" name="Straight Connector 1383">
                  <a:extLst>
                    <a:ext uri="{FF2B5EF4-FFF2-40B4-BE49-F238E27FC236}">
                      <a16:creationId xmlns:a16="http://schemas.microsoft.com/office/drawing/2014/main" id="{A113A2B8-538D-4217-917E-4DDAB1E48A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5" name="Straight Connector 1384">
                  <a:extLst>
                    <a:ext uri="{FF2B5EF4-FFF2-40B4-BE49-F238E27FC236}">
                      <a16:creationId xmlns:a16="http://schemas.microsoft.com/office/drawing/2014/main" id="{483FA8AF-D688-4E87-9676-CBDD93A6E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6" name="Straight Connector 1385">
                  <a:extLst>
                    <a:ext uri="{FF2B5EF4-FFF2-40B4-BE49-F238E27FC236}">
                      <a16:creationId xmlns:a16="http://schemas.microsoft.com/office/drawing/2014/main" id="{B46C5ED4-FB05-4AEF-94B0-6F0AC719C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42" name="Group 1841">
              <a:extLst>
                <a:ext uri="{FF2B5EF4-FFF2-40B4-BE49-F238E27FC236}">
                  <a16:creationId xmlns:a16="http://schemas.microsoft.com/office/drawing/2014/main" id="{ECBEBEBE-A4B6-4743-A49A-8EDC3D037A5E}"/>
                </a:ext>
              </a:extLst>
            </p:cNvPr>
            <p:cNvGrpSpPr/>
            <p:nvPr/>
          </p:nvGrpSpPr>
          <p:grpSpPr>
            <a:xfrm>
              <a:off x="2284927" y="-705906"/>
              <a:ext cx="476915" cy="478107"/>
              <a:chOff x="2286515" y="-705906"/>
              <a:chExt cx="476915" cy="478107"/>
            </a:xfrm>
          </p:grpSpPr>
          <p:grpSp>
            <p:nvGrpSpPr>
              <p:cNvPr id="1504" name="Group 1503">
                <a:extLst>
                  <a:ext uri="{FF2B5EF4-FFF2-40B4-BE49-F238E27FC236}">
                    <a16:creationId xmlns:a16="http://schemas.microsoft.com/office/drawing/2014/main" id="{E8C760A6-96E9-4FBC-A04A-6A3162CA0EE0}"/>
                  </a:ext>
                </a:extLst>
              </p:cNvPr>
              <p:cNvGrpSpPr/>
              <p:nvPr/>
            </p:nvGrpSpPr>
            <p:grpSpPr>
              <a:xfrm>
                <a:off x="2286516" y="-705906"/>
                <a:ext cx="476914" cy="476914"/>
                <a:chOff x="2285997" y="-705905"/>
                <a:chExt cx="3807886" cy="3807884"/>
              </a:xfrm>
              <a:solidFill>
                <a:schemeClr val="bg1"/>
              </a:solidFill>
            </p:grpSpPr>
            <p:grpSp>
              <p:nvGrpSpPr>
                <p:cNvPr id="1538" name="Group 1537">
                  <a:extLst>
                    <a:ext uri="{FF2B5EF4-FFF2-40B4-BE49-F238E27FC236}">
                      <a16:creationId xmlns:a16="http://schemas.microsoft.com/office/drawing/2014/main" id="{6084E1CB-99F5-42C4-B310-C99AC5593D49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591" name="Rectangle 1590">
                    <a:extLst>
                      <a:ext uri="{FF2B5EF4-FFF2-40B4-BE49-F238E27FC236}">
                        <a16:creationId xmlns:a16="http://schemas.microsoft.com/office/drawing/2014/main" id="{08DC641A-03E6-4614-8806-3732A516C1C3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2" name="Rectangle 1591">
                    <a:extLst>
                      <a:ext uri="{FF2B5EF4-FFF2-40B4-BE49-F238E27FC236}">
                        <a16:creationId xmlns:a16="http://schemas.microsoft.com/office/drawing/2014/main" id="{2749E5B5-A500-4F4D-A708-E0E4EF982EC6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3" name="Rectangle 1592">
                    <a:extLst>
                      <a:ext uri="{FF2B5EF4-FFF2-40B4-BE49-F238E27FC236}">
                        <a16:creationId xmlns:a16="http://schemas.microsoft.com/office/drawing/2014/main" id="{E341297C-D5AC-4337-8915-15085EA4A36F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4" name="Rectangle 1593">
                    <a:extLst>
                      <a:ext uri="{FF2B5EF4-FFF2-40B4-BE49-F238E27FC236}">
                        <a16:creationId xmlns:a16="http://schemas.microsoft.com/office/drawing/2014/main" id="{47469F00-5B68-49F5-AE30-509279F15568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5" name="Rectangle 1594">
                    <a:extLst>
                      <a:ext uri="{FF2B5EF4-FFF2-40B4-BE49-F238E27FC236}">
                        <a16:creationId xmlns:a16="http://schemas.microsoft.com/office/drawing/2014/main" id="{897D1832-8F86-4983-A4CD-AE5C599138E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6" name="Rectangle 1595">
                    <a:extLst>
                      <a:ext uri="{FF2B5EF4-FFF2-40B4-BE49-F238E27FC236}">
                        <a16:creationId xmlns:a16="http://schemas.microsoft.com/office/drawing/2014/main" id="{089E3891-31C7-40C9-B946-24A328059A2B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7" name="Rectangle 1596">
                    <a:extLst>
                      <a:ext uri="{FF2B5EF4-FFF2-40B4-BE49-F238E27FC236}">
                        <a16:creationId xmlns:a16="http://schemas.microsoft.com/office/drawing/2014/main" id="{F2A32662-4E8F-47D5-9ABE-B101FBF03078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8" name="Rectangle 1597">
                    <a:extLst>
                      <a:ext uri="{FF2B5EF4-FFF2-40B4-BE49-F238E27FC236}">
                        <a16:creationId xmlns:a16="http://schemas.microsoft.com/office/drawing/2014/main" id="{BBC1D19B-0E3D-465C-970A-10F32B835338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9" name="Rectangle 1598">
                    <a:extLst>
                      <a:ext uri="{FF2B5EF4-FFF2-40B4-BE49-F238E27FC236}">
                        <a16:creationId xmlns:a16="http://schemas.microsoft.com/office/drawing/2014/main" id="{8D4AF7C6-EDF1-417A-8180-07C184240410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0" name="Rectangle 1599">
                    <a:extLst>
                      <a:ext uri="{FF2B5EF4-FFF2-40B4-BE49-F238E27FC236}">
                        <a16:creationId xmlns:a16="http://schemas.microsoft.com/office/drawing/2014/main" id="{DC843B20-5B36-4267-9BC8-6ED15D497B3A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1" name="Rectangle 1600">
                    <a:extLst>
                      <a:ext uri="{FF2B5EF4-FFF2-40B4-BE49-F238E27FC236}">
                        <a16:creationId xmlns:a16="http://schemas.microsoft.com/office/drawing/2014/main" id="{3D130142-6CAD-4460-934E-CA9C9C0DE0D7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2" name="Rectangle 1601">
                    <a:extLst>
                      <a:ext uri="{FF2B5EF4-FFF2-40B4-BE49-F238E27FC236}">
                        <a16:creationId xmlns:a16="http://schemas.microsoft.com/office/drawing/2014/main" id="{F4293459-73B9-481E-A578-B9B7111B7977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3" name="Rectangle 1602">
                    <a:extLst>
                      <a:ext uri="{FF2B5EF4-FFF2-40B4-BE49-F238E27FC236}">
                        <a16:creationId xmlns:a16="http://schemas.microsoft.com/office/drawing/2014/main" id="{3AFB62BD-7E89-434D-A293-AB395C944168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4" name="Rectangle 1603">
                    <a:extLst>
                      <a:ext uri="{FF2B5EF4-FFF2-40B4-BE49-F238E27FC236}">
                        <a16:creationId xmlns:a16="http://schemas.microsoft.com/office/drawing/2014/main" id="{75652E08-33B9-4A70-9B8A-5D1D179DB41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5" name="Rectangle 1604">
                    <a:extLst>
                      <a:ext uri="{FF2B5EF4-FFF2-40B4-BE49-F238E27FC236}">
                        <a16:creationId xmlns:a16="http://schemas.microsoft.com/office/drawing/2014/main" id="{79EF94FD-C0F8-4266-9167-0BEC242C7084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6" name="Rectangle 1605">
                    <a:extLst>
                      <a:ext uri="{FF2B5EF4-FFF2-40B4-BE49-F238E27FC236}">
                        <a16:creationId xmlns:a16="http://schemas.microsoft.com/office/drawing/2014/main" id="{103848AA-F44A-4AC0-9010-7012C4592D26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7" name="Rectangle 1606">
                    <a:extLst>
                      <a:ext uri="{FF2B5EF4-FFF2-40B4-BE49-F238E27FC236}">
                        <a16:creationId xmlns:a16="http://schemas.microsoft.com/office/drawing/2014/main" id="{81911B56-6AC5-4A1C-92CA-BD0A800EFADA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8" name="Rectangle 1607">
                    <a:extLst>
                      <a:ext uri="{FF2B5EF4-FFF2-40B4-BE49-F238E27FC236}">
                        <a16:creationId xmlns:a16="http://schemas.microsoft.com/office/drawing/2014/main" id="{D962E15E-D8DC-43C0-8755-575ABFE6BDE9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9" name="Rectangle 1608">
                    <a:extLst>
                      <a:ext uri="{FF2B5EF4-FFF2-40B4-BE49-F238E27FC236}">
                        <a16:creationId xmlns:a16="http://schemas.microsoft.com/office/drawing/2014/main" id="{C34572B0-2C16-4131-98AB-D2BA06814E1D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0" name="Rectangle 1609">
                    <a:extLst>
                      <a:ext uri="{FF2B5EF4-FFF2-40B4-BE49-F238E27FC236}">
                        <a16:creationId xmlns:a16="http://schemas.microsoft.com/office/drawing/2014/main" id="{BCE02477-9FDD-4C0E-9038-CDEB8577DA15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1" name="Rectangle 1610">
                    <a:extLst>
                      <a:ext uri="{FF2B5EF4-FFF2-40B4-BE49-F238E27FC236}">
                        <a16:creationId xmlns:a16="http://schemas.microsoft.com/office/drawing/2014/main" id="{2A85DACB-99EF-40FF-84CE-A927DDDF205D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2" name="Rectangle 1611">
                    <a:extLst>
                      <a:ext uri="{FF2B5EF4-FFF2-40B4-BE49-F238E27FC236}">
                        <a16:creationId xmlns:a16="http://schemas.microsoft.com/office/drawing/2014/main" id="{71E83FE0-D9B8-407B-A6D3-9BA01335FE62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3" name="Rectangle 1612">
                    <a:extLst>
                      <a:ext uri="{FF2B5EF4-FFF2-40B4-BE49-F238E27FC236}">
                        <a16:creationId xmlns:a16="http://schemas.microsoft.com/office/drawing/2014/main" id="{0E163040-2C81-4918-9B5E-49BC1B355DEF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4" name="Rectangle 1613">
                    <a:extLst>
                      <a:ext uri="{FF2B5EF4-FFF2-40B4-BE49-F238E27FC236}">
                        <a16:creationId xmlns:a16="http://schemas.microsoft.com/office/drawing/2014/main" id="{E84EC073-BB7C-48E7-B3CA-68FEF35FA91D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5" name="Rectangle 1614">
                    <a:extLst>
                      <a:ext uri="{FF2B5EF4-FFF2-40B4-BE49-F238E27FC236}">
                        <a16:creationId xmlns:a16="http://schemas.microsoft.com/office/drawing/2014/main" id="{9A85DD52-7AA9-43D9-9E7E-723C4279564E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539" name="Group 1538">
                  <a:extLst>
                    <a:ext uri="{FF2B5EF4-FFF2-40B4-BE49-F238E27FC236}">
                      <a16:creationId xmlns:a16="http://schemas.microsoft.com/office/drawing/2014/main" id="{A8816932-E4A9-4BBB-8384-3CCC61176077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566" name="Rectangle 1565">
                    <a:extLst>
                      <a:ext uri="{FF2B5EF4-FFF2-40B4-BE49-F238E27FC236}">
                        <a16:creationId xmlns:a16="http://schemas.microsoft.com/office/drawing/2014/main" id="{5C092048-1F69-4B70-8CD1-AD3D1D063AE7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7" name="Rectangle 1566">
                    <a:extLst>
                      <a:ext uri="{FF2B5EF4-FFF2-40B4-BE49-F238E27FC236}">
                        <a16:creationId xmlns:a16="http://schemas.microsoft.com/office/drawing/2014/main" id="{0F6A46DD-6159-4FFA-BD7D-CCDFEE32ABE4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8" name="Rectangle 1567">
                    <a:extLst>
                      <a:ext uri="{FF2B5EF4-FFF2-40B4-BE49-F238E27FC236}">
                        <a16:creationId xmlns:a16="http://schemas.microsoft.com/office/drawing/2014/main" id="{CCEAE06B-A7B9-4D88-A781-23EFE9EF3FE3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9" name="Rectangle 1568">
                    <a:extLst>
                      <a:ext uri="{FF2B5EF4-FFF2-40B4-BE49-F238E27FC236}">
                        <a16:creationId xmlns:a16="http://schemas.microsoft.com/office/drawing/2014/main" id="{09599E7B-2434-4222-8218-15E237DA9757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0" name="Rectangle 1569">
                    <a:extLst>
                      <a:ext uri="{FF2B5EF4-FFF2-40B4-BE49-F238E27FC236}">
                        <a16:creationId xmlns:a16="http://schemas.microsoft.com/office/drawing/2014/main" id="{F60544BF-0297-4EF3-A235-0A6A0058DECF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1" name="Rectangle 1570">
                    <a:extLst>
                      <a:ext uri="{FF2B5EF4-FFF2-40B4-BE49-F238E27FC236}">
                        <a16:creationId xmlns:a16="http://schemas.microsoft.com/office/drawing/2014/main" id="{3B0F77FF-982B-42EF-9268-F52195BC699F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2" name="Rectangle 1571">
                    <a:extLst>
                      <a:ext uri="{FF2B5EF4-FFF2-40B4-BE49-F238E27FC236}">
                        <a16:creationId xmlns:a16="http://schemas.microsoft.com/office/drawing/2014/main" id="{09D1D61D-4ECF-440A-9A37-3470D2AD6C13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3" name="Rectangle 1572">
                    <a:extLst>
                      <a:ext uri="{FF2B5EF4-FFF2-40B4-BE49-F238E27FC236}">
                        <a16:creationId xmlns:a16="http://schemas.microsoft.com/office/drawing/2014/main" id="{87A6F7E6-D9D6-4B4C-B1DC-12488963BF56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4" name="Rectangle 1573">
                    <a:extLst>
                      <a:ext uri="{FF2B5EF4-FFF2-40B4-BE49-F238E27FC236}">
                        <a16:creationId xmlns:a16="http://schemas.microsoft.com/office/drawing/2014/main" id="{AEA2CAB8-5CC5-4746-BF67-B3A9B2334552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5" name="Rectangle 1574">
                    <a:extLst>
                      <a:ext uri="{FF2B5EF4-FFF2-40B4-BE49-F238E27FC236}">
                        <a16:creationId xmlns:a16="http://schemas.microsoft.com/office/drawing/2014/main" id="{089318B8-84EC-45F7-BDB8-7ABADAD26681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6" name="Rectangle 1575">
                    <a:extLst>
                      <a:ext uri="{FF2B5EF4-FFF2-40B4-BE49-F238E27FC236}">
                        <a16:creationId xmlns:a16="http://schemas.microsoft.com/office/drawing/2014/main" id="{FCB44D59-113C-492B-9D8F-6BA5343933D5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7" name="Rectangle 1576">
                    <a:extLst>
                      <a:ext uri="{FF2B5EF4-FFF2-40B4-BE49-F238E27FC236}">
                        <a16:creationId xmlns:a16="http://schemas.microsoft.com/office/drawing/2014/main" id="{7188B51C-5231-42F0-8260-BE3CE6824721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8" name="Rectangle 1577">
                    <a:extLst>
                      <a:ext uri="{FF2B5EF4-FFF2-40B4-BE49-F238E27FC236}">
                        <a16:creationId xmlns:a16="http://schemas.microsoft.com/office/drawing/2014/main" id="{873D9683-1BE1-489B-80A2-81E9F3FD4AF1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9" name="Rectangle 1578">
                    <a:extLst>
                      <a:ext uri="{FF2B5EF4-FFF2-40B4-BE49-F238E27FC236}">
                        <a16:creationId xmlns:a16="http://schemas.microsoft.com/office/drawing/2014/main" id="{A68C2450-329F-4427-850E-BF7C88A05C88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0" name="Rectangle 1579">
                    <a:extLst>
                      <a:ext uri="{FF2B5EF4-FFF2-40B4-BE49-F238E27FC236}">
                        <a16:creationId xmlns:a16="http://schemas.microsoft.com/office/drawing/2014/main" id="{2F34160A-75E7-47FA-A17A-32D5B09ACFAC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1" name="Rectangle 1580">
                    <a:extLst>
                      <a:ext uri="{FF2B5EF4-FFF2-40B4-BE49-F238E27FC236}">
                        <a16:creationId xmlns:a16="http://schemas.microsoft.com/office/drawing/2014/main" id="{0F1961A1-4068-4900-A277-501CF2A3EF97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2" name="Rectangle 1581">
                    <a:extLst>
                      <a:ext uri="{FF2B5EF4-FFF2-40B4-BE49-F238E27FC236}">
                        <a16:creationId xmlns:a16="http://schemas.microsoft.com/office/drawing/2014/main" id="{3CE5BFDC-E536-4CC8-8314-45480CA6236E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3" name="Rectangle 1582">
                    <a:extLst>
                      <a:ext uri="{FF2B5EF4-FFF2-40B4-BE49-F238E27FC236}">
                        <a16:creationId xmlns:a16="http://schemas.microsoft.com/office/drawing/2014/main" id="{34BB6E78-F692-4134-84BC-4EA59EEC10EF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4" name="Rectangle 1583">
                    <a:extLst>
                      <a:ext uri="{FF2B5EF4-FFF2-40B4-BE49-F238E27FC236}">
                        <a16:creationId xmlns:a16="http://schemas.microsoft.com/office/drawing/2014/main" id="{92DFA6A5-302D-4213-8EA5-FCF5E16AC6E9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5" name="Rectangle 1584">
                    <a:extLst>
                      <a:ext uri="{FF2B5EF4-FFF2-40B4-BE49-F238E27FC236}">
                        <a16:creationId xmlns:a16="http://schemas.microsoft.com/office/drawing/2014/main" id="{EA8264E5-AA26-4E0D-96D9-66ED201F4E55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6" name="Rectangle 1585">
                    <a:extLst>
                      <a:ext uri="{FF2B5EF4-FFF2-40B4-BE49-F238E27FC236}">
                        <a16:creationId xmlns:a16="http://schemas.microsoft.com/office/drawing/2014/main" id="{C1F1DF12-1ACD-45A2-979B-50B274E9A30A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7" name="Rectangle 1586">
                    <a:extLst>
                      <a:ext uri="{FF2B5EF4-FFF2-40B4-BE49-F238E27FC236}">
                        <a16:creationId xmlns:a16="http://schemas.microsoft.com/office/drawing/2014/main" id="{335D457D-6653-44C6-B8EA-2FE4F9812EBA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8" name="Rectangle 1587">
                    <a:extLst>
                      <a:ext uri="{FF2B5EF4-FFF2-40B4-BE49-F238E27FC236}">
                        <a16:creationId xmlns:a16="http://schemas.microsoft.com/office/drawing/2014/main" id="{22A1B781-26A4-4EA7-91B8-68723572DA1F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9" name="Rectangle 1588">
                    <a:extLst>
                      <a:ext uri="{FF2B5EF4-FFF2-40B4-BE49-F238E27FC236}">
                        <a16:creationId xmlns:a16="http://schemas.microsoft.com/office/drawing/2014/main" id="{08BEECF6-28F9-475C-A3F8-062EFA3F79BA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0" name="Rectangle 1589">
                    <a:extLst>
                      <a:ext uri="{FF2B5EF4-FFF2-40B4-BE49-F238E27FC236}">
                        <a16:creationId xmlns:a16="http://schemas.microsoft.com/office/drawing/2014/main" id="{0E4A4072-225F-4324-A3AF-4616DAD31F6B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540" name="Group 1539">
                  <a:extLst>
                    <a:ext uri="{FF2B5EF4-FFF2-40B4-BE49-F238E27FC236}">
                      <a16:creationId xmlns:a16="http://schemas.microsoft.com/office/drawing/2014/main" id="{02599FEB-F7D3-4BEC-8AAB-33A7A53A4CC9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541" name="Rectangle 1540">
                    <a:extLst>
                      <a:ext uri="{FF2B5EF4-FFF2-40B4-BE49-F238E27FC236}">
                        <a16:creationId xmlns:a16="http://schemas.microsoft.com/office/drawing/2014/main" id="{EB4C2727-2D23-47C0-8CC3-0A0CEDFBCBA7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2" name="Rectangle 1541">
                    <a:extLst>
                      <a:ext uri="{FF2B5EF4-FFF2-40B4-BE49-F238E27FC236}">
                        <a16:creationId xmlns:a16="http://schemas.microsoft.com/office/drawing/2014/main" id="{AC02048C-5D9C-4DDB-A04B-CA23AEA86C9E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3" name="Rectangle 1542">
                    <a:extLst>
                      <a:ext uri="{FF2B5EF4-FFF2-40B4-BE49-F238E27FC236}">
                        <a16:creationId xmlns:a16="http://schemas.microsoft.com/office/drawing/2014/main" id="{EDED2417-B275-4CEA-BFD4-8A4EF0F67F70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4" name="Rectangle 1543">
                    <a:extLst>
                      <a:ext uri="{FF2B5EF4-FFF2-40B4-BE49-F238E27FC236}">
                        <a16:creationId xmlns:a16="http://schemas.microsoft.com/office/drawing/2014/main" id="{603C6C70-F624-460E-9A71-12864E9E01CD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5" name="Rectangle 1544">
                    <a:extLst>
                      <a:ext uri="{FF2B5EF4-FFF2-40B4-BE49-F238E27FC236}">
                        <a16:creationId xmlns:a16="http://schemas.microsoft.com/office/drawing/2014/main" id="{A90AC0A9-4040-4B44-89BC-D7C06C6AD15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6" name="Rectangle 1545">
                    <a:extLst>
                      <a:ext uri="{FF2B5EF4-FFF2-40B4-BE49-F238E27FC236}">
                        <a16:creationId xmlns:a16="http://schemas.microsoft.com/office/drawing/2014/main" id="{30FC3E86-5ADD-4042-B887-3B4384969DE8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7" name="Rectangle 1546">
                    <a:extLst>
                      <a:ext uri="{FF2B5EF4-FFF2-40B4-BE49-F238E27FC236}">
                        <a16:creationId xmlns:a16="http://schemas.microsoft.com/office/drawing/2014/main" id="{3B48BAC4-493D-4575-A867-5149348B4B36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8" name="Rectangle 1547">
                    <a:extLst>
                      <a:ext uri="{FF2B5EF4-FFF2-40B4-BE49-F238E27FC236}">
                        <a16:creationId xmlns:a16="http://schemas.microsoft.com/office/drawing/2014/main" id="{CD2C3D2D-D1E4-414A-AF63-2D0DB47BB34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9" name="Rectangle 1548">
                    <a:extLst>
                      <a:ext uri="{FF2B5EF4-FFF2-40B4-BE49-F238E27FC236}">
                        <a16:creationId xmlns:a16="http://schemas.microsoft.com/office/drawing/2014/main" id="{F20E800A-0A44-436E-87EC-279EB727BEFA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0" name="Rectangle 1549">
                    <a:extLst>
                      <a:ext uri="{FF2B5EF4-FFF2-40B4-BE49-F238E27FC236}">
                        <a16:creationId xmlns:a16="http://schemas.microsoft.com/office/drawing/2014/main" id="{30465B9C-CC21-4844-894F-E77D408C9D07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1" name="Rectangle 1550">
                    <a:extLst>
                      <a:ext uri="{FF2B5EF4-FFF2-40B4-BE49-F238E27FC236}">
                        <a16:creationId xmlns:a16="http://schemas.microsoft.com/office/drawing/2014/main" id="{B730EB65-149A-47AA-8FFB-0F6DDA087058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2" name="Rectangle 1551">
                    <a:extLst>
                      <a:ext uri="{FF2B5EF4-FFF2-40B4-BE49-F238E27FC236}">
                        <a16:creationId xmlns:a16="http://schemas.microsoft.com/office/drawing/2014/main" id="{4846DA38-3B16-4590-AC7E-32778FC99D01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3" name="Rectangle 1552">
                    <a:extLst>
                      <a:ext uri="{FF2B5EF4-FFF2-40B4-BE49-F238E27FC236}">
                        <a16:creationId xmlns:a16="http://schemas.microsoft.com/office/drawing/2014/main" id="{564049E5-5B70-4F74-BA3E-9FB3AF609B71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4" name="Rectangle 1553">
                    <a:extLst>
                      <a:ext uri="{FF2B5EF4-FFF2-40B4-BE49-F238E27FC236}">
                        <a16:creationId xmlns:a16="http://schemas.microsoft.com/office/drawing/2014/main" id="{DE7AAF3A-6F18-4864-9839-6D577FCDA11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5" name="Rectangle 1554">
                    <a:extLst>
                      <a:ext uri="{FF2B5EF4-FFF2-40B4-BE49-F238E27FC236}">
                        <a16:creationId xmlns:a16="http://schemas.microsoft.com/office/drawing/2014/main" id="{68489541-7CFC-4C9F-9103-A3268F74279B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6" name="Rectangle 1555">
                    <a:extLst>
                      <a:ext uri="{FF2B5EF4-FFF2-40B4-BE49-F238E27FC236}">
                        <a16:creationId xmlns:a16="http://schemas.microsoft.com/office/drawing/2014/main" id="{A2C112E6-1949-4546-819D-655E578B6569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7" name="Rectangle 1556">
                    <a:extLst>
                      <a:ext uri="{FF2B5EF4-FFF2-40B4-BE49-F238E27FC236}">
                        <a16:creationId xmlns:a16="http://schemas.microsoft.com/office/drawing/2014/main" id="{59D4E5C9-F2C9-481F-8FE4-75E65B084BAC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8" name="Rectangle 1557">
                    <a:extLst>
                      <a:ext uri="{FF2B5EF4-FFF2-40B4-BE49-F238E27FC236}">
                        <a16:creationId xmlns:a16="http://schemas.microsoft.com/office/drawing/2014/main" id="{79191BE6-C724-441B-9983-F098FDD2DE17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9" name="Rectangle 1558">
                    <a:extLst>
                      <a:ext uri="{FF2B5EF4-FFF2-40B4-BE49-F238E27FC236}">
                        <a16:creationId xmlns:a16="http://schemas.microsoft.com/office/drawing/2014/main" id="{A5333715-4CEE-4E37-82F8-E2C044712901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0" name="Rectangle 1559">
                    <a:extLst>
                      <a:ext uri="{FF2B5EF4-FFF2-40B4-BE49-F238E27FC236}">
                        <a16:creationId xmlns:a16="http://schemas.microsoft.com/office/drawing/2014/main" id="{9ADFACAA-3B97-472E-B924-7E44493BD434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1" name="Rectangle 1560">
                    <a:extLst>
                      <a:ext uri="{FF2B5EF4-FFF2-40B4-BE49-F238E27FC236}">
                        <a16:creationId xmlns:a16="http://schemas.microsoft.com/office/drawing/2014/main" id="{169776AC-4523-4787-B429-0D897F812EED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2" name="Rectangle 1561">
                    <a:extLst>
                      <a:ext uri="{FF2B5EF4-FFF2-40B4-BE49-F238E27FC236}">
                        <a16:creationId xmlns:a16="http://schemas.microsoft.com/office/drawing/2014/main" id="{DE560E3C-6BC8-4741-BC9B-5279B2C8883B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3" name="Rectangle 1562">
                    <a:extLst>
                      <a:ext uri="{FF2B5EF4-FFF2-40B4-BE49-F238E27FC236}">
                        <a16:creationId xmlns:a16="http://schemas.microsoft.com/office/drawing/2014/main" id="{512800C7-2B2A-41E7-BB25-FC5D47667C62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4" name="Rectangle 1563">
                    <a:extLst>
                      <a:ext uri="{FF2B5EF4-FFF2-40B4-BE49-F238E27FC236}">
                        <a16:creationId xmlns:a16="http://schemas.microsoft.com/office/drawing/2014/main" id="{7ECE07C8-A1ED-4BD4-AA98-8C1BB4F768F8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5" name="Rectangle 1564">
                    <a:extLst>
                      <a:ext uri="{FF2B5EF4-FFF2-40B4-BE49-F238E27FC236}">
                        <a16:creationId xmlns:a16="http://schemas.microsoft.com/office/drawing/2014/main" id="{9A0B445A-3C5A-4E33-BA7B-62DE328C5261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1505" name="Group 1504">
                <a:extLst>
                  <a:ext uri="{FF2B5EF4-FFF2-40B4-BE49-F238E27FC236}">
                    <a16:creationId xmlns:a16="http://schemas.microsoft.com/office/drawing/2014/main" id="{AE5FBE8B-B2C6-4281-B1F0-081B082621F1}"/>
                  </a:ext>
                </a:extLst>
              </p:cNvPr>
              <p:cNvGrpSpPr/>
              <p:nvPr/>
            </p:nvGrpSpPr>
            <p:grpSpPr>
              <a:xfrm>
                <a:off x="2286515" y="-705905"/>
                <a:ext cx="476914" cy="478106"/>
                <a:chOff x="2285998" y="-705905"/>
                <a:chExt cx="3807884" cy="3817405"/>
              </a:xfrm>
            </p:grpSpPr>
            <p:cxnSp>
              <p:nvCxnSpPr>
                <p:cNvPr id="1506" name="Straight Connector 1505">
                  <a:extLst>
                    <a:ext uri="{FF2B5EF4-FFF2-40B4-BE49-F238E27FC236}">
                      <a16:creationId xmlns:a16="http://schemas.microsoft.com/office/drawing/2014/main" id="{C151A35E-035B-4CD4-B83D-CA18A0EFE9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7" name="Straight Connector 1506">
                  <a:extLst>
                    <a:ext uri="{FF2B5EF4-FFF2-40B4-BE49-F238E27FC236}">
                      <a16:creationId xmlns:a16="http://schemas.microsoft.com/office/drawing/2014/main" id="{608D7FE1-7CD3-4115-BEF0-D9A9CB1859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8" name="Straight Connector 1507">
                  <a:extLst>
                    <a:ext uri="{FF2B5EF4-FFF2-40B4-BE49-F238E27FC236}">
                      <a16:creationId xmlns:a16="http://schemas.microsoft.com/office/drawing/2014/main" id="{68F8A375-6731-4E98-872F-BBC0348948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9" name="Straight Connector 1508">
                  <a:extLst>
                    <a:ext uri="{FF2B5EF4-FFF2-40B4-BE49-F238E27FC236}">
                      <a16:creationId xmlns:a16="http://schemas.microsoft.com/office/drawing/2014/main" id="{F909A7C4-520C-4A26-AE10-C811030378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0" name="Straight Connector 1509">
                  <a:extLst>
                    <a:ext uri="{FF2B5EF4-FFF2-40B4-BE49-F238E27FC236}">
                      <a16:creationId xmlns:a16="http://schemas.microsoft.com/office/drawing/2014/main" id="{A12BDE20-1147-46E3-BEA7-95539A2170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1" name="Straight Connector 1510">
                  <a:extLst>
                    <a:ext uri="{FF2B5EF4-FFF2-40B4-BE49-F238E27FC236}">
                      <a16:creationId xmlns:a16="http://schemas.microsoft.com/office/drawing/2014/main" id="{EE4CF19D-9BE5-4E6A-B0E0-4D2761FC6F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2" name="Straight Connector 1511">
                  <a:extLst>
                    <a:ext uri="{FF2B5EF4-FFF2-40B4-BE49-F238E27FC236}">
                      <a16:creationId xmlns:a16="http://schemas.microsoft.com/office/drawing/2014/main" id="{F79CF2B9-9DAB-4D4B-BD9A-44A9E71298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3" name="Straight Connector 1512">
                  <a:extLst>
                    <a:ext uri="{FF2B5EF4-FFF2-40B4-BE49-F238E27FC236}">
                      <a16:creationId xmlns:a16="http://schemas.microsoft.com/office/drawing/2014/main" id="{DF93D79C-5507-4731-A41C-14CD4A42D3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4" name="Straight Connector 1513">
                  <a:extLst>
                    <a:ext uri="{FF2B5EF4-FFF2-40B4-BE49-F238E27FC236}">
                      <a16:creationId xmlns:a16="http://schemas.microsoft.com/office/drawing/2014/main" id="{EDCCF4B9-3060-4FB1-B84D-17E62E44A9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5" name="Straight Connector 1514">
                  <a:extLst>
                    <a:ext uri="{FF2B5EF4-FFF2-40B4-BE49-F238E27FC236}">
                      <a16:creationId xmlns:a16="http://schemas.microsoft.com/office/drawing/2014/main" id="{6D663567-F34A-4952-B9A1-DDFF0DDDEC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6" name="Straight Connector 1515">
                  <a:extLst>
                    <a:ext uri="{FF2B5EF4-FFF2-40B4-BE49-F238E27FC236}">
                      <a16:creationId xmlns:a16="http://schemas.microsoft.com/office/drawing/2014/main" id="{5D32B50C-09DA-446B-9E46-12E120A05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7" name="Straight Connector 1516">
                  <a:extLst>
                    <a:ext uri="{FF2B5EF4-FFF2-40B4-BE49-F238E27FC236}">
                      <a16:creationId xmlns:a16="http://schemas.microsoft.com/office/drawing/2014/main" id="{C9BF51DE-D740-42FD-B692-181BBBCBF1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8" name="Straight Connector 1517">
                  <a:extLst>
                    <a:ext uri="{FF2B5EF4-FFF2-40B4-BE49-F238E27FC236}">
                      <a16:creationId xmlns:a16="http://schemas.microsoft.com/office/drawing/2014/main" id="{4A34F234-6475-4907-BAF8-23CC5E134D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9" name="Straight Connector 1518">
                  <a:extLst>
                    <a:ext uri="{FF2B5EF4-FFF2-40B4-BE49-F238E27FC236}">
                      <a16:creationId xmlns:a16="http://schemas.microsoft.com/office/drawing/2014/main" id="{0226F124-7E45-4239-B28B-79B144FFD2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0" name="Straight Connector 1519">
                  <a:extLst>
                    <a:ext uri="{FF2B5EF4-FFF2-40B4-BE49-F238E27FC236}">
                      <a16:creationId xmlns:a16="http://schemas.microsoft.com/office/drawing/2014/main" id="{49043BA5-6D32-4F19-B2E8-2C84E2B4A5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1" name="Straight Connector 1520">
                  <a:extLst>
                    <a:ext uri="{FF2B5EF4-FFF2-40B4-BE49-F238E27FC236}">
                      <a16:creationId xmlns:a16="http://schemas.microsoft.com/office/drawing/2014/main" id="{7B21C00F-64BC-4C35-8B3E-3CB3A94475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2" name="Straight Connector 1521">
                  <a:extLst>
                    <a:ext uri="{FF2B5EF4-FFF2-40B4-BE49-F238E27FC236}">
                      <a16:creationId xmlns:a16="http://schemas.microsoft.com/office/drawing/2014/main" id="{2A63D87A-98BB-47E3-BB26-7A0E3B1D4E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3" name="Straight Connector 1522">
                  <a:extLst>
                    <a:ext uri="{FF2B5EF4-FFF2-40B4-BE49-F238E27FC236}">
                      <a16:creationId xmlns:a16="http://schemas.microsoft.com/office/drawing/2014/main" id="{9F7BAA32-1F4A-472F-855E-0179071E81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4" name="Straight Connector 1523">
                  <a:extLst>
                    <a:ext uri="{FF2B5EF4-FFF2-40B4-BE49-F238E27FC236}">
                      <a16:creationId xmlns:a16="http://schemas.microsoft.com/office/drawing/2014/main" id="{FB3CB169-B8EA-44E2-A215-E28E7B7B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5" name="Straight Connector 1524">
                  <a:extLst>
                    <a:ext uri="{FF2B5EF4-FFF2-40B4-BE49-F238E27FC236}">
                      <a16:creationId xmlns:a16="http://schemas.microsoft.com/office/drawing/2014/main" id="{9D133ED8-41F3-44E5-87ED-F9E4CD556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6" name="Straight Connector 1525">
                  <a:extLst>
                    <a:ext uri="{FF2B5EF4-FFF2-40B4-BE49-F238E27FC236}">
                      <a16:creationId xmlns:a16="http://schemas.microsoft.com/office/drawing/2014/main" id="{F7500787-361C-4841-94EE-3520ADBE25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7" name="Straight Connector 1526">
                  <a:extLst>
                    <a:ext uri="{FF2B5EF4-FFF2-40B4-BE49-F238E27FC236}">
                      <a16:creationId xmlns:a16="http://schemas.microsoft.com/office/drawing/2014/main" id="{E73D37F2-CBE2-4DF5-BB06-6FFF7F1861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8" name="Straight Connector 1527">
                  <a:extLst>
                    <a:ext uri="{FF2B5EF4-FFF2-40B4-BE49-F238E27FC236}">
                      <a16:creationId xmlns:a16="http://schemas.microsoft.com/office/drawing/2014/main" id="{16A93B24-CC3E-4280-A370-D46D37386A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9" name="Straight Connector 1528">
                  <a:extLst>
                    <a:ext uri="{FF2B5EF4-FFF2-40B4-BE49-F238E27FC236}">
                      <a16:creationId xmlns:a16="http://schemas.microsoft.com/office/drawing/2014/main" id="{9E211850-B645-40C0-AD7A-76B7205AD5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0" name="Straight Connector 1529">
                  <a:extLst>
                    <a:ext uri="{FF2B5EF4-FFF2-40B4-BE49-F238E27FC236}">
                      <a16:creationId xmlns:a16="http://schemas.microsoft.com/office/drawing/2014/main" id="{B6FD70F6-95DA-4283-8B17-564051E3CD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1" name="Straight Connector 1530">
                  <a:extLst>
                    <a:ext uri="{FF2B5EF4-FFF2-40B4-BE49-F238E27FC236}">
                      <a16:creationId xmlns:a16="http://schemas.microsoft.com/office/drawing/2014/main" id="{43C3CF05-9B6E-4489-98F5-C14150F2B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2" name="Straight Connector 1531">
                  <a:extLst>
                    <a:ext uri="{FF2B5EF4-FFF2-40B4-BE49-F238E27FC236}">
                      <a16:creationId xmlns:a16="http://schemas.microsoft.com/office/drawing/2014/main" id="{58F63E2B-DECD-422B-9F36-35C3C93D46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3" name="Straight Connector 1532">
                  <a:extLst>
                    <a:ext uri="{FF2B5EF4-FFF2-40B4-BE49-F238E27FC236}">
                      <a16:creationId xmlns:a16="http://schemas.microsoft.com/office/drawing/2014/main" id="{8D8A61E2-BEEA-4CDD-980A-022390629A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4" name="Straight Connector 1533">
                  <a:extLst>
                    <a:ext uri="{FF2B5EF4-FFF2-40B4-BE49-F238E27FC236}">
                      <a16:creationId xmlns:a16="http://schemas.microsoft.com/office/drawing/2014/main" id="{986297AB-ADF2-49A6-A4A4-3822844CDD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5" name="Straight Connector 1534">
                  <a:extLst>
                    <a:ext uri="{FF2B5EF4-FFF2-40B4-BE49-F238E27FC236}">
                      <a16:creationId xmlns:a16="http://schemas.microsoft.com/office/drawing/2014/main" id="{8A716495-4EA0-472F-83B2-FDD0A6952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6" name="Straight Connector 1535">
                  <a:extLst>
                    <a:ext uri="{FF2B5EF4-FFF2-40B4-BE49-F238E27FC236}">
                      <a16:creationId xmlns:a16="http://schemas.microsoft.com/office/drawing/2014/main" id="{24E408C8-6C23-4CCD-A6FB-33EC2F142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7" name="Straight Connector 1536">
                  <a:extLst>
                    <a:ext uri="{FF2B5EF4-FFF2-40B4-BE49-F238E27FC236}">
                      <a16:creationId xmlns:a16="http://schemas.microsoft.com/office/drawing/2014/main" id="{0E53AA40-B16E-4FBD-A944-4D2AE66C3C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43" name="Group 1842">
              <a:extLst>
                <a:ext uri="{FF2B5EF4-FFF2-40B4-BE49-F238E27FC236}">
                  <a16:creationId xmlns:a16="http://schemas.microsoft.com/office/drawing/2014/main" id="{994F4829-C63F-4B37-A7E9-4FFB67ADC7CE}"/>
                </a:ext>
              </a:extLst>
            </p:cNvPr>
            <p:cNvGrpSpPr/>
            <p:nvPr/>
          </p:nvGrpSpPr>
          <p:grpSpPr>
            <a:xfrm>
              <a:off x="2286515" y="-704316"/>
              <a:ext cx="236275" cy="236866"/>
              <a:chOff x="2286515" y="-704316"/>
              <a:chExt cx="236275" cy="236866"/>
            </a:xfrm>
          </p:grpSpPr>
          <p:grpSp>
            <p:nvGrpSpPr>
              <p:cNvPr id="1617" name="Group 1616">
                <a:extLst>
                  <a:ext uri="{FF2B5EF4-FFF2-40B4-BE49-F238E27FC236}">
                    <a16:creationId xmlns:a16="http://schemas.microsoft.com/office/drawing/2014/main" id="{DA370621-817A-445D-9BBB-C14524098B57}"/>
                  </a:ext>
                </a:extLst>
              </p:cNvPr>
              <p:cNvGrpSpPr/>
              <p:nvPr/>
            </p:nvGrpSpPr>
            <p:grpSpPr>
              <a:xfrm>
                <a:off x="2286515" y="-704316"/>
                <a:ext cx="236275" cy="236275"/>
                <a:chOff x="2285997" y="-705905"/>
                <a:chExt cx="3807886" cy="3807884"/>
              </a:xfrm>
              <a:solidFill>
                <a:schemeClr val="bg1"/>
              </a:solidFill>
            </p:grpSpPr>
            <p:grpSp>
              <p:nvGrpSpPr>
                <p:cNvPr id="1651" name="Group 1650">
                  <a:extLst>
                    <a:ext uri="{FF2B5EF4-FFF2-40B4-BE49-F238E27FC236}">
                      <a16:creationId xmlns:a16="http://schemas.microsoft.com/office/drawing/2014/main" id="{E18B15F6-C8EC-4DCB-9519-E53C647D1281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704" name="Rectangle 1703">
                    <a:extLst>
                      <a:ext uri="{FF2B5EF4-FFF2-40B4-BE49-F238E27FC236}">
                        <a16:creationId xmlns:a16="http://schemas.microsoft.com/office/drawing/2014/main" id="{3A667583-CD82-46BF-B070-D76766348BAB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5" name="Rectangle 1704">
                    <a:extLst>
                      <a:ext uri="{FF2B5EF4-FFF2-40B4-BE49-F238E27FC236}">
                        <a16:creationId xmlns:a16="http://schemas.microsoft.com/office/drawing/2014/main" id="{17C6B464-4F1A-4EAE-AD38-980835F65B5C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6" name="Rectangle 1705">
                    <a:extLst>
                      <a:ext uri="{FF2B5EF4-FFF2-40B4-BE49-F238E27FC236}">
                        <a16:creationId xmlns:a16="http://schemas.microsoft.com/office/drawing/2014/main" id="{C01D9A5B-5FCE-46D7-8F20-B54C1491DA2D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7" name="Rectangle 1706">
                    <a:extLst>
                      <a:ext uri="{FF2B5EF4-FFF2-40B4-BE49-F238E27FC236}">
                        <a16:creationId xmlns:a16="http://schemas.microsoft.com/office/drawing/2014/main" id="{8AFB2E91-2179-4F2A-B7EA-AA5E970A81F5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8" name="Rectangle 1707">
                    <a:extLst>
                      <a:ext uri="{FF2B5EF4-FFF2-40B4-BE49-F238E27FC236}">
                        <a16:creationId xmlns:a16="http://schemas.microsoft.com/office/drawing/2014/main" id="{2EAB1004-B396-4C77-86E8-DA44631C951B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9" name="Rectangle 1708">
                    <a:extLst>
                      <a:ext uri="{FF2B5EF4-FFF2-40B4-BE49-F238E27FC236}">
                        <a16:creationId xmlns:a16="http://schemas.microsoft.com/office/drawing/2014/main" id="{1C4D5FBD-BC0D-466C-B7DD-16D2F7903E7E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0" name="Rectangle 1709">
                    <a:extLst>
                      <a:ext uri="{FF2B5EF4-FFF2-40B4-BE49-F238E27FC236}">
                        <a16:creationId xmlns:a16="http://schemas.microsoft.com/office/drawing/2014/main" id="{D3F340F3-4B75-4071-A85B-301918710E0B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1" name="Rectangle 1710">
                    <a:extLst>
                      <a:ext uri="{FF2B5EF4-FFF2-40B4-BE49-F238E27FC236}">
                        <a16:creationId xmlns:a16="http://schemas.microsoft.com/office/drawing/2014/main" id="{D122B1D6-63BD-4BE1-9251-ED3E8FB2C483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2" name="Rectangle 1711">
                    <a:extLst>
                      <a:ext uri="{FF2B5EF4-FFF2-40B4-BE49-F238E27FC236}">
                        <a16:creationId xmlns:a16="http://schemas.microsoft.com/office/drawing/2014/main" id="{0CCDAFD6-EBEA-4F0F-8BE2-9E5D1D7193C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3" name="Rectangle 1712">
                    <a:extLst>
                      <a:ext uri="{FF2B5EF4-FFF2-40B4-BE49-F238E27FC236}">
                        <a16:creationId xmlns:a16="http://schemas.microsoft.com/office/drawing/2014/main" id="{CDF21F99-F999-4D9C-8A8B-69CED51AAB86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4" name="Rectangle 1713">
                    <a:extLst>
                      <a:ext uri="{FF2B5EF4-FFF2-40B4-BE49-F238E27FC236}">
                        <a16:creationId xmlns:a16="http://schemas.microsoft.com/office/drawing/2014/main" id="{8E6E75C0-702D-4EA9-9ED1-6F4CADDE6662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5" name="Rectangle 1714">
                    <a:extLst>
                      <a:ext uri="{FF2B5EF4-FFF2-40B4-BE49-F238E27FC236}">
                        <a16:creationId xmlns:a16="http://schemas.microsoft.com/office/drawing/2014/main" id="{FADFD101-32DD-4B02-8237-876482635F3E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6" name="Rectangle 1715">
                    <a:extLst>
                      <a:ext uri="{FF2B5EF4-FFF2-40B4-BE49-F238E27FC236}">
                        <a16:creationId xmlns:a16="http://schemas.microsoft.com/office/drawing/2014/main" id="{7D23983F-3E1E-4D99-9ECE-0750A8EFA620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7" name="Rectangle 1716">
                    <a:extLst>
                      <a:ext uri="{FF2B5EF4-FFF2-40B4-BE49-F238E27FC236}">
                        <a16:creationId xmlns:a16="http://schemas.microsoft.com/office/drawing/2014/main" id="{B79F79B3-8613-40D8-99CA-72D7062DB2C6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8" name="Rectangle 1717">
                    <a:extLst>
                      <a:ext uri="{FF2B5EF4-FFF2-40B4-BE49-F238E27FC236}">
                        <a16:creationId xmlns:a16="http://schemas.microsoft.com/office/drawing/2014/main" id="{78F372E6-5F87-44DC-8A2D-F64BEB26EAD4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9" name="Rectangle 1718">
                    <a:extLst>
                      <a:ext uri="{FF2B5EF4-FFF2-40B4-BE49-F238E27FC236}">
                        <a16:creationId xmlns:a16="http://schemas.microsoft.com/office/drawing/2014/main" id="{EF1E7EA4-1BA9-4D21-BA8C-35F541A5410C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0" name="Rectangle 1719">
                    <a:extLst>
                      <a:ext uri="{FF2B5EF4-FFF2-40B4-BE49-F238E27FC236}">
                        <a16:creationId xmlns:a16="http://schemas.microsoft.com/office/drawing/2014/main" id="{076CA4BC-427F-4EF7-9760-44E9A69AAC7A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1" name="Rectangle 1720">
                    <a:extLst>
                      <a:ext uri="{FF2B5EF4-FFF2-40B4-BE49-F238E27FC236}">
                        <a16:creationId xmlns:a16="http://schemas.microsoft.com/office/drawing/2014/main" id="{BC43285D-8C52-4332-8EB3-67D73D3B7809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2" name="Rectangle 1721">
                    <a:extLst>
                      <a:ext uri="{FF2B5EF4-FFF2-40B4-BE49-F238E27FC236}">
                        <a16:creationId xmlns:a16="http://schemas.microsoft.com/office/drawing/2014/main" id="{49633DBF-FAEF-48A5-99EB-BFB234C4C525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3" name="Rectangle 1722">
                    <a:extLst>
                      <a:ext uri="{FF2B5EF4-FFF2-40B4-BE49-F238E27FC236}">
                        <a16:creationId xmlns:a16="http://schemas.microsoft.com/office/drawing/2014/main" id="{AEAB06A0-DD8C-4FC2-AE0E-D329CE9EEF5D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4" name="Rectangle 1723">
                    <a:extLst>
                      <a:ext uri="{FF2B5EF4-FFF2-40B4-BE49-F238E27FC236}">
                        <a16:creationId xmlns:a16="http://schemas.microsoft.com/office/drawing/2014/main" id="{C17811DF-EA36-4EAF-9865-6E65BC5EBD7B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5" name="Rectangle 1724">
                    <a:extLst>
                      <a:ext uri="{FF2B5EF4-FFF2-40B4-BE49-F238E27FC236}">
                        <a16:creationId xmlns:a16="http://schemas.microsoft.com/office/drawing/2014/main" id="{1B4C4625-F91F-45A6-852E-98F7B5EEB3EB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6" name="Rectangle 1725">
                    <a:extLst>
                      <a:ext uri="{FF2B5EF4-FFF2-40B4-BE49-F238E27FC236}">
                        <a16:creationId xmlns:a16="http://schemas.microsoft.com/office/drawing/2014/main" id="{E74ADB7B-8D72-4755-8768-BB5E67AF7DF4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7" name="Rectangle 1726">
                    <a:extLst>
                      <a:ext uri="{FF2B5EF4-FFF2-40B4-BE49-F238E27FC236}">
                        <a16:creationId xmlns:a16="http://schemas.microsoft.com/office/drawing/2014/main" id="{BDCD7761-4ECC-46C9-AB33-CC412D3EAA42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8" name="Rectangle 1727">
                    <a:extLst>
                      <a:ext uri="{FF2B5EF4-FFF2-40B4-BE49-F238E27FC236}">
                        <a16:creationId xmlns:a16="http://schemas.microsoft.com/office/drawing/2014/main" id="{9149DD43-2B4A-4DE9-B196-BDB0667FE533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652" name="Group 1651">
                  <a:extLst>
                    <a:ext uri="{FF2B5EF4-FFF2-40B4-BE49-F238E27FC236}">
                      <a16:creationId xmlns:a16="http://schemas.microsoft.com/office/drawing/2014/main" id="{66E365A0-A6D0-4138-ACE4-9DF1E7E1EDE9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679" name="Rectangle 1678">
                    <a:extLst>
                      <a:ext uri="{FF2B5EF4-FFF2-40B4-BE49-F238E27FC236}">
                        <a16:creationId xmlns:a16="http://schemas.microsoft.com/office/drawing/2014/main" id="{73556F00-C306-4AE5-9F0C-B8298845DC8E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0" name="Rectangle 1679">
                    <a:extLst>
                      <a:ext uri="{FF2B5EF4-FFF2-40B4-BE49-F238E27FC236}">
                        <a16:creationId xmlns:a16="http://schemas.microsoft.com/office/drawing/2014/main" id="{8B333DB3-FCDB-4C7B-BE18-3E73A3DC93A3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1" name="Rectangle 1680">
                    <a:extLst>
                      <a:ext uri="{FF2B5EF4-FFF2-40B4-BE49-F238E27FC236}">
                        <a16:creationId xmlns:a16="http://schemas.microsoft.com/office/drawing/2014/main" id="{CB46C3BB-9C17-4234-9310-02944C94CAEF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2" name="Rectangle 1681">
                    <a:extLst>
                      <a:ext uri="{FF2B5EF4-FFF2-40B4-BE49-F238E27FC236}">
                        <a16:creationId xmlns:a16="http://schemas.microsoft.com/office/drawing/2014/main" id="{9508B862-FB2D-4531-88EF-06FECB246F7F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3" name="Rectangle 1682">
                    <a:extLst>
                      <a:ext uri="{FF2B5EF4-FFF2-40B4-BE49-F238E27FC236}">
                        <a16:creationId xmlns:a16="http://schemas.microsoft.com/office/drawing/2014/main" id="{EDBEB95E-FD7C-4DF2-A301-570EF731FD1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4" name="Rectangle 1683">
                    <a:extLst>
                      <a:ext uri="{FF2B5EF4-FFF2-40B4-BE49-F238E27FC236}">
                        <a16:creationId xmlns:a16="http://schemas.microsoft.com/office/drawing/2014/main" id="{7124F54F-D0B2-4000-9663-5FF88BA00063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5" name="Rectangle 1684">
                    <a:extLst>
                      <a:ext uri="{FF2B5EF4-FFF2-40B4-BE49-F238E27FC236}">
                        <a16:creationId xmlns:a16="http://schemas.microsoft.com/office/drawing/2014/main" id="{18C54F7D-004B-4326-A9EC-7C571E1FE41A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6" name="Rectangle 1685">
                    <a:extLst>
                      <a:ext uri="{FF2B5EF4-FFF2-40B4-BE49-F238E27FC236}">
                        <a16:creationId xmlns:a16="http://schemas.microsoft.com/office/drawing/2014/main" id="{DE324B55-9349-4C71-A244-3AC5FC9F2BCA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7" name="Rectangle 1686">
                    <a:extLst>
                      <a:ext uri="{FF2B5EF4-FFF2-40B4-BE49-F238E27FC236}">
                        <a16:creationId xmlns:a16="http://schemas.microsoft.com/office/drawing/2014/main" id="{720B49D7-20F0-4ADF-A602-BBBCB911A9AC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8" name="Rectangle 1687">
                    <a:extLst>
                      <a:ext uri="{FF2B5EF4-FFF2-40B4-BE49-F238E27FC236}">
                        <a16:creationId xmlns:a16="http://schemas.microsoft.com/office/drawing/2014/main" id="{010F7F7C-F42B-485D-8FD1-1BE3D9F3D378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9" name="Rectangle 1688">
                    <a:extLst>
                      <a:ext uri="{FF2B5EF4-FFF2-40B4-BE49-F238E27FC236}">
                        <a16:creationId xmlns:a16="http://schemas.microsoft.com/office/drawing/2014/main" id="{BA0E53F1-822B-4354-80CA-137FBE276787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0" name="Rectangle 1689">
                    <a:extLst>
                      <a:ext uri="{FF2B5EF4-FFF2-40B4-BE49-F238E27FC236}">
                        <a16:creationId xmlns:a16="http://schemas.microsoft.com/office/drawing/2014/main" id="{F9941F84-DE65-4517-8E09-4D61CE8F923F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1" name="Rectangle 1690">
                    <a:extLst>
                      <a:ext uri="{FF2B5EF4-FFF2-40B4-BE49-F238E27FC236}">
                        <a16:creationId xmlns:a16="http://schemas.microsoft.com/office/drawing/2014/main" id="{A944C3B0-85D9-4345-8F57-98268F005435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2" name="Rectangle 1691">
                    <a:extLst>
                      <a:ext uri="{FF2B5EF4-FFF2-40B4-BE49-F238E27FC236}">
                        <a16:creationId xmlns:a16="http://schemas.microsoft.com/office/drawing/2014/main" id="{B474B356-BC49-4C48-8292-922B9C1C447E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3" name="Rectangle 1692">
                    <a:extLst>
                      <a:ext uri="{FF2B5EF4-FFF2-40B4-BE49-F238E27FC236}">
                        <a16:creationId xmlns:a16="http://schemas.microsoft.com/office/drawing/2014/main" id="{843A77F2-6787-423B-810A-A09944509A97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4" name="Rectangle 1693">
                    <a:extLst>
                      <a:ext uri="{FF2B5EF4-FFF2-40B4-BE49-F238E27FC236}">
                        <a16:creationId xmlns:a16="http://schemas.microsoft.com/office/drawing/2014/main" id="{1F68C21A-F793-4B8A-B998-6E157EC68F6B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5" name="Rectangle 1694">
                    <a:extLst>
                      <a:ext uri="{FF2B5EF4-FFF2-40B4-BE49-F238E27FC236}">
                        <a16:creationId xmlns:a16="http://schemas.microsoft.com/office/drawing/2014/main" id="{3B24F9A0-0A1D-4DEC-89BD-6D811600E533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6" name="Rectangle 1695">
                    <a:extLst>
                      <a:ext uri="{FF2B5EF4-FFF2-40B4-BE49-F238E27FC236}">
                        <a16:creationId xmlns:a16="http://schemas.microsoft.com/office/drawing/2014/main" id="{BFA5166B-AF91-4557-85AD-5E8D4BEBCF07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7" name="Rectangle 1696">
                    <a:extLst>
                      <a:ext uri="{FF2B5EF4-FFF2-40B4-BE49-F238E27FC236}">
                        <a16:creationId xmlns:a16="http://schemas.microsoft.com/office/drawing/2014/main" id="{AF541A04-9C99-4F75-89AA-DB58D876D35A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8" name="Rectangle 1697">
                    <a:extLst>
                      <a:ext uri="{FF2B5EF4-FFF2-40B4-BE49-F238E27FC236}">
                        <a16:creationId xmlns:a16="http://schemas.microsoft.com/office/drawing/2014/main" id="{F1501B18-6912-496F-A4F3-33B9F2F3A107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9" name="Rectangle 1698">
                    <a:extLst>
                      <a:ext uri="{FF2B5EF4-FFF2-40B4-BE49-F238E27FC236}">
                        <a16:creationId xmlns:a16="http://schemas.microsoft.com/office/drawing/2014/main" id="{41277B92-A07B-4B5C-BFEC-C3095BCFB967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0" name="Rectangle 1699">
                    <a:extLst>
                      <a:ext uri="{FF2B5EF4-FFF2-40B4-BE49-F238E27FC236}">
                        <a16:creationId xmlns:a16="http://schemas.microsoft.com/office/drawing/2014/main" id="{66DFE356-C8F6-404D-AF28-6015E86DDA5D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1" name="Rectangle 1700">
                    <a:extLst>
                      <a:ext uri="{FF2B5EF4-FFF2-40B4-BE49-F238E27FC236}">
                        <a16:creationId xmlns:a16="http://schemas.microsoft.com/office/drawing/2014/main" id="{67241D0C-1DC3-4141-90E9-8D775B376BC2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2" name="Rectangle 1701">
                    <a:extLst>
                      <a:ext uri="{FF2B5EF4-FFF2-40B4-BE49-F238E27FC236}">
                        <a16:creationId xmlns:a16="http://schemas.microsoft.com/office/drawing/2014/main" id="{DED61AA8-446A-485B-8FBD-B19ED1F642AF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3" name="Rectangle 1702">
                    <a:extLst>
                      <a:ext uri="{FF2B5EF4-FFF2-40B4-BE49-F238E27FC236}">
                        <a16:creationId xmlns:a16="http://schemas.microsoft.com/office/drawing/2014/main" id="{EC299A45-2866-46DF-9FBD-94D0A1C87B77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653" name="Group 1652">
                  <a:extLst>
                    <a:ext uri="{FF2B5EF4-FFF2-40B4-BE49-F238E27FC236}">
                      <a16:creationId xmlns:a16="http://schemas.microsoft.com/office/drawing/2014/main" id="{467951CF-F460-42EA-95FA-4DA351DBD044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654" name="Rectangle 1653">
                    <a:extLst>
                      <a:ext uri="{FF2B5EF4-FFF2-40B4-BE49-F238E27FC236}">
                        <a16:creationId xmlns:a16="http://schemas.microsoft.com/office/drawing/2014/main" id="{7E908E0E-4292-4A12-B80C-0E79FA6EC104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5" name="Rectangle 1654">
                    <a:extLst>
                      <a:ext uri="{FF2B5EF4-FFF2-40B4-BE49-F238E27FC236}">
                        <a16:creationId xmlns:a16="http://schemas.microsoft.com/office/drawing/2014/main" id="{7317CE49-E902-4C83-88A5-62AE9B27625E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6" name="Rectangle 1655">
                    <a:extLst>
                      <a:ext uri="{FF2B5EF4-FFF2-40B4-BE49-F238E27FC236}">
                        <a16:creationId xmlns:a16="http://schemas.microsoft.com/office/drawing/2014/main" id="{9FF1507E-1022-45DE-A83D-5C48000A541C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7" name="Rectangle 1656">
                    <a:extLst>
                      <a:ext uri="{FF2B5EF4-FFF2-40B4-BE49-F238E27FC236}">
                        <a16:creationId xmlns:a16="http://schemas.microsoft.com/office/drawing/2014/main" id="{3F6B5212-C078-4CEC-A3D3-E50763330BF0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8" name="Rectangle 1657">
                    <a:extLst>
                      <a:ext uri="{FF2B5EF4-FFF2-40B4-BE49-F238E27FC236}">
                        <a16:creationId xmlns:a16="http://schemas.microsoft.com/office/drawing/2014/main" id="{9A0B916C-982B-4451-B52B-6BF665B91764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9" name="Rectangle 1658">
                    <a:extLst>
                      <a:ext uri="{FF2B5EF4-FFF2-40B4-BE49-F238E27FC236}">
                        <a16:creationId xmlns:a16="http://schemas.microsoft.com/office/drawing/2014/main" id="{661DB8F1-7360-4285-A27F-A5318A31246F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0" name="Rectangle 1659">
                    <a:extLst>
                      <a:ext uri="{FF2B5EF4-FFF2-40B4-BE49-F238E27FC236}">
                        <a16:creationId xmlns:a16="http://schemas.microsoft.com/office/drawing/2014/main" id="{0E54B9FA-4476-4D6E-A2E7-D7080F699AE7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1" name="Rectangle 1660">
                    <a:extLst>
                      <a:ext uri="{FF2B5EF4-FFF2-40B4-BE49-F238E27FC236}">
                        <a16:creationId xmlns:a16="http://schemas.microsoft.com/office/drawing/2014/main" id="{3C4F94D9-B941-4732-BA17-C08DCD758F55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2" name="Rectangle 1661">
                    <a:extLst>
                      <a:ext uri="{FF2B5EF4-FFF2-40B4-BE49-F238E27FC236}">
                        <a16:creationId xmlns:a16="http://schemas.microsoft.com/office/drawing/2014/main" id="{912AD9CB-B290-4A6A-80D9-251D5D26CEB1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3" name="Rectangle 1662">
                    <a:extLst>
                      <a:ext uri="{FF2B5EF4-FFF2-40B4-BE49-F238E27FC236}">
                        <a16:creationId xmlns:a16="http://schemas.microsoft.com/office/drawing/2014/main" id="{0B1AE31A-9721-4CBA-BFB1-9546141267BD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4" name="Rectangle 1663">
                    <a:extLst>
                      <a:ext uri="{FF2B5EF4-FFF2-40B4-BE49-F238E27FC236}">
                        <a16:creationId xmlns:a16="http://schemas.microsoft.com/office/drawing/2014/main" id="{77B21A55-A6A2-4BA5-BC0B-EEDACABDBAFB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5" name="Rectangle 1664">
                    <a:extLst>
                      <a:ext uri="{FF2B5EF4-FFF2-40B4-BE49-F238E27FC236}">
                        <a16:creationId xmlns:a16="http://schemas.microsoft.com/office/drawing/2014/main" id="{E8D5C2B1-13D7-49DF-937D-18938031575C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6" name="Rectangle 1665">
                    <a:extLst>
                      <a:ext uri="{FF2B5EF4-FFF2-40B4-BE49-F238E27FC236}">
                        <a16:creationId xmlns:a16="http://schemas.microsoft.com/office/drawing/2014/main" id="{734CA094-6D78-44B1-8D01-EBA57AE4CABC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7" name="Rectangle 1666">
                    <a:extLst>
                      <a:ext uri="{FF2B5EF4-FFF2-40B4-BE49-F238E27FC236}">
                        <a16:creationId xmlns:a16="http://schemas.microsoft.com/office/drawing/2014/main" id="{53E72C13-6706-4606-B5F7-83075DBC3713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8" name="Rectangle 1667">
                    <a:extLst>
                      <a:ext uri="{FF2B5EF4-FFF2-40B4-BE49-F238E27FC236}">
                        <a16:creationId xmlns:a16="http://schemas.microsoft.com/office/drawing/2014/main" id="{A7614BBC-7D72-4AB9-A799-457C461423D1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9" name="Rectangle 1668">
                    <a:extLst>
                      <a:ext uri="{FF2B5EF4-FFF2-40B4-BE49-F238E27FC236}">
                        <a16:creationId xmlns:a16="http://schemas.microsoft.com/office/drawing/2014/main" id="{28AC881A-4B76-4C65-9FF3-D917E5C8AD97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0" name="Rectangle 1669">
                    <a:extLst>
                      <a:ext uri="{FF2B5EF4-FFF2-40B4-BE49-F238E27FC236}">
                        <a16:creationId xmlns:a16="http://schemas.microsoft.com/office/drawing/2014/main" id="{440D4D1E-01DC-4926-BF2B-EC84B9793623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1" name="Rectangle 1670">
                    <a:extLst>
                      <a:ext uri="{FF2B5EF4-FFF2-40B4-BE49-F238E27FC236}">
                        <a16:creationId xmlns:a16="http://schemas.microsoft.com/office/drawing/2014/main" id="{123E3063-EA01-4B0C-8238-30DFE1025917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2" name="Rectangle 1671">
                    <a:extLst>
                      <a:ext uri="{FF2B5EF4-FFF2-40B4-BE49-F238E27FC236}">
                        <a16:creationId xmlns:a16="http://schemas.microsoft.com/office/drawing/2014/main" id="{39747971-6FE4-416B-AB69-7836989192EA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3" name="Rectangle 1672">
                    <a:extLst>
                      <a:ext uri="{FF2B5EF4-FFF2-40B4-BE49-F238E27FC236}">
                        <a16:creationId xmlns:a16="http://schemas.microsoft.com/office/drawing/2014/main" id="{97531137-BFC8-4BB4-8CE1-1AE5EE41E7B5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4" name="Rectangle 1673">
                    <a:extLst>
                      <a:ext uri="{FF2B5EF4-FFF2-40B4-BE49-F238E27FC236}">
                        <a16:creationId xmlns:a16="http://schemas.microsoft.com/office/drawing/2014/main" id="{8530D330-CA30-471E-A0B8-0BE75FB75A10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5" name="Rectangle 1674">
                    <a:extLst>
                      <a:ext uri="{FF2B5EF4-FFF2-40B4-BE49-F238E27FC236}">
                        <a16:creationId xmlns:a16="http://schemas.microsoft.com/office/drawing/2014/main" id="{1105EDEB-3F04-4624-AA46-6C47BD1782DB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6" name="Rectangle 1675">
                    <a:extLst>
                      <a:ext uri="{FF2B5EF4-FFF2-40B4-BE49-F238E27FC236}">
                        <a16:creationId xmlns:a16="http://schemas.microsoft.com/office/drawing/2014/main" id="{28767180-3309-437D-924A-F2070385CDD7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7" name="Rectangle 1676">
                    <a:extLst>
                      <a:ext uri="{FF2B5EF4-FFF2-40B4-BE49-F238E27FC236}">
                        <a16:creationId xmlns:a16="http://schemas.microsoft.com/office/drawing/2014/main" id="{3D8CF023-C436-430B-BE35-F10C732FE6CB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8" name="Rectangle 1677">
                    <a:extLst>
                      <a:ext uri="{FF2B5EF4-FFF2-40B4-BE49-F238E27FC236}">
                        <a16:creationId xmlns:a16="http://schemas.microsoft.com/office/drawing/2014/main" id="{9944EE86-9E5E-411C-963E-9F0269DD8C51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1618" name="Group 1617">
                <a:extLst>
                  <a:ext uri="{FF2B5EF4-FFF2-40B4-BE49-F238E27FC236}">
                    <a16:creationId xmlns:a16="http://schemas.microsoft.com/office/drawing/2014/main" id="{8E962866-349C-4E13-8A94-6CBD74276664}"/>
                  </a:ext>
                </a:extLst>
              </p:cNvPr>
              <p:cNvGrpSpPr/>
              <p:nvPr/>
            </p:nvGrpSpPr>
            <p:grpSpPr>
              <a:xfrm>
                <a:off x="2286515" y="-704316"/>
                <a:ext cx="236275" cy="236866"/>
                <a:chOff x="2285998" y="-705905"/>
                <a:chExt cx="3807884" cy="3817405"/>
              </a:xfrm>
            </p:grpSpPr>
            <p:cxnSp>
              <p:nvCxnSpPr>
                <p:cNvPr id="1619" name="Straight Connector 1618">
                  <a:extLst>
                    <a:ext uri="{FF2B5EF4-FFF2-40B4-BE49-F238E27FC236}">
                      <a16:creationId xmlns:a16="http://schemas.microsoft.com/office/drawing/2014/main" id="{A7DBCC80-EE10-44E3-990C-5D4086F50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0" name="Straight Connector 1619">
                  <a:extLst>
                    <a:ext uri="{FF2B5EF4-FFF2-40B4-BE49-F238E27FC236}">
                      <a16:creationId xmlns:a16="http://schemas.microsoft.com/office/drawing/2014/main" id="{3AB97A7E-ACAF-40F4-8497-C16E97699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1" name="Straight Connector 1620">
                  <a:extLst>
                    <a:ext uri="{FF2B5EF4-FFF2-40B4-BE49-F238E27FC236}">
                      <a16:creationId xmlns:a16="http://schemas.microsoft.com/office/drawing/2014/main" id="{0DF7C23E-EF0E-40A0-B059-C444B6D04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2" name="Straight Connector 1621">
                  <a:extLst>
                    <a:ext uri="{FF2B5EF4-FFF2-40B4-BE49-F238E27FC236}">
                      <a16:creationId xmlns:a16="http://schemas.microsoft.com/office/drawing/2014/main" id="{F2B4ED4B-2093-4A61-A5C5-17581B1AC9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3" name="Straight Connector 1622">
                  <a:extLst>
                    <a:ext uri="{FF2B5EF4-FFF2-40B4-BE49-F238E27FC236}">
                      <a16:creationId xmlns:a16="http://schemas.microsoft.com/office/drawing/2014/main" id="{77933594-6078-423F-BBB8-F0245DA4BB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4" name="Straight Connector 1623">
                  <a:extLst>
                    <a:ext uri="{FF2B5EF4-FFF2-40B4-BE49-F238E27FC236}">
                      <a16:creationId xmlns:a16="http://schemas.microsoft.com/office/drawing/2014/main" id="{E7462B21-37D1-484E-8158-E822321715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5" name="Straight Connector 1624">
                  <a:extLst>
                    <a:ext uri="{FF2B5EF4-FFF2-40B4-BE49-F238E27FC236}">
                      <a16:creationId xmlns:a16="http://schemas.microsoft.com/office/drawing/2014/main" id="{82EFA573-C7A0-49F6-BC14-29B23B187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A780457-E73F-4E2B-9BC1-0BE929E39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7" name="Straight Connector 1626">
                  <a:extLst>
                    <a:ext uri="{FF2B5EF4-FFF2-40B4-BE49-F238E27FC236}">
                      <a16:creationId xmlns:a16="http://schemas.microsoft.com/office/drawing/2014/main" id="{10165108-B346-4480-96E0-60099B7554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2F20A2FE-EBFC-4248-AB37-987B77CAF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9" name="Straight Connector 1628">
                  <a:extLst>
                    <a:ext uri="{FF2B5EF4-FFF2-40B4-BE49-F238E27FC236}">
                      <a16:creationId xmlns:a16="http://schemas.microsoft.com/office/drawing/2014/main" id="{F14F9283-BD6E-41A4-AA6C-5CAF7AFB86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0" name="Straight Connector 1629">
                  <a:extLst>
                    <a:ext uri="{FF2B5EF4-FFF2-40B4-BE49-F238E27FC236}">
                      <a16:creationId xmlns:a16="http://schemas.microsoft.com/office/drawing/2014/main" id="{8FF307B5-2F93-434F-B927-EB824F81E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1" name="Straight Connector 1630">
                  <a:extLst>
                    <a:ext uri="{FF2B5EF4-FFF2-40B4-BE49-F238E27FC236}">
                      <a16:creationId xmlns:a16="http://schemas.microsoft.com/office/drawing/2014/main" id="{C74D3EEB-FEB6-48BF-BFD0-FFFB7AA17D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2" name="Straight Connector 1631">
                  <a:extLst>
                    <a:ext uri="{FF2B5EF4-FFF2-40B4-BE49-F238E27FC236}">
                      <a16:creationId xmlns:a16="http://schemas.microsoft.com/office/drawing/2014/main" id="{2FD4AF6D-46CF-4150-8024-E65F2CBF7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3" name="Straight Connector 1632">
                  <a:extLst>
                    <a:ext uri="{FF2B5EF4-FFF2-40B4-BE49-F238E27FC236}">
                      <a16:creationId xmlns:a16="http://schemas.microsoft.com/office/drawing/2014/main" id="{C69D2302-FE9C-4B80-B781-01CC3A2115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4" name="Straight Connector 1633">
                  <a:extLst>
                    <a:ext uri="{FF2B5EF4-FFF2-40B4-BE49-F238E27FC236}">
                      <a16:creationId xmlns:a16="http://schemas.microsoft.com/office/drawing/2014/main" id="{3A2245C0-F595-4CF1-BCE7-34734F3618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5" name="Straight Connector 1634">
                  <a:extLst>
                    <a:ext uri="{FF2B5EF4-FFF2-40B4-BE49-F238E27FC236}">
                      <a16:creationId xmlns:a16="http://schemas.microsoft.com/office/drawing/2014/main" id="{5BEB46A0-BF93-4608-96B3-B08C310D16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6" name="Straight Connector 1635">
                  <a:extLst>
                    <a:ext uri="{FF2B5EF4-FFF2-40B4-BE49-F238E27FC236}">
                      <a16:creationId xmlns:a16="http://schemas.microsoft.com/office/drawing/2014/main" id="{6612568B-0CFB-4FF4-8D9A-F4918124E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7" name="Straight Connector 1636">
                  <a:extLst>
                    <a:ext uri="{FF2B5EF4-FFF2-40B4-BE49-F238E27FC236}">
                      <a16:creationId xmlns:a16="http://schemas.microsoft.com/office/drawing/2014/main" id="{0FEF08E5-1FF9-4EAA-90F4-F3B99FB57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8" name="Straight Connector 1637">
                  <a:extLst>
                    <a:ext uri="{FF2B5EF4-FFF2-40B4-BE49-F238E27FC236}">
                      <a16:creationId xmlns:a16="http://schemas.microsoft.com/office/drawing/2014/main" id="{5DFD7323-61CA-4958-849A-EFE884EDE1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9" name="Straight Connector 1638">
                  <a:extLst>
                    <a:ext uri="{FF2B5EF4-FFF2-40B4-BE49-F238E27FC236}">
                      <a16:creationId xmlns:a16="http://schemas.microsoft.com/office/drawing/2014/main" id="{9261EE3F-E72E-42FE-8303-CF8469E864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0" name="Straight Connector 1639">
                  <a:extLst>
                    <a:ext uri="{FF2B5EF4-FFF2-40B4-BE49-F238E27FC236}">
                      <a16:creationId xmlns:a16="http://schemas.microsoft.com/office/drawing/2014/main" id="{0DD1A1FB-A49D-43BA-B379-93A783D96A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1" name="Straight Connector 1640">
                  <a:extLst>
                    <a:ext uri="{FF2B5EF4-FFF2-40B4-BE49-F238E27FC236}">
                      <a16:creationId xmlns:a16="http://schemas.microsoft.com/office/drawing/2014/main" id="{AB5D7CF4-BBA9-4D87-89C5-CED211622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2" name="Straight Connector 1641">
                  <a:extLst>
                    <a:ext uri="{FF2B5EF4-FFF2-40B4-BE49-F238E27FC236}">
                      <a16:creationId xmlns:a16="http://schemas.microsoft.com/office/drawing/2014/main" id="{0173FAE2-982C-4F50-9473-EF4A9B7E15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3" name="Straight Connector 1642">
                  <a:extLst>
                    <a:ext uri="{FF2B5EF4-FFF2-40B4-BE49-F238E27FC236}">
                      <a16:creationId xmlns:a16="http://schemas.microsoft.com/office/drawing/2014/main" id="{C5DFD439-764A-497D-8E41-561CFD5E19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4" name="Straight Connector 1643">
                  <a:extLst>
                    <a:ext uri="{FF2B5EF4-FFF2-40B4-BE49-F238E27FC236}">
                      <a16:creationId xmlns:a16="http://schemas.microsoft.com/office/drawing/2014/main" id="{E0A864C5-F3AA-4A79-BE32-6451DF4FB1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5" name="Straight Connector 1644">
                  <a:extLst>
                    <a:ext uri="{FF2B5EF4-FFF2-40B4-BE49-F238E27FC236}">
                      <a16:creationId xmlns:a16="http://schemas.microsoft.com/office/drawing/2014/main" id="{CA1E8043-1EA5-4250-8F45-72FCB9D5F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6" name="Straight Connector 1645">
                  <a:extLst>
                    <a:ext uri="{FF2B5EF4-FFF2-40B4-BE49-F238E27FC236}">
                      <a16:creationId xmlns:a16="http://schemas.microsoft.com/office/drawing/2014/main" id="{7057B0FE-32F9-4694-8CF9-5F2E32BFB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7" name="Straight Connector 1646">
                  <a:extLst>
                    <a:ext uri="{FF2B5EF4-FFF2-40B4-BE49-F238E27FC236}">
                      <a16:creationId xmlns:a16="http://schemas.microsoft.com/office/drawing/2014/main" id="{504A89BC-CD03-459C-8282-5D3F77EBA6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8" name="Straight Connector 1647">
                  <a:extLst>
                    <a:ext uri="{FF2B5EF4-FFF2-40B4-BE49-F238E27FC236}">
                      <a16:creationId xmlns:a16="http://schemas.microsoft.com/office/drawing/2014/main" id="{C059A38D-2BF7-4873-908B-7C26075BBC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9" name="Straight Connector 1648">
                  <a:extLst>
                    <a:ext uri="{FF2B5EF4-FFF2-40B4-BE49-F238E27FC236}">
                      <a16:creationId xmlns:a16="http://schemas.microsoft.com/office/drawing/2014/main" id="{4223BA9A-D451-4DD9-A25F-A59B67EBEF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0" name="Straight Connector 1649">
                  <a:extLst>
                    <a:ext uri="{FF2B5EF4-FFF2-40B4-BE49-F238E27FC236}">
                      <a16:creationId xmlns:a16="http://schemas.microsoft.com/office/drawing/2014/main" id="{A82C55EC-4310-4F36-8141-53AABFDAD1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30" name="Group 1729">
              <a:extLst>
                <a:ext uri="{FF2B5EF4-FFF2-40B4-BE49-F238E27FC236}">
                  <a16:creationId xmlns:a16="http://schemas.microsoft.com/office/drawing/2014/main" id="{EC7D3FC5-0368-4524-9F8E-41407B4E4DBE}"/>
                </a:ext>
              </a:extLst>
            </p:cNvPr>
            <p:cNvGrpSpPr/>
            <p:nvPr/>
          </p:nvGrpSpPr>
          <p:grpSpPr>
            <a:xfrm>
              <a:off x="2286516" y="-704316"/>
              <a:ext cx="113386" cy="113386"/>
              <a:chOff x="2285997" y="-705905"/>
              <a:chExt cx="3807886" cy="3807884"/>
            </a:xfrm>
            <a:solidFill>
              <a:schemeClr val="bg1"/>
            </a:solidFill>
          </p:grpSpPr>
          <p:grpSp>
            <p:nvGrpSpPr>
              <p:cNvPr id="1764" name="Group 1763">
                <a:extLst>
                  <a:ext uri="{FF2B5EF4-FFF2-40B4-BE49-F238E27FC236}">
                    <a16:creationId xmlns:a16="http://schemas.microsoft.com/office/drawing/2014/main" id="{73522DD1-7ED6-480D-993E-D991D6AB5E29}"/>
                  </a:ext>
                </a:extLst>
              </p:cNvPr>
              <p:cNvGrpSpPr/>
              <p:nvPr/>
            </p:nvGrpSpPr>
            <p:grpSpPr>
              <a:xfrm>
                <a:off x="4189940" y="-705905"/>
                <a:ext cx="1903943" cy="1903942"/>
                <a:chOff x="5334000" y="1581150"/>
                <a:chExt cx="3810000" cy="3810000"/>
              </a:xfrm>
              <a:grpFill/>
            </p:grpSpPr>
            <p:sp>
              <p:nvSpPr>
                <p:cNvPr id="1817" name="Rectangle 1816">
                  <a:extLst>
                    <a:ext uri="{FF2B5EF4-FFF2-40B4-BE49-F238E27FC236}">
                      <a16:creationId xmlns:a16="http://schemas.microsoft.com/office/drawing/2014/main" id="{61A33D5A-07FD-4EFA-B346-25E6D9ED77A3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8" name="Rectangle 1817">
                  <a:extLst>
                    <a:ext uri="{FF2B5EF4-FFF2-40B4-BE49-F238E27FC236}">
                      <a16:creationId xmlns:a16="http://schemas.microsoft.com/office/drawing/2014/main" id="{312E95D6-B03A-4FE0-BA5D-C0B002615AEE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9" name="Rectangle 1818">
                  <a:extLst>
                    <a:ext uri="{FF2B5EF4-FFF2-40B4-BE49-F238E27FC236}">
                      <a16:creationId xmlns:a16="http://schemas.microsoft.com/office/drawing/2014/main" id="{3784F444-C751-4528-AF7E-6CBB91BB790F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0" name="Rectangle 1819">
                  <a:extLst>
                    <a:ext uri="{FF2B5EF4-FFF2-40B4-BE49-F238E27FC236}">
                      <a16:creationId xmlns:a16="http://schemas.microsoft.com/office/drawing/2014/main" id="{0B51B670-290C-4464-8B20-362185DEE025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1" name="Rectangle 1820">
                  <a:extLst>
                    <a:ext uri="{FF2B5EF4-FFF2-40B4-BE49-F238E27FC236}">
                      <a16:creationId xmlns:a16="http://schemas.microsoft.com/office/drawing/2014/main" id="{2285C55F-D47E-488A-9D45-A4A627786DAF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2" name="Rectangle 1821">
                  <a:extLst>
                    <a:ext uri="{FF2B5EF4-FFF2-40B4-BE49-F238E27FC236}">
                      <a16:creationId xmlns:a16="http://schemas.microsoft.com/office/drawing/2014/main" id="{CD483895-A205-4F9E-9E86-2DC9E5C0C3A4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3" name="Rectangle 1822">
                  <a:extLst>
                    <a:ext uri="{FF2B5EF4-FFF2-40B4-BE49-F238E27FC236}">
                      <a16:creationId xmlns:a16="http://schemas.microsoft.com/office/drawing/2014/main" id="{D7A5CD34-46A0-4AFD-A546-9DBB7201C250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4" name="Rectangle 1823">
                  <a:extLst>
                    <a:ext uri="{FF2B5EF4-FFF2-40B4-BE49-F238E27FC236}">
                      <a16:creationId xmlns:a16="http://schemas.microsoft.com/office/drawing/2014/main" id="{66AB5E99-360F-4255-A188-0CD996BB8F52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5" name="Rectangle 1824">
                  <a:extLst>
                    <a:ext uri="{FF2B5EF4-FFF2-40B4-BE49-F238E27FC236}">
                      <a16:creationId xmlns:a16="http://schemas.microsoft.com/office/drawing/2014/main" id="{F45DD93C-CD4B-401C-8380-6DE707A28106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6" name="Rectangle 1825">
                  <a:extLst>
                    <a:ext uri="{FF2B5EF4-FFF2-40B4-BE49-F238E27FC236}">
                      <a16:creationId xmlns:a16="http://schemas.microsoft.com/office/drawing/2014/main" id="{ADAB8B7C-AF4E-4E24-B915-95CFD9566644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7" name="Rectangle 1826">
                  <a:extLst>
                    <a:ext uri="{FF2B5EF4-FFF2-40B4-BE49-F238E27FC236}">
                      <a16:creationId xmlns:a16="http://schemas.microsoft.com/office/drawing/2014/main" id="{87AF3466-6EC1-4C86-A8E7-F5E74CD51FE4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8" name="Rectangle 1827">
                  <a:extLst>
                    <a:ext uri="{FF2B5EF4-FFF2-40B4-BE49-F238E27FC236}">
                      <a16:creationId xmlns:a16="http://schemas.microsoft.com/office/drawing/2014/main" id="{D6E9A897-C095-4DF5-B76F-EBAA07EECB45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9" name="Rectangle 1828">
                  <a:extLst>
                    <a:ext uri="{FF2B5EF4-FFF2-40B4-BE49-F238E27FC236}">
                      <a16:creationId xmlns:a16="http://schemas.microsoft.com/office/drawing/2014/main" id="{A42016C5-B4C8-4A2F-ADBD-9DD2E09091EA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0" name="Rectangle 1829">
                  <a:extLst>
                    <a:ext uri="{FF2B5EF4-FFF2-40B4-BE49-F238E27FC236}">
                      <a16:creationId xmlns:a16="http://schemas.microsoft.com/office/drawing/2014/main" id="{6A97CB9D-31E5-4EB6-9705-C136BE02DB67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1" name="Rectangle 1830">
                  <a:extLst>
                    <a:ext uri="{FF2B5EF4-FFF2-40B4-BE49-F238E27FC236}">
                      <a16:creationId xmlns:a16="http://schemas.microsoft.com/office/drawing/2014/main" id="{1041686A-3FBA-4775-8898-62D4C30AE189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2" name="Rectangle 1831">
                  <a:extLst>
                    <a:ext uri="{FF2B5EF4-FFF2-40B4-BE49-F238E27FC236}">
                      <a16:creationId xmlns:a16="http://schemas.microsoft.com/office/drawing/2014/main" id="{C6D9E2AE-C85D-4017-A12E-C226A6C05245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3" name="Rectangle 1832">
                  <a:extLst>
                    <a:ext uri="{FF2B5EF4-FFF2-40B4-BE49-F238E27FC236}">
                      <a16:creationId xmlns:a16="http://schemas.microsoft.com/office/drawing/2014/main" id="{ED29E44F-7F19-4FD9-8409-E0BA552CEF5E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4" name="Rectangle 1833">
                  <a:extLst>
                    <a:ext uri="{FF2B5EF4-FFF2-40B4-BE49-F238E27FC236}">
                      <a16:creationId xmlns:a16="http://schemas.microsoft.com/office/drawing/2014/main" id="{393440DB-9C76-4388-A385-8B168C3C0E52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5" name="Rectangle 1834">
                  <a:extLst>
                    <a:ext uri="{FF2B5EF4-FFF2-40B4-BE49-F238E27FC236}">
                      <a16:creationId xmlns:a16="http://schemas.microsoft.com/office/drawing/2014/main" id="{80573821-D74E-4606-8758-0E38E9F659B7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6" name="Rectangle 1835">
                  <a:extLst>
                    <a:ext uri="{FF2B5EF4-FFF2-40B4-BE49-F238E27FC236}">
                      <a16:creationId xmlns:a16="http://schemas.microsoft.com/office/drawing/2014/main" id="{69D30770-5A82-4411-AF49-57F0E09AD0D9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7" name="Rectangle 1836">
                  <a:extLst>
                    <a:ext uri="{FF2B5EF4-FFF2-40B4-BE49-F238E27FC236}">
                      <a16:creationId xmlns:a16="http://schemas.microsoft.com/office/drawing/2014/main" id="{B505D9F0-5BB3-4038-ABBD-1A535178BD28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8" name="Rectangle 1837">
                  <a:extLst>
                    <a:ext uri="{FF2B5EF4-FFF2-40B4-BE49-F238E27FC236}">
                      <a16:creationId xmlns:a16="http://schemas.microsoft.com/office/drawing/2014/main" id="{7EAFFB35-5EFA-44CB-A783-AAAE512BE9C8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9" name="Rectangle 1838">
                  <a:extLst>
                    <a:ext uri="{FF2B5EF4-FFF2-40B4-BE49-F238E27FC236}">
                      <a16:creationId xmlns:a16="http://schemas.microsoft.com/office/drawing/2014/main" id="{EDF485B6-F7CF-4556-AD54-D8304587411C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40" name="Rectangle 1839">
                  <a:extLst>
                    <a:ext uri="{FF2B5EF4-FFF2-40B4-BE49-F238E27FC236}">
                      <a16:creationId xmlns:a16="http://schemas.microsoft.com/office/drawing/2014/main" id="{1F62A16B-83E3-471F-B9F1-CDC194E7C356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41" name="Rectangle 1840">
                  <a:extLst>
                    <a:ext uri="{FF2B5EF4-FFF2-40B4-BE49-F238E27FC236}">
                      <a16:creationId xmlns:a16="http://schemas.microsoft.com/office/drawing/2014/main" id="{A7F59EF2-2E19-4373-918B-4F684852E5D8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765" name="Group 1764">
                <a:extLst>
                  <a:ext uri="{FF2B5EF4-FFF2-40B4-BE49-F238E27FC236}">
                    <a16:creationId xmlns:a16="http://schemas.microsoft.com/office/drawing/2014/main" id="{51E3C88C-D78D-4546-AA20-98A9038D5A38}"/>
                  </a:ext>
                </a:extLst>
              </p:cNvPr>
              <p:cNvGrpSpPr/>
              <p:nvPr/>
            </p:nvGrpSpPr>
            <p:grpSpPr>
              <a:xfrm>
                <a:off x="4189940" y="1198037"/>
                <a:ext cx="1903943" cy="1903942"/>
                <a:chOff x="5334000" y="1581150"/>
                <a:chExt cx="3810000" cy="3810000"/>
              </a:xfrm>
              <a:grpFill/>
            </p:grpSpPr>
            <p:sp>
              <p:nvSpPr>
                <p:cNvPr id="1792" name="Rectangle 1791">
                  <a:extLst>
                    <a:ext uri="{FF2B5EF4-FFF2-40B4-BE49-F238E27FC236}">
                      <a16:creationId xmlns:a16="http://schemas.microsoft.com/office/drawing/2014/main" id="{BAE9DD70-0E4E-4263-A723-F6CEFC764A05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3" name="Rectangle 1792">
                  <a:extLst>
                    <a:ext uri="{FF2B5EF4-FFF2-40B4-BE49-F238E27FC236}">
                      <a16:creationId xmlns:a16="http://schemas.microsoft.com/office/drawing/2014/main" id="{D7936099-55DB-4452-9FAF-2EDF96EA2BD1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4" name="Rectangle 1793">
                  <a:extLst>
                    <a:ext uri="{FF2B5EF4-FFF2-40B4-BE49-F238E27FC236}">
                      <a16:creationId xmlns:a16="http://schemas.microsoft.com/office/drawing/2014/main" id="{816D3E45-5710-4655-A6ED-C8BA44B4F372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5" name="Rectangle 1794">
                  <a:extLst>
                    <a:ext uri="{FF2B5EF4-FFF2-40B4-BE49-F238E27FC236}">
                      <a16:creationId xmlns:a16="http://schemas.microsoft.com/office/drawing/2014/main" id="{EB95B449-C7B3-4DA6-A894-6337268D4A36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6" name="Rectangle 1795">
                  <a:extLst>
                    <a:ext uri="{FF2B5EF4-FFF2-40B4-BE49-F238E27FC236}">
                      <a16:creationId xmlns:a16="http://schemas.microsoft.com/office/drawing/2014/main" id="{358E19AE-7896-40BB-BCF9-B99E87D32597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7" name="Rectangle 1796">
                  <a:extLst>
                    <a:ext uri="{FF2B5EF4-FFF2-40B4-BE49-F238E27FC236}">
                      <a16:creationId xmlns:a16="http://schemas.microsoft.com/office/drawing/2014/main" id="{B4368CA1-20DD-4F8F-9B02-801C8D47F002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8" name="Rectangle 1797">
                  <a:extLst>
                    <a:ext uri="{FF2B5EF4-FFF2-40B4-BE49-F238E27FC236}">
                      <a16:creationId xmlns:a16="http://schemas.microsoft.com/office/drawing/2014/main" id="{ED0E95F0-80A6-444E-A738-7C6B12D2888C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9" name="Rectangle 1798">
                  <a:extLst>
                    <a:ext uri="{FF2B5EF4-FFF2-40B4-BE49-F238E27FC236}">
                      <a16:creationId xmlns:a16="http://schemas.microsoft.com/office/drawing/2014/main" id="{9F2265E7-9785-4501-9B8B-CFDDD9DD5E49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0" name="Rectangle 1799">
                  <a:extLst>
                    <a:ext uri="{FF2B5EF4-FFF2-40B4-BE49-F238E27FC236}">
                      <a16:creationId xmlns:a16="http://schemas.microsoft.com/office/drawing/2014/main" id="{F2998F83-6435-45E0-8AAB-3DC520D72027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1" name="Rectangle 1800">
                  <a:extLst>
                    <a:ext uri="{FF2B5EF4-FFF2-40B4-BE49-F238E27FC236}">
                      <a16:creationId xmlns:a16="http://schemas.microsoft.com/office/drawing/2014/main" id="{1F7A16A0-2088-48B2-8B57-52861F72D803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2" name="Rectangle 1801">
                  <a:extLst>
                    <a:ext uri="{FF2B5EF4-FFF2-40B4-BE49-F238E27FC236}">
                      <a16:creationId xmlns:a16="http://schemas.microsoft.com/office/drawing/2014/main" id="{6C1342D1-7607-4164-BB80-2B8E0A63E0C6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3" name="Rectangle 1802">
                  <a:extLst>
                    <a:ext uri="{FF2B5EF4-FFF2-40B4-BE49-F238E27FC236}">
                      <a16:creationId xmlns:a16="http://schemas.microsoft.com/office/drawing/2014/main" id="{3270D25B-496D-42FF-AC47-D53418252E68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4" name="Rectangle 1803">
                  <a:extLst>
                    <a:ext uri="{FF2B5EF4-FFF2-40B4-BE49-F238E27FC236}">
                      <a16:creationId xmlns:a16="http://schemas.microsoft.com/office/drawing/2014/main" id="{2E8B040F-3FA8-4C0C-93C0-E294CA01335F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5" name="Rectangle 1804">
                  <a:extLst>
                    <a:ext uri="{FF2B5EF4-FFF2-40B4-BE49-F238E27FC236}">
                      <a16:creationId xmlns:a16="http://schemas.microsoft.com/office/drawing/2014/main" id="{66C57DA0-AB13-43FA-B36A-6C67080FF25B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6" name="Rectangle 1805">
                  <a:extLst>
                    <a:ext uri="{FF2B5EF4-FFF2-40B4-BE49-F238E27FC236}">
                      <a16:creationId xmlns:a16="http://schemas.microsoft.com/office/drawing/2014/main" id="{4DC7A3D8-432A-4A0B-910C-5BC7B316ADED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7" name="Rectangle 1806">
                  <a:extLst>
                    <a:ext uri="{FF2B5EF4-FFF2-40B4-BE49-F238E27FC236}">
                      <a16:creationId xmlns:a16="http://schemas.microsoft.com/office/drawing/2014/main" id="{D134750D-9F39-45DB-95DE-DF63925E9380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8" name="Rectangle 1807">
                  <a:extLst>
                    <a:ext uri="{FF2B5EF4-FFF2-40B4-BE49-F238E27FC236}">
                      <a16:creationId xmlns:a16="http://schemas.microsoft.com/office/drawing/2014/main" id="{B7DE6663-6197-4C37-9C55-09E27D659BD9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9" name="Rectangle 1808">
                  <a:extLst>
                    <a:ext uri="{FF2B5EF4-FFF2-40B4-BE49-F238E27FC236}">
                      <a16:creationId xmlns:a16="http://schemas.microsoft.com/office/drawing/2014/main" id="{9768CBBC-F865-4DA9-8987-24E0473906C7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0" name="Rectangle 1809">
                  <a:extLst>
                    <a:ext uri="{FF2B5EF4-FFF2-40B4-BE49-F238E27FC236}">
                      <a16:creationId xmlns:a16="http://schemas.microsoft.com/office/drawing/2014/main" id="{2FADC31C-6338-4D6E-BDD9-09182467E52F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1" name="Rectangle 1810">
                  <a:extLst>
                    <a:ext uri="{FF2B5EF4-FFF2-40B4-BE49-F238E27FC236}">
                      <a16:creationId xmlns:a16="http://schemas.microsoft.com/office/drawing/2014/main" id="{2839895D-12F5-4C28-82B3-0A8A5147C088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2" name="Rectangle 1811">
                  <a:extLst>
                    <a:ext uri="{FF2B5EF4-FFF2-40B4-BE49-F238E27FC236}">
                      <a16:creationId xmlns:a16="http://schemas.microsoft.com/office/drawing/2014/main" id="{DA30F915-4165-4F0E-AEDA-CC409FF84C3D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3" name="Rectangle 1812">
                  <a:extLst>
                    <a:ext uri="{FF2B5EF4-FFF2-40B4-BE49-F238E27FC236}">
                      <a16:creationId xmlns:a16="http://schemas.microsoft.com/office/drawing/2014/main" id="{19E04246-0CCA-4619-B80B-86C65EFDA1AE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4" name="Rectangle 1813">
                  <a:extLst>
                    <a:ext uri="{FF2B5EF4-FFF2-40B4-BE49-F238E27FC236}">
                      <a16:creationId xmlns:a16="http://schemas.microsoft.com/office/drawing/2014/main" id="{2BDA3268-6E23-4E6C-A2A5-D0E5B1EC80A6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5" name="Rectangle 1814">
                  <a:extLst>
                    <a:ext uri="{FF2B5EF4-FFF2-40B4-BE49-F238E27FC236}">
                      <a16:creationId xmlns:a16="http://schemas.microsoft.com/office/drawing/2014/main" id="{5168357E-AFDC-4BB3-9FEF-6D9BD0C1518E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6" name="Rectangle 1815">
                  <a:extLst>
                    <a:ext uri="{FF2B5EF4-FFF2-40B4-BE49-F238E27FC236}">
                      <a16:creationId xmlns:a16="http://schemas.microsoft.com/office/drawing/2014/main" id="{D0EFB341-9D7C-46D3-9F12-95E8015A12DC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766" name="Group 1765">
                <a:extLst>
                  <a:ext uri="{FF2B5EF4-FFF2-40B4-BE49-F238E27FC236}">
                    <a16:creationId xmlns:a16="http://schemas.microsoft.com/office/drawing/2014/main" id="{C7921759-CDFA-428F-8177-160FC07E7E1F}"/>
                  </a:ext>
                </a:extLst>
              </p:cNvPr>
              <p:cNvGrpSpPr/>
              <p:nvPr/>
            </p:nvGrpSpPr>
            <p:grpSpPr>
              <a:xfrm>
                <a:off x="2285997" y="1198037"/>
                <a:ext cx="1903943" cy="1903942"/>
                <a:chOff x="5334000" y="1581150"/>
                <a:chExt cx="3810000" cy="3810000"/>
              </a:xfrm>
              <a:grpFill/>
            </p:grpSpPr>
            <p:sp>
              <p:nvSpPr>
                <p:cNvPr id="1767" name="Rectangle 1766">
                  <a:extLst>
                    <a:ext uri="{FF2B5EF4-FFF2-40B4-BE49-F238E27FC236}">
                      <a16:creationId xmlns:a16="http://schemas.microsoft.com/office/drawing/2014/main" id="{6377C67C-D350-4CFF-A6A2-43ED9DFD432B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68" name="Rectangle 1767">
                  <a:extLst>
                    <a:ext uri="{FF2B5EF4-FFF2-40B4-BE49-F238E27FC236}">
                      <a16:creationId xmlns:a16="http://schemas.microsoft.com/office/drawing/2014/main" id="{8EBCBCD3-6E35-4C45-9140-C5785B6F0742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69" name="Rectangle 1768">
                  <a:extLst>
                    <a:ext uri="{FF2B5EF4-FFF2-40B4-BE49-F238E27FC236}">
                      <a16:creationId xmlns:a16="http://schemas.microsoft.com/office/drawing/2014/main" id="{BAEB28DF-F389-4556-B07C-017766FCC78C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0" name="Rectangle 1769">
                  <a:extLst>
                    <a:ext uri="{FF2B5EF4-FFF2-40B4-BE49-F238E27FC236}">
                      <a16:creationId xmlns:a16="http://schemas.microsoft.com/office/drawing/2014/main" id="{21EEEE7C-3F7A-476E-A54E-22229C5B959A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1" name="Rectangle 1770">
                  <a:extLst>
                    <a:ext uri="{FF2B5EF4-FFF2-40B4-BE49-F238E27FC236}">
                      <a16:creationId xmlns:a16="http://schemas.microsoft.com/office/drawing/2014/main" id="{286C1913-A0AF-4980-887A-155965E6B7A7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2" name="Rectangle 1771">
                  <a:extLst>
                    <a:ext uri="{FF2B5EF4-FFF2-40B4-BE49-F238E27FC236}">
                      <a16:creationId xmlns:a16="http://schemas.microsoft.com/office/drawing/2014/main" id="{A076558E-67A1-41CE-B226-4DF32D47343C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3" name="Rectangle 1772">
                  <a:extLst>
                    <a:ext uri="{FF2B5EF4-FFF2-40B4-BE49-F238E27FC236}">
                      <a16:creationId xmlns:a16="http://schemas.microsoft.com/office/drawing/2014/main" id="{40D4D120-AF34-4298-AC2E-84C3E0220DF1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4" name="Rectangle 1773">
                  <a:extLst>
                    <a:ext uri="{FF2B5EF4-FFF2-40B4-BE49-F238E27FC236}">
                      <a16:creationId xmlns:a16="http://schemas.microsoft.com/office/drawing/2014/main" id="{74BE2466-3712-4988-9227-E0BE672B782C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5" name="Rectangle 1774">
                  <a:extLst>
                    <a:ext uri="{FF2B5EF4-FFF2-40B4-BE49-F238E27FC236}">
                      <a16:creationId xmlns:a16="http://schemas.microsoft.com/office/drawing/2014/main" id="{AA585628-3A2A-4253-9547-37BB6E46255D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6" name="Rectangle 1775">
                  <a:extLst>
                    <a:ext uri="{FF2B5EF4-FFF2-40B4-BE49-F238E27FC236}">
                      <a16:creationId xmlns:a16="http://schemas.microsoft.com/office/drawing/2014/main" id="{9302B8ED-D7CC-4957-B43F-A4B8CAF0ED4C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7" name="Rectangle 1776">
                  <a:extLst>
                    <a:ext uri="{FF2B5EF4-FFF2-40B4-BE49-F238E27FC236}">
                      <a16:creationId xmlns:a16="http://schemas.microsoft.com/office/drawing/2014/main" id="{C346CD63-0239-483B-802B-E14332ACF4BF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8" name="Rectangle 1777">
                  <a:extLst>
                    <a:ext uri="{FF2B5EF4-FFF2-40B4-BE49-F238E27FC236}">
                      <a16:creationId xmlns:a16="http://schemas.microsoft.com/office/drawing/2014/main" id="{49415456-1767-4298-8877-2157A8C5CF9B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9" name="Rectangle 1778">
                  <a:extLst>
                    <a:ext uri="{FF2B5EF4-FFF2-40B4-BE49-F238E27FC236}">
                      <a16:creationId xmlns:a16="http://schemas.microsoft.com/office/drawing/2014/main" id="{549746E8-B4B9-4B51-9CE6-AC99E233F073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0" name="Rectangle 1779">
                  <a:extLst>
                    <a:ext uri="{FF2B5EF4-FFF2-40B4-BE49-F238E27FC236}">
                      <a16:creationId xmlns:a16="http://schemas.microsoft.com/office/drawing/2014/main" id="{A7C3AACB-D110-437B-B609-0382C38ED0B4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1" name="Rectangle 1780">
                  <a:extLst>
                    <a:ext uri="{FF2B5EF4-FFF2-40B4-BE49-F238E27FC236}">
                      <a16:creationId xmlns:a16="http://schemas.microsoft.com/office/drawing/2014/main" id="{9467DFE7-E38B-4BC4-BFF2-D061010FFB67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2" name="Rectangle 1781">
                  <a:extLst>
                    <a:ext uri="{FF2B5EF4-FFF2-40B4-BE49-F238E27FC236}">
                      <a16:creationId xmlns:a16="http://schemas.microsoft.com/office/drawing/2014/main" id="{A991D3B0-030A-44AD-AC59-710E904358F8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3" name="Rectangle 1782">
                  <a:extLst>
                    <a:ext uri="{FF2B5EF4-FFF2-40B4-BE49-F238E27FC236}">
                      <a16:creationId xmlns:a16="http://schemas.microsoft.com/office/drawing/2014/main" id="{4BB6FE98-2FCD-4174-AE98-41B332EF3906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4" name="Rectangle 1783">
                  <a:extLst>
                    <a:ext uri="{FF2B5EF4-FFF2-40B4-BE49-F238E27FC236}">
                      <a16:creationId xmlns:a16="http://schemas.microsoft.com/office/drawing/2014/main" id="{F2F4EAA3-FF30-4228-B743-15EF344EA062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5" name="Rectangle 1784">
                  <a:extLst>
                    <a:ext uri="{FF2B5EF4-FFF2-40B4-BE49-F238E27FC236}">
                      <a16:creationId xmlns:a16="http://schemas.microsoft.com/office/drawing/2014/main" id="{3C1ED6CE-319F-49A1-BBDC-18860F7202AA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6" name="Rectangle 1785">
                  <a:extLst>
                    <a:ext uri="{FF2B5EF4-FFF2-40B4-BE49-F238E27FC236}">
                      <a16:creationId xmlns:a16="http://schemas.microsoft.com/office/drawing/2014/main" id="{8517223D-F7AD-4DD8-9A51-8C6182696801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7" name="Rectangle 1786">
                  <a:extLst>
                    <a:ext uri="{FF2B5EF4-FFF2-40B4-BE49-F238E27FC236}">
                      <a16:creationId xmlns:a16="http://schemas.microsoft.com/office/drawing/2014/main" id="{49124AA8-DF44-4913-A610-FE65D752B247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8" name="Rectangle 1787">
                  <a:extLst>
                    <a:ext uri="{FF2B5EF4-FFF2-40B4-BE49-F238E27FC236}">
                      <a16:creationId xmlns:a16="http://schemas.microsoft.com/office/drawing/2014/main" id="{1EA1FD1A-29D3-4103-93DA-E5572C966619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9" name="Rectangle 1788">
                  <a:extLst>
                    <a:ext uri="{FF2B5EF4-FFF2-40B4-BE49-F238E27FC236}">
                      <a16:creationId xmlns:a16="http://schemas.microsoft.com/office/drawing/2014/main" id="{B24A8211-D21D-43E0-874A-68DC2A9E42B1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0" name="Rectangle 1789">
                  <a:extLst>
                    <a:ext uri="{FF2B5EF4-FFF2-40B4-BE49-F238E27FC236}">
                      <a16:creationId xmlns:a16="http://schemas.microsoft.com/office/drawing/2014/main" id="{51497968-C510-45C2-AB8D-51BFFB610F9A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1" name="Rectangle 1790">
                  <a:extLst>
                    <a:ext uri="{FF2B5EF4-FFF2-40B4-BE49-F238E27FC236}">
                      <a16:creationId xmlns:a16="http://schemas.microsoft.com/office/drawing/2014/main" id="{CDF62DD5-096B-4AA1-9B6A-49119E0B21E8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1731" name="Group 1730">
              <a:extLst>
                <a:ext uri="{FF2B5EF4-FFF2-40B4-BE49-F238E27FC236}">
                  <a16:creationId xmlns:a16="http://schemas.microsoft.com/office/drawing/2014/main" id="{64444898-5455-4508-8378-D833542CE1A7}"/>
                </a:ext>
              </a:extLst>
            </p:cNvPr>
            <p:cNvGrpSpPr/>
            <p:nvPr/>
          </p:nvGrpSpPr>
          <p:grpSpPr>
            <a:xfrm>
              <a:off x="2286516" y="-704316"/>
              <a:ext cx="113386" cy="113670"/>
              <a:chOff x="2285998" y="-705905"/>
              <a:chExt cx="3807884" cy="3817405"/>
            </a:xfrm>
          </p:grpSpPr>
          <p:cxnSp>
            <p:nvCxnSpPr>
              <p:cNvPr id="1732" name="Straight Connector 1731">
                <a:extLst>
                  <a:ext uri="{FF2B5EF4-FFF2-40B4-BE49-F238E27FC236}">
                    <a16:creationId xmlns:a16="http://schemas.microsoft.com/office/drawing/2014/main" id="{0E59E4E4-3614-4CA9-A073-3738852987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40" y="-705905"/>
                <a:ext cx="1903942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3" name="Straight Connector 1732">
                <a:extLst>
                  <a:ext uri="{FF2B5EF4-FFF2-40B4-BE49-F238E27FC236}">
                    <a16:creationId xmlns:a16="http://schemas.microsoft.com/office/drawing/2014/main" id="{4FC16132-B0C9-4721-99D3-CADCF52C99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51517" y="272119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4" name="Straight Connector 1733">
                <a:extLst>
                  <a:ext uri="{FF2B5EF4-FFF2-40B4-BE49-F238E27FC236}">
                    <a16:creationId xmlns:a16="http://schemas.microsoft.com/office/drawing/2014/main" id="{B4E7E7EA-62BB-4DB2-B7CB-D2A9E5E921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13093" y="1959614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5" name="Straight Connector 1734">
                <a:extLst>
                  <a:ext uri="{FF2B5EF4-FFF2-40B4-BE49-F238E27FC236}">
                    <a16:creationId xmlns:a16="http://schemas.microsoft.com/office/drawing/2014/main" id="{14B4BFA9-075A-40C2-AA30-C1FE5A1D4D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09151" y="272119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6" name="Straight Connector 1735">
                <a:extLst>
                  <a:ext uri="{FF2B5EF4-FFF2-40B4-BE49-F238E27FC236}">
                    <a16:creationId xmlns:a16="http://schemas.microsoft.com/office/drawing/2014/main" id="{2D0C4409-3B91-400B-BDFC-8F8FC0D0BA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39" y="234357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7" name="Straight Connector 1736">
                <a:extLst>
                  <a:ext uri="{FF2B5EF4-FFF2-40B4-BE49-F238E27FC236}">
                    <a16:creationId xmlns:a16="http://schemas.microsoft.com/office/drawing/2014/main" id="{DBE624D7-F24D-4B4E-B0DF-38787474A1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8363" y="234357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8" name="Straight Connector 1737">
                <a:extLst>
                  <a:ext uri="{FF2B5EF4-FFF2-40B4-BE49-F238E27FC236}">
                    <a16:creationId xmlns:a16="http://schemas.microsoft.com/office/drawing/2014/main" id="{AE374542-5649-4BFB-B3F9-E5F160640E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39" y="158834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9" name="Straight Connector 1738">
                <a:extLst>
                  <a:ext uri="{FF2B5EF4-FFF2-40B4-BE49-F238E27FC236}">
                    <a16:creationId xmlns:a16="http://schemas.microsoft.com/office/drawing/2014/main" id="{0FEEB827-45E9-4D51-A11E-DC8B265FFB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728" y="120121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0" name="Straight Connector 1739">
                <a:extLst>
                  <a:ext uri="{FF2B5EF4-FFF2-40B4-BE49-F238E27FC236}">
                    <a16:creationId xmlns:a16="http://schemas.microsoft.com/office/drawing/2014/main" id="{5607AB05-E535-4EE1-BED5-FDE6E7B919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304" y="1578825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" name="Straight Connector 1740">
                <a:extLst>
                  <a:ext uri="{FF2B5EF4-FFF2-40B4-BE49-F238E27FC236}">
                    <a16:creationId xmlns:a16="http://schemas.microsoft.com/office/drawing/2014/main" id="{EA8C39AD-2D46-42B8-B7A2-1C9D3991C4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726" y="817249"/>
                <a:ext cx="1523155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" name="Straight Connector 1741">
                <a:extLst>
                  <a:ext uri="{FF2B5EF4-FFF2-40B4-BE49-F238E27FC236}">
                    <a16:creationId xmlns:a16="http://schemas.microsoft.com/office/drawing/2014/main" id="{8F7107D2-684F-4FDF-AD57-C50C4CF534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304" y="55672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" name="Straight Connector 1742">
                <a:extLst>
                  <a:ext uri="{FF2B5EF4-FFF2-40B4-BE49-F238E27FC236}">
                    <a16:creationId xmlns:a16="http://schemas.microsoft.com/office/drawing/2014/main" id="{83880B5E-3452-40E7-9FC9-27D4350F05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51517" y="436460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" name="Straight Connector 1743">
                <a:extLst>
                  <a:ext uri="{FF2B5EF4-FFF2-40B4-BE49-F238E27FC236}">
                    <a16:creationId xmlns:a16="http://schemas.microsoft.com/office/drawing/2014/main" id="{DF31776E-212E-47D5-8DE6-3A0C4F71C5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40" y="-325117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5" name="Straight Connector 1744">
                <a:extLst>
                  <a:ext uri="{FF2B5EF4-FFF2-40B4-BE49-F238E27FC236}">
                    <a16:creationId xmlns:a16="http://schemas.microsoft.com/office/drawing/2014/main" id="{0A2C241C-CE02-4418-BF75-C4E17F07F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40" y="55672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6" name="Straight Connector 1745">
                <a:extLst>
                  <a:ext uri="{FF2B5EF4-FFF2-40B4-BE49-F238E27FC236}">
                    <a16:creationId xmlns:a16="http://schemas.microsoft.com/office/drawing/2014/main" id="{71A35DE4-82AE-4A12-A89C-3500694B69A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334026" y="2156355"/>
                <a:ext cx="1903943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7" name="Straight Connector 1746">
                <a:extLst>
                  <a:ext uri="{FF2B5EF4-FFF2-40B4-BE49-F238E27FC236}">
                    <a16:creationId xmlns:a16="http://schemas.microsoft.com/office/drawing/2014/main" id="{C9D9328E-A545-4429-B1D3-945B8740FDB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141909" y="24606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8" name="Straight Connector 1747">
                <a:extLst>
                  <a:ext uri="{FF2B5EF4-FFF2-40B4-BE49-F238E27FC236}">
                    <a16:creationId xmlns:a16="http://schemas.microsoft.com/office/drawing/2014/main" id="{E28CBA6A-E736-4210-AD97-1689545642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570728" y="55672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9" name="Straight Connector 1748">
                <a:extLst>
                  <a:ext uri="{FF2B5EF4-FFF2-40B4-BE49-F238E27FC236}">
                    <a16:creationId xmlns:a16="http://schemas.microsoft.com/office/drawing/2014/main" id="{5D7EE88B-2A48-42AA-92E9-1DC9793A45A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189937" y="43646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0" name="Straight Connector 1749">
                <a:extLst>
                  <a:ext uri="{FF2B5EF4-FFF2-40B4-BE49-F238E27FC236}">
                    <a16:creationId xmlns:a16="http://schemas.microsoft.com/office/drawing/2014/main" id="{743D4863-6AA4-4123-9E5E-283B51D2835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151429" y="1397950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1" name="Straight Connector 1750">
                <a:extLst>
                  <a:ext uri="{FF2B5EF4-FFF2-40B4-BE49-F238E27FC236}">
                    <a16:creationId xmlns:a16="http://schemas.microsoft.com/office/drawing/2014/main" id="{D0F8ABBD-5D13-4F34-A6B3-1D1EBE9755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380331" y="1013989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2" name="Straight Connector 1751">
                <a:extLst>
                  <a:ext uri="{FF2B5EF4-FFF2-40B4-BE49-F238E27FC236}">
                    <a16:creationId xmlns:a16="http://schemas.microsoft.com/office/drawing/2014/main" id="{4E87AAF5-58FD-447D-8DB7-40718880531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189937" y="1962786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3" name="Straight Connector 1752">
                <a:extLst>
                  <a:ext uri="{FF2B5EF4-FFF2-40B4-BE49-F238E27FC236}">
                    <a16:creationId xmlns:a16="http://schemas.microsoft.com/office/drawing/2014/main" id="{EF72F4B8-70C9-40A8-8FED-BEA2048BC6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332304" y="2343575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4" name="Straight Connector 1753">
                <a:extLst>
                  <a:ext uri="{FF2B5EF4-FFF2-40B4-BE49-F238E27FC236}">
                    <a16:creationId xmlns:a16="http://schemas.microsoft.com/office/drawing/2014/main" id="{67C24B88-9DD4-41AC-B614-16748D789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1517" y="2727536"/>
                <a:ext cx="0" cy="374443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5" name="Straight Connector 1754">
                <a:extLst>
                  <a:ext uri="{FF2B5EF4-FFF2-40B4-BE49-F238E27FC236}">
                    <a16:creationId xmlns:a16="http://schemas.microsoft.com/office/drawing/2014/main" id="{6E0B7B92-0643-4C5F-8DC5-425A070F512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380331" y="2917931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6" name="Straight Connector 1755">
                <a:extLst>
                  <a:ext uri="{FF2B5EF4-FFF2-40B4-BE49-F238E27FC236}">
                    <a16:creationId xmlns:a16="http://schemas.microsoft.com/office/drawing/2014/main" id="{8178C1C3-EF68-4CBE-A77F-D2E242184C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99544" y="2530796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7" name="Straight Connector 1756">
                <a:extLst>
                  <a:ext uri="{FF2B5EF4-FFF2-40B4-BE49-F238E27FC236}">
                    <a16:creationId xmlns:a16="http://schemas.microsoft.com/office/drawing/2014/main" id="{7E2E8E77-54E3-4524-84A1-2556F36D5B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618756" y="2533970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8" name="Straight Connector 1757">
                <a:extLst>
                  <a:ext uri="{FF2B5EF4-FFF2-40B4-BE49-F238E27FC236}">
                    <a16:creationId xmlns:a16="http://schemas.microsoft.com/office/drawing/2014/main" id="{7A13D50D-0E25-429D-8E9D-7BF3731C468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095603" y="2156355"/>
                <a:ext cx="1903943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9" name="Straight Connector 1758">
                <a:extLst>
                  <a:ext uri="{FF2B5EF4-FFF2-40B4-BE49-F238E27FC236}">
                    <a16:creationId xmlns:a16="http://schemas.microsoft.com/office/drawing/2014/main" id="{88C603A3-2A0D-4ADD-8ED3-59CC917CCC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857179" y="1769220"/>
                <a:ext cx="1142366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0" name="Straight Connector 1759">
                <a:extLst>
                  <a:ext uri="{FF2B5EF4-FFF2-40B4-BE49-F238E27FC236}">
                    <a16:creationId xmlns:a16="http://schemas.microsoft.com/office/drawing/2014/main" id="{68B38972-634E-4A9E-8F7F-251C637F95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727" y="310832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1" name="Straight Connector 1760">
                <a:extLst>
                  <a:ext uri="{FF2B5EF4-FFF2-40B4-BE49-F238E27FC236}">
                    <a16:creationId xmlns:a16="http://schemas.microsoft.com/office/drawing/2014/main" id="{006083B3-EC55-40D0-A72D-4C63E1801A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332304" y="2349922"/>
                <a:ext cx="1523155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2" name="Straight Connector 1761">
                <a:extLst>
                  <a:ext uri="{FF2B5EF4-FFF2-40B4-BE49-F238E27FC236}">
                    <a16:creationId xmlns:a16="http://schemas.microsoft.com/office/drawing/2014/main" id="{7E82A8FE-1B3E-4124-8031-4E04185427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47574" y="311150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3" name="Straight Connector 1762">
                <a:extLst>
                  <a:ext uri="{FF2B5EF4-FFF2-40B4-BE49-F238E27FC236}">
                    <a16:creationId xmlns:a16="http://schemas.microsoft.com/office/drawing/2014/main" id="{9EA9D320-BE94-4AC1-845B-263FC880EBA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99544" y="1388431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44" name="Rectangle 1843">
              <a:extLst>
                <a:ext uri="{FF2B5EF4-FFF2-40B4-BE49-F238E27FC236}">
                  <a16:creationId xmlns:a16="http://schemas.microsoft.com/office/drawing/2014/main" id="{C09C66A8-C030-4582-A545-9443E685DA9D}"/>
                </a:ext>
              </a:extLst>
            </p:cNvPr>
            <p:cNvSpPr/>
            <p:nvPr/>
          </p:nvSpPr>
          <p:spPr>
            <a:xfrm>
              <a:off x="2307588" y="-689240"/>
              <a:ext cx="1881932" cy="1872990"/>
            </a:xfrm>
            <a:prstGeom prst="rect">
              <a:avLst/>
            </a:prstGeom>
            <a:gradFill>
              <a:gsLst>
                <a:gs pos="1000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847" name="Straight Connector 1846">
              <a:extLst>
                <a:ext uri="{FF2B5EF4-FFF2-40B4-BE49-F238E27FC236}">
                  <a16:creationId xmlns:a16="http://schemas.microsoft.com/office/drawing/2014/main" id="{8EE02EA7-339F-4FAA-B8BC-842299CD4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926" y="-704850"/>
              <a:ext cx="7621076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" name="Straight Connector 1847">
              <a:extLst>
                <a:ext uri="{FF2B5EF4-FFF2-40B4-BE49-F238E27FC236}">
                  <a16:creationId xmlns:a16="http://schemas.microsoft.com/office/drawing/2014/main" id="{A7101430-1136-45B7-85CC-3959A5D1B7F7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0" y="-705906"/>
              <a:ext cx="0" cy="763375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9" name="Straight Connector 1848">
              <a:extLst>
                <a:ext uri="{FF2B5EF4-FFF2-40B4-BE49-F238E27FC236}">
                  <a16:creationId xmlns:a16="http://schemas.microsoft.com/office/drawing/2014/main" id="{60366251-F37A-495E-85A0-22F37E3A15C0}"/>
                </a:ext>
              </a:extLst>
            </p:cNvPr>
            <p:cNvCxnSpPr>
              <a:cxnSpLocks/>
            </p:cNvCxnSpPr>
            <p:nvPr/>
          </p:nvCxnSpPr>
          <p:spPr>
            <a:xfrm>
              <a:off x="9905998" y="-704850"/>
              <a:ext cx="0" cy="76390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" name="Straight Connector 1849">
              <a:extLst>
                <a:ext uri="{FF2B5EF4-FFF2-40B4-BE49-F238E27FC236}">
                  <a16:creationId xmlns:a16="http://schemas.microsoft.com/office/drawing/2014/main" id="{97060BC1-E0F0-4212-A82C-CDF941EA82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5999" y="6934203"/>
              <a:ext cx="7611631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3" name="Group 1882">
            <a:extLst>
              <a:ext uri="{FF2B5EF4-FFF2-40B4-BE49-F238E27FC236}">
                <a16:creationId xmlns:a16="http://schemas.microsoft.com/office/drawing/2014/main" id="{C95668D7-3624-4F37-9446-F92DF0B44257}"/>
              </a:ext>
            </a:extLst>
          </p:cNvPr>
          <p:cNvGrpSpPr/>
          <p:nvPr/>
        </p:nvGrpSpPr>
        <p:grpSpPr>
          <a:xfrm>
            <a:off x="2422824" y="-1379059"/>
            <a:ext cx="7344589" cy="746165"/>
            <a:chOff x="2422824" y="-1379059"/>
            <a:chExt cx="7344589" cy="746165"/>
          </a:xfrm>
        </p:grpSpPr>
        <p:grpSp>
          <p:nvGrpSpPr>
            <p:cNvPr id="1868" name="Group 1867">
              <a:extLst>
                <a:ext uri="{FF2B5EF4-FFF2-40B4-BE49-F238E27FC236}">
                  <a16:creationId xmlns:a16="http://schemas.microsoft.com/office/drawing/2014/main" id="{FD56C1F3-2747-4447-8D49-113838051017}"/>
                </a:ext>
              </a:extLst>
            </p:cNvPr>
            <p:cNvGrpSpPr/>
            <p:nvPr/>
          </p:nvGrpSpPr>
          <p:grpSpPr>
            <a:xfrm>
              <a:off x="2422824" y="-1379059"/>
              <a:ext cx="3567604" cy="707886"/>
              <a:chOff x="2422824" y="-1379059"/>
              <a:chExt cx="3567604" cy="707886"/>
            </a:xfrm>
          </p:grpSpPr>
          <p:sp>
            <p:nvSpPr>
              <p:cNvPr id="1855" name="Rectangle 1854">
                <a:extLst>
                  <a:ext uri="{FF2B5EF4-FFF2-40B4-BE49-F238E27FC236}">
                    <a16:creationId xmlns:a16="http://schemas.microsoft.com/office/drawing/2014/main" id="{FD40C04F-4D74-4526-A2E8-A98834C05D8A}"/>
                  </a:ext>
                </a:extLst>
              </p:cNvPr>
              <p:cNvSpPr/>
              <p:nvPr/>
            </p:nvSpPr>
            <p:spPr>
              <a:xfrm>
                <a:off x="2422824" y="-1379059"/>
                <a:ext cx="55496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pt-PT" sz="4000" b="1" dirty="0"/>
              </a:p>
            </p:txBody>
          </p:sp>
          <p:sp>
            <p:nvSpPr>
              <p:cNvPr id="1856" name="Rectangle 1855">
                <a:extLst>
                  <a:ext uri="{FF2B5EF4-FFF2-40B4-BE49-F238E27FC236}">
                    <a16:creationId xmlns:a16="http://schemas.microsoft.com/office/drawing/2014/main" id="{BEBC542B-BD54-442F-9E5E-3BA1D539E301}"/>
                  </a:ext>
                </a:extLst>
              </p:cNvPr>
              <p:cNvSpPr/>
              <p:nvPr/>
            </p:nvSpPr>
            <p:spPr>
              <a:xfrm>
                <a:off x="3183199" y="-1379059"/>
                <a:ext cx="55496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pt-PT" sz="4000" b="1" dirty="0"/>
              </a:p>
            </p:txBody>
          </p:sp>
          <p:sp>
            <p:nvSpPr>
              <p:cNvPr id="1857" name="Rectangle 1856">
                <a:extLst>
                  <a:ext uri="{FF2B5EF4-FFF2-40B4-BE49-F238E27FC236}">
                    <a16:creationId xmlns:a16="http://schemas.microsoft.com/office/drawing/2014/main" id="{6B7290B9-B053-41F5-AF4D-8BCCFD59AA6F}"/>
                  </a:ext>
                </a:extLst>
              </p:cNvPr>
              <p:cNvSpPr/>
              <p:nvPr/>
            </p:nvSpPr>
            <p:spPr>
              <a:xfrm>
                <a:off x="3943574" y="-1379059"/>
                <a:ext cx="55496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pt-PT" sz="4000" b="1" dirty="0"/>
              </a:p>
            </p:txBody>
          </p:sp>
          <p:sp>
            <p:nvSpPr>
              <p:cNvPr id="1858" name="Rectangle 1857">
                <a:extLst>
                  <a:ext uri="{FF2B5EF4-FFF2-40B4-BE49-F238E27FC236}">
                    <a16:creationId xmlns:a16="http://schemas.microsoft.com/office/drawing/2014/main" id="{9D820A9C-7034-458C-BBF8-3279A2A3BC86}"/>
                  </a:ext>
                </a:extLst>
              </p:cNvPr>
              <p:cNvSpPr/>
              <p:nvPr/>
            </p:nvSpPr>
            <p:spPr>
              <a:xfrm>
                <a:off x="4703949" y="-1379059"/>
                <a:ext cx="55496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pt-PT" sz="4000" b="1" dirty="0"/>
              </a:p>
            </p:txBody>
          </p:sp>
          <p:sp>
            <p:nvSpPr>
              <p:cNvPr id="1859" name="Rectangle 1858">
                <a:extLst>
                  <a:ext uri="{FF2B5EF4-FFF2-40B4-BE49-F238E27FC236}">
                    <a16:creationId xmlns:a16="http://schemas.microsoft.com/office/drawing/2014/main" id="{CAD43B20-94FC-4F78-A10D-A39E596FE259}"/>
                  </a:ext>
                </a:extLst>
              </p:cNvPr>
              <p:cNvSpPr/>
              <p:nvPr/>
            </p:nvSpPr>
            <p:spPr>
              <a:xfrm>
                <a:off x="5464322" y="-1379059"/>
                <a:ext cx="52610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pt-PT" sz="4000" b="1" dirty="0"/>
              </a:p>
            </p:txBody>
          </p:sp>
        </p:grpSp>
        <p:grpSp>
          <p:nvGrpSpPr>
            <p:cNvPr id="1869" name="Group 1868">
              <a:extLst>
                <a:ext uri="{FF2B5EF4-FFF2-40B4-BE49-F238E27FC236}">
                  <a16:creationId xmlns:a16="http://schemas.microsoft.com/office/drawing/2014/main" id="{71FC9E79-D91C-49D3-9E38-D13332AEBE52}"/>
                </a:ext>
              </a:extLst>
            </p:cNvPr>
            <p:cNvGrpSpPr/>
            <p:nvPr/>
          </p:nvGrpSpPr>
          <p:grpSpPr>
            <a:xfrm>
              <a:off x="6128119" y="-1149293"/>
              <a:ext cx="1883962" cy="461665"/>
              <a:chOff x="2422824" y="-1379059"/>
              <a:chExt cx="3750600" cy="919084"/>
            </a:xfrm>
          </p:grpSpPr>
          <p:sp>
            <p:nvSpPr>
              <p:cNvPr id="1870" name="Rectangle 1869">
                <a:extLst>
                  <a:ext uri="{FF2B5EF4-FFF2-40B4-BE49-F238E27FC236}">
                    <a16:creationId xmlns:a16="http://schemas.microsoft.com/office/drawing/2014/main" id="{F153CA37-2B33-4A70-A0BF-AE09C2F421D4}"/>
                  </a:ext>
                </a:extLst>
              </p:cNvPr>
              <p:cNvSpPr/>
              <p:nvPr/>
            </p:nvSpPr>
            <p:spPr>
              <a:xfrm>
                <a:off x="2422824" y="-1379059"/>
                <a:ext cx="741013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pt-PT" sz="2400" b="1" dirty="0"/>
              </a:p>
            </p:txBody>
          </p:sp>
          <p:sp>
            <p:nvSpPr>
              <p:cNvPr id="1871" name="Rectangle 1870">
                <a:extLst>
                  <a:ext uri="{FF2B5EF4-FFF2-40B4-BE49-F238E27FC236}">
                    <a16:creationId xmlns:a16="http://schemas.microsoft.com/office/drawing/2014/main" id="{16074DB6-DE19-464B-983E-CB158759FB59}"/>
                  </a:ext>
                </a:extLst>
              </p:cNvPr>
              <p:cNvSpPr/>
              <p:nvPr/>
            </p:nvSpPr>
            <p:spPr>
              <a:xfrm>
                <a:off x="3183200" y="-1379059"/>
                <a:ext cx="843133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pt-PT" sz="2400" b="1" dirty="0"/>
              </a:p>
            </p:txBody>
          </p:sp>
          <p:sp>
            <p:nvSpPr>
              <p:cNvPr id="1872" name="Rectangle 1871">
                <a:extLst>
                  <a:ext uri="{FF2B5EF4-FFF2-40B4-BE49-F238E27FC236}">
                    <a16:creationId xmlns:a16="http://schemas.microsoft.com/office/drawing/2014/main" id="{0FB8AF0C-9061-4BE8-82C1-475EA0B17700}"/>
                  </a:ext>
                </a:extLst>
              </p:cNvPr>
              <p:cNvSpPr/>
              <p:nvPr/>
            </p:nvSpPr>
            <p:spPr>
              <a:xfrm>
                <a:off x="3943573" y="-1379059"/>
                <a:ext cx="811221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pt-PT" sz="2400" b="1" dirty="0"/>
              </a:p>
            </p:txBody>
          </p:sp>
          <p:sp>
            <p:nvSpPr>
              <p:cNvPr id="1873" name="Rectangle 1872">
                <a:extLst>
                  <a:ext uri="{FF2B5EF4-FFF2-40B4-BE49-F238E27FC236}">
                    <a16:creationId xmlns:a16="http://schemas.microsoft.com/office/drawing/2014/main" id="{5188273C-A81C-42AF-A110-01AF86A33A34}"/>
                  </a:ext>
                </a:extLst>
              </p:cNvPr>
              <p:cNvSpPr/>
              <p:nvPr/>
            </p:nvSpPr>
            <p:spPr>
              <a:xfrm>
                <a:off x="4764307" y="-1379059"/>
                <a:ext cx="536773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pt-PT" sz="2400" b="1" dirty="0"/>
              </a:p>
            </p:txBody>
          </p:sp>
          <p:sp>
            <p:nvSpPr>
              <p:cNvPr id="1874" name="Rectangle 1873">
                <a:extLst>
                  <a:ext uri="{FF2B5EF4-FFF2-40B4-BE49-F238E27FC236}">
                    <a16:creationId xmlns:a16="http://schemas.microsoft.com/office/drawing/2014/main" id="{33F34A56-9DA6-4CFC-A049-1DF4DFFA4AE4}"/>
                  </a:ext>
                </a:extLst>
              </p:cNvPr>
              <p:cNvSpPr/>
              <p:nvPr/>
            </p:nvSpPr>
            <p:spPr>
              <a:xfrm>
                <a:off x="5464323" y="-1379059"/>
                <a:ext cx="709101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endParaRPr lang="pt-PT" sz="2400" b="1" dirty="0"/>
              </a:p>
            </p:txBody>
          </p:sp>
        </p:grpSp>
        <p:grpSp>
          <p:nvGrpSpPr>
            <p:cNvPr id="1875" name="Group 1874">
              <a:extLst>
                <a:ext uri="{FF2B5EF4-FFF2-40B4-BE49-F238E27FC236}">
                  <a16:creationId xmlns:a16="http://schemas.microsoft.com/office/drawing/2014/main" id="{B835DB29-0292-4E0C-8626-254DC8FC8688}"/>
                </a:ext>
              </a:extLst>
            </p:cNvPr>
            <p:cNvGrpSpPr/>
            <p:nvPr/>
          </p:nvGrpSpPr>
          <p:grpSpPr>
            <a:xfrm>
              <a:off x="7998409" y="-966667"/>
              <a:ext cx="922404" cy="221480"/>
              <a:chOff x="2422824" y="-1379059"/>
              <a:chExt cx="3606991" cy="490178"/>
            </a:xfrm>
          </p:grpSpPr>
          <p:sp>
            <p:nvSpPr>
              <p:cNvPr id="1876" name="Rectangle 1875">
                <a:extLst>
                  <a:ext uri="{FF2B5EF4-FFF2-40B4-BE49-F238E27FC236}">
                    <a16:creationId xmlns:a16="http://schemas.microsoft.com/office/drawing/2014/main" id="{2B62091E-8365-4F01-B7D7-BCF4CEFE6ADE}"/>
                  </a:ext>
                </a:extLst>
              </p:cNvPr>
              <p:cNvSpPr/>
              <p:nvPr/>
            </p:nvSpPr>
            <p:spPr>
              <a:xfrm>
                <a:off x="2422824" y="-1379059"/>
                <a:ext cx="552727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endParaRPr lang="pt-PT" sz="1000" b="1" dirty="0"/>
              </a:p>
            </p:txBody>
          </p:sp>
          <p:sp>
            <p:nvSpPr>
              <p:cNvPr id="1877" name="Rectangle 1876">
                <a:extLst>
                  <a:ext uri="{FF2B5EF4-FFF2-40B4-BE49-F238E27FC236}">
                    <a16:creationId xmlns:a16="http://schemas.microsoft.com/office/drawing/2014/main" id="{D745FE2C-EC35-448A-9C7E-4163D0A8A00D}"/>
                  </a:ext>
                </a:extLst>
              </p:cNvPr>
              <p:cNvSpPr/>
              <p:nvPr/>
            </p:nvSpPr>
            <p:spPr>
              <a:xfrm>
                <a:off x="3183200" y="-1379059"/>
                <a:ext cx="524007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endParaRPr lang="pt-PT" sz="1000" b="1" dirty="0"/>
              </a:p>
            </p:txBody>
          </p:sp>
          <p:sp>
            <p:nvSpPr>
              <p:cNvPr id="1878" name="Rectangle 1877">
                <a:extLst>
                  <a:ext uri="{FF2B5EF4-FFF2-40B4-BE49-F238E27FC236}">
                    <a16:creationId xmlns:a16="http://schemas.microsoft.com/office/drawing/2014/main" id="{A2241D66-4A86-45CD-B97D-05603C216DF3}"/>
                  </a:ext>
                </a:extLst>
              </p:cNvPr>
              <p:cNvSpPr/>
              <p:nvPr/>
            </p:nvSpPr>
            <p:spPr>
              <a:xfrm>
                <a:off x="3943573" y="-1379059"/>
                <a:ext cx="581450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endParaRPr lang="pt-PT" sz="1000" b="1" dirty="0"/>
              </a:p>
            </p:txBody>
          </p:sp>
          <p:sp>
            <p:nvSpPr>
              <p:cNvPr id="1879" name="Rectangle 1878">
                <a:extLst>
                  <a:ext uri="{FF2B5EF4-FFF2-40B4-BE49-F238E27FC236}">
                    <a16:creationId xmlns:a16="http://schemas.microsoft.com/office/drawing/2014/main" id="{11D9C3E7-B401-4F8B-B991-1517DF4629CA}"/>
                  </a:ext>
                </a:extLst>
              </p:cNvPr>
              <p:cNvSpPr/>
              <p:nvPr/>
            </p:nvSpPr>
            <p:spPr>
              <a:xfrm>
                <a:off x="4764306" y="-1379059"/>
                <a:ext cx="552727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pt-PT" sz="1000" b="1" dirty="0"/>
              </a:p>
            </p:txBody>
          </p:sp>
          <p:sp>
            <p:nvSpPr>
              <p:cNvPr id="1880" name="Rectangle 1879">
                <a:extLst>
                  <a:ext uri="{FF2B5EF4-FFF2-40B4-BE49-F238E27FC236}">
                    <a16:creationId xmlns:a16="http://schemas.microsoft.com/office/drawing/2014/main" id="{C746376D-471F-4741-A577-34AC3AAC72F3}"/>
                  </a:ext>
                </a:extLst>
              </p:cNvPr>
              <p:cNvSpPr/>
              <p:nvPr/>
            </p:nvSpPr>
            <p:spPr>
              <a:xfrm>
                <a:off x="5464323" y="-1379059"/>
                <a:ext cx="565492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endParaRPr lang="pt-PT" sz="1000" b="1" dirty="0"/>
              </a:p>
            </p:txBody>
          </p:sp>
        </p:grpSp>
        <p:sp>
          <p:nvSpPr>
            <p:cNvPr id="1882" name="Rectangle 1881">
              <a:extLst>
                <a:ext uri="{FF2B5EF4-FFF2-40B4-BE49-F238E27FC236}">
                  <a16:creationId xmlns:a16="http://schemas.microsoft.com/office/drawing/2014/main" id="{CC5EA862-C2DA-4FEE-8E32-69FDAFDB2BCB}"/>
                </a:ext>
              </a:extLst>
            </p:cNvPr>
            <p:cNvSpPr/>
            <p:nvPr/>
          </p:nvSpPr>
          <p:spPr>
            <a:xfrm>
              <a:off x="9069786" y="-1340780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pt-PT" sz="4000" b="1" dirty="0"/>
            </a:p>
          </p:txBody>
        </p:sp>
      </p:grpSp>
      <p:grpSp>
        <p:nvGrpSpPr>
          <p:cNvPr id="1906" name="Group 1905">
            <a:extLst>
              <a:ext uri="{FF2B5EF4-FFF2-40B4-BE49-F238E27FC236}">
                <a16:creationId xmlns:a16="http://schemas.microsoft.com/office/drawing/2014/main" id="{6A48806F-83AD-4862-8F93-C43EBA42B3FF}"/>
              </a:ext>
            </a:extLst>
          </p:cNvPr>
          <p:cNvGrpSpPr/>
          <p:nvPr/>
        </p:nvGrpSpPr>
        <p:grpSpPr>
          <a:xfrm>
            <a:off x="9910292" y="-514115"/>
            <a:ext cx="707886" cy="7421053"/>
            <a:chOff x="9910292" y="-514115"/>
            <a:chExt cx="707886" cy="7421053"/>
          </a:xfrm>
        </p:grpSpPr>
        <p:sp>
          <p:nvSpPr>
            <p:cNvPr id="1899" name="Rectangle 1898">
              <a:extLst>
                <a:ext uri="{FF2B5EF4-FFF2-40B4-BE49-F238E27FC236}">
                  <a16:creationId xmlns:a16="http://schemas.microsoft.com/office/drawing/2014/main" id="{252C09CC-9065-4A8C-A49C-76128465CE7C}"/>
                </a:ext>
              </a:extLst>
            </p:cNvPr>
            <p:cNvSpPr/>
            <p:nvPr/>
          </p:nvSpPr>
          <p:spPr>
            <a:xfrm>
              <a:off x="9978921" y="6199052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4000" b="1" dirty="0"/>
            </a:p>
          </p:txBody>
        </p:sp>
        <p:sp>
          <p:nvSpPr>
            <p:cNvPr id="1900" name="Rectangle 1899">
              <a:extLst>
                <a:ext uri="{FF2B5EF4-FFF2-40B4-BE49-F238E27FC236}">
                  <a16:creationId xmlns:a16="http://schemas.microsoft.com/office/drawing/2014/main" id="{528B7563-2A50-4E23-A544-CCF8E84377E5}"/>
                </a:ext>
              </a:extLst>
            </p:cNvPr>
            <p:cNvSpPr/>
            <p:nvPr/>
          </p:nvSpPr>
          <p:spPr>
            <a:xfrm>
              <a:off x="9978921" y="5438677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pt-PT" sz="4000" b="1" dirty="0"/>
            </a:p>
          </p:txBody>
        </p:sp>
        <p:sp>
          <p:nvSpPr>
            <p:cNvPr id="1901" name="Rectangle 1900">
              <a:extLst>
                <a:ext uri="{FF2B5EF4-FFF2-40B4-BE49-F238E27FC236}">
                  <a16:creationId xmlns:a16="http://schemas.microsoft.com/office/drawing/2014/main" id="{C7C8BA8A-9F97-4F8E-BF3E-75E217E0A6CF}"/>
                </a:ext>
              </a:extLst>
            </p:cNvPr>
            <p:cNvSpPr/>
            <p:nvPr/>
          </p:nvSpPr>
          <p:spPr>
            <a:xfrm>
              <a:off x="9978921" y="4678302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pt-PT" sz="4000" b="1" dirty="0"/>
            </a:p>
          </p:txBody>
        </p:sp>
        <p:sp>
          <p:nvSpPr>
            <p:cNvPr id="1902" name="Rectangle 1901">
              <a:extLst>
                <a:ext uri="{FF2B5EF4-FFF2-40B4-BE49-F238E27FC236}">
                  <a16:creationId xmlns:a16="http://schemas.microsoft.com/office/drawing/2014/main" id="{0B41DB54-7CF6-4A2A-9725-51548428A989}"/>
                </a:ext>
              </a:extLst>
            </p:cNvPr>
            <p:cNvSpPr/>
            <p:nvPr/>
          </p:nvSpPr>
          <p:spPr>
            <a:xfrm>
              <a:off x="9978921" y="3917927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pt-PT" sz="4000" b="1" dirty="0"/>
            </a:p>
          </p:txBody>
        </p:sp>
        <p:sp>
          <p:nvSpPr>
            <p:cNvPr id="1903" name="Rectangle 1902">
              <a:extLst>
                <a:ext uri="{FF2B5EF4-FFF2-40B4-BE49-F238E27FC236}">
                  <a16:creationId xmlns:a16="http://schemas.microsoft.com/office/drawing/2014/main" id="{11897C38-0457-401A-B39A-9F10D95D133C}"/>
                </a:ext>
              </a:extLst>
            </p:cNvPr>
            <p:cNvSpPr/>
            <p:nvPr/>
          </p:nvSpPr>
          <p:spPr>
            <a:xfrm>
              <a:off x="9978921" y="3171981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pt-PT" sz="4000" b="1" dirty="0"/>
            </a:p>
          </p:txBody>
        </p:sp>
        <p:sp>
          <p:nvSpPr>
            <p:cNvPr id="1894" name="Rectangle 1893">
              <a:extLst>
                <a:ext uri="{FF2B5EF4-FFF2-40B4-BE49-F238E27FC236}">
                  <a16:creationId xmlns:a16="http://schemas.microsoft.com/office/drawing/2014/main" id="{AC2817B4-E1D2-4D26-844E-45695B4B8AD4}"/>
                </a:ext>
              </a:extLst>
            </p:cNvPr>
            <p:cNvSpPr/>
            <p:nvPr/>
          </p:nvSpPr>
          <p:spPr>
            <a:xfrm>
              <a:off x="9978921" y="270823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pt-PT" sz="2400" b="1" dirty="0"/>
            </a:p>
          </p:txBody>
        </p:sp>
        <p:sp>
          <p:nvSpPr>
            <p:cNvPr id="1895" name="Rectangle 1894">
              <a:extLst>
                <a:ext uri="{FF2B5EF4-FFF2-40B4-BE49-F238E27FC236}">
                  <a16:creationId xmlns:a16="http://schemas.microsoft.com/office/drawing/2014/main" id="{7A0795B0-243E-488A-938A-51B7DE0198B8}"/>
                </a:ext>
              </a:extLst>
            </p:cNvPr>
            <p:cNvSpPr/>
            <p:nvPr/>
          </p:nvSpPr>
          <p:spPr>
            <a:xfrm>
              <a:off x="9978921" y="2300647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pt-PT" sz="2400" b="1" dirty="0"/>
            </a:p>
          </p:txBody>
        </p:sp>
        <p:sp>
          <p:nvSpPr>
            <p:cNvPr id="1896" name="Rectangle 1895">
              <a:extLst>
                <a:ext uri="{FF2B5EF4-FFF2-40B4-BE49-F238E27FC236}">
                  <a16:creationId xmlns:a16="http://schemas.microsoft.com/office/drawing/2014/main" id="{F96F8793-538A-4391-9512-F732665285C2}"/>
                </a:ext>
              </a:extLst>
            </p:cNvPr>
            <p:cNvSpPr/>
            <p:nvPr/>
          </p:nvSpPr>
          <p:spPr>
            <a:xfrm>
              <a:off x="9978921" y="192671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pt-PT" sz="2400" b="1" dirty="0"/>
            </a:p>
          </p:txBody>
        </p:sp>
        <p:sp>
          <p:nvSpPr>
            <p:cNvPr id="1897" name="Rectangle 1896">
              <a:extLst>
                <a:ext uri="{FF2B5EF4-FFF2-40B4-BE49-F238E27FC236}">
                  <a16:creationId xmlns:a16="http://schemas.microsoft.com/office/drawing/2014/main" id="{6BB113A7-7349-492C-A779-A660479E1AE4}"/>
                </a:ext>
              </a:extLst>
            </p:cNvPr>
            <p:cNvSpPr/>
            <p:nvPr/>
          </p:nvSpPr>
          <p:spPr>
            <a:xfrm>
              <a:off x="9978921" y="1583386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pt-PT" sz="2400" b="1" dirty="0"/>
            </a:p>
          </p:txBody>
        </p:sp>
        <p:sp>
          <p:nvSpPr>
            <p:cNvPr id="1898" name="Rectangle 1897">
              <a:extLst>
                <a:ext uri="{FF2B5EF4-FFF2-40B4-BE49-F238E27FC236}">
                  <a16:creationId xmlns:a16="http://schemas.microsoft.com/office/drawing/2014/main" id="{5F374CF4-39B2-4D5D-9704-81E4EE3CFF50}"/>
                </a:ext>
              </a:extLst>
            </p:cNvPr>
            <p:cNvSpPr/>
            <p:nvPr/>
          </p:nvSpPr>
          <p:spPr>
            <a:xfrm>
              <a:off x="9978921" y="1188480"/>
              <a:ext cx="52770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lang="pt-PT" sz="2400" b="1" dirty="0"/>
            </a:p>
          </p:txBody>
        </p:sp>
        <p:sp>
          <p:nvSpPr>
            <p:cNvPr id="1889" name="Rectangle 1888">
              <a:extLst>
                <a:ext uri="{FF2B5EF4-FFF2-40B4-BE49-F238E27FC236}">
                  <a16:creationId xmlns:a16="http://schemas.microsoft.com/office/drawing/2014/main" id="{2FC1872A-037E-40D4-9B94-5FC3E16F154E}"/>
                </a:ext>
              </a:extLst>
            </p:cNvPr>
            <p:cNvSpPr/>
            <p:nvPr/>
          </p:nvSpPr>
          <p:spPr>
            <a:xfrm>
              <a:off x="9978921" y="1009976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pt-PT" sz="1000" b="1" dirty="0"/>
            </a:p>
          </p:txBody>
        </p:sp>
        <p:sp>
          <p:nvSpPr>
            <p:cNvPr id="1890" name="Rectangle 1889">
              <a:extLst>
                <a:ext uri="{FF2B5EF4-FFF2-40B4-BE49-F238E27FC236}">
                  <a16:creationId xmlns:a16="http://schemas.microsoft.com/office/drawing/2014/main" id="{CBF04FB4-42FA-40C4-83E5-E1DD03D4965D}"/>
                </a:ext>
              </a:extLst>
            </p:cNvPr>
            <p:cNvSpPr/>
            <p:nvPr/>
          </p:nvSpPr>
          <p:spPr>
            <a:xfrm>
              <a:off x="9978921" y="819200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endParaRPr lang="pt-PT" sz="1000" b="1" dirty="0"/>
            </a:p>
          </p:txBody>
        </p:sp>
        <p:sp>
          <p:nvSpPr>
            <p:cNvPr id="1891" name="Rectangle 1890">
              <a:extLst>
                <a:ext uri="{FF2B5EF4-FFF2-40B4-BE49-F238E27FC236}">
                  <a16:creationId xmlns:a16="http://schemas.microsoft.com/office/drawing/2014/main" id="{E28C52CA-3BDB-4D3F-963A-98B2BB5D978F}"/>
                </a:ext>
              </a:extLst>
            </p:cNvPr>
            <p:cNvSpPr/>
            <p:nvPr/>
          </p:nvSpPr>
          <p:spPr>
            <a:xfrm>
              <a:off x="9978921" y="617408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pt-PT" sz="1000" b="1" dirty="0"/>
            </a:p>
          </p:txBody>
        </p:sp>
        <p:sp>
          <p:nvSpPr>
            <p:cNvPr id="1892" name="Rectangle 1891">
              <a:extLst>
                <a:ext uri="{FF2B5EF4-FFF2-40B4-BE49-F238E27FC236}">
                  <a16:creationId xmlns:a16="http://schemas.microsoft.com/office/drawing/2014/main" id="{3BE96F1C-EC78-4DF9-AB94-CBD158D2BDA7}"/>
                </a:ext>
              </a:extLst>
            </p:cNvPr>
            <p:cNvSpPr/>
            <p:nvPr/>
          </p:nvSpPr>
          <p:spPr>
            <a:xfrm>
              <a:off x="9978921" y="411197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  <a:endParaRPr lang="pt-PT" sz="1000" b="1" dirty="0"/>
            </a:p>
          </p:txBody>
        </p:sp>
        <p:sp>
          <p:nvSpPr>
            <p:cNvPr id="1893" name="Rectangle 1892">
              <a:extLst>
                <a:ext uri="{FF2B5EF4-FFF2-40B4-BE49-F238E27FC236}">
                  <a16:creationId xmlns:a16="http://schemas.microsoft.com/office/drawing/2014/main" id="{DCE32352-3651-4E7F-8659-71164BD251DA}"/>
                </a:ext>
              </a:extLst>
            </p:cNvPr>
            <p:cNvSpPr/>
            <p:nvPr/>
          </p:nvSpPr>
          <p:spPr>
            <a:xfrm>
              <a:off x="9978921" y="230552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  <a:endParaRPr lang="pt-PT" sz="1000" b="1" dirty="0"/>
            </a:p>
          </p:txBody>
        </p:sp>
        <p:sp>
          <p:nvSpPr>
            <p:cNvPr id="1888" name="Rectangle 1887">
              <a:extLst>
                <a:ext uri="{FF2B5EF4-FFF2-40B4-BE49-F238E27FC236}">
                  <a16:creationId xmlns:a16="http://schemas.microsoft.com/office/drawing/2014/main" id="{A7292751-4C22-4550-8360-3383E3EA4F4F}"/>
                </a:ext>
              </a:extLst>
            </p:cNvPr>
            <p:cNvSpPr/>
            <p:nvPr/>
          </p:nvSpPr>
          <p:spPr>
            <a:xfrm rot="5400000">
              <a:off x="9915421" y="-519244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pt-PT" sz="4000" b="1" dirty="0"/>
            </a:p>
          </p:txBody>
        </p:sp>
      </p:grpSp>
      <p:grpSp>
        <p:nvGrpSpPr>
          <p:cNvPr id="1924" name="Group 1923">
            <a:extLst>
              <a:ext uri="{FF2B5EF4-FFF2-40B4-BE49-F238E27FC236}">
                <a16:creationId xmlns:a16="http://schemas.microsoft.com/office/drawing/2014/main" id="{6C406C7A-D2DF-4E2E-83AD-549793A8388F}"/>
              </a:ext>
            </a:extLst>
          </p:cNvPr>
          <p:cNvGrpSpPr/>
          <p:nvPr/>
        </p:nvGrpSpPr>
        <p:grpSpPr>
          <a:xfrm>
            <a:off x="1569784" y="64356"/>
            <a:ext cx="707886" cy="6842582"/>
            <a:chOff x="1569784" y="64356"/>
            <a:chExt cx="707886" cy="6842582"/>
          </a:xfrm>
        </p:grpSpPr>
        <p:sp>
          <p:nvSpPr>
            <p:cNvPr id="1908" name="Rectangle 1907">
              <a:extLst>
                <a:ext uri="{FF2B5EF4-FFF2-40B4-BE49-F238E27FC236}">
                  <a16:creationId xmlns:a16="http://schemas.microsoft.com/office/drawing/2014/main" id="{DC458B0C-FD1E-4027-81F3-920445DEF6BB}"/>
                </a:ext>
              </a:extLst>
            </p:cNvPr>
            <p:cNvSpPr/>
            <p:nvPr/>
          </p:nvSpPr>
          <p:spPr>
            <a:xfrm>
              <a:off x="1706070" y="6199052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4000" b="1" dirty="0"/>
            </a:p>
          </p:txBody>
        </p:sp>
        <p:sp>
          <p:nvSpPr>
            <p:cNvPr id="1909" name="Rectangle 1908">
              <a:extLst>
                <a:ext uri="{FF2B5EF4-FFF2-40B4-BE49-F238E27FC236}">
                  <a16:creationId xmlns:a16="http://schemas.microsoft.com/office/drawing/2014/main" id="{C0992514-CB89-4D5C-898B-99866D27EDCF}"/>
                </a:ext>
              </a:extLst>
            </p:cNvPr>
            <p:cNvSpPr/>
            <p:nvPr/>
          </p:nvSpPr>
          <p:spPr>
            <a:xfrm>
              <a:off x="1706070" y="5438677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pt-PT" sz="4000" b="1" dirty="0"/>
            </a:p>
          </p:txBody>
        </p:sp>
        <p:sp>
          <p:nvSpPr>
            <p:cNvPr id="1910" name="Rectangle 1909">
              <a:extLst>
                <a:ext uri="{FF2B5EF4-FFF2-40B4-BE49-F238E27FC236}">
                  <a16:creationId xmlns:a16="http://schemas.microsoft.com/office/drawing/2014/main" id="{06F20C3E-1424-480B-B306-17A8F82A2E05}"/>
                </a:ext>
              </a:extLst>
            </p:cNvPr>
            <p:cNvSpPr/>
            <p:nvPr/>
          </p:nvSpPr>
          <p:spPr>
            <a:xfrm>
              <a:off x="1706070" y="4678302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pt-PT" sz="4000" b="1" dirty="0"/>
            </a:p>
          </p:txBody>
        </p:sp>
        <p:sp>
          <p:nvSpPr>
            <p:cNvPr id="1911" name="Rectangle 1910">
              <a:extLst>
                <a:ext uri="{FF2B5EF4-FFF2-40B4-BE49-F238E27FC236}">
                  <a16:creationId xmlns:a16="http://schemas.microsoft.com/office/drawing/2014/main" id="{96FB15A1-186E-4674-B755-6E3CB8631120}"/>
                </a:ext>
              </a:extLst>
            </p:cNvPr>
            <p:cNvSpPr/>
            <p:nvPr/>
          </p:nvSpPr>
          <p:spPr>
            <a:xfrm>
              <a:off x="1706070" y="3917927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pt-PT" sz="4000" b="1" dirty="0"/>
            </a:p>
          </p:txBody>
        </p:sp>
        <p:sp>
          <p:nvSpPr>
            <p:cNvPr id="1912" name="Rectangle 1911">
              <a:extLst>
                <a:ext uri="{FF2B5EF4-FFF2-40B4-BE49-F238E27FC236}">
                  <a16:creationId xmlns:a16="http://schemas.microsoft.com/office/drawing/2014/main" id="{0EB0C70D-6163-4267-9B88-363B451F893D}"/>
                </a:ext>
              </a:extLst>
            </p:cNvPr>
            <p:cNvSpPr/>
            <p:nvPr/>
          </p:nvSpPr>
          <p:spPr>
            <a:xfrm>
              <a:off x="1706070" y="3171981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pt-PT" sz="4000" b="1" dirty="0"/>
            </a:p>
          </p:txBody>
        </p:sp>
        <p:sp>
          <p:nvSpPr>
            <p:cNvPr id="1913" name="Rectangle 1912">
              <a:extLst>
                <a:ext uri="{FF2B5EF4-FFF2-40B4-BE49-F238E27FC236}">
                  <a16:creationId xmlns:a16="http://schemas.microsoft.com/office/drawing/2014/main" id="{0B728455-AED3-486C-B1FB-E5B68F6FE950}"/>
                </a:ext>
              </a:extLst>
            </p:cNvPr>
            <p:cNvSpPr/>
            <p:nvPr/>
          </p:nvSpPr>
          <p:spPr>
            <a:xfrm>
              <a:off x="1819882" y="270823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pt-PT" sz="2400" b="1" dirty="0"/>
            </a:p>
          </p:txBody>
        </p:sp>
        <p:sp>
          <p:nvSpPr>
            <p:cNvPr id="1914" name="Rectangle 1913">
              <a:extLst>
                <a:ext uri="{FF2B5EF4-FFF2-40B4-BE49-F238E27FC236}">
                  <a16:creationId xmlns:a16="http://schemas.microsoft.com/office/drawing/2014/main" id="{9744CB9D-A3C2-474E-AE3C-04A618F8C664}"/>
                </a:ext>
              </a:extLst>
            </p:cNvPr>
            <p:cNvSpPr/>
            <p:nvPr/>
          </p:nvSpPr>
          <p:spPr>
            <a:xfrm>
              <a:off x="1819882" y="2300647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pt-PT" sz="2400" b="1" dirty="0"/>
            </a:p>
          </p:txBody>
        </p:sp>
        <p:sp>
          <p:nvSpPr>
            <p:cNvPr id="1915" name="Rectangle 1914">
              <a:extLst>
                <a:ext uri="{FF2B5EF4-FFF2-40B4-BE49-F238E27FC236}">
                  <a16:creationId xmlns:a16="http://schemas.microsoft.com/office/drawing/2014/main" id="{A31F9B0B-93CC-4AC1-B6D8-ACC78E946476}"/>
                </a:ext>
              </a:extLst>
            </p:cNvPr>
            <p:cNvSpPr/>
            <p:nvPr/>
          </p:nvSpPr>
          <p:spPr>
            <a:xfrm>
              <a:off x="1819882" y="192671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pt-PT" sz="2400" b="1" dirty="0"/>
            </a:p>
          </p:txBody>
        </p:sp>
        <p:sp>
          <p:nvSpPr>
            <p:cNvPr id="1916" name="Rectangle 1915">
              <a:extLst>
                <a:ext uri="{FF2B5EF4-FFF2-40B4-BE49-F238E27FC236}">
                  <a16:creationId xmlns:a16="http://schemas.microsoft.com/office/drawing/2014/main" id="{F07062BA-8A37-4262-BA34-027D8C45C5DE}"/>
                </a:ext>
              </a:extLst>
            </p:cNvPr>
            <p:cNvSpPr/>
            <p:nvPr/>
          </p:nvSpPr>
          <p:spPr>
            <a:xfrm>
              <a:off x="1819882" y="1583386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pt-PT" sz="2400" b="1" dirty="0"/>
            </a:p>
          </p:txBody>
        </p:sp>
        <p:sp>
          <p:nvSpPr>
            <p:cNvPr id="1917" name="Rectangle 1916">
              <a:extLst>
                <a:ext uri="{FF2B5EF4-FFF2-40B4-BE49-F238E27FC236}">
                  <a16:creationId xmlns:a16="http://schemas.microsoft.com/office/drawing/2014/main" id="{B61EB1CB-5D48-4DDB-A339-3E044197C5E7}"/>
                </a:ext>
              </a:extLst>
            </p:cNvPr>
            <p:cNvSpPr/>
            <p:nvPr/>
          </p:nvSpPr>
          <p:spPr>
            <a:xfrm>
              <a:off x="1648361" y="1188480"/>
              <a:ext cx="52770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lang="pt-PT" sz="2400" b="1" dirty="0"/>
            </a:p>
          </p:txBody>
        </p:sp>
        <p:sp>
          <p:nvSpPr>
            <p:cNvPr id="1918" name="Rectangle 1917">
              <a:extLst>
                <a:ext uri="{FF2B5EF4-FFF2-40B4-BE49-F238E27FC236}">
                  <a16:creationId xmlns:a16="http://schemas.microsoft.com/office/drawing/2014/main" id="{EE125E90-8DB0-4624-B1C5-9123FFACF7E4}"/>
                </a:ext>
              </a:extLst>
            </p:cNvPr>
            <p:cNvSpPr/>
            <p:nvPr/>
          </p:nvSpPr>
          <p:spPr>
            <a:xfrm>
              <a:off x="1850340" y="1009976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pt-PT" sz="1000" b="1" dirty="0"/>
            </a:p>
          </p:txBody>
        </p:sp>
        <p:sp>
          <p:nvSpPr>
            <p:cNvPr id="1919" name="Rectangle 1918">
              <a:extLst>
                <a:ext uri="{FF2B5EF4-FFF2-40B4-BE49-F238E27FC236}">
                  <a16:creationId xmlns:a16="http://schemas.microsoft.com/office/drawing/2014/main" id="{12FB3F76-6EF9-4063-A625-2A17884B1406}"/>
                </a:ext>
              </a:extLst>
            </p:cNvPr>
            <p:cNvSpPr/>
            <p:nvPr/>
          </p:nvSpPr>
          <p:spPr>
            <a:xfrm>
              <a:off x="1850340" y="819200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endParaRPr lang="pt-PT" sz="1000" b="1" dirty="0"/>
            </a:p>
          </p:txBody>
        </p:sp>
        <p:sp>
          <p:nvSpPr>
            <p:cNvPr id="1923" name="Rectangle 1922">
              <a:extLst>
                <a:ext uri="{FF2B5EF4-FFF2-40B4-BE49-F238E27FC236}">
                  <a16:creationId xmlns:a16="http://schemas.microsoft.com/office/drawing/2014/main" id="{4B1DE9CE-93B0-4F1E-A4B8-09D7851ACB6B}"/>
                </a:ext>
              </a:extLst>
            </p:cNvPr>
            <p:cNvSpPr/>
            <p:nvPr/>
          </p:nvSpPr>
          <p:spPr>
            <a:xfrm rot="16200000">
              <a:off x="1574913" y="59227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pt-PT" sz="4000" b="1" dirty="0"/>
            </a:p>
          </p:txBody>
        </p:sp>
      </p:grpSp>
      <p:grpSp>
        <p:nvGrpSpPr>
          <p:cNvPr id="1927" name="Group 1926">
            <a:extLst>
              <a:ext uri="{FF2B5EF4-FFF2-40B4-BE49-F238E27FC236}">
                <a16:creationId xmlns:a16="http://schemas.microsoft.com/office/drawing/2014/main" id="{FEFD9065-EFB0-49F8-BB18-5D429D25F1DC}"/>
              </a:ext>
            </a:extLst>
          </p:cNvPr>
          <p:cNvGrpSpPr/>
          <p:nvPr/>
        </p:nvGrpSpPr>
        <p:grpSpPr>
          <a:xfrm>
            <a:off x="2422824" y="6950152"/>
            <a:ext cx="3567604" cy="707886"/>
            <a:chOff x="2422824" y="-1379059"/>
            <a:chExt cx="3567604" cy="707886"/>
          </a:xfrm>
        </p:grpSpPr>
        <p:sp>
          <p:nvSpPr>
            <p:cNvPr id="1941" name="Rectangle 1940">
              <a:extLst>
                <a:ext uri="{FF2B5EF4-FFF2-40B4-BE49-F238E27FC236}">
                  <a16:creationId xmlns:a16="http://schemas.microsoft.com/office/drawing/2014/main" id="{488008C0-8C85-4F41-ABD2-7F62E330BA90}"/>
                </a:ext>
              </a:extLst>
            </p:cNvPr>
            <p:cNvSpPr/>
            <p:nvPr/>
          </p:nvSpPr>
          <p:spPr>
            <a:xfrm>
              <a:off x="2422824" y="-1379059"/>
              <a:ext cx="55496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pt-PT" sz="4000" b="1" dirty="0"/>
            </a:p>
          </p:txBody>
        </p:sp>
        <p:sp>
          <p:nvSpPr>
            <p:cNvPr id="1942" name="Rectangle 1941">
              <a:extLst>
                <a:ext uri="{FF2B5EF4-FFF2-40B4-BE49-F238E27FC236}">
                  <a16:creationId xmlns:a16="http://schemas.microsoft.com/office/drawing/2014/main" id="{970FC276-2F73-47F4-B304-7B5DD31F8DE2}"/>
                </a:ext>
              </a:extLst>
            </p:cNvPr>
            <p:cNvSpPr/>
            <p:nvPr/>
          </p:nvSpPr>
          <p:spPr>
            <a:xfrm>
              <a:off x="3183199" y="-1379059"/>
              <a:ext cx="55496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pt-PT" sz="4000" b="1" dirty="0"/>
            </a:p>
          </p:txBody>
        </p:sp>
        <p:sp>
          <p:nvSpPr>
            <p:cNvPr id="1943" name="Rectangle 1942">
              <a:extLst>
                <a:ext uri="{FF2B5EF4-FFF2-40B4-BE49-F238E27FC236}">
                  <a16:creationId xmlns:a16="http://schemas.microsoft.com/office/drawing/2014/main" id="{95F10E50-FD7A-4ED2-9B42-52B8F627B573}"/>
                </a:ext>
              </a:extLst>
            </p:cNvPr>
            <p:cNvSpPr/>
            <p:nvPr/>
          </p:nvSpPr>
          <p:spPr>
            <a:xfrm>
              <a:off x="3943574" y="-1379059"/>
              <a:ext cx="55496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pt-PT" sz="4000" b="1" dirty="0"/>
            </a:p>
          </p:txBody>
        </p:sp>
        <p:sp>
          <p:nvSpPr>
            <p:cNvPr id="1944" name="Rectangle 1943">
              <a:extLst>
                <a:ext uri="{FF2B5EF4-FFF2-40B4-BE49-F238E27FC236}">
                  <a16:creationId xmlns:a16="http://schemas.microsoft.com/office/drawing/2014/main" id="{E2D0B587-B0D8-45F4-B061-BB1A361A8C34}"/>
                </a:ext>
              </a:extLst>
            </p:cNvPr>
            <p:cNvSpPr/>
            <p:nvPr/>
          </p:nvSpPr>
          <p:spPr>
            <a:xfrm>
              <a:off x="4703949" y="-1379059"/>
              <a:ext cx="55496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pt-PT" sz="4000" b="1" dirty="0"/>
            </a:p>
          </p:txBody>
        </p:sp>
        <p:sp>
          <p:nvSpPr>
            <p:cNvPr id="1945" name="Rectangle 1944">
              <a:extLst>
                <a:ext uri="{FF2B5EF4-FFF2-40B4-BE49-F238E27FC236}">
                  <a16:creationId xmlns:a16="http://schemas.microsoft.com/office/drawing/2014/main" id="{1E768338-E1CB-45A3-BD48-49506D316090}"/>
                </a:ext>
              </a:extLst>
            </p:cNvPr>
            <p:cNvSpPr/>
            <p:nvPr/>
          </p:nvSpPr>
          <p:spPr>
            <a:xfrm>
              <a:off x="5464322" y="-1379059"/>
              <a:ext cx="526106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pt-PT" sz="4000" b="1" dirty="0"/>
            </a:p>
          </p:txBody>
        </p:sp>
      </p:grpSp>
      <p:grpSp>
        <p:nvGrpSpPr>
          <p:cNvPr id="1928" name="Group 1927">
            <a:extLst>
              <a:ext uri="{FF2B5EF4-FFF2-40B4-BE49-F238E27FC236}">
                <a16:creationId xmlns:a16="http://schemas.microsoft.com/office/drawing/2014/main" id="{9D75D95D-8BC4-4BA2-B1E4-545C25AE3F6A}"/>
              </a:ext>
            </a:extLst>
          </p:cNvPr>
          <p:cNvGrpSpPr/>
          <p:nvPr/>
        </p:nvGrpSpPr>
        <p:grpSpPr>
          <a:xfrm>
            <a:off x="6128119" y="6950152"/>
            <a:ext cx="1883962" cy="461665"/>
            <a:chOff x="2422824" y="-1379059"/>
            <a:chExt cx="3750600" cy="919084"/>
          </a:xfrm>
        </p:grpSpPr>
        <p:sp>
          <p:nvSpPr>
            <p:cNvPr id="1936" name="Rectangle 1935">
              <a:extLst>
                <a:ext uri="{FF2B5EF4-FFF2-40B4-BE49-F238E27FC236}">
                  <a16:creationId xmlns:a16="http://schemas.microsoft.com/office/drawing/2014/main" id="{0AFEA558-9F51-4563-884A-276E7D0E15F7}"/>
                </a:ext>
              </a:extLst>
            </p:cNvPr>
            <p:cNvSpPr/>
            <p:nvPr/>
          </p:nvSpPr>
          <p:spPr>
            <a:xfrm>
              <a:off x="2422824" y="-1379059"/>
              <a:ext cx="741013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pt-PT" sz="2400" b="1" dirty="0"/>
            </a:p>
          </p:txBody>
        </p:sp>
        <p:sp>
          <p:nvSpPr>
            <p:cNvPr id="1937" name="Rectangle 1936">
              <a:extLst>
                <a:ext uri="{FF2B5EF4-FFF2-40B4-BE49-F238E27FC236}">
                  <a16:creationId xmlns:a16="http://schemas.microsoft.com/office/drawing/2014/main" id="{CCF94DEB-F9EF-434B-8C07-210A65F35F71}"/>
                </a:ext>
              </a:extLst>
            </p:cNvPr>
            <p:cNvSpPr/>
            <p:nvPr/>
          </p:nvSpPr>
          <p:spPr>
            <a:xfrm>
              <a:off x="3183200" y="-1379059"/>
              <a:ext cx="843133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endParaRPr lang="pt-PT" sz="2400" b="1" dirty="0"/>
            </a:p>
          </p:txBody>
        </p:sp>
        <p:sp>
          <p:nvSpPr>
            <p:cNvPr id="1938" name="Rectangle 1937">
              <a:extLst>
                <a:ext uri="{FF2B5EF4-FFF2-40B4-BE49-F238E27FC236}">
                  <a16:creationId xmlns:a16="http://schemas.microsoft.com/office/drawing/2014/main" id="{A0A57290-A134-4AE4-AB72-B7D27630A491}"/>
                </a:ext>
              </a:extLst>
            </p:cNvPr>
            <p:cNvSpPr/>
            <p:nvPr/>
          </p:nvSpPr>
          <p:spPr>
            <a:xfrm>
              <a:off x="3943573" y="-1379059"/>
              <a:ext cx="811221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endParaRPr lang="pt-PT" sz="2400" b="1" dirty="0"/>
            </a:p>
          </p:txBody>
        </p:sp>
        <p:sp>
          <p:nvSpPr>
            <p:cNvPr id="1939" name="Rectangle 1938">
              <a:extLst>
                <a:ext uri="{FF2B5EF4-FFF2-40B4-BE49-F238E27FC236}">
                  <a16:creationId xmlns:a16="http://schemas.microsoft.com/office/drawing/2014/main" id="{00A7B3FA-A681-4F2C-9890-65E9F33EFE12}"/>
                </a:ext>
              </a:extLst>
            </p:cNvPr>
            <p:cNvSpPr/>
            <p:nvPr/>
          </p:nvSpPr>
          <p:spPr>
            <a:xfrm>
              <a:off x="4764307" y="-1379059"/>
              <a:ext cx="536773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pt-PT" sz="2400" b="1" dirty="0"/>
            </a:p>
          </p:txBody>
        </p:sp>
        <p:sp>
          <p:nvSpPr>
            <p:cNvPr id="1940" name="Rectangle 1939">
              <a:extLst>
                <a:ext uri="{FF2B5EF4-FFF2-40B4-BE49-F238E27FC236}">
                  <a16:creationId xmlns:a16="http://schemas.microsoft.com/office/drawing/2014/main" id="{796D4D50-E637-46D9-9403-296C91AAAFFA}"/>
                </a:ext>
              </a:extLst>
            </p:cNvPr>
            <p:cNvSpPr/>
            <p:nvPr/>
          </p:nvSpPr>
          <p:spPr>
            <a:xfrm>
              <a:off x="5464323" y="-1379059"/>
              <a:ext cx="709101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pt-PT" sz="2400" b="1" dirty="0"/>
            </a:p>
          </p:txBody>
        </p:sp>
      </p:grpSp>
      <p:grpSp>
        <p:nvGrpSpPr>
          <p:cNvPr id="1929" name="Group 1928">
            <a:extLst>
              <a:ext uri="{FF2B5EF4-FFF2-40B4-BE49-F238E27FC236}">
                <a16:creationId xmlns:a16="http://schemas.microsoft.com/office/drawing/2014/main" id="{DED57ECF-8108-463A-A7FF-32897087C3F3}"/>
              </a:ext>
            </a:extLst>
          </p:cNvPr>
          <p:cNvGrpSpPr/>
          <p:nvPr/>
        </p:nvGrpSpPr>
        <p:grpSpPr>
          <a:xfrm>
            <a:off x="7998409" y="7000954"/>
            <a:ext cx="328451" cy="221480"/>
            <a:chOff x="2422824" y="-1379059"/>
            <a:chExt cx="1284383" cy="490178"/>
          </a:xfrm>
        </p:grpSpPr>
        <p:sp>
          <p:nvSpPr>
            <p:cNvPr id="1931" name="Rectangle 1930">
              <a:extLst>
                <a:ext uri="{FF2B5EF4-FFF2-40B4-BE49-F238E27FC236}">
                  <a16:creationId xmlns:a16="http://schemas.microsoft.com/office/drawing/2014/main" id="{3E1FFB67-E2EB-468A-9988-FCDB519E878C}"/>
                </a:ext>
              </a:extLst>
            </p:cNvPr>
            <p:cNvSpPr/>
            <p:nvPr/>
          </p:nvSpPr>
          <p:spPr>
            <a:xfrm>
              <a:off x="2422824" y="-1379059"/>
              <a:ext cx="552727" cy="490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lang="pt-PT" sz="1000" b="1" dirty="0"/>
            </a:p>
          </p:txBody>
        </p:sp>
        <p:sp>
          <p:nvSpPr>
            <p:cNvPr id="1932" name="Rectangle 1931">
              <a:extLst>
                <a:ext uri="{FF2B5EF4-FFF2-40B4-BE49-F238E27FC236}">
                  <a16:creationId xmlns:a16="http://schemas.microsoft.com/office/drawing/2014/main" id="{E969239E-3107-47D7-99FB-388A72FC1D7C}"/>
                </a:ext>
              </a:extLst>
            </p:cNvPr>
            <p:cNvSpPr/>
            <p:nvPr/>
          </p:nvSpPr>
          <p:spPr>
            <a:xfrm>
              <a:off x="3183200" y="-1379059"/>
              <a:ext cx="524007" cy="490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endParaRPr lang="pt-PT" sz="1000" b="1" dirty="0"/>
            </a:p>
          </p:txBody>
        </p:sp>
      </p:grpSp>
      <p:sp>
        <p:nvSpPr>
          <p:cNvPr id="1930" name="Rectangle 1929">
            <a:extLst>
              <a:ext uri="{FF2B5EF4-FFF2-40B4-BE49-F238E27FC236}">
                <a16:creationId xmlns:a16="http://schemas.microsoft.com/office/drawing/2014/main" id="{C34068AD-87C9-4315-A1D0-A027087D83C6}"/>
              </a:ext>
            </a:extLst>
          </p:cNvPr>
          <p:cNvSpPr/>
          <p:nvPr/>
        </p:nvSpPr>
        <p:spPr>
          <a:xfrm>
            <a:off x="8434963" y="6647011"/>
            <a:ext cx="6976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pt-PT" sz="4000" b="1" dirty="0"/>
          </a:p>
        </p:txBody>
      </p:sp>
    </p:spTree>
    <p:extLst>
      <p:ext uri="{BB962C8B-B14F-4D97-AF65-F5344CB8AC3E}">
        <p14:creationId xmlns:p14="http://schemas.microsoft.com/office/powerpoint/2010/main" val="52086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5173187" y="259721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2" y="3876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Rectangle 1069">
                <a:extLst>
                  <a:ext uri="{FF2B5EF4-FFF2-40B4-BE49-F238E27FC236}">
                    <a16:creationId xmlns:a16="http://schemas.microsoft.com/office/drawing/2014/main" id="{032002A5-EF8B-4DAD-B6AC-73BDCDADF5DA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4" y="2352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1" y="1590685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2788625" y="1291798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274800" y="2952952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91760F-1244-4B28-822F-FE2F7FA322B6}"/>
              </a:ext>
            </a:extLst>
          </p:cNvPr>
          <p:cNvGrpSpPr/>
          <p:nvPr/>
        </p:nvGrpSpPr>
        <p:grpSpPr>
          <a:xfrm>
            <a:off x="5325937" y="4127498"/>
            <a:ext cx="1994586" cy="2104191"/>
            <a:chOff x="6244567" y="3835400"/>
            <a:chExt cx="1994586" cy="2104191"/>
          </a:xfrm>
        </p:grpSpPr>
        <p:sp>
          <p:nvSpPr>
            <p:cNvPr id="1468" name="Star: 5 Points 1467">
              <a:extLst>
                <a:ext uri="{FF2B5EF4-FFF2-40B4-BE49-F238E27FC236}">
                  <a16:creationId xmlns:a16="http://schemas.microsoft.com/office/drawing/2014/main" id="{72DDD2BC-33EA-4A7D-9A7A-D9223164F8FF}"/>
                </a:ext>
              </a:extLst>
            </p:cNvPr>
            <p:cNvSpPr/>
            <p:nvPr/>
          </p:nvSpPr>
          <p:spPr>
            <a:xfrm flipH="1">
              <a:off x="6244567" y="3835400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69" name="Star: 5 Points 1468">
              <a:extLst>
                <a:ext uri="{FF2B5EF4-FFF2-40B4-BE49-F238E27FC236}">
                  <a16:creationId xmlns:a16="http://schemas.microsoft.com/office/drawing/2014/main" id="{E3FA8996-114B-4170-8719-75D9B8385057}"/>
                </a:ext>
              </a:extLst>
            </p:cNvPr>
            <p:cNvSpPr/>
            <p:nvPr/>
          </p:nvSpPr>
          <p:spPr>
            <a:xfrm flipH="1">
              <a:off x="6244567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0" name="Star: 5 Points 1469">
              <a:extLst>
                <a:ext uri="{FF2B5EF4-FFF2-40B4-BE49-F238E27FC236}">
                  <a16:creationId xmlns:a16="http://schemas.microsoft.com/office/drawing/2014/main" id="{24D034BD-453B-44DC-9474-C17535EEE04F}"/>
                </a:ext>
              </a:extLst>
            </p:cNvPr>
            <p:cNvSpPr/>
            <p:nvPr/>
          </p:nvSpPr>
          <p:spPr>
            <a:xfrm flipH="1">
              <a:off x="7714759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1" name="Star: 5 Points 1470">
              <a:extLst>
                <a:ext uri="{FF2B5EF4-FFF2-40B4-BE49-F238E27FC236}">
                  <a16:creationId xmlns:a16="http://schemas.microsoft.com/office/drawing/2014/main" id="{8E50DBAD-A13A-4454-92D3-FE51D0BE80A7}"/>
                </a:ext>
              </a:extLst>
            </p:cNvPr>
            <p:cNvSpPr/>
            <p:nvPr/>
          </p:nvSpPr>
          <p:spPr>
            <a:xfrm flipH="1">
              <a:off x="7714759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91C73D-584D-4959-970C-39E810A41CB8}"/>
              </a:ext>
            </a:extLst>
          </p:cNvPr>
          <p:cNvGrpSpPr/>
          <p:nvPr/>
        </p:nvGrpSpPr>
        <p:grpSpPr>
          <a:xfrm flipH="1">
            <a:off x="6090406" y="319640"/>
            <a:ext cx="2036765" cy="2836221"/>
            <a:chOff x="6998786" y="83456"/>
            <a:chExt cx="2036765" cy="2836221"/>
          </a:xfrm>
        </p:grpSpPr>
        <p:sp>
          <p:nvSpPr>
            <p:cNvPr id="1472" name="Star: 5 Points 1471">
              <a:extLst>
                <a:ext uri="{FF2B5EF4-FFF2-40B4-BE49-F238E27FC236}">
                  <a16:creationId xmlns:a16="http://schemas.microsoft.com/office/drawing/2014/main" id="{C53F0C0E-9354-4731-B7FF-DB2AED4F4AA5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3" name="Star: 5 Points 1472">
              <a:extLst>
                <a:ext uri="{FF2B5EF4-FFF2-40B4-BE49-F238E27FC236}">
                  <a16:creationId xmlns:a16="http://schemas.microsoft.com/office/drawing/2014/main" id="{E100B45C-B78B-4C56-AF94-F276C254DB89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4" name="Star: 5 Points 1473">
              <a:extLst>
                <a:ext uri="{FF2B5EF4-FFF2-40B4-BE49-F238E27FC236}">
                  <a16:creationId xmlns:a16="http://schemas.microsoft.com/office/drawing/2014/main" id="{10A870EA-704A-4FF8-BB35-322E5DDBE83B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5" name="Star: 5 Points 1474">
              <a:extLst>
                <a:ext uri="{FF2B5EF4-FFF2-40B4-BE49-F238E27FC236}">
                  <a16:creationId xmlns:a16="http://schemas.microsoft.com/office/drawing/2014/main" id="{E6C59C78-3E83-43BF-8A28-75B89FBA699A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9B2D28-3FD9-43C4-A69B-477DD91F5026}"/>
              </a:ext>
            </a:extLst>
          </p:cNvPr>
          <p:cNvGrpSpPr/>
          <p:nvPr/>
        </p:nvGrpSpPr>
        <p:grpSpPr>
          <a:xfrm>
            <a:off x="8337895" y="1031827"/>
            <a:ext cx="2106355" cy="2207413"/>
            <a:chOff x="9267333" y="765482"/>
            <a:chExt cx="2106355" cy="2207413"/>
          </a:xfrm>
        </p:grpSpPr>
        <p:sp>
          <p:nvSpPr>
            <p:cNvPr id="655" name="Star: 5 Points 654">
              <a:extLst>
                <a:ext uri="{FF2B5EF4-FFF2-40B4-BE49-F238E27FC236}">
                  <a16:creationId xmlns:a16="http://schemas.microsoft.com/office/drawing/2014/main" id="{B79C5B50-1417-4179-A224-CD63AC84F86F}"/>
                </a:ext>
              </a:extLst>
            </p:cNvPr>
            <p:cNvSpPr/>
            <p:nvPr/>
          </p:nvSpPr>
          <p:spPr>
            <a:xfrm>
              <a:off x="9619057" y="1569823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6" name="Star: 5 Points 655">
              <a:extLst>
                <a:ext uri="{FF2B5EF4-FFF2-40B4-BE49-F238E27FC236}">
                  <a16:creationId xmlns:a16="http://schemas.microsoft.com/office/drawing/2014/main" id="{2C179711-16F0-45AB-8F99-E13D8CF63DBC}"/>
                </a:ext>
              </a:extLst>
            </p:cNvPr>
            <p:cNvSpPr/>
            <p:nvPr/>
          </p:nvSpPr>
          <p:spPr>
            <a:xfrm>
              <a:off x="9980118" y="765482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7" name="Star: 5 Points 656">
              <a:extLst>
                <a:ext uri="{FF2B5EF4-FFF2-40B4-BE49-F238E27FC236}">
                  <a16:creationId xmlns:a16="http://schemas.microsoft.com/office/drawing/2014/main" id="{7B2840DE-2BC7-4CCA-B549-5A03802946D0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0" name="Star: 5 Points 659">
              <a:extLst>
                <a:ext uri="{FF2B5EF4-FFF2-40B4-BE49-F238E27FC236}">
                  <a16:creationId xmlns:a16="http://schemas.microsoft.com/office/drawing/2014/main" id="{C1D26940-E349-4658-9229-134C9FDC5959}"/>
                </a:ext>
              </a:extLst>
            </p:cNvPr>
            <p:cNvSpPr/>
            <p:nvPr/>
          </p:nvSpPr>
          <p:spPr>
            <a:xfrm>
              <a:off x="10358122" y="232321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1" name="Star: 5 Points 660">
              <a:extLst>
                <a:ext uri="{FF2B5EF4-FFF2-40B4-BE49-F238E27FC236}">
                  <a16:creationId xmlns:a16="http://schemas.microsoft.com/office/drawing/2014/main" id="{60EA7F4D-E147-4A34-A06D-B0F16ADD24F8}"/>
                </a:ext>
              </a:extLst>
            </p:cNvPr>
            <p:cNvSpPr/>
            <p:nvPr/>
          </p:nvSpPr>
          <p:spPr>
            <a:xfrm>
              <a:off x="11113717" y="1937260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7E82D1A2-CCC0-46DE-B404-11FB5F49E3DD}"/>
              </a:ext>
            </a:extLst>
          </p:cNvPr>
          <p:cNvGrpSpPr/>
          <p:nvPr/>
        </p:nvGrpSpPr>
        <p:grpSpPr>
          <a:xfrm rot="16200000" flipH="1" flipV="1">
            <a:off x="8737623" y="3056584"/>
            <a:ext cx="2036765" cy="2836221"/>
            <a:chOff x="6998786" y="83456"/>
            <a:chExt cx="2036765" cy="2836221"/>
          </a:xfrm>
        </p:grpSpPr>
        <p:sp>
          <p:nvSpPr>
            <p:cNvPr id="663" name="Star: 5 Points 662">
              <a:extLst>
                <a:ext uri="{FF2B5EF4-FFF2-40B4-BE49-F238E27FC236}">
                  <a16:creationId xmlns:a16="http://schemas.microsoft.com/office/drawing/2014/main" id="{5ABDF031-731B-4C26-A638-7B2537F7EEB9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4" name="Star: 5 Points 663">
              <a:extLst>
                <a:ext uri="{FF2B5EF4-FFF2-40B4-BE49-F238E27FC236}">
                  <a16:creationId xmlns:a16="http://schemas.microsoft.com/office/drawing/2014/main" id="{F82FAFF3-C7B4-44F0-AED7-8FEA07C0F647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5" name="Star: 5 Points 664">
              <a:extLst>
                <a:ext uri="{FF2B5EF4-FFF2-40B4-BE49-F238E27FC236}">
                  <a16:creationId xmlns:a16="http://schemas.microsoft.com/office/drawing/2014/main" id="{BF2FC033-39F2-4199-8202-579BF2727819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6" name="Star: 5 Points 665">
              <a:extLst>
                <a:ext uri="{FF2B5EF4-FFF2-40B4-BE49-F238E27FC236}">
                  <a16:creationId xmlns:a16="http://schemas.microsoft.com/office/drawing/2014/main" id="{475A27EC-1C9D-4FA8-ADFD-6E4E6EFC4974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67" name="Group 666">
            <a:extLst>
              <a:ext uri="{FF2B5EF4-FFF2-40B4-BE49-F238E27FC236}">
                <a16:creationId xmlns:a16="http://schemas.microsoft.com/office/drawing/2014/main" id="{5F5339D2-838A-42AD-90E8-7FAC13EBA6E9}"/>
              </a:ext>
            </a:extLst>
          </p:cNvPr>
          <p:cNvGrpSpPr/>
          <p:nvPr/>
        </p:nvGrpSpPr>
        <p:grpSpPr>
          <a:xfrm>
            <a:off x="9775421" y="668570"/>
            <a:ext cx="1072979" cy="1097391"/>
            <a:chOff x="9267333" y="835392"/>
            <a:chExt cx="2089954" cy="2137503"/>
          </a:xfrm>
        </p:grpSpPr>
        <p:sp>
          <p:nvSpPr>
            <p:cNvPr id="668" name="Star: 5 Points 667">
              <a:extLst>
                <a:ext uri="{FF2B5EF4-FFF2-40B4-BE49-F238E27FC236}">
                  <a16:creationId xmlns:a16="http://schemas.microsoft.com/office/drawing/2014/main" id="{9F42C035-8CE8-4136-8A8F-5CC0017BEBED}"/>
                </a:ext>
              </a:extLst>
            </p:cNvPr>
            <p:cNvSpPr/>
            <p:nvPr/>
          </p:nvSpPr>
          <p:spPr>
            <a:xfrm>
              <a:off x="9619057" y="835392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0" name="Star: 5 Points 669">
              <a:extLst>
                <a:ext uri="{FF2B5EF4-FFF2-40B4-BE49-F238E27FC236}">
                  <a16:creationId xmlns:a16="http://schemas.microsoft.com/office/drawing/2014/main" id="{83CA1967-E879-4BF1-BC80-3C794BDFFFE1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1" name="Star: 5 Points 670">
              <a:extLst>
                <a:ext uri="{FF2B5EF4-FFF2-40B4-BE49-F238E27FC236}">
                  <a16:creationId xmlns:a16="http://schemas.microsoft.com/office/drawing/2014/main" id="{747574B4-2B3B-49CD-8A4F-EA1DE9E36C59}"/>
                </a:ext>
              </a:extLst>
            </p:cNvPr>
            <p:cNvSpPr/>
            <p:nvPr/>
          </p:nvSpPr>
          <p:spPr>
            <a:xfrm>
              <a:off x="11097315" y="2323214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07719F31-F1B9-44DB-B530-3A4B54492B64}"/>
              </a:ext>
            </a:extLst>
          </p:cNvPr>
          <p:cNvGrpSpPr/>
          <p:nvPr/>
        </p:nvGrpSpPr>
        <p:grpSpPr>
          <a:xfrm>
            <a:off x="10526293" y="467145"/>
            <a:ext cx="518245" cy="530036"/>
            <a:chOff x="9267333" y="835392"/>
            <a:chExt cx="2089954" cy="2137503"/>
          </a:xfrm>
        </p:grpSpPr>
        <p:sp>
          <p:nvSpPr>
            <p:cNvPr id="674" name="Star: 5 Points 673">
              <a:extLst>
                <a:ext uri="{FF2B5EF4-FFF2-40B4-BE49-F238E27FC236}">
                  <a16:creationId xmlns:a16="http://schemas.microsoft.com/office/drawing/2014/main" id="{E8CA06C9-67EE-4C0A-A999-9B729DBA8A13}"/>
                </a:ext>
              </a:extLst>
            </p:cNvPr>
            <p:cNvSpPr/>
            <p:nvPr/>
          </p:nvSpPr>
          <p:spPr>
            <a:xfrm>
              <a:off x="9619057" y="835392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5" name="Star: 5 Points 674">
              <a:extLst>
                <a:ext uri="{FF2B5EF4-FFF2-40B4-BE49-F238E27FC236}">
                  <a16:creationId xmlns:a16="http://schemas.microsoft.com/office/drawing/2014/main" id="{B91BA3D0-21B4-4841-A054-623F2443CB6F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Star: 5 Points 675">
              <a:extLst>
                <a:ext uri="{FF2B5EF4-FFF2-40B4-BE49-F238E27FC236}">
                  <a16:creationId xmlns:a16="http://schemas.microsoft.com/office/drawing/2014/main" id="{50419AE4-53B0-49BA-8C0F-18418F8F8640}"/>
                </a:ext>
              </a:extLst>
            </p:cNvPr>
            <p:cNvSpPr/>
            <p:nvPr/>
          </p:nvSpPr>
          <p:spPr>
            <a:xfrm>
              <a:off x="11097315" y="2323214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7" name="Group 676">
            <a:extLst>
              <a:ext uri="{FF2B5EF4-FFF2-40B4-BE49-F238E27FC236}">
                <a16:creationId xmlns:a16="http://schemas.microsoft.com/office/drawing/2014/main" id="{5BED9403-87B5-4858-AF49-6F1C90CEE837}"/>
              </a:ext>
            </a:extLst>
          </p:cNvPr>
          <p:cNvGrpSpPr/>
          <p:nvPr/>
        </p:nvGrpSpPr>
        <p:grpSpPr>
          <a:xfrm>
            <a:off x="10898216" y="357391"/>
            <a:ext cx="270421" cy="276574"/>
            <a:chOff x="9267333" y="835392"/>
            <a:chExt cx="2089954" cy="2137503"/>
          </a:xfrm>
        </p:grpSpPr>
        <p:sp>
          <p:nvSpPr>
            <p:cNvPr id="678" name="Star: 5 Points 677">
              <a:extLst>
                <a:ext uri="{FF2B5EF4-FFF2-40B4-BE49-F238E27FC236}">
                  <a16:creationId xmlns:a16="http://schemas.microsoft.com/office/drawing/2014/main" id="{824926EE-2FF1-470D-9DAC-64BDFE139822}"/>
                </a:ext>
              </a:extLst>
            </p:cNvPr>
            <p:cNvSpPr/>
            <p:nvPr/>
          </p:nvSpPr>
          <p:spPr>
            <a:xfrm>
              <a:off x="9619057" y="835392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Star: 5 Points 678">
              <a:extLst>
                <a:ext uri="{FF2B5EF4-FFF2-40B4-BE49-F238E27FC236}">
                  <a16:creationId xmlns:a16="http://schemas.microsoft.com/office/drawing/2014/main" id="{8719CB68-BC48-4E74-BC31-0B9CE0A0D383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Star: 5 Points 679">
              <a:extLst>
                <a:ext uri="{FF2B5EF4-FFF2-40B4-BE49-F238E27FC236}">
                  <a16:creationId xmlns:a16="http://schemas.microsoft.com/office/drawing/2014/main" id="{7AB0068B-5832-49CF-8EFC-976B15B72BFB}"/>
                </a:ext>
              </a:extLst>
            </p:cNvPr>
            <p:cNvSpPr/>
            <p:nvPr/>
          </p:nvSpPr>
          <p:spPr>
            <a:xfrm>
              <a:off x="11097315" y="2323214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681" name="TextBox 680">
            <a:extLst>
              <a:ext uri="{FF2B5EF4-FFF2-40B4-BE49-F238E27FC236}">
                <a16:creationId xmlns:a16="http://schemas.microsoft.com/office/drawing/2014/main" id="{A3392486-21CA-4CB0-ADE4-5463F5834537}"/>
              </a:ext>
            </a:extLst>
          </p:cNvPr>
          <p:cNvSpPr txBox="1"/>
          <p:nvPr/>
        </p:nvSpPr>
        <p:spPr>
          <a:xfrm>
            <a:off x="518052" y="240469"/>
            <a:ext cx="4056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3-star </a:t>
            </a:r>
            <a:r>
              <a:rPr lang="pt-PT" sz="3600" b="1" dirty="0" err="1"/>
              <a:t>tail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  <a:p>
            <a:r>
              <a:rPr lang="pt-PT" sz="3600" b="1" dirty="0"/>
              <a:t>(</a:t>
            </a:r>
            <a:r>
              <a:rPr lang="pt-PT" sz="3600" b="1" dirty="0" err="1"/>
              <a:t>good</a:t>
            </a:r>
            <a:r>
              <a:rPr lang="pt-PT" sz="3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564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2" y="3876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Rectangle 1069">
                <a:extLst>
                  <a:ext uri="{FF2B5EF4-FFF2-40B4-BE49-F238E27FC236}">
                    <a16:creationId xmlns:a16="http://schemas.microsoft.com/office/drawing/2014/main" id="{032002A5-EF8B-4DAD-B6AC-73BDCDADF5DA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4" y="2352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1" y="1590685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503400" y="338917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91760F-1244-4B28-822F-FE2F7FA322B6}"/>
              </a:ext>
            </a:extLst>
          </p:cNvPr>
          <p:cNvGrpSpPr/>
          <p:nvPr/>
        </p:nvGrpSpPr>
        <p:grpSpPr>
          <a:xfrm>
            <a:off x="6255375" y="3861153"/>
            <a:ext cx="1994586" cy="2104191"/>
            <a:chOff x="6244567" y="3835400"/>
            <a:chExt cx="1994586" cy="2104191"/>
          </a:xfrm>
        </p:grpSpPr>
        <p:sp>
          <p:nvSpPr>
            <p:cNvPr id="1468" name="Star: 5 Points 1467">
              <a:extLst>
                <a:ext uri="{FF2B5EF4-FFF2-40B4-BE49-F238E27FC236}">
                  <a16:creationId xmlns:a16="http://schemas.microsoft.com/office/drawing/2014/main" id="{72DDD2BC-33EA-4A7D-9A7A-D9223164F8FF}"/>
                </a:ext>
              </a:extLst>
            </p:cNvPr>
            <p:cNvSpPr/>
            <p:nvPr/>
          </p:nvSpPr>
          <p:spPr>
            <a:xfrm flipH="1">
              <a:off x="6244567" y="3835400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69" name="Star: 5 Points 1468">
              <a:extLst>
                <a:ext uri="{FF2B5EF4-FFF2-40B4-BE49-F238E27FC236}">
                  <a16:creationId xmlns:a16="http://schemas.microsoft.com/office/drawing/2014/main" id="{E3FA8996-114B-4170-8719-75D9B8385057}"/>
                </a:ext>
              </a:extLst>
            </p:cNvPr>
            <p:cNvSpPr/>
            <p:nvPr/>
          </p:nvSpPr>
          <p:spPr>
            <a:xfrm flipH="1">
              <a:off x="6244567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0" name="Star: 5 Points 1469">
              <a:extLst>
                <a:ext uri="{FF2B5EF4-FFF2-40B4-BE49-F238E27FC236}">
                  <a16:creationId xmlns:a16="http://schemas.microsoft.com/office/drawing/2014/main" id="{24D034BD-453B-44DC-9474-C17535EEE04F}"/>
                </a:ext>
              </a:extLst>
            </p:cNvPr>
            <p:cNvSpPr/>
            <p:nvPr/>
          </p:nvSpPr>
          <p:spPr>
            <a:xfrm flipH="1">
              <a:off x="7714759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1" name="Star: 5 Points 1470">
              <a:extLst>
                <a:ext uri="{FF2B5EF4-FFF2-40B4-BE49-F238E27FC236}">
                  <a16:creationId xmlns:a16="http://schemas.microsoft.com/office/drawing/2014/main" id="{8E50DBAD-A13A-4454-92D3-FE51D0BE80A7}"/>
                </a:ext>
              </a:extLst>
            </p:cNvPr>
            <p:cNvSpPr/>
            <p:nvPr/>
          </p:nvSpPr>
          <p:spPr>
            <a:xfrm flipH="1">
              <a:off x="7714759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91C73D-584D-4959-970C-39E810A41CB8}"/>
              </a:ext>
            </a:extLst>
          </p:cNvPr>
          <p:cNvGrpSpPr/>
          <p:nvPr/>
        </p:nvGrpSpPr>
        <p:grpSpPr>
          <a:xfrm flipH="1">
            <a:off x="7019844" y="53295"/>
            <a:ext cx="2036765" cy="2836221"/>
            <a:chOff x="6998786" y="83456"/>
            <a:chExt cx="2036765" cy="2836221"/>
          </a:xfrm>
        </p:grpSpPr>
        <p:sp>
          <p:nvSpPr>
            <p:cNvPr id="1472" name="Star: 5 Points 1471">
              <a:extLst>
                <a:ext uri="{FF2B5EF4-FFF2-40B4-BE49-F238E27FC236}">
                  <a16:creationId xmlns:a16="http://schemas.microsoft.com/office/drawing/2014/main" id="{C53F0C0E-9354-4731-B7FF-DB2AED4F4AA5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3" name="Star: 5 Points 1472">
              <a:extLst>
                <a:ext uri="{FF2B5EF4-FFF2-40B4-BE49-F238E27FC236}">
                  <a16:creationId xmlns:a16="http://schemas.microsoft.com/office/drawing/2014/main" id="{E100B45C-B78B-4C56-AF94-F276C254DB89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4" name="Star: 5 Points 1473">
              <a:extLst>
                <a:ext uri="{FF2B5EF4-FFF2-40B4-BE49-F238E27FC236}">
                  <a16:creationId xmlns:a16="http://schemas.microsoft.com/office/drawing/2014/main" id="{10A870EA-704A-4FF8-BB35-322E5DDBE83B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5" name="Star: 5 Points 1474">
              <a:extLst>
                <a:ext uri="{FF2B5EF4-FFF2-40B4-BE49-F238E27FC236}">
                  <a16:creationId xmlns:a16="http://schemas.microsoft.com/office/drawing/2014/main" id="{E6C59C78-3E83-43BF-8A28-75B89FBA699A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9B2D28-3FD9-43C4-A69B-477DD91F5026}"/>
              </a:ext>
            </a:extLst>
          </p:cNvPr>
          <p:cNvGrpSpPr/>
          <p:nvPr/>
        </p:nvGrpSpPr>
        <p:grpSpPr>
          <a:xfrm>
            <a:off x="9267333" y="765482"/>
            <a:ext cx="2106355" cy="2207413"/>
            <a:chOff x="9267333" y="765482"/>
            <a:chExt cx="2106355" cy="2207413"/>
          </a:xfrm>
        </p:grpSpPr>
        <p:sp>
          <p:nvSpPr>
            <p:cNvPr id="655" name="Star: 5 Points 654">
              <a:extLst>
                <a:ext uri="{FF2B5EF4-FFF2-40B4-BE49-F238E27FC236}">
                  <a16:creationId xmlns:a16="http://schemas.microsoft.com/office/drawing/2014/main" id="{B79C5B50-1417-4179-A224-CD63AC84F86F}"/>
                </a:ext>
              </a:extLst>
            </p:cNvPr>
            <p:cNvSpPr/>
            <p:nvPr/>
          </p:nvSpPr>
          <p:spPr>
            <a:xfrm>
              <a:off x="9619057" y="1569823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6" name="Star: 5 Points 655">
              <a:extLst>
                <a:ext uri="{FF2B5EF4-FFF2-40B4-BE49-F238E27FC236}">
                  <a16:creationId xmlns:a16="http://schemas.microsoft.com/office/drawing/2014/main" id="{2C179711-16F0-45AB-8F99-E13D8CF63DBC}"/>
                </a:ext>
              </a:extLst>
            </p:cNvPr>
            <p:cNvSpPr/>
            <p:nvPr/>
          </p:nvSpPr>
          <p:spPr>
            <a:xfrm>
              <a:off x="9980118" y="765482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7" name="Star: 5 Points 656">
              <a:extLst>
                <a:ext uri="{FF2B5EF4-FFF2-40B4-BE49-F238E27FC236}">
                  <a16:creationId xmlns:a16="http://schemas.microsoft.com/office/drawing/2014/main" id="{7B2840DE-2BC7-4CCA-B549-5A03802946D0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0" name="Star: 5 Points 659">
              <a:extLst>
                <a:ext uri="{FF2B5EF4-FFF2-40B4-BE49-F238E27FC236}">
                  <a16:creationId xmlns:a16="http://schemas.microsoft.com/office/drawing/2014/main" id="{C1D26940-E349-4658-9229-134C9FDC5959}"/>
                </a:ext>
              </a:extLst>
            </p:cNvPr>
            <p:cNvSpPr/>
            <p:nvPr/>
          </p:nvSpPr>
          <p:spPr>
            <a:xfrm>
              <a:off x="10358122" y="232321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1" name="Star: 5 Points 660">
              <a:extLst>
                <a:ext uri="{FF2B5EF4-FFF2-40B4-BE49-F238E27FC236}">
                  <a16:creationId xmlns:a16="http://schemas.microsoft.com/office/drawing/2014/main" id="{60EA7F4D-E147-4A34-A06D-B0F16ADD24F8}"/>
                </a:ext>
              </a:extLst>
            </p:cNvPr>
            <p:cNvSpPr/>
            <p:nvPr/>
          </p:nvSpPr>
          <p:spPr>
            <a:xfrm>
              <a:off x="11113717" y="1937260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7E82D1A2-CCC0-46DE-B404-11FB5F49E3DD}"/>
              </a:ext>
            </a:extLst>
          </p:cNvPr>
          <p:cNvGrpSpPr/>
          <p:nvPr/>
        </p:nvGrpSpPr>
        <p:grpSpPr>
          <a:xfrm rot="16200000" flipH="1" flipV="1">
            <a:off x="9667061" y="2790239"/>
            <a:ext cx="2036765" cy="2836221"/>
            <a:chOff x="6998786" y="83456"/>
            <a:chExt cx="2036765" cy="2836221"/>
          </a:xfrm>
        </p:grpSpPr>
        <p:sp>
          <p:nvSpPr>
            <p:cNvPr id="663" name="Star: 5 Points 662">
              <a:extLst>
                <a:ext uri="{FF2B5EF4-FFF2-40B4-BE49-F238E27FC236}">
                  <a16:creationId xmlns:a16="http://schemas.microsoft.com/office/drawing/2014/main" id="{5ABDF031-731B-4C26-A638-7B2537F7EEB9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4" name="Star: 5 Points 663">
              <a:extLst>
                <a:ext uri="{FF2B5EF4-FFF2-40B4-BE49-F238E27FC236}">
                  <a16:creationId xmlns:a16="http://schemas.microsoft.com/office/drawing/2014/main" id="{F82FAFF3-C7B4-44F0-AED7-8FEA07C0F647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5" name="Star: 5 Points 664">
              <a:extLst>
                <a:ext uri="{FF2B5EF4-FFF2-40B4-BE49-F238E27FC236}">
                  <a16:creationId xmlns:a16="http://schemas.microsoft.com/office/drawing/2014/main" id="{BF2FC033-39F2-4199-8202-579BF2727819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6" name="Star: 5 Points 665">
              <a:extLst>
                <a:ext uri="{FF2B5EF4-FFF2-40B4-BE49-F238E27FC236}">
                  <a16:creationId xmlns:a16="http://schemas.microsoft.com/office/drawing/2014/main" id="{475A27EC-1C9D-4FA8-ADFD-6E4E6EFC4974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67" name="Group 666">
            <a:extLst>
              <a:ext uri="{FF2B5EF4-FFF2-40B4-BE49-F238E27FC236}">
                <a16:creationId xmlns:a16="http://schemas.microsoft.com/office/drawing/2014/main" id="{5F5339D2-838A-42AD-90E8-7FAC13EBA6E9}"/>
              </a:ext>
            </a:extLst>
          </p:cNvPr>
          <p:cNvGrpSpPr/>
          <p:nvPr/>
        </p:nvGrpSpPr>
        <p:grpSpPr>
          <a:xfrm>
            <a:off x="10704846" y="576162"/>
            <a:ext cx="882069" cy="923451"/>
            <a:chOff x="9267333" y="1174189"/>
            <a:chExt cx="1718103" cy="1798706"/>
          </a:xfrm>
        </p:grpSpPr>
        <p:sp>
          <p:nvSpPr>
            <p:cNvPr id="668" name="Star: 5 Points 667">
              <a:extLst>
                <a:ext uri="{FF2B5EF4-FFF2-40B4-BE49-F238E27FC236}">
                  <a16:creationId xmlns:a16="http://schemas.microsoft.com/office/drawing/2014/main" id="{9F42C035-8CE8-4136-8A8F-5CC0017BEBED}"/>
                </a:ext>
              </a:extLst>
            </p:cNvPr>
            <p:cNvSpPr/>
            <p:nvPr/>
          </p:nvSpPr>
          <p:spPr>
            <a:xfrm>
              <a:off x="9619058" y="1174189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0" name="Star: 5 Points 669">
              <a:extLst>
                <a:ext uri="{FF2B5EF4-FFF2-40B4-BE49-F238E27FC236}">
                  <a16:creationId xmlns:a16="http://schemas.microsoft.com/office/drawing/2014/main" id="{83CA1967-E879-4BF1-BC80-3C794BDFFFE1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1" name="Star: 5 Points 670">
              <a:extLst>
                <a:ext uri="{FF2B5EF4-FFF2-40B4-BE49-F238E27FC236}">
                  <a16:creationId xmlns:a16="http://schemas.microsoft.com/office/drawing/2014/main" id="{747574B4-2B3B-49CD-8A4F-EA1DE9E36C59}"/>
                </a:ext>
              </a:extLst>
            </p:cNvPr>
            <p:cNvSpPr/>
            <p:nvPr/>
          </p:nvSpPr>
          <p:spPr>
            <a:xfrm>
              <a:off x="10725464" y="2323215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07719F31-F1B9-44DB-B530-3A4B54492B64}"/>
              </a:ext>
            </a:extLst>
          </p:cNvPr>
          <p:cNvGrpSpPr/>
          <p:nvPr/>
        </p:nvGrpSpPr>
        <p:grpSpPr>
          <a:xfrm>
            <a:off x="11643345" y="195737"/>
            <a:ext cx="354585" cy="349595"/>
            <a:chOff x="10023946" y="814972"/>
            <a:chExt cx="1429955" cy="1409826"/>
          </a:xfrm>
        </p:grpSpPr>
        <p:sp>
          <p:nvSpPr>
            <p:cNvPr id="674" name="Star: 5 Points 673">
              <a:extLst>
                <a:ext uri="{FF2B5EF4-FFF2-40B4-BE49-F238E27FC236}">
                  <a16:creationId xmlns:a16="http://schemas.microsoft.com/office/drawing/2014/main" id="{E8CA06C9-67EE-4C0A-A999-9B729DBA8A13}"/>
                </a:ext>
              </a:extLst>
            </p:cNvPr>
            <p:cNvSpPr/>
            <p:nvPr/>
          </p:nvSpPr>
          <p:spPr>
            <a:xfrm>
              <a:off x="10406699" y="814972"/>
              <a:ext cx="259972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Star: 5 Points 675">
              <a:extLst>
                <a:ext uri="{FF2B5EF4-FFF2-40B4-BE49-F238E27FC236}">
                  <a16:creationId xmlns:a16="http://schemas.microsoft.com/office/drawing/2014/main" id="{50419AE4-53B0-49BA-8C0F-18418F8F8640}"/>
                </a:ext>
              </a:extLst>
            </p:cNvPr>
            <p:cNvSpPr/>
            <p:nvPr/>
          </p:nvSpPr>
          <p:spPr>
            <a:xfrm>
              <a:off x="11193929" y="1602474"/>
              <a:ext cx="259972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4" name="Star: 5 Points 683">
              <a:extLst>
                <a:ext uri="{FF2B5EF4-FFF2-40B4-BE49-F238E27FC236}">
                  <a16:creationId xmlns:a16="http://schemas.microsoft.com/office/drawing/2014/main" id="{0F87C735-FFA3-4291-8AC7-BE7D69E75696}"/>
                </a:ext>
              </a:extLst>
            </p:cNvPr>
            <p:cNvSpPr/>
            <p:nvPr/>
          </p:nvSpPr>
          <p:spPr>
            <a:xfrm>
              <a:off x="10023946" y="1964827"/>
              <a:ext cx="259972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7" name="Group 676">
            <a:extLst>
              <a:ext uri="{FF2B5EF4-FFF2-40B4-BE49-F238E27FC236}">
                <a16:creationId xmlns:a16="http://schemas.microsoft.com/office/drawing/2014/main" id="{5BED9403-87B5-4858-AF49-6F1C90CEE837}"/>
              </a:ext>
            </a:extLst>
          </p:cNvPr>
          <p:cNvGrpSpPr/>
          <p:nvPr/>
        </p:nvGrpSpPr>
        <p:grpSpPr>
          <a:xfrm>
            <a:off x="11827654" y="91046"/>
            <a:ext cx="270421" cy="276574"/>
            <a:chOff x="9267333" y="835392"/>
            <a:chExt cx="2089954" cy="2137503"/>
          </a:xfrm>
        </p:grpSpPr>
        <p:sp>
          <p:nvSpPr>
            <p:cNvPr id="678" name="Star: 5 Points 677">
              <a:extLst>
                <a:ext uri="{FF2B5EF4-FFF2-40B4-BE49-F238E27FC236}">
                  <a16:creationId xmlns:a16="http://schemas.microsoft.com/office/drawing/2014/main" id="{824926EE-2FF1-470D-9DAC-64BDFE139822}"/>
                </a:ext>
              </a:extLst>
            </p:cNvPr>
            <p:cNvSpPr/>
            <p:nvPr/>
          </p:nvSpPr>
          <p:spPr>
            <a:xfrm>
              <a:off x="9619057" y="835392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Star: 5 Points 678">
              <a:extLst>
                <a:ext uri="{FF2B5EF4-FFF2-40B4-BE49-F238E27FC236}">
                  <a16:creationId xmlns:a16="http://schemas.microsoft.com/office/drawing/2014/main" id="{8719CB68-BC48-4E74-BC31-0B9CE0A0D383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Star: 5 Points 679">
              <a:extLst>
                <a:ext uri="{FF2B5EF4-FFF2-40B4-BE49-F238E27FC236}">
                  <a16:creationId xmlns:a16="http://schemas.microsoft.com/office/drawing/2014/main" id="{7AB0068B-5832-49CF-8EFC-976B15B72BFB}"/>
                </a:ext>
              </a:extLst>
            </p:cNvPr>
            <p:cNvSpPr/>
            <p:nvPr/>
          </p:nvSpPr>
          <p:spPr>
            <a:xfrm>
              <a:off x="11097315" y="2323214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681" name="TextBox 680">
            <a:extLst>
              <a:ext uri="{FF2B5EF4-FFF2-40B4-BE49-F238E27FC236}">
                <a16:creationId xmlns:a16="http://schemas.microsoft.com/office/drawing/2014/main" id="{A3392486-21CA-4CB0-ADE4-5463F5834537}"/>
              </a:ext>
            </a:extLst>
          </p:cNvPr>
          <p:cNvSpPr txBox="1"/>
          <p:nvPr/>
        </p:nvSpPr>
        <p:spPr>
          <a:xfrm>
            <a:off x="518052" y="240469"/>
            <a:ext cx="5698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</a:t>
            </a:r>
            <a:r>
              <a:rPr lang="pt-PT" sz="3600" b="1" dirty="0" err="1"/>
              <a:t>variable</a:t>
            </a:r>
            <a:r>
              <a:rPr lang="pt-PT" sz="3600" b="1" dirty="0"/>
              <a:t> 3-star </a:t>
            </a:r>
            <a:r>
              <a:rPr lang="pt-PT" sz="3600" b="1" dirty="0" err="1"/>
              <a:t>tail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A4994CCB-8C99-4E9F-B79F-8937C2494069}"/>
              </a:ext>
            </a:extLst>
          </p:cNvPr>
          <p:cNvSpPr txBox="1"/>
          <p:nvPr/>
        </p:nvSpPr>
        <p:spPr>
          <a:xfrm>
            <a:off x="518052" y="1154439"/>
            <a:ext cx="5622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(some </a:t>
            </a:r>
            <a:r>
              <a:rPr lang="pt-PT" sz="3600" b="1" dirty="0" err="1"/>
              <a:t>freedom</a:t>
            </a:r>
            <a:r>
              <a:rPr lang="pt-PT" sz="3600" b="1" dirty="0"/>
              <a:t> to </a:t>
            </a:r>
            <a:r>
              <a:rPr lang="pt-PT" sz="3600" b="1" dirty="0" err="1"/>
              <a:t>alternate</a:t>
            </a:r>
            <a:r>
              <a:rPr lang="pt-PT" sz="3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6028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2" y="3114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2" y="3876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2" y="1590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4" y="2352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4" y="3876685"/>
                <a:ext cx="761999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1" y="1590685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7" y="3876682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503400" y="338917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1" name="TextBox 680">
            <a:extLst>
              <a:ext uri="{FF2B5EF4-FFF2-40B4-BE49-F238E27FC236}">
                <a16:creationId xmlns:a16="http://schemas.microsoft.com/office/drawing/2014/main" id="{A3392486-21CA-4CB0-ADE4-5463F5834537}"/>
              </a:ext>
            </a:extLst>
          </p:cNvPr>
          <p:cNvSpPr txBox="1"/>
          <p:nvPr/>
        </p:nvSpPr>
        <p:spPr>
          <a:xfrm>
            <a:off x="518052" y="240469"/>
            <a:ext cx="4454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4-star </a:t>
            </a:r>
            <a:r>
              <a:rPr lang="pt-PT" sz="3600" b="1" dirty="0" err="1"/>
              <a:t>finite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</p:txBody>
      </p:sp>
      <p:grpSp>
        <p:nvGrpSpPr>
          <p:cNvPr id="692" name="Group 691">
            <a:extLst>
              <a:ext uri="{FF2B5EF4-FFF2-40B4-BE49-F238E27FC236}">
                <a16:creationId xmlns:a16="http://schemas.microsoft.com/office/drawing/2014/main" id="{A4E4405F-248E-4F3C-914D-7949A9E319A2}"/>
              </a:ext>
            </a:extLst>
          </p:cNvPr>
          <p:cNvGrpSpPr/>
          <p:nvPr/>
        </p:nvGrpSpPr>
        <p:grpSpPr>
          <a:xfrm>
            <a:off x="10731415" y="798447"/>
            <a:ext cx="665251" cy="671721"/>
            <a:chOff x="5413416" y="3835400"/>
            <a:chExt cx="2825737" cy="2853221"/>
          </a:xfrm>
        </p:grpSpPr>
        <p:sp>
          <p:nvSpPr>
            <p:cNvPr id="693" name="Star: 5 Points 692">
              <a:extLst>
                <a:ext uri="{FF2B5EF4-FFF2-40B4-BE49-F238E27FC236}">
                  <a16:creationId xmlns:a16="http://schemas.microsoft.com/office/drawing/2014/main" id="{4F1826EA-C131-4A24-A629-53B09BB028A3}"/>
                </a:ext>
              </a:extLst>
            </p:cNvPr>
            <p:cNvSpPr/>
            <p:nvPr/>
          </p:nvSpPr>
          <p:spPr>
            <a:xfrm flipH="1">
              <a:off x="6244566" y="3835400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4" name="Star: 5 Points 693">
              <a:extLst>
                <a:ext uri="{FF2B5EF4-FFF2-40B4-BE49-F238E27FC236}">
                  <a16:creationId xmlns:a16="http://schemas.microsoft.com/office/drawing/2014/main" id="{CE27DB33-AA11-4D4D-84E6-5BA34570D19B}"/>
                </a:ext>
              </a:extLst>
            </p:cNvPr>
            <p:cNvSpPr/>
            <p:nvPr/>
          </p:nvSpPr>
          <p:spPr>
            <a:xfrm flipH="1">
              <a:off x="5413416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5" name="Star: 5 Points 694">
              <a:extLst>
                <a:ext uri="{FF2B5EF4-FFF2-40B4-BE49-F238E27FC236}">
                  <a16:creationId xmlns:a16="http://schemas.microsoft.com/office/drawing/2014/main" id="{A641EA09-3293-492B-92E6-C03A901BE7C8}"/>
                </a:ext>
              </a:extLst>
            </p:cNvPr>
            <p:cNvSpPr/>
            <p:nvPr/>
          </p:nvSpPr>
          <p:spPr>
            <a:xfrm flipH="1">
              <a:off x="7714758" y="4639404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Star: 5 Points 695">
              <a:extLst>
                <a:ext uri="{FF2B5EF4-FFF2-40B4-BE49-F238E27FC236}">
                  <a16:creationId xmlns:a16="http://schemas.microsoft.com/office/drawing/2014/main" id="{8671EF76-0830-4FF9-B6C3-026570E44E4C}"/>
                </a:ext>
              </a:extLst>
            </p:cNvPr>
            <p:cNvSpPr/>
            <p:nvPr/>
          </p:nvSpPr>
          <p:spPr>
            <a:xfrm flipH="1">
              <a:off x="6898046" y="6164226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13" name="Group 712">
            <a:extLst>
              <a:ext uri="{FF2B5EF4-FFF2-40B4-BE49-F238E27FC236}">
                <a16:creationId xmlns:a16="http://schemas.microsoft.com/office/drawing/2014/main" id="{007BF2FD-C045-4CA8-94F2-37EF460F1782}"/>
              </a:ext>
            </a:extLst>
          </p:cNvPr>
          <p:cNvGrpSpPr/>
          <p:nvPr/>
        </p:nvGrpSpPr>
        <p:grpSpPr>
          <a:xfrm>
            <a:off x="6255375" y="3861153"/>
            <a:ext cx="1994586" cy="2104191"/>
            <a:chOff x="6244567" y="3835400"/>
            <a:chExt cx="1994586" cy="2104191"/>
          </a:xfrm>
        </p:grpSpPr>
        <p:sp>
          <p:nvSpPr>
            <p:cNvPr id="714" name="Star: 5 Points 713">
              <a:extLst>
                <a:ext uri="{FF2B5EF4-FFF2-40B4-BE49-F238E27FC236}">
                  <a16:creationId xmlns:a16="http://schemas.microsoft.com/office/drawing/2014/main" id="{460CA655-713B-4F18-B12A-7D70400BAB8B}"/>
                </a:ext>
              </a:extLst>
            </p:cNvPr>
            <p:cNvSpPr/>
            <p:nvPr/>
          </p:nvSpPr>
          <p:spPr>
            <a:xfrm flipH="1">
              <a:off x="6244567" y="3835400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5" name="Star: 5 Points 714">
              <a:extLst>
                <a:ext uri="{FF2B5EF4-FFF2-40B4-BE49-F238E27FC236}">
                  <a16:creationId xmlns:a16="http://schemas.microsoft.com/office/drawing/2014/main" id="{06D4CBF5-A024-4CDF-89E8-79DE04076F6B}"/>
                </a:ext>
              </a:extLst>
            </p:cNvPr>
            <p:cNvSpPr/>
            <p:nvPr/>
          </p:nvSpPr>
          <p:spPr>
            <a:xfrm flipH="1">
              <a:off x="6244567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6" name="Star: 5 Points 715">
              <a:extLst>
                <a:ext uri="{FF2B5EF4-FFF2-40B4-BE49-F238E27FC236}">
                  <a16:creationId xmlns:a16="http://schemas.microsoft.com/office/drawing/2014/main" id="{1FAAAC22-2CBD-4362-89DA-71A5DCF81778}"/>
                </a:ext>
              </a:extLst>
            </p:cNvPr>
            <p:cNvSpPr/>
            <p:nvPr/>
          </p:nvSpPr>
          <p:spPr>
            <a:xfrm flipH="1">
              <a:off x="7714759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7" name="Star: 5 Points 716">
              <a:extLst>
                <a:ext uri="{FF2B5EF4-FFF2-40B4-BE49-F238E27FC236}">
                  <a16:creationId xmlns:a16="http://schemas.microsoft.com/office/drawing/2014/main" id="{036FC0CF-EDEC-45B7-B838-151C275F874D}"/>
                </a:ext>
              </a:extLst>
            </p:cNvPr>
            <p:cNvSpPr/>
            <p:nvPr/>
          </p:nvSpPr>
          <p:spPr>
            <a:xfrm flipH="1">
              <a:off x="7714759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18" name="Group 717">
            <a:extLst>
              <a:ext uri="{FF2B5EF4-FFF2-40B4-BE49-F238E27FC236}">
                <a16:creationId xmlns:a16="http://schemas.microsoft.com/office/drawing/2014/main" id="{CEF9EDD6-AF78-4AC5-B2FD-DB950E16FD89}"/>
              </a:ext>
            </a:extLst>
          </p:cNvPr>
          <p:cNvGrpSpPr/>
          <p:nvPr/>
        </p:nvGrpSpPr>
        <p:grpSpPr>
          <a:xfrm flipH="1">
            <a:off x="7019844" y="53295"/>
            <a:ext cx="2036765" cy="2836221"/>
            <a:chOff x="6998786" y="83456"/>
            <a:chExt cx="2036765" cy="2836221"/>
          </a:xfrm>
        </p:grpSpPr>
        <p:sp>
          <p:nvSpPr>
            <p:cNvPr id="719" name="Star: 5 Points 718">
              <a:extLst>
                <a:ext uri="{FF2B5EF4-FFF2-40B4-BE49-F238E27FC236}">
                  <a16:creationId xmlns:a16="http://schemas.microsoft.com/office/drawing/2014/main" id="{67888FDD-80C8-4371-A8FE-C2781E837247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0" name="Star: 5 Points 719">
              <a:extLst>
                <a:ext uri="{FF2B5EF4-FFF2-40B4-BE49-F238E27FC236}">
                  <a16:creationId xmlns:a16="http://schemas.microsoft.com/office/drawing/2014/main" id="{C5FEC939-F3CD-4662-83DB-1B9BC73BBBFD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1" name="Star: 5 Points 720">
              <a:extLst>
                <a:ext uri="{FF2B5EF4-FFF2-40B4-BE49-F238E27FC236}">
                  <a16:creationId xmlns:a16="http://schemas.microsoft.com/office/drawing/2014/main" id="{7F2C77C9-4654-4BCD-8B90-68D93BD83CF9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2" name="Star: 5 Points 721">
              <a:extLst>
                <a:ext uri="{FF2B5EF4-FFF2-40B4-BE49-F238E27FC236}">
                  <a16:creationId xmlns:a16="http://schemas.microsoft.com/office/drawing/2014/main" id="{0BEBF6C1-C004-4B2F-951D-BB9E329A282F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FED1EFED-398E-45FF-85B6-F2363E85A091}"/>
              </a:ext>
            </a:extLst>
          </p:cNvPr>
          <p:cNvGrpSpPr/>
          <p:nvPr/>
        </p:nvGrpSpPr>
        <p:grpSpPr>
          <a:xfrm rot="16200000" flipH="1" flipV="1">
            <a:off x="9667061" y="2790239"/>
            <a:ext cx="2036765" cy="2836221"/>
            <a:chOff x="6998786" y="83456"/>
            <a:chExt cx="2036765" cy="2836221"/>
          </a:xfrm>
        </p:grpSpPr>
        <p:sp>
          <p:nvSpPr>
            <p:cNvPr id="724" name="Star: 5 Points 723">
              <a:extLst>
                <a:ext uri="{FF2B5EF4-FFF2-40B4-BE49-F238E27FC236}">
                  <a16:creationId xmlns:a16="http://schemas.microsoft.com/office/drawing/2014/main" id="{270643B0-5F69-4139-99EE-AC07FCF26E9D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5" name="Star: 5 Points 724">
              <a:extLst>
                <a:ext uri="{FF2B5EF4-FFF2-40B4-BE49-F238E27FC236}">
                  <a16:creationId xmlns:a16="http://schemas.microsoft.com/office/drawing/2014/main" id="{EA23274E-A0D3-4622-85FD-F6AB961D6978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Star: 5 Points 725">
              <a:extLst>
                <a:ext uri="{FF2B5EF4-FFF2-40B4-BE49-F238E27FC236}">
                  <a16:creationId xmlns:a16="http://schemas.microsoft.com/office/drawing/2014/main" id="{135F3059-1B93-4095-B89C-A2013F6062C7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Star: 5 Points 726">
              <a:extLst>
                <a:ext uri="{FF2B5EF4-FFF2-40B4-BE49-F238E27FC236}">
                  <a16:creationId xmlns:a16="http://schemas.microsoft.com/office/drawing/2014/main" id="{7ABF8884-7C77-4259-B5D7-312DEA999BBB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8" name="Group 727">
            <a:extLst>
              <a:ext uri="{FF2B5EF4-FFF2-40B4-BE49-F238E27FC236}">
                <a16:creationId xmlns:a16="http://schemas.microsoft.com/office/drawing/2014/main" id="{639125E4-A2A0-445A-AC85-552DEE01CA64}"/>
              </a:ext>
            </a:extLst>
          </p:cNvPr>
          <p:cNvGrpSpPr/>
          <p:nvPr/>
        </p:nvGrpSpPr>
        <p:grpSpPr>
          <a:xfrm>
            <a:off x="9213953" y="40820"/>
            <a:ext cx="2928064" cy="2938266"/>
            <a:chOff x="5413416" y="800828"/>
            <a:chExt cx="5921201" cy="5941837"/>
          </a:xfrm>
        </p:grpSpPr>
        <p:sp>
          <p:nvSpPr>
            <p:cNvPr id="729" name="Star: 5 Points 728">
              <a:extLst>
                <a:ext uri="{FF2B5EF4-FFF2-40B4-BE49-F238E27FC236}">
                  <a16:creationId xmlns:a16="http://schemas.microsoft.com/office/drawing/2014/main" id="{34F818C2-D59F-4BF9-8A20-2E3B9C4E1EA6}"/>
                </a:ext>
              </a:extLst>
            </p:cNvPr>
            <p:cNvSpPr/>
            <p:nvPr/>
          </p:nvSpPr>
          <p:spPr>
            <a:xfrm flipH="1">
              <a:off x="6244568" y="3851869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Star: 5 Points 729">
              <a:extLst>
                <a:ext uri="{FF2B5EF4-FFF2-40B4-BE49-F238E27FC236}">
                  <a16:creationId xmlns:a16="http://schemas.microsoft.com/office/drawing/2014/main" id="{9490DC2C-7B2A-4644-8008-200A4F4DF0D1}"/>
                </a:ext>
              </a:extLst>
            </p:cNvPr>
            <p:cNvSpPr/>
            <p:nvPr/>
          </p:nvSpPr>
          <p:spPr>
            <a:xfrm flipH="1">
              <a:off x="5413416" y="6218272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Star: 5 Points 730">
              <a:extLst>
                <a:ext uri="{FF2B5EF4-FFF2-40B4-BE49-F238E27FC236}">
                  <a16:creationId xmlns:a16="http://schemas.microsoft.com/office/drawing/2014/main" id="{974B842A-D3D7-42C1-B5D8-5A7E230A5E8D}"/>
                </a:ext>
              </a:extLst>
            </p:cNvPr>
            <p:cNvSpPr/>
            <p:nvPr/>
          </p:nvSpPr>
          <p:spPr>
            <a:xfrm flipH="1">
              <a:off x="6952017" y="800828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Star: 5 Points 731">
              <a:extLst>
                <a:ext uri="{FF2B5EF4-FFF2-40B4-BE49-F238E27FC236}">
                  <a16:creationId xmlns:a16="http://schemas.microsoft.com/office/drawing/2014/main" id="{9BD72F50-36E0-4E52-BCF4-596C8CAA97C6}"/>
                </a:ext>
              </a:extLst>
            </p:cNvPr>
            <p:cNvSpPr/>
            <p:nvPr/>
          </p:nvSpPr>
          <p:spPr>
            <a:xfrm flipH="1">
              <a:off x="7719643" y="5464127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Star: 5 Points 735">
              <a:extLst>
                <a:ext uri="{FF2B5EF4-FFF2-40B4-BE49-F238E27FC236}">
                  <a16:creationId xmlns:a16="http://schemas.microsoft.com/office/drawing/2014/main" id="{F7EB38E4-8C62-4BE5-AF47-D591E4C6A8FA}"/>
                </a:ext>
              </a:extLst>
            </p:cNvPr>
            <p:cNvSpPr/>
            <p:nvPr/>
          </p:nvSpPr>
          <p:spPr>
            <a:xfrm flipH="1">
              <a:off x="10810222" y="4648037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C4F86729-5593-4DE0-B43D-7070120C0505}"/>
              </a:ext>
            </a:extLst>
          </p:cNvPr>
          <p:cNvGrpSpPr/>
          <p:nvPr/>
        </p:nvGrpSpPr>
        <p:grpSpPr>
          <a:xfrm>
            <a:off x="11444646" y="373444"/>
            <a:ext cx="372245" cy="375867"/>
            <a:chOff x="5413416" y="3835400"/>
            <a:chExt cx="2825737" cy="2853221"/>
          </a:xfrm>
        </p:grpSpPr>
        <p:sp>
          <p:nvSpPr>
            <p:cNvPr id="738" name="Star: 5 Points 737">
              <a:extLst>
                <a:ext uri="{FF2B5EF4-FFF2-40B4-BE49-F238E27FC236}">
                  <a16:creationId xmlns:a16="http://schemas.microsoft.com/office/drawing/2014/main" id="{B47E0F89-C4D9-4867-B7CE-03110DE8B7D7}"/>
                </a:ext>
              </a:extLst>
            </p:cNvPr>
            <p:cNvSpPr/>
            <p:nvPr/>
          </p:nvSpPr>
          <p:spPr>
            <a:xfrm flipH="1">
              <a:off x="6244566" y="3835400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Star: 5 Points 738">
              <a:extLst>
                <a:ext uri="{FF2B5EF4-FFF2-40B4-BE49-F238E27FC236}">
                  <a16:creationId xmlns:a16="http://schemas.microsoft.com/office/drawing/2014/main" id="{39FF224D-56D6-43BA-8895-F47BAE8AE7A8}"/>
                </a:ext>
              </a:extLst>
            </p:cNvPr>
            <p:cNvSpPr/>
            <p:nvPr/>
          </p:nvSpPr>
          <p:spPr>
            <a:xfrm flipH="1">
              <a:off x="5413416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Star: 5 Points 739">
              <a:extLst>
                <a:ext uri="{FF2B5EF4-FFF2-40B4-BE49-F238E27FC236}">
                  <a16:creationId xmlns:a16="http://schemas.microsoft.com/office/drawing/2014/main" id="{AC6739EB-49D0-4897-8CE9-0982E12C34CA}"/>
                </a:ext>
              </a:extLst>
            </p:cNvPr>
            <p:cNvSpPr/>
            <p:nvPr/>
          </p:nvSpPr>
          <p:spPr>
            <a:xfrm flipH="1">
              <a:off x="7714758" y="4639404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Star: 5 Points 740">
              <a:extLst>
                <a:ext uri="{FF2B5EF4-FFF2-40B4-BE49-F238E27FC236}">
                  <a16:creationId xmlns:a16="http://schemas.microsoft.com/office/drawing/2014/main" id="{EF16F40C-BA01-41F9-898B-CB42584A8A29}"/>
                </a:ext>
              </a:extLst>
            </p:cNvPr>
            <p:cNvSpPr/>
            <p:nvPr/>
          </p:nvSpPr>
          <p:spPr>
            <a:xfrm flipH="1">
              <a:off x="6898046" y="6164226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34298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2" y="3114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2" y="3876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2" y="1590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4" y="2352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4" y="3876685"/>
                <a:ext cx="761999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1" y="1590685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7" y="3876682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503400" y="338917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1" name="TextBox 680">
            <a:extLst>
              <a:ext uri="{FF2B5EF4-FFF2-40B4-BE49-F238E27FC236}">
                <a16:creationId xmlns:a16="http://schemas.microsoft.com/office/drawing/2014/main" id="{A3392486-21CA-4CB0-ADE4-5463F5834537}"/>
              </a:ext>
            </a:extLst>
          </p:cNvPr>
          <p:cNvSpPr txBox="1"/>
          <p:nvPr/>
        </p:nvSpPr>
        <p:spPr>
          <a:xfrm>
            <a:off x="518052" y="240469"/>
            <a:ext cx="4813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4-star </a:t>
            </a:r>
            <a:r>
              <a:rPr lang="pt-PT" sz="3600" b="1" dirty="0" err="1"/>
              <a:t>infinite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</p:txBody>
      </p:sp>
      <p:grpSp>
        <p:nvGrpSpPr>
          <p:cNvPr id="713" name="Group 712">
            <a:extLst>
              <a:ext uri="{FF2B5EF4-FFF2-40B4-BE49-F238E27FC236}">
                <a16:creationId xmlns:a16="http://schemas.microsoft.com/office/drawing/2014/main" id="{007BF2FD-C045-4CA8-94F2-37EF460F1782}"/>
              </a:ext>
            </a:extLst>
          </p:cNvPr>
          <p:cNvGrpSpPr/>
          <p:nvPr/>
        </p:nvGrpSpPr>
        <p:grpSpPr>
          <a:xfrm>
            <a:off x="6255375" y="3861153"/>
            <a:ext cx="1994586" cy="2104191"/>
            <a:chOff x="6244567" y="3835400"/>
            <a:chExt cx="1994586" cy="2104191"/>
          </a:xfrm>
        </p:grpSpPr>
        <p:sp>
          <p:nvSpPr>
            <p:cNvPr id="714" name="Star: 5 Points 713">
              <a:extLst>
                <a:ext uri="{FF2B5EF4-FFF2-40B4-BE49-F238E27FC236}">
                  <a16:creationId xmlns:a16="http://schemas.microsoft.com/office/drawing/2014/main" id="{460CA655-713B-4F18-B12A-7D70400BAB8B}"/>
                </a:ext>
              </a:extLst>
            </p:cNvPr>
            <p:cNvSpPr/>
            <p:nvPr/>
          </p:nvSpPr>
          <p:spPr>
            <a:xfrm flipH="1">
              <a:off x="6244567" y="3835400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5" name="Star: 5 Points 714">
              <a:extLst>
                <a:ext uri="{FF2B5EF4-FFF2-40B4-BE49-F238E27FC236}">
                  <a16:creationId xmlns:a16="http://schemas.microsoft.com/office/drawing/2014/main" id="{06D4CBF5-A024-4CDF-89E8-79DE04076F6B}"/>
                </a:ext>
              </a:extLst>
            </p:cNvPr>
            <p:cNvSpPr/>
            <p:nvPr/>
          </p:nvSpPr>
          <p:spPr>
            <a:xfrm flipH="1">
              <a:off x="6244567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6" name="Star: 5 Points 715">
              <a:extLst>
                <a:ext uri="{FF2B5EF4-FFF2-40B4-BE49-F238E27FC236}">
                  <a16:creationId xmlns:a16="http://schemas.microsoft.com/office/drawing/2014/main" id="{1FAAAC22-2CBD-4362-89DA-71A5DCF81778}"/>
                </a:ext>
              </a:extLst>
            </p:cNvPr>
            <p:cNvSpPr/>
            <p:nvPr/>
          </p:nvSpPr>
          <p:spPr>
            <a:xfrm flipH="1">
              <a:off x="7714759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7" name="Star: 5 Points 716">
              <a:extLst>
                <a:ext uri="{FF2B5EF4-FFF2-40B4-BE49-F238E27FC236}">
                  <a16:creationId xmlns:a16="http://schemas.microsoft.com/office/drawing/2014/main" id="{036FC0CF-EDEC-45B7-B838-151C275F874D}"/>
                </a:ext>
              </a:extLst>
            </p:cNvPr>
            <p:cNvSpPr/>
            <p:nvPr/>
          </p:nvSpPr>
          <p:spPr>
            <a:xfrm flipH="1">
              <a:off x="7714759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18" name="Group 717">
            <a:extLst>
              <a:ext uri="{FF2B5EF4-FFF2-40B4-BE49-F238E27FC236}">
                <a16:creationId xmlns:a16="http://schemas.microsoft.com/office/drawing/2014/main" id="{CEF9EDD6-AF78-4AC5-B2FD-DB950E16FD89}"/>
              </a:ext>
            </a:extLst>
          </p:cNvPr>
          <p:cNvGrpSpPr/>
          <p:nvPr/>
        </p:nvGrpSpPr>
        <p:grpSpPr>
          <a:xfrm flipH="1">
            <a:off x="7019844" y="53295"/>
            <a:ext cx="2036765" cy="2836221"/>
            <a:chOff x="6998786" y="83456"/>
            <a:chExt cx="2036765" cy="2836221"/>
          </a:xfrm>
        </p:grpSpPr>
        <p:sp>
          <p:nvSpPr>
            <p:cNvPr id="719" name="Star: 5 Points 718">
              <a:extLst>
                <a:ext uri="{FF2B5EF4-FFF2-40B4-BE49-F238E27FC236}">
                  <a16:creationId xmlns:a16="http://schemas.microsoft.com/office/drawing/2014/main" id="{67888FDD-80C8-4371-A8FE-C2781E837247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0" name="Star: 5 Points 719">
              <a:extLst>
                <a:ext uri="{FF2B5EF4-FFF2-40B4-BE49-F238E27FC236}">
                  <a16:creationId xmlns:a16="http://schemas.microsoft.com/office/drawing/2014/main" id="{C5FEC939-F3CD-4662-83DB-1B9BC73BBBFD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1" name="Star: 5 Points 720">
              <a:extLst>
                <a:ext uri="{FF2B5EF4-FFF2-40B4-BE49-F238E27FC236}">
                  <a16:creationId xmlns:a16="http://schemas.microsoft.com/office/drawing/2014/main" id="{7F2C77C9-4654-4BCD-8B90-68D93BD83CF9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2" name="Star: 5 Points 721">
              <a:extLst>
                <a:ext uri="{FF2B5EF4-FFF2-40B4-BE49-F238E27FC236}">
                  <a16:creationId xmlns:a16="http://schemas.microsoft.com/office/drawing/2014/main" id="{0BEBF6C1-C004-4B2F-951D-BB9E329A282F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FED1EFED-398E-45FF-85B6-F2363E85A091}"/>
              </a:ext>
            </a:extLst>
          </p:cNvPr>
          <p:cNvGrpSpPr/>
          <p:nvPr/>
        </p:nvGrpSpPr>
        <p:grpSpPr>
          <a:xfrm rot="16200000" flipH="1" flipV="1">
            <a:off x="9667061" y="2790239"/>
            <a:ext cx="2036765" cy="2836221"/>
            <a:chOff x="6998786" y="83456"/>
            <a:chExt cx="2036765" cy="2836221"/>
          </a:xfrm>
        </p:grpSpPr>
        <p:sp>
          <p:nvSpPr>
            <p:cNvPr id="724" name="Star: 5 Points 723">
              <a:extLst>
                <a:ext uri="{FF2B5EF4-FFF2-40B4-BE49-F238E27FC236}">
                  <a16:creationId xmlns:a16="http://schemas.microsoft.com/office/drawing/2014/main" id="{270643B0-5F69-4139-99EE-AC07FCF26E9D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5" name="Star: 5 Points 724">
              <a:extLst>
                <a:ext uri="{FF2B5EF4-FFF2-40B4-BE49-F238E27FC236}">
                  <a16:creationId xmlns:a16="http://schemas.microsoft.com/office/drawing/2014/main" id="{EA23274E-A0D3-4622-85FD-F6AB961D6978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Star: 5 Points 725">
              <a:extLst>
                <a:ext uri="{FF2B5EF4-FFF2-40B4-BE49-F238E27FC236}">
                  <a16:creationId xmlns:a16="http://schemas.microsoft.com/office/drawing/2014/main" id="{135F3059-1B93-4095-B89C-A2013F6062C7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Star: 5 Points 726">
              <a:extLst>
                <a:ext uri="{FF2B5EF4-FFF2-40B4-BE49-F238E27FC236}">
                  <a16:creationId xmlns:a16="http://schemas.microsoft.com/office/drawing/2014/main" id="{7ABF8884-7C77-4259-B5D7-312DEA999BBB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8" name="Group 727">
            <a:extLst>
              <a:ext uri="{FF2B5EF4-FFF2-40B4-BE49-F238E27FC236}">
                <a16:creationId xmlns:a16="http://schemas.microsoft.com/office/drawing/2014/main" id="{639125E4-A2A0-445A-AC85-552DEE01CA64}"/>
              </a:ext>
            </a:extLst>
          </p:cNvPr>
          <p:cNvGrpSpPr/>
          <p:nvPr/>
        </p:nvGrpSpPr>
        <p:grpSpPr>
          <a:xfrm>
            <a:off x="9213953" y="801524"/>
            <a:ext cx="2170289" cy="2177562"/>
            <a:chOff x="5413416" y="2339143"/>
            <a:chExt cx="4388810" cy="4403522"/>
          </a:xfrm>
        </p:grpSpPr>
        <p:sp>
          <p:nvSpPr>
            <p:cNvPr id="729" name="Star: 5 Points 728">
              <a:extLst>
                <a:ext uri="{FF2B5EF4-FFF2-40B4-BE49-F238E27FC236}">
                  <a16:creationId xmlns:a16="http://schemas.microsoft.com/office/drawing/2014/main" id="{34F818C2-D59F-4BF9-8A20-2E3B9C4E1EA6}"/>
                </a:ext>
              </a:extLst>
            </p:cNvPr>
            <p:cNvSpPr/>
            <p:nvPr/>
          </p:nvSpPr>
          <p:spPr>
            <a:xfrm flipH="1">
              <a:off x="6244568" y="3028548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Star: 5 Points 729">
              <a:extLst>
                <a:ext uri="{FF2B5EF4-FFF2-40B4-BE49-F238E27FC236}">
                  <a16:creationId xmlns:a16="http://schemas.microsoft.com/office/drawing/2014/main" id="{9490DC2C-7B2A-4644-8008-200A4F4DF0D1}"/>
                </a:ext>
              </a:extLst>
            </p:cNvPr>
            <p:cNvSpPr/>
            <p:nvPr/>
          </p:nvSpPr>
          <p:spPr>
            <a:xfrm flipH="1">
              <a:off x="5413416" y="6218272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Star: 5 Points 730">
              <a:extLst>
                <a:ext uri="{FF2B5EF4-FFF2-40B4-BE49-F238E27FC236}">
                  <a16:creationId xmlns:a16="http://schemas.microsoft.com/office/drawing/2014/main" id="{974B842A-D3D7-42C1-B5D8-5A7E230A5E8D}"/>
                </a:ext>
              </a:extLst>
            </p:cNvPr>
            <p:cNvSpPr/>
            <p:nvPr/>
          </p:nvSpPr>
          <p:spPr>
            <a:xfrm flipH="1">
              <a:off x="7710571" y="2339143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Star: 5 Points 731">
              <a:extLst>
                <a:ext uri="{FF2B5EF4-FFF2-40B4-BE49-F238E27FC236}">
                  <a16:creationId xmlns:a16="http://schemas.microsoft.com/office/drawing/2014/main" id="{9BD72F50-36E0-4E52-BCF4-596C8CAA97C6}"/>
                </a:ext>
              </a:extLst>
            </p:cNvPr>
            <p:cNvSpPr/>
            <p:nvPr/>
          </p:nvSpPr>
          <p:spPr>
            <a:xfrm flipH="1">
              <a:off x="8534358" y="5464127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Star: 5 Points 735">
              <a:extLst>
                <a:ext uri="{FF2B5EF4-FFF2-40B4-BE49-F238E27FC236}">
                  <a16:creationId xmlns:a16="http://schemas.microsoft.com/office/drawing/2014/main" id="{F7EB38E4-8C62-4BE5-AF47-D591E4C6A8FA}"/>
                </a:ext>
              </a:extLst>
            </p:cNvPr>
            <p:cNvSpPr/>
            <p:nvPr/>
          </p:nvSpPr>
          <p:spPr>
            <a:xfrm flipH="1">
              <a:off x="9277831" y="3923191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Star: 5 Points 741">
              <a:extLst>
                <a:ext uri="{FF2B5EF4-FFF2-40B4-BE49-F238E27FC236}">
                  <a16:creationId xmlns:a16="http://schemas.microsoft.com/office/drawing/2014/main" id="{C85E1C65-EADE-4881-B42E-51BB6DB80308}"/>
                </a:ext>
              </a:extLst>
            </p:cNvPr>
            <p:cNvSpPr/>
            <p:nvPr/>
          </p:nvSpPr>
          <p:spPr>
            <a:xfrm flipH="1">
              <a:off x="6953924" y="4648037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C4F86729-5593-4DE0-B43D-7070120C0505}"/>
              </a:ext>
            </a:extLst>
          </p:cNvPr>
          <p:cNvGrpSpPr/>
          <p:nvPr/>
        </p:nvGrpSpPr>
        <p:grpSpPr>
          <a:xfrm>
            <a:off x="11444646" y="373444"/>
            <a:ext cx="372245" cy="375867"/>
            <a:chOff x="5413416" y="3835400"/>
            <a:chExt cx="2825737" cy="2853221"/>
          </a:xfrm>
        </p:grpSpPr>
        <p:sp>
          <p:nvSpPr>
            <p:cNvPr id="738" name="Star: 5 Points 737">
              <a:extLst>
                <a:ext uri="{FF2B5EF4-FFF2-40B4-BE49-F238E27FC236}">
                  <a16:creationId xmlns:a16="http://schemas.microsoft.com/office/drawing/2014/main" id="{B47E0F89-C4D9-4867-B7CE-03110DE8B7D7}"/>
                </a:ext>
              </a:extLst>
            </p:cNvPr>
            <p:cNvSpPr/>
            <p:nvPr/>
          </p:nvSpPr>
          <p:spPr>
            <a:xfrm flipH="1">
              <a:off x="6244566" y="3835400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Star: 5 Points 738">
              <a:extLst>
                <a:ext uri="{FF2B5EF4-FFF2-40B4-BE49-F238E27FC236}">
                  <a16:creationId xmlns:a16="http://schemas.microsoft.com/office/drawing/2014/main" id="{39FF224D-56D6-43BA-8895-F47BAE8AE7A8}"/>
                </a:ext>
              </a:extLst>
            </p:cNvPr>
            <p:cNvSpPr/>
            <p:nvPr/>
          </p:nvSpPr>
          <p:spPr>
            <a:xfrm flipH="1">
              <a:off x="5413416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Star: 5 Points 739">
              <a:extLst>
                <a:ext uri="{FF2B5EF4-FFF2-40B4-BE49-F238E27FC236}">
                  <a16:creationId xmlns:a16="http://schemas.microsoft.com/office/drawing/2014/main" id="{AC6739EB-49D0-4897-8CE9-0982E12C34CA}"/>
                </a:ext>
              </a:extLst>
            </p:cNvPr>
            <p:cNvSpPr/>
            <p:nvPr/>
          </p:nvSpPr>
          <p:spPr>
            <a:xfrm flipH="1">
              <a:off x="7714758" y="4639404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Star: 5 Points 740">
              <a:extLst>
                <a:ext uri="{FF2B5EF4-FFF2-40B4-BE49-F238E27FC236}">
                  <a16:creationId xmlns:a16="http://schemas.microsoft.com/office/drawing/2014/main" id="{EF16F40C-BA01-41F9-898B-CB42584A8A29}"/>
                </a:ext>
              </a:extLst>
            </p:cNvPr>
            <p:cNvSpPr/>
            <p:nvPr/>
          </p:nvSpPr>
          <p:spPr>
            <a:xfrm flipH="1">
              <a:off x="6898046" y="6164226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84055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Rectangle 1069">
                <a:extLst>
                  <a:ext uri="{FF2B5EF4-FFF2-40B4-BE49-F238E27FC236}">
                    <a16:creationId xmlns:a16="http://schemas.microsoft.com/office/drawing/2014/main" id="{032002A5-EF8B-4DAD-B6AC-73BDCDADF5DA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503400" y="338917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4" name="Star: 5 Points 1883">
            <a:extLst>
              <a:ext uri="{FF2B5EF4-FFF2-40B4-BE49-F238E27FC236}">
                <a16:creationId xmlns:a16="http://schemas.microsoft.com/office/drawing/2014/main" id="{62027C35-7667-4C82-90A6-7566FECACB3E}"/>
              </a:ext>
            </a:extLst>
          </p:cNvPr>
          <p:cNvSpPr/>
          <p:nvPr/>
        </p:nvSpPr>
        <p:spPr>
          <a:xfrm>
            <a:off x="11573526" y="3133524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5" name="Star: 5 Points 1464">
            <a:extLst>
              <a:ext uri="{FF2B5EF4-FFF2-40B4-BE49-F238E27FC236}">
                <a16:creationId xmlns:a16="http://schemas.microsoft.com/office/drawing/2014/main" id="{C0782AE9-FA20-4E3F-B058-A1156E7AD60A}"/>
              </a:ext>
            </a:extLst>
          </p:cNvPr>
          <p:cNvSpPr/>
          <p:nvPr/>
        </p:nvSpPr>
        <p:spPr>
          <a:xfrm>
            <a:off x="11573526" y="4684179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6" name="Star: 5 Points 1465">
            <a:extLst>
              <a:ext uri="{FF2B5EF4-FFF2-40B4-BE49-F238E27FC236}">
                <a16:creationId xmlns:a16="http://schemas.microsoft.com/office/drawing/2014/main" id="{EEE1330A-3D9C-48A3-B178-704213EF6E6D}"/>
              </a:ext>
            </a:extLst>
          </p:cNvPr>
          <p:cNvSpPr/>
          <p:nvPr/>
        </p:nvSpPr>
        <p:spPr>
          <a:xfrm>
            <a:off x="10075602" y="3803376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7" name="Star: 5 Points 1466">
            <a:extLst>
              <a:ext uri="{FF2B5EF4-FFF2-40B4-BE49-F238E27FC236}">
                <a16:creationId xmlns:a16="http://schemas.microsoft.com/office/drawing/2014/main" id="{A0807579-94AF-4784-A6E9-CABFCBC2CD5B}"/>
              </a:ext>
            </a:extLst>
          </p:cNvPr>
          <p:cNvSpPr/>
          <p:nvPr/>
        </p:nvSpPr>
        <p:spPr>
          <a:xfrm>
            <a:off x="10075602" y="5354031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8" name="Star: 5 Points 1467">
            <a:extLst>
              <a:ext uri="{FF2B5EF4-FFF2-40B4-BE49-F238E27FC236}">
                <a16:creationId xmlns:a16="http://schemas.microsoft.com/office/drawing/2014/main" id="{72DDD2BC-33EA-4A7D-9A7A-D9223164F8FF}"/>
              </a:ext>
            </a:extLst>
          </p:cNvPr>
          <p:cNvSpPr/>
          <p:nvPr/>
        </p:nvSpPr>
        <p:spPr>
          <a:xfrm>
            <a:off x="8511157" y="3120197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9" name="Star: 5 Points 1468">
            <a:extLst>
              <a:ext uri="{FF2B5EF4-FFF2-40B4-BE49-F238E27FC236}">
                <a16:creationId xmlns:a16="http://schemas.microsoft.com/office/drawing/2014/main" id="{E3FA8996-114B-4170-8719-75D9B8385057}"/>
              </a:ext>
            </a:extLst>
          </p:cNvPr>
          <p:cNvSpPr/>
          <p:nvPr/>
        </p:nvSpPr>
        <p:spPr>
          <a:xfrm>
            <a:off x="8511157" y="4670852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0" name="Star: 5 Points 1469">
            <a:extLst>
              <a:ext uri="{FF2B5EF4-FFF2-40B4-BE49-F238E27FC236}">
                <a16:creationId xmlns:a16="http://schemas.microsoft.com/office/drawing/2014/main" id="{24D034BD-453B-44DC-9474-C17535EEE04F}"/>
              </a:ext>
            </a:extLst>
          </p:cNvPr>
          <p:cNvSpPr/>
          <p:nvPr/>
        </p:nvSpPr>
        <p:spPr>
          <a:xfrm>
            <a:off x="7040965" y="3864542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1" name="Star: 5 Points 1470">
            <a:extLst>
              <a:ext uri="{FF2B5EF4-FFF2-40B4-BE49-F238E27FC236}">
                <a16:creationId xmlns:a16="http://schemas.microsoft.com/office/drawing/2014/main" id="{8E50DBAD-A13A-4454-92D3-FE51D0BE80A7}"/>
              </a:ext>
            </a:extLst>
          </p:cNvPr>
          <p:cNvSpPr/>
          <p:nvPr/>
        </p:nvSpPr>
        <p:spPr>
          <a:xfrm>
            <a:off x="7040965" y="5415197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2" name="Star: 5 Points 1471">
            <a:extLst>
              <a:ext uri="{FF2B5EF4-FFF2-40B4-BE49-F238E27FC236}">
                <a16:creationId xmlns:a16="http://schemas.microsoft.com/office/drawing/2014/main" id="{C53F0C0E-9354-4731-B7FF-DB2AED4F4AA5}"/>
              </a:ext>
            </a:extLst>
          </p:cNvPr>
          <p:cNvSpPr/>
          <p:nvPr/>
        </p:nvSpPr>
        <p:spPr>
          <a:xfrm>
            <a:off x="6244567" y="844628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3" name="Star: 5 Points 1472">
            <a:extLst>
              <a:ext uri="{FF2B5EF4-FFF2-40B4-BE49-F238E27FC236}">
                <a16:creationId xmlns:a16="http://schemas.microsoft.com/office/drawing/2014/main" id="{E100B45C-B78B-4C56-AF94-F276C254DB89}"/>
              </a:ext>
            </a:extLst>
          </p:cNvPr>
          <p:cNvSpPr/>
          <p:nvPr/>
        </p:nvSpPr>
        <p:spPr>
          <a:xfrm>
            <a:off x="6244567" y="2395283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4" name="Star: 5 Points 1473">
            <a:extLst>
              <a:ext uri="{FF2B5EF4-FFF2-40B4-BE49-F238E27FC236}">
                <a16:creationId xmlns:a16="http://schemas.microsoft.com/office/drawing/2014/main" id="{10A870EA-704A-4FF8-BB35-322E5DDBE83B}"/>
              </a:ext>
            </a:extLst>
          </p:cNvPr>
          <p:cNvSpPr/>
          <p:nvPr/>
        </p:nvSpPr>
        <p:spPr>
          <a:xfrm>
            <a:off x="7756938" y="83456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5" name="Star: 5 Points 1474">
            <a:extLst>
              <a:ext uri="{FF2B5EF4-FFF2-40B4-BE49-F238E27FC236}">
                <a16:creationId xmlns:a16="http://schemas.microsoft.com/office/drawing/2014/main" id="{E6C59C78-3E83-43BF-8A28-75B89FBA699A}"/>
              </a:ext>
            </a:extLst>
          </p:cNvPr>
          <p:cNvSpPr/>
          <p:nvPr/>
        </p:nvSpPr>
        <p:spPr>
          <a:xfrm>
            <a:off x="7756938" y="1634111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6" name="Star: 5 Points 1475">
            <a:extLst>
              <a:ext uri="{FF2B5EF4-FFF2-40B4-BE49-F238E27FC236}">
                <a16:creationId xmlns:a16="http://schemas.microsoft.com/office/drawing/2014/main" id="{97F7D20C-2F89-4FB3-A038-275BCFD758F6}"/>
              </a:ext>
            </a:extLst>
          </p:cNvPr>
          <p:cNvSpPr/>
          <p:nvPr/>
        </p:nvSpPr>
        <p:spPr>
          <a:xfrm>
            <a:off x="9238505" y="818627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7" name="Star: 5 Points 1476">
            <a:extLst>
              <a:ext uri="{FF2B5EF4-FFF2-40B4-BE49-F238E27FC236}">
                <a16:creationId xmlns:a16="http://schemas.microsoft.com/office/drawing/2014/main" id="{32DD6D8F-BA44-4D7D-B17C-D90993EAE957}"/>
              </a:ext>
            </a:extLst>
          </p:cNvPr>
          <p:cNvSpPr/>
          <p:nvPr/>
        </p:nvSpPr>
        <p:spPr>
          <a:xfrm>
            <a:off x="9238555" y="2359861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8" name="Star: 5 Points 1477">
            <a:extLst>
              <a:ext uri="{FF2B5EF4-FFF2-40B4-BE49-F238E27FC236}">
                <a16:creationId xmlns:a16="http://schemas.microsoft.com/office/drawing/2014/main" id="{0364C722-4189-4381-91F5-B39C7EC21B9E}"/>
              </a:ext>
            </a:extLst>
          </p:cNvPr>
          <p:cNvSpPr/>
          <p:nvPr/>
        </p:nvSpPr>
        <p:spPr>
          <a:xfrm>
            <a:off x="9653492" y="65290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9" name="Star: 5 Points 1478">
            <a:extLst>
              <a:ext uri="{FF2B5EF4-FFF2-40B4-BE49-F238E27FC236}">
                <a16:creationId xmlns:a16="http://schemas.microsoft.com/office/drawing/2014/main" id="{DED8B518-72E5-4912-BFE0-4F07F96D33A5}"/>
              </a:ext>
            </a:extLst>
          </p:cNvPr>
          <p:cNvSpPr/>
          <p:nvPr/>
        </p:nvSpPr>
        <p:spPr>
          <a:xfrm>
            <a:off x="9653542" y="1606524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81" name="Star: 5 Points 1480">
            <a:extLst>
              <a:ext uri="{FF2B5EF4-FFF2-40B4-BE49-F238E27FC236}">
                <a16:creationId xmlns:a16="http://schemas.microsoft.com/office/drawing/2014/main" id="{CBCA8AA5-4290-4F2C-8C2D-42B970033129}"/>
              </a:ext>
            </a:extLst>
          </p:cNvPr>
          <p:cNvSpPr/>
          <p:nvPr/>
        </p:nvSpPr>
        <p:spPr>
          <a:xfrm>
            <a:off x="10752007" y="2776093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83" name="Star: 5 Points 1482">
            <a:extLst>
              <a:ext uri="{FF2B5EF4-FFF2-40B4-BE49-F238E27FC236}">
                <a16:creationId xmlns:a16="http://schemas.microsoft.com/office/drawing/2014/main" id="{81976E59-A264-4138-930A-3C0E7973CF45}"/>
              </a:ext>
            </a:extLst>
          </p:cNvPr>
          <p:cNvSpPr/>
          <p:nvPr/>
        </p:nvSpPr>
        <p:spPr>
          <a:xfrm>
            <a:off x="11166994" y="2022756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5" name="Star: 5 Points 2204">
            <a:extLst>
              <a:ext uri="{FF2B5EF4-FFF2-40B4-BE49-F238E27FC236}">
                <a16:creationId xmlns:a16="http://schemas.microsoft.com/office/drawing/2014/main" id="{B5CAB54D-DB50-4361-991E-2D6F31005E31}"/>
              </a:ext>
            </a:extLst>
          </p:cNvPr>
          <p:cNvSpPr/>
          <p:nvPr/>
        </p:nvSpPr>
        <p:spPr>
          <a:xfrm>
            <a:off x="10733763" y="1174338"/>
            <a:ext cx="109688" cy="10968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6" name="Star: 5 Points 2205">
            <a:extLst>
              <a:ext uri="{FF2B5EF4-FFF2-40B4-BE49-F238E27FC236}">
                <a16:creationId xmlns:a16="http://schemas.microsoft.com/office/drawing/2014/main" id="{45B3FC30-A5FD-44F5-A784-439C9A99F219}"/>
              </a:ext>
            </a:extLst>
          </p:cNvPr>
          <p:cNvSpPr/>
          <p:nvPr/>
        </p:nvSpPr>
        <p:spPr>
          <a:xfrm>
            <a:off x="11120289" y="1365731"/>
            <a:ext cx="109688" cy="10968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7" name="Star: 5 Points 2206">
            <a:extLst>
              <a:ext uri="{FF2B5EF4-FFF2-40B4-BE49-F238E27FC236}">
                <a16:creationId xmlns:a16="http://schemas.microsoft.com/office/drawing/2014/main" id="{2E3B9D03-B386-4AC7-A236-F5940F8F51CD}"/>
              </a:ext>
            </a:extLst>
          </p:cNvPr>
          <p:cNvSpPr/>
          <p:nvPr/>
        </p:nvSpPr>
        <p:spPr>
          <a:xfrm>
            <a:off x="10918127" y="437276"/>
            <a:ext cx="109688" cy="10968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8" name="Star: 5 Points 2207">
            <a:extLst>
              <a:ext uri="{FF2B5EF4-FFF2-40B4-BE49-F238E27FC236}">
                <a16:creationId xmlns:a16="http://schemas.microsoft.com/office/drawing/2014/main" id="{3C4F426A-D2D9-4619-8476-A96344BBF0C0}"/>
              </a:ext>
            </a:extLst>
          </p:cNvPr>
          <p:cNvSpPr/>
          <p:nvPr/>
        </p:nvSpPr>
        <p:spPr>
          <a:xfrm>
            <a:off x="11304653" y="628669"/>
            <a:ext cx="109688" cy="10968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D76201-F512-4B57-821E-D0645001E97E}"/>
              </a:ext>
            </a:extLst>
          </p:cNvPr>
          <p:cNvSpPr txBox="1"/>
          <p:nvPr/>
        </p:nvSpPr>
        <p:spPr>
          <a:xfrm>
            <a:off x="518052" y="240469"/>
            <a:ext cx="3248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</a:t>
            </a:r>
            <a:r>
              <a:rPr lang="pt-PT" sz="3600" b="1" dirty="0" err="1"/>
              <a:t>finite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</p:txBody>
      </p:sp>
    </p:spTree>
    <p:extLst>
      <p:ext uri="{BB962C8B-B14F-4D97-AF65-F5344CB8AC3E}">
        <p14:creationId xmlns:p14="http://schemas.microsoft.com/office/powerpoint/2010/main" val="1675262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Rectangle 1069">
                <a:extLst>
                  <a:ext uri="{FF2B5EF4-FFF2-40B4-BE49-F238E27FC236}">
                    <a16:creationId xmlns:a16="http://schemas.microsoft.com/office/drawing/2014/main" id="{032002A5-EF8B-4DAD-B6AC-73BDCDADF5DA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347700" y="3879576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4" name="Star: 5 Points 1883">
            <a:extLst>
              <a:ext uri="{FF2B5EF4-FFF2-40B4-BE49-F238E27FC236}">
                <a16:creationId xmlns:a16="http://schemas.microsoft.com/office/drawing/2014/main" id="{62027C35-7667-4C82-90A6-7566FECACB3E}"/>
              </a:ext>
            </a:extLst>
          </p:cNvPr>
          <p:cNvSpPr/>
          <p:nvPr/>
        </p:nvSpPr>
        <p:spPr>
          <a:xfrm>
            <a:off x="11589000" y="3209724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5" name="Star: 5 Points 1464">
            <a:extLst>
              <a:ext uri="{FF2B5EF4-FFF2-40B4-BE49-F238E27FC236}">
                <a16:creationId xmlns:a16="http://schemas.microsoft.com/office/drawing/2014/main" id="{C0782AE9-FA20-4E3F-B058-A1156E7AD60A}"/>
              </a:ext>
            </a:extLst>
          </p:cNvPr>
          <p:cNvSpPr/>
          <p:nvPr/>
        </p:nvSpPr>
        <p:spPr>
          <a:xfrm>
            <a:off x="10791474" y="4760379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6" name="Star: 5 Points 1465">
            <a:extLst>
              <a:ext uri="{FF2B5EF4-FFF2-40B4-BE49-F238E27FC236}">
                <a16:creationId xmlns:a16="http://schemas.microsoft.com/office/drawing/2014/main" id="{EEE1330A-3D9C-48A3-B178-704213EF6E6D}"/>
              </a:ext>
            </a:extLst>
          </p:cNvPr>
          <p:cNvSpPr/>
          <p:nvPr/>
        </p:nvSpPr>
        <p:spPr>
          <a:xfrm>
            <a:off x="9293550" y="3879576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7" name="Star: 5 Points 1466">
            <a:extLst>
              <a:ext uri="{FF2B5EF4-FFF2-40B4-BE49-F238E27FC236}">
                <a16:creationId xmlns:a16="http://schemas.microsoft.com/office/drawing/2014/main" id="{A0807579-94AF-4784-A6E9-CABFCBC2CD5B}"/>
              </a:ext>
            </a:extLst>
          </p:cNvPr>
          <p:cNvSpPr/>
          <p:nvPr/>
        </p:nvSpPr>
        <p:spPr>
          <a:xfrm>
            <a:off x="9293550" y="5430231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00B69D-8BE1-4BD9-9DA7-9B690CDEB8DF}"/>
              </a:ext>
            </a:extLst>
          </p:cNvPr>
          <p:cNvGrpSpPr/>
          <p:nvPr/>
        </p:nvGrpSpPr>
        <p:grpSpPr>
          <a:xfrm flipH="1">
            <a:off x="6244567" y="83456"/>
            <a:ext cx="2790984" cy="5856135"/>
            <a:chOff x="6244567" y="83456"/>
            <a:chExt cx="2790984" cy="5856135"/>
          </a:xfrm>
        </p:grpSpPr>
        <p:sp>
          <p:nvSpPr>
            <p:cNvPr id="1468" name="Star: 5 Points 1467">
              <a:extLst>
                <a:ext uri="{FF2B5EF4-FFF2-40B4-BE49-F238E27FC236}">
                  <a16:creationId xmlns:a16="http://schemas.microsoft.com/office/drawing/2014/main" id="{72DDD2BC-33EA-4A7D-9A7A-D9223164F8FF}"/>
                </a:ext>
              </a:extLst>
            </p:cNvPr>
            <p:cNvSpPr/>
            <p:nvPr/>
          </p:nvSpPr>
          <p:spPr>
            <a:xfrm>
              <a:off x="8511157" y="3120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69" name="Star: 5 Points 1468">
              <a:extLst>
                <a:ext uri="{FF2B5EF4-FFF2-40B4-BE49-F238E27FC236}">
                  <a16:creationId xmlns:a16="http://schemas.microsoft.com/office/drawing/2014/main" id="{E3FA8996-114B-4170-8719-75D9B8385057}"/>
                </a:ext>
              </a:extLst>
            </p:cNvPr>
            <p:cNvSpPr/>
            <p:nvPr/>
          </p:nvSpPr>
          <p:spPr>
            <a:xfrm>
              <a:off x="8511157" y="467085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0" name="Star: 5 Points 1469">
              <a:extLst>
                <a:ext uri="{FF2B5EF4-FFF2-40B4-BE49-F238E27FC236}">
                  <a16:creationId xmlns:a16="http://schemas.microsoft.com/office/drawing/2014/main" id="{24D034BD-453B-44DC-9474-C17535EEE04F}"/>
                </a:ext>
              </a:extLst>
            </p:cNvPr>
            <p:cNvSpPr/>
            <p:nvPr/>
          </p:nvSpPr>
          <p:spPr>
            <a:xfrm>
              <a:off x="7040965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1" name="Star: 5 Points 1470">
              <a:extLst>
                <a:ext uri="{FF2B5EF4-FFF2-40B4-BE49-F238E27FC236}">
                  <a16:creationId xmlns:a16="http://schemas.microsoft.com/office/drawing/2014/main" id="{8E50DBAD-A13A-4454-92D3-FE51D0BE80A7}"/>
                </a:ext>
              </a:extLst>
            </p:cNvPr>
            <p:cNvSpPr/>
            <p:nvPr/>
          </p:nvSpPr>
          <p:spPr>
            <a:xfrm>
              <a:off x="7040965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2" name="Star: 5 Points 1471">
              <a:extLst>
                <a:ext uri="{FF2B5EF4-FFF2-40B4-BE49-F238E27FC236}">
                  <a16:creationId xmlns:a16="http://schemas.microsoft.com/office/drawing/2014/main" id="{C53F0C0E-9354-4731-B7FF-DB2AED4F4AA5}"/>
                </a:ext>
              </a:extLst>
            </p:cNvPr>
            <p:cNvSpPr/>
            <p:nvPr/>
          </p:nvSpPr>
          <p:spPr>
            <a:xfrm>
              <a:off x="624456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3" name="Star: 5 Points 1472">
              <a:extLst>
                <a:ext uri="{FF2B5EF4-FFF2-40B4-BE49-F238E27FC236}">
                  <a16:creationId xmlns:a16="http://schemas.microsoft.com/office/drawing/2014/main" id="{E100B45C-B78B-4C56-AF94-F276C254DB89}"/>
                </a:ext>
              </a:extLst>
            </p:cNvPr>
            <p:cNvSpPr/>
            <p:nvPr/>
          </p:nvSpPr>
          <p:spPr>
            <a:xfrm>
              <a:off x="624456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4" name="Star: 5 Points 1473">
              <a:extLst>
                <a:ext uri="{FF2B5EF4-FFF2-40B4-BE49-F238E27FC236}">
                  <a16:creationId xmlns:a16="http://schemas.microsoft.com/office/drawing/2014/main" id="{10A870EA-704A-4FF8-BB35-322E5DDBE83B}"/>
                </a:ext>
              </a:extLst>
            </p:cNvPr>
            <p:cNvSpPr/>
            <p:nvPr/>
          </p:nvSpPr>
          <p:spPr>
            <a:xfrm>
              <a:off x="7756938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5" name="Star: 5 Points 1474">
              <a:extLst>
                <a:ext uri="{FF2B5EF4-FFF2-40B4-BE49-F238E27FC236}">
                  <a16:creationId xmlns:a16="http://schemas.microsoft.com/office/drawing/2014/main" id="{E6C59C78-3E83-43BF-8A28-75B89FBA699A}"/>
                </a:ext>
              </a:extLst>
            </p:cNvPr>
            <p:cNvSpPr/>
            <p:nvPr/>
          </p:nvSpPr>
          <p:spPr>
            <a:xfrm>
              <a:off x="7756938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352" name="Group 1351">
            <a:extLst>
              <a:ext uri="{FF2B5EF4-FFF2-40B4-BE49-F238E27FC236}">
                <a16:creationId xmlns:a16="http://schemas.microsoft.com/office/drawing/2014/main" id="{885BC95B-2BBF-423C-BEE5-A1D4C1C6A382}"/>
              </a:ext>
            </a:extLst>
          </p:cNvPr>
          <p:cNvGrpSpPr/>
          <p:nvPr/>
        </p:nvGrpSpPr>
        <p:grpSpPr>
          <a:xfrm>
            <a:off x="9975324" y="448213"/>
            <a:ext cx="626281" cy="2484595"/>
            <a:chOff x="9975324" y="448213"/>
            <a:chExt cx="626281" cy="248459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71C977A-FC9D-4975-B357-8599F77E7189}"/>
                </a:ext>
              </a:extLst>
            </p:cNvPr>
            <p:cNvGrpSpPr/>
            <p:nvPr/>
          </p:nvGrpSpPr>
          <p:grpSpPr>
            <a:xfrm flipH="1">
              <a:off x="9975324" y="448213"/>
              <a:ext cx="248031" cy="964681"/>
              <a:chOff x="10353624" y="65290"/>
              <a:chExt cx="248031" cy="964681"/>
            </a:xfrm>
          </p:grpSpPr>
          <p:sp>
            <p:nvSpPr>
              <p:cNvPr id="1476" name="Star: 5 Points 1475">
                <a:extLst>
                  <a:ext uri="{FF2B5EF4-FFF2-40B4-BE49-F238E27FC236}">
                    <a16:creationId xmlns:a16="http://schemas.microsoft.com/office/drawing/2014/main" id="{97F7D20C-2F89-4FB3-A038-275BCFD758F6}"/>
                  </a:ext>
                </a:extLst>
              </p:cNvPr>
              <p:cNvSpPr/>
              <p:nvPr/>
            </p:nvSpPr>
            <p:spPr>
              <a:xfrm flipH="1">
                <a:off x="10390311" y="818627"/>
                <a:ext cx="211344" cy="211344"/>
              </a:xfrm>
              <a:prstGeom prst="star5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8" name="Star: 5 Points 1477">
                <a:extLst>
                  <a:ext uri="{FF2B5EF4-FFF2-40B4-BE49-F238E27FC236}">
                    <a16:creationId xmlns:a16="http://schemas.microsoft.com/office/drawing/2014/main" id="{0364C722-4189-4381-91F5-B39C7EC21B9E}"/>
                  </a:ext>
                </a:extLst>
              </p:cNvPr>
              <p:cNvSpPr/>
              <p:nvPr/>
            </p:nvSpPr>
            <p:spPr>
              <a:xfrm flipH="1">
                <a:off x="10353624" y="65290"/>
                <a:ext cx="211344" cy="211344"/>
              </a:xfrm>
              <a:prstGeom prst="star5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1477" name="Star: 5 Points 1476">
              <a:extLst>
                <a:ext uri="{FF2B5EF4-FFF2-40B4-BE49-F238E27FC236}">
                  <a16:creationId xmlns:a16="http://schemas.microsoft.com/office/drawing/2014/main" id="{32DD6D8F-BA44-4D7D-B17C-D90993EAE957}"/>
                </a:ext>
              </a:extLst>
            </p:cNvPr>
            <p:cNvSpPr/>
            <p:nvPr/>
          </p:nvSpPr>
          <p:spPr>
            <a:xfrm>
              <a:off x="10390261" y="2721464"/>
              <a:ext cx="211344" cy="21134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9" name="Star: 5 Points 1478">
              <a:extLst>
                <a:ext uri="{FF2B5EF4-FFF2-40B4-BE49-F238E27FC236}">
                  <a16:creationId xmlns:a16="http://schemas.microsoft.com/office/drawing/2014/main" id="{DED8B518-72E5-4912-BFE0-4F07F96D33A5}"/>
                </a:ext>
              </a:extLst>
            </p:cNvPr>
            <p:cNvSpPr/>
            <p:nvPr/>
          </p:nvSpPr>
          <p:spPr>
            <a:xfrm>
              <a:off x="10390261" y="1968127"/>
              <a:ext cx="211344" cy="21134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331" name="Star: 5 Points 330">
            <a:extLst>
              <a:ext uri="{FF2B5EF4-FFF2-40B4-BE49-F238E27FC236}">
                <a16:creationId xmlns:a16="http://schemas.microsoft.com/office/drawing/2014/main" id="{58B57915-F878-4521-84F6-3FF15AB5AD49}"/>
              </a:ext>
            </a:extLst>
          </p:cNvPr>
          <p:cNvSpPr/>
          <p:nvPr/>
        </p:nvSpPr>
        <p:spPr>
          <a:xfrm flipH="1">
            <a:off x="11152011" y="2344796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2" name="Star: 5 Points 331">
            <a:extLst>
              <a:ext uri="{FF2B5EF4-FFF2-40B4-BE49-F238E27FC236}">
                <a16:creationId xmlns:a16="http://schemas.microsoft.com/office/drawing/2014/main" id="{F2F65B69-6ED0-43B6-BB45-281ECBF70277}"/>
              </a:ext>
            </a:extLst>
          </p:cNvPr>
          <p:cNvSpPr/>
          <p:nvPr/>
        </p:nvSpPr>
        <p:spPr>
          <a:xfrm flipH="1">
            <a:off x="11548325" y="1591459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5" name="Star: 5 Points 334">
            <a:extLst>
              <a:ext uri="{FF2B5EF4-FFF2-40B4-BE49-F238E27FC236}">
                <a16:creationId xmlns:a16="http://schemas.microsoft.com/office/drawing/2014/main" id="{50599AA9-F516-4CC0-A4C5-2EB1508D16CD}"/>
              </a:ext>
            </a:extLst>
          </p:cNvPr>
          <p:cNvSpPr/>
          <p:nvPr/>
        </p:nvSpPr>
        <p:spPr>
          <a:xfrm flipH="1">
            <a:off x="11859127" y="784792"/>
            <a:ext cx="119671" cy="11967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6" name="Star: 5 Points 335">
            <a:extLst>
              <a:ext uri="{FF2B5EF4-FFF2-40B4-BE49-F238E27FC236}">
                <a16:creationId xmlns:a16="http://schemas.microsoft.com/office/drawing/2014/main" id="{E14F7954-85A4-4A2A-8540-ECD54EAD7355}"/>
              </a:ext>
            </a:extLst>
          </p:cNvPr>
          <p:cNvSpPr/>
          <p:nvPr/>
        </p:nvSpPr>
        <p:spPr>
          <a:xfrm flipH="1">
            <a:off x="10716638" y="977799"/>
            <a:ext cx="119671" cy="11967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7" name="Star: 5 Points 336">
            <a:extLst>
              <a:ext uri="{FF2B5EF4-FFF2-40B4-BE49-F238E27FC236}">
                <a16:creationId xmlns:a16="http://schemas.microsoft.com/office/drawing/2014/main" id="{D50FC9CD-85C6-4233-B962-7379F1B77E7A}"/>
              </a:ext>
            </a:extLst>
          </p:cNvPr>
          <p:cNvSpPr/>
          <p:nvPr/>
        </p:nvSpPr>
        <p:spPr>
          <a:xfrm flipH="1">
            <a:off x="10914330" y="227686"/>
            <a:ext cx="119671" cy="11967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6127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An</a:t>
            </a:r>
            <a:r>
              <a:rPr lang="pt-PT" sz="2800" b="1" dirty="0"/>
              <a:t> </a:t>
            </a:r>
            <a:r>
              <a:rPr lang="pt-PT" sz="2800" b="1" dirty="0" err="1"/>
              <a:t>infinite</a:t>
            </a:r>
            <a:r>
              <a:rPr lang="pt-PT" sz="2800" b="1" dirty="0"/>
              <a:t> </a:t>
            </a:r>
            <a:r>
              <a:rPr lang="pt-PT" sz="2800" b="1" dirty="0" err="1"/>
              <a:t>solution</a:t>
            </a:r>
            <a:r>
              <a:rPr lang="pt-PT" sz="2800" b="1" dirty="0"/>
              <a:t> </a:t>
            </a:r>
            <a:r>
              <a:rPr lang="pt-PT" sz="2800" b="1" dirty="0" err="1"/>
              <a:t>with</a:t>
            </a:r>
            <a:r>
              <a:rPr lang="pt-PT" sz="2800" b="1" dirty="0"/>
              <a:t> a </a:t>
            </a:r>
            <a:r>
              <a:rPr lang="pt-PT" sz="2800" b="1" dirty="0" err="1"/>
              <a:t>tail</a:t>
            </a:r>
            <a:r>
              <a:rPr lang="pt-PT" sz="2800" b="1" dirty="0"/>
              <a:t> </a:t>
            </a:r>
            <a:r>
              <a:rPr lang="pt-PT" sz="2800" b="1" dirty="0" err="1"/>
              <a:t>of</a:t>
            </a:r>
            <a:r>
              <a:rPr lang="pt-PT" sz="2800" b="1" dirty="0"/>
              <a:t> 1 star? 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6D1473F0-46CE-4791-9A62-965CFFF3885B}"/>
              </a:ext>
            </a:extLst>
          </p:cNvPr>
          <p:cNvCxnSpPr>
            <a:cxnSpLocks/>
          </p:cNvCxnSpPr>
          <p:nvPr/>
        </p:nvCxnSpPr>
        <p:spPr>
          <a:xfrm flipH="1">
            <a:off x="13766799" y="3164794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CC6B594D-D484-4D61-A47F-3482A7703EDF}"/>
              </a:ext>
            </a:extLst>
          </p:cNvPr>
          <p:cNvCxnSpPr>
            <a:cxnSpLocks/>
          </p:cNvCxnSpPr>
          <p:nvPr/>
        </p:nvCxnSpPr>
        <p:spPr>
          <a:xfrm flipH="1">
            <a:off x="6117982" y="753722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0782CB0F-0BAB-4288-A49D-BDD62B332F21}"/>
              </a:ext>
            </a:extLst>
          </p:cNvPr>
          <p:cNvCxnSpPr>
            <a:cxnSpLocks/>
          </p:cNvCxnSpPr>
          <p:nvPr/>
        </p:nvCxnSpPr>
        <p:spPr>
          <a:xfrm>
            <a:off x="8388625" y="753722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1D3310E6-03F6-4F2A-BDA6-7C0252BED7DF}"/>
              </a:ext>
            </a:extLst>
          </p:cNvPr>
          <p:cNvCxnSpPr>
            <a:cxnSpLocks/>
          </p:cNvCxnSpPr>
          <p:nvPr/>
        </p:nvCxnSpPr>
        <p:spPr>
          <a:xfrm flipH="1">
            <a:off x="8403984" y="154463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F9E0AF1B-6E88-45B1-9BC9-E1C040A959B0}"/>
              </a:ext>
            </a:extLst>
          </p:cNvPr>
          <p:cNvCxnSpPr>
            <a:cxnSpLocks/>
          </p:cNvCxnSpPr>
          <p:nvPr/>
        </p:nvCxnSpPr>
        <p:spPr>
          <a:xfrm>
            <a:off x="9159820" y="372929"/>
            <a:ext cx="20961" cy="1149515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4917C17F-5713-4340-8415-8A663918B063}"/>
              </a:ext>
            </a:extLst>
          </p:cNvPr>
          <p:cNvCxnSpPr>
            <a:cxnSpLocks/>
            <a:endCxn id="79" idx="3"/>
          </p:cNvCxnSpPr>
          <p:nvPr/>
        </p:nvCxnSpPr>
        <p:spPr>
          <a:xfrm flipH="1">
            <a:off x="9150625" y="374376"/>
            <a:ext cx="1157938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AAC50D3C-3A84-4400-A803-F7CDBF057370}"/>
              </a:ext>
            </a:extLst>
          </p:cNvPr>
          <p:cNvCxnSpPr>
            <a:cxnSpLocks/>
          </p:cNvCxnSpPr>
          <p:nvPr/>
        </p:nvCxnSpPr>
        <p:spPr>
          <a:xfrm flipH="1">
            <a:off x="10308563" y="753722"/>
            <a:ext cx="375806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6485E085-059F-4B94-8B6B-A0630B6040E7}"/>
              </a:ext>
            </a:extLst>
          </p:cNvPr>
          <p:cNvCxnSpPr>
            <a:cxnSpLocks/>
          </p:cNvCxnSpPr>
          <p:nvPr/>
        </p:nvCxnSpPr>
        <p:spPr>
          <a:xfrm>
            <a:off x="10308563" y="372929"/>
            <a:ext cx="0" cy="393907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9B82D556-A967-4767-8F1B-4968BE14FA79}"/>
              </a:ext>
            </a:extLst>
          </p:cNvPr>
          <p:cNvCxnSpPr>
            <a:cxnSpLocks/>
          </p:cNvCxnSpPr>
          <p:nvPr/>
        </p:nvCxnSpPr>
        <p:spPr>
          <a:xfrm>
            <a:off x="10676279" y="169727"/>
            <a:ext cx="10603" cy="583167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5CDE3550-F817-49F9-91E9-19921C5658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919579" y="5314049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9515E51A-6B0C-4EFC-95AC-33E296C60796}"/>
              </a:ext>
            </a:extLst>
          </p:cNvPr>
          <p:cNvCxnSpPr>
            <a:cxnSpLocks/>
          </p:cNvCxnSpPr>
          <p:nvPr/>
        </p:nvCxnSpPr>
        <p:spPr>
          <a:xfrm flipH="1">
            <a:off x="10681580" y="4552048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C28285DB-1B71-42A4-B2FD-17B9F475A79D}"/>
              </a:ext>
            </a:extLst>
          </p:cNvPr>
          <p:cNvCxnSpPr>
            <a:cxnSpLocks/>
          </p:cNvCxnSpPr>
          <p:nvPr/>
        </p:nvCxnSpPr>
        <p:spPr>
          <a:xfrm flipH="1" flipV="1">
            <a:off x="11440985" y="2272600"/>
            <a:ext cx="376640" cy="3308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2511F33C-1465-4FF7-A35B-A76A7EC091DE}"/>
              </a:ext>
            </a:extLst>
          </p:cNvPr>
          <p:cNvCxnSpPr>
            <a:cxnSpLocks/>
          </p:cNvCxnSpPr>
          <p:nvPr/>
        </p:nvCxnSpPr>
        <p:spPr>
          <a:xfrm>
            <a:off x="11817625" y="1522444"/>
            <a:ext cx="0" cy="756932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009A86D9-50A2-446D-9DA9-3EF33FF7C00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98486" y="3412068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3DC58A09-4B4F-45EE-807A-2CC2C1F62C18}"/>
              </a:ext>
            </a:extLst>
          </p:cNvPr>
          <p:cNvCxnSpPr>
            <a:cxnSpLocks/>
          </p:cNvCxnSpPr>
          <p:nvPr/>
        </p:nvCxnSpPr>
        <p:spPr>
          <a:xfrm flipH="1" flipV="1">
            <a:off x="11819071" y="1126404"/>
            <a:ext cx="191870" cy="3308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93C6D4E2-0D6B-47D3-8F2C-5985F40DADF4}"/>
              </a:ext>
            </a:extLst>
          </p:cNvPr>
          <p:cNvCxnSpPr>
            <a:cxnSpLocks/>
          </p:cNvCxnSpPr>
          <p:nvPr/>
        </p:nvCxnSpPr>
        <p:spPr>
          <a:xfrm>
            <a:off x="11817625" y="1129728"/>
            <a:ext cx="0" cy="385993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294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224</Words>
  <Application>Microsoft Office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102</cp:revision>
  <dcterms:created xsi:type="dcterms:W3CDTF">2020-11-28T13:10:41Z</dcterms:created>
  <dcterms:modified xsi:type="dcterms:W3CDTF">2020-12-21T10:23:27Z</dcterms:modified>
</cp:coreProperties>
</file>