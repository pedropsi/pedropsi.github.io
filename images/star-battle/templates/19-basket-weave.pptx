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57" r:id="rId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5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DACB"/>
    <a:srgbClr val="3327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6" autoAdjust="0"/>
    <p:restoredTop sz="94660"/>
  </p:normalViewPr>
  <p:slideViewPr>
    <p:cSldViewPr snapToGrid="0" showGuides="1">
      <p:cViewPr>
        <p:scale>
          <a:sx n="33" d="100"/>
          <a:sy n="33" d="100"/>
        </p:scale>
        <p:origin x="1948" y="816"/>
      </p:cViewPr>
      <p:guideLst>
        <p:guide orient="horz" pos="195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74B10-A2C1-480D-B251-528130543D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9B82A1-D82B-4FB8-91DE-E3F29354B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9BA038-E56C-491C-8747-439B2899A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B7C4-9810-433B-A50A-DC01EC0EDDAD}" type="datetimeFigureOut">
              <a:rPr lang="pt-PT" smtClean="0"/>
              <a:t>11/12/2020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7D5525-D998-41F4-B0F3-931A94D13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4C1DF3-2D23-46E3-80BB-53C7697AC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6DD8-B2AE-4075-8BCE-4665AE15480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12980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13FBB-DD6B-4046-8577-8728074E1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2C797-7B07-4DAC-B981-D8350363C3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7DC9E-AFCF-4383-B004-0B8712E36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B7C4-9810-433B-A50A-DC01EC0EDDAD}" type="datetimeFigureOut">
              <a:rPr lang="pt-PT" smtClean="0"/>
              <a:t>11/12/2020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177D46-19D6-429A-8E9A-947408662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8C9A6-009C-4E35-B529-DD083CD1F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6DD8-B2AE-4075-8BCE-4665AE15480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23791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0C681-665A-4C52-8EFF-88CE04DB0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CB42AC-278C-4667-82F7-D0CD665333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9A3A54-76F3-4B89-8CF3-F0007BBF9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B7C4-9810-433B-A50A-DC01EC0EDDAD}" type="datetimeFigureOut">
              <a:rPr lang="pt-PT" smtClean="0"/>
              <a:t>11/12/2020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6FC969-E8AE-481A-B33A-25DD2F0B7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02219-0684-4125-B75A-9366C7115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6DD8-B2AE-4075-8BCE-4665AE15480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77481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5609D-F2FA-4949-8AB6-CC05FB545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24E51-044E-46CE-B23B-07E1DD642C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F41A9A-21DD-4F01-95F4-F53E66876A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DB5CE7-8FEA-458A-B8B8-46A624738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B7C4-9810-433B-A50A-DC01EC0EDDAD}" type="datetimeFigureOut">
              <a:rPr lang="pt-PT" smtClean="0"/>
              <a:t>11/12/2020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6A60D3-EA55-43C3-8905-086738AAF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537640-E0E3-4D5F-AF75-B26249A4F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6DD8-B2AE-4075-8BCE-4665AE15480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27114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F99A6-D916-4F1F-AD4D-E04AA8C94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E1B0E8-E6D5-48AF-8568-A4E0C880F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5893AE-2BFF-45E7-9C2B-92B6389664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657D34-A81E-4DBA-AFFE-8EAAC7919C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A0DFA3-C31B-4E90-965F-C8BDA9DD93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5AD4CD-1A09-49E5-B497-FC6DA8D60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B7C4-9810-433B-A50A-DC01EC0EDDAD}" type="datetimeFigureOut">
              <a:rPr lang="pt-PT" smtClean="0"/>
              <a:t>11/12/2020</a:t>
            </a:fld>
            <a:endParaRPr lang="pt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3DECC-5BC8-4A04-8CED-C6F4404D1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F16E1B-2D94-409D-B419-304E87500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6DD8-B2AE-4075-8BCE-4665AE15480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83242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CC630-C7BE-4CC3-A305-2BF36536C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1D2241-1E0A-45D4-920E-F0EBC57CF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B7C4-9810-433B-A50A-DC01EC0EDDAD}" type="datetimeFigureOut">
              <a:rPr lang="pt-PT" smtClean="0"/>
              <a:t>11/12/2020</a:t>
            </a:fld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65483F-C326-40DD-9D94-8672EF11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FBB58C-EF52-4DEA-9101-B7D344216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6DD8-B2AE-4075-8BCE-4665AE15480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36574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6A637A-58E1-468D-804C-CE510F94B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B7C4-9810-433B-A50A-DC01EC0EDDAD}" type="datetimeFigureOut">
              <a:rPr lang="pt-PT" smtClean="0"/>
              <a:t>11/12/2020</a:t>
            </a:fld>
            <a:endParaRPr lang="pt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D447C9-8771-4468-B64A-3F70625AD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1C8BAA-F480-4277-BC34-9482482E9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6DD8-B2AE-4075-8BCE-4665AE15480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39567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5F407-6941-4BDC-A4F1-1DB206D4D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0CF04-F806-4B37-94D9-5EDF02D8F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132CEB-35E8-42ED-9D40-321BBB365D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0D8A2D-DAE5-499E-ADDA-2A7A9720C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B7C4-9810-433B-A50A-DC01EC0EDDAD}" type="datetimeFigureOut">
              <a:rPr lang="pt-PT" smtClean="0"/>
              <a:t>11/12/2020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A2D464-6F70-4345-BCB1-479BDE3E7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AD21D1-700C-4F4B-B048-A1369ECA1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6DD8-B2AE-4075-8BCE-4665AE15480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03092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8156F-92CD-499E-BAFC-DDACD4EFB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98423F-09E2-4FE5-B215-45699FD0DE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D33CF3-821E-4B4B-83B6-C10BC34F72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699669-7653-4CDB-8B9F-32DCA9AC5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B7C4-9810-433B-A50A-DC01EC0EDDAD}" type="datetimeFigureOut">
              <a:rPr lang="pt-PT" smtClean="0"/>
              <a:t>11/12/2020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2CB413-4EDD-463D-BC35-187226076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5F1CD3-AD2E-4C43-B49B-5E740D2D3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6DD8-B2AE-4075-8BCE-4665AE15480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12625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B0870-AAC7-418F-BD40-F2EE9D501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2A2F20-8B54-4F21-9459-34AA30ABD9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0B1A6-F31E-4753-B411-161284B15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B7C4-9810-433B-A50A-DC01EC0EDDAD}" type="datetimeFigureOut">
              <a:rPr lang="pt-PT" smtClean="0"/>
              <a:t>11/12/2020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F1758-CF69-4E0E-B381-5544F77EA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A04C2A-69B7-405F-8562-2AEE9EB8F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6DD8-B2AE-4075-8BCE-4665AE15480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44510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DD701F-FD77-4FCC-96E1-0478B151DC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C75123-8982-4FD7-856B-F84EA80717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AE8B2D-B1DC-4FB8-BBEB-F8D0B8FA9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B7C4-9810-433B-A50A-DC01EC0EDDAD}" type="datetimeFigureOut">
              <a:rPr lang="pt-PT" smtClean="0"/>
              <a:t>11/12/2020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E78BF-9806-42E5-AD85-573B9F6DA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9D1086-8FDB-4215-AC17-3E1F0C16D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6DD8-B2AE-4075-8BCE-4665AE15480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29131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F9FA83-7235-4693-BB5D-1126828CF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5BDCBD-62F2-4DC4-8EA9-55C691CE49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C5C98-8165-4822-8209-32DD1FEF1F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2CB7C4-9810-433B-A50A-DC01EC0EDDAD}" type="datetimeFigureOut">
              <a:rPr lang="pt-PT" smtClean="0"/>
              <a:t>11/12/2020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410151-340E-4249-BBCB-AF2D8E315F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6F5F8-94C2-4578-9119-2C5BA200E6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566DD8-B2AE-4075-8BCE-4665AE15480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48471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FFA221D4-5EB5-465C-880B-B473A7971438}"/>
              </a:ext>
            </a:extLst>
          </p:cNvPr>
          <p:cNvGrpSpPr/>
          <p:nvPr/>
        </p:nvGrpSpPr>
        <p:grpSpPr>
          <a:xfrm>
            <a:off x="768743" y="-2201655"/>
            <a:ext cx="10654514" cy="10111682"/>
            <a:chOff x="768743" y="-2201655"/>
            <a:chExt cx="10654514" cy="1011168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61C9E42-B8AA-45C9-B7F1-CDBB0561C4BA}"/>
                </a:ext>
              </a:extLst>
            </p:cNvPr>
            <p:cNvSpPr/>
            <p:nvPr/>
          </p:nvSpPr>
          <p:spPr>
            <a:xfrm>
              <a:off x="768743" y="-2201655"/>
              <a:ext cx="10654514" cy="10111682"/>
            </a:xfrm>
            <a:prstGeom prst="rect">
              <a:avLst/>
            </a:prstGeom>
            <a:solidFill>
              <a:srgbClr val="E7DACB"/>
            </a:solidFill>
            <a:ln w="76200"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dirty="0">
                  <a:latin typeface="Arial" panose="020B0604020202020204" pitchFamily="34" charset="0"/>
                  <a:cs typeface="Arial" panose="020B0604020202020204" pitchFamily="34" charset="0"/>
                </a:rPr>
                <a:t>z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3AEDCFC-3A32-4C0F-BA52-48B896682AE2}"/>
                </a:ext>
              </a:extLst>
            </p:cNvPr>
            <p:cNvSpPr txBox="1"/>
            <p:nvPr/>
          </p:nvSpPr>
          <p:spPr>
            <a:xfrm>
              <a:off x="1393446" y="-1852789"/>
              <a:ext cx="940510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4800" b="1" dirty="0" err="1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Basket</a:t>
              </a:r>
              <a:r>
                <a:rPr lang="pt-PT" sz="4800" b="1" dirty="0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4800" b="1" dirty="0" err="1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Weave</a:t>
              </a:r>
              <a:r>
                <a:rPr lang="pt-PT" sz="4800" b="1" dirty="0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4800" b="1" i="1" dirty="0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star </a:t>
              </a:r>
              <a:r>
                <a:rPr lang="pt-PT" sz="4800" b="1" i="1" dirty="0" err="1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battle</a:t>
              </a:r>
              <a:r>
                <a:rPr lang="pt-PT" sz="4800" b="1" i="1" dirty="0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1</a:t>
              </a:r>
              <a:r>
                <a:rPr lang="pt-PT" sz="4800" dirty="0">
                  <a:solidFill>
                    <a:schemeClr val="accent4">
                      <a:lumMod val="50000"/>
                    </a:schemeClr>
                  </a:solidFill>
                </a:rPr>
                <a:t> ★</a:t>
              </a:r>
              <a:endParaRPr lang="pt-PT" sz="48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DC7BCD4-31C7-4838-84C2-5F02C8EA12A7}"/>
                </a:ext>
              </a:extLst>
            </p:cNvPr>
            <p:cNvSpPr txBox="1"/>
            <p:nvPr/>
          </p:nvSpPr>
          <p:spPr>
            <a:xfrm>
              <a:off x="831185" y="-1012629"/>
              <a:ext cx="10529630" cy="107721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pt-PT" sz="3200" i="1" dirty="0" err="1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Place</a:t>
              </a:r>
              <a:r>
                <a:rPr lang="pt-PT" sz="3200" i="1" dirty="0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3200" i="1" dirty="0" err="1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exactly</a:t>
              </a:r>
              <a:r>
                <a:rPr lang="pt-PT" sz="3200" i="1" dirty="0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3200" i="1" dirty="0" err="1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one</a:t>
              </a:r>
              <a:r>
                <a:rPr lang="pt-PT" sz="3200" i="1" dirty="0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star per </a:t>
              </a:r>
              <a:r>
                <a:rPr lang="pt-PT" sz="3200" b="1" i="1" dirty="0" err="1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region</a:t>
              </a:r>
              <a:r>
                <a:rPr lang="pt-PT" sz="3200" i="1" dirty="0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3200" i="1" dirty="0" err="1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</a:t>
              </a:r>
              <a:r>
                <a:rPr lang="pt-PT" sz="3200" i="1" dirty="0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3200" b="1" i="1" dirty="0" err="1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line</a:t>
              </a:r>
              <a:r>
                <a:rPr lang="pt-PT" sz="3200" i="1" dirty="0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  <a:endParaRPr lang="pt-PT" sz="3200" b="1" i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pt-PT" sz="3200" i="1" dirty="0" err="1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Cells</a:t>
              </a:r>
              <a:r>
                <a:rPr lang="pt-PT" sz="3200" i="1" dirty="0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3200" i="1" dirty="0" err="1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containing</a:t>
              </a:r>
              <a:r>
                <a:rPr lang="pt-PT" sz="3200" i="1" dirty="0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stars must </a:t>
              </a:r>
              <a:r>
                <a:rPr lang="pt-PT" sz="3200" i="1" dirty="0" err="1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not</a:t>
              </a:r>
              <a:r>
                <a:rPr lang="pt-PT" sz="3200" i="1" dirty="0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3200" i="1" dirty="0" err="1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touch</a:t>
              </a:r>
              <a:r>
                <a:rPr lang="pt-PT" sz="3200" i="1" dirty="0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</p:txBody>
        </p:sp>
        <p:sp>
          <p:nvSpPr>
            <p:cNvPr id="296" name="Rectangle 295">
              <a:extLst>
                <a:ext uri="{FF2B5EF4-FFF2-40B4-BE49-F238E27FC236}">
                  <a16:creationId xmlns:a16="http://schemas.microsoft.com/office/drawing/2014/main" id="{3F8DA777-1237-4731-A71B-746818B7DB1A}"/>
                </a:ext>
              </a:extLst>
            </p:cNvPr>
            <p:cNvSpPr/>
            <p:nvPr/>
          </p:nvSpPr>
          <p:spPr>
            <a:xfrm>
              <a:off x="6039884" y="6880195"/>
              <a:ext cx="5065066" cy="6924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endParaRPr lang="pt-PT" sz="300" i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r"/>
              <a:r>
                <a:rPr lang="en-US" b="1" dirty="0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#19 by Pedro PSI – 12</a:t>
              </a:r>
              <a:r>
                <a:rPr lang="en-US" b="1" baseline="30000" dirty="0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</a:t>
              </a:r>
              <a:r>
                <a:rPr lang="en-US" b="1" dirty="0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of December 2020</a:t>
              </a:r>
            </a:p>
            <a:p>
              <a:pPr algn="r"/>
              <a:r>
                <a:rPr lang="pt-PT" i="1" dirty="0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pedropsi.github.io/star-battle</a:t>
              </a: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D88E6695-0376-46B6-A7D2-3A0FE82EF810}"/>
                </a:ext>
              </a:extLst>
            </p:cNvPr>
            <p:cNvGrpSpPr/>
            <p:nvPr/>
          </p:nvGrpSpPr>
          <p:grpSpPr>
            <a:xfrm>
              <a:off x="4596819" y="485120"/>
              <a:ext cx="6350526" cy="6221376"/>
              <a:chOff x="4596819" y="485120"/>
              <a:chExt cx="6350526" cy="6221376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3017A38E-176C-425B-BB13-9581983D67A2}"/>
                  </a:ext>
                </a:extLst>
              </p:cNvPr>
              <p:cNvGrpSpPr/>
              <p:nvPr/>
            </p:nvGrpSpPr>
            <p:grpSpPr>
              <a:xfrm>
                <a:off x="5013925" y="921099"/>
                <a:ext cx="5509932" cy="5443657"/>
                <a:chOff x="5013925" y="921099"/>
                <a:chExt cx="5509932" cy="5443657"/>
              </a:xfrm>
            </p:grpSpPr>
            <p:grpSp>
              <p:nvGrpSpPr>
                <p:cNvPr id="232" name="Group 231">
                  <a:extLst>
                    <a:ext uri="{FF2B5EF4-FFF2-40B4-BE49-F238E27FC236}">
                      <a16:creationId xmlns:a16="http://schemas.microsoft.com/office/drawing/2014/main" id="{478B570A-FE7D-4A5A-9738-51C7FB173A71}"/>
                    </a:ext>
                  </a:extLst>
                </p:cNvPr>
                <p:cNvGrpSpPr/>
                <p:nvPr/>
              </p:nvGrpSpPr>
              <p:grpSpPr>
                <a:xfrm flipH="1">
                  <a:off x="5017311" y="926331"/>
                  <a:ext cx="5497444" cy="5438425"/>
                  <a:chOff x="2406316" y="-297196"/>
                  <a:chExt cx="22151757" cy="21913932"/>
                </a:xfrm>
              </p:grpSpPr>
              <p:grpSp>
                <p:nvGrpSpPr>
                  <p:cNvPr id="283" name="Group 282">
                    <a:extLst>
                      <a:ext uri="{FF2B5EF4-FFF2-40B4-BE49-F238E27FC236}">
                        <a16:creationId xmlns:a16="http://schemas.microsoft.com/office/drawing/2014/main" id="{1E09DE78-78BF-4C09-B9F7-576A19B440AF}"/>
                      </a:ext>
                    </a:extLst>
                  </p:cNvPr>
                  <p:cNvGrpSpPr/>
                  <p:nvPr/>
                </p:nvGrpSpPr>
                <p:grpSpPr>
                  <a:xfrm>
                    <a:off x="2406316" y="-297196"/>
                    <a:ext cx="7379368" cy="7379368"/>
                    <a:chOff x="2406316" y="-297196"/>
                    <a:chExt cx="7379368" cy="7379368"/>
                  </a:xfrm>
                </p:grpSpPr>
                <p:grpSp>
                  <p:nvGrpSpPr>
                    <p:cNvPr id="547" name="Group 546">
                      <a:extLst>
                        <a:ext uri="{FF2B5EF4-FFF2-40B4-BE49-F238E27FC236}">
                          <a16:creationId xmlns:a16="http://schemas.microsoft.com/office/drawing/2014/main" id="{E820F976-6849-428E-935A-286DFCE82D4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406316" y="-297196"/>
                      <a:ext cx="3689684" cy="3689684"/>
                      <a:chOff x="4251158" y="1547646"/>
                      <a:chExt cx="3689684" cy="3689684"/>
                    </a:xfrm>
                  </p:grpSpPr>
                  <p:sp>
                    <p:nvSpPr>
                      <p:cNvPr id="557" name="Rectangle 556">
                        <a:extLst>
                          <a:ext uri="{FF2B5EF4-FFF2-40B4-BE49-F238E27FC236}">
                            <a16:creationId xmlns:a16="http://schemas.microsoft.com/office/drawing/2014/main" id="{36104222-306E-4D1B-8F60-93C3B303D84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3392488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558" name="Rectangle 557">
                        <a:extLst>
                          <a:ext uri="{FF2B5EF4-FFF2-40B4-BE49-F238E27FC236}">
                            <a16:creationId xmlns:a16="http://schemas.microsoft.com/office/drawing/2014/main" id="{1BF72C0D-594A-4478-B9ED-06582A5B1A9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1547646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</p:grpSp>
                <p:grpSp>
                  <p:nvGrpSpPr>
                    <p:cNvPr id="548" name="Group 547">
                      <a:extLst>
                        <a:ext uri="{FF2B5EF4-FFF2-40B4-BE49-F238E27FC236}">
                          <a16:creationId xmlns:a16="http://schemas.microsoft.com/office/drawing/2014/main" id="{BC118F18-194F-4425-8925-78BD06DF5BA2}"/>
                        </a:ext>
                      </a:extLst>
                    </p:cNvPr>
                    <p:cNvGrpSpPr/>
                    <p:nvPr/>
                  </p:nvGrpSpPr>
                  <p:grpSpPr>
                    <a:xfrm rot="5400000">
                      <a:off x="6096000" y="-297196"/>
                      <a:ext cx="3689684" cy="3689684"/>
                      <a:chOff x="4251158" y="1547646"/>
                      <a:chExt cx="3689684" cy="3689684"/>
                    </a:xfrm>
                  </p:grpSpPr>
                  <p:sp>
                    <p:nvSpPr>
                      <p:cNvPr id="555" name="Rectangle 554">
                        <a:extLst>
                          <a:ext uri="{FF2B5EF4-FFF2-40B4-BE49-F238E27FC236}">
                            <a16:creationId xmlns:a16="http://schemas.microsoft.com/office/drawing/2014/main" id="{DE71CB24-C9FF-477D-BF00-CFACED9E4DC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3392488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556" name="Rectangle 555">
                        <a:extLst>
                          <a:ext uri="{FF2B5EF4-FFF2-40B4-BE49-F238E27FC236}">
                            <a16:creationId xmlns:a16="http://schemas.microsoft.com/office/drawing/2014/main" id="{99566CF0-4A33-4C28-B5A4-EF87336C980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1547646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</p:grpSp>
                <p:grpSp>
                  <p:nvGrpSpPr>
                    <p:cNvPr id="549" name="Group 548">
                      <a:extLst>
                        <a:ext uri="{FF2B5EF4-FFF2-40B4-BE49-F238E27FC236}">
                          <a16:creationId xmlns:a16="http://schemas.microsoft.com/office/drawing/2014/main" id="{E7F61161-04FB-40D1-B690-2882CD09D61D}"/>
                        </a:ext>
                      </a:extLst>
                    </p:cNvPr>
                    <p:cNvGrpSpPr/>
                    <p:nvPr/>
                  </p:nvGrpSpPr>
                  <p:grpSpPr>
                    <a:xfrm rot="5400000">
                      <a:off x="2406316" y="3392488"/>
                      <a:ext cx="3689684" cy="3689684"/>
                      <a:chOff x="4251158" y="1547646"/>
                      <a:chExt cx="3689684" cy="3689684"/>
                    </a:xfrm>
                  </p:grpSpPr>
                  <p:sp>
                    <p:nvSpPr>
                      <p:cNvPr id="553" name="Rectangle 552">
                        <a:extLst>
                          <a:ext uri="{FF2B5EF4-FFF2-40B4-BE49-F238E27FC236}">
                            <a16:creationId xmlns:a16="http://schemas.microsoft.com/office/drawing/2014/main" id="{DFDEF3E7-3778-4713-8C22-B7352331FFD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3392488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554" name="Rectangle 553">
                        <a:extLst>
                          <a:ext uri="{FF2B5EF4-FFF2-40B4-BE49-F238E27FC236}">
                            <a16:creationId xmlns:a16="http://schemas.microsoft.com/office/drawing/2014/main" id="{5DFE23AA-9022-4620-9F4F-B33CF7B2EC5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1547646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</p:grpSp>
                <p:grpSp>
                  <p:nvGrpSpPr>
                    <p:cNvPr id="550" name="Group 549">
                      <a:extLst>
                        <a:ext uri="{FF2B5EF4-FFF2-40B4-BE49-F238E27FC236}">
                          <a16:creationId xmlns:a16="http://schemas.microsoft.com/office/drawing/2014/main" id="{BF0F52C3-2ACC-41CC-AEA9-8AAD2891534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096000" y="3392488"/>
                      <a:ext cx="3689684" cy="3689684"/>
                      <a:chOff x="4251158" y="1547646"/>
                      <a:chExt cx="3689684" cy="3689684"/>
                    </a:xfrm>
                  </p:grpSpPr>
                  <p:sp>
                    <p:nvSpPr>
                      <p:cNvPr id="551" name="Rectangle 550">
                        <a:extLst>
                          <a:ext uri="{FF2B5EF4-FFF2-40B4-BE49-F238E27FC236}">
                            <a16:creationId xmlns:a16="http://schemas.microsoft.com/office/drawing/2014/main" id="{C417FC61-FA19-43BF-98E6-1DB58E6B47A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3392488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552" name="Rectangle 551">
                        <a:extLst>
                          <a:ext uri="{FF2B5EF4-FFF2-40B4-BE49-F238E27FC236}">
                            <a16:creationId xmlns:a16="http://schemas.microsoft.com/office/drawing/2014/main" id="{FA8FF32E-FBC6-4ECB-8C5A-6D3A73A995D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1547646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</p:grpSp>
              </p:grpSp>
              <p:grpSp>
                <p:nvGrpSpPr>
                  <p:cNvPr id="284" name="Group 283">
                    <a:extLst>
                      <a:ext uri="{FF2B5EF4-FFF2-40B4-BE49-F238E27FC236}">
                        <a16:creationId xmlns:a16="http://schemas.microsoft.com/office/drawing/2014/main" id="{81874315-40F0-4489-96E9-41313D91AB48}"/>
                      </a:ext>
                    </a:extLst>
                  </p:cNvPr>
                  <p:cNvGrpSpPr/>
                  <p:nvPr/>
                </p:nvGrpSpPr>
                <p:grpSpPr>
                  <a:xfrm>
                    <a:off x="9799337" y="-297196"/>
                    <a:ext cx="7379368" cy="7379368"/>
                    <a:chOff x="2406316" y="-297196"/>
                    <a:chExt cx="7379368" cy="7379368"/>
                  </a:xfrm>
                </p:grpSpPr>
                <p:grpSp>
                  <p:nvGrpSpPr>
                    <p:cNvPr id="535" name="Group 534">
                      <a:extLst>
                        <a:ext uri="{FF2B5EF4-FFF2-40B4-BE49-F238E27FC236}">
                          <a16:creationId xmlns:a16="http://schemas.microsoft.com/office/drawing/2014/main" id="{9BCFF529-257F-486B-8746-A46FDEFB490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406316" y="-297196"/>
                      <a:ext cx="3689684" cy="3689684"/>
                      <a:chOff x="4251158" y="1547646"/>
                      <a:chExt cx="3689684" cy="3689684"/>
                    </a:xfrm>
                  </p:grpSpPr>
                  <p:sp>
                    <p:nvSpPr>
                      <p:cNvPr id="545" name="Rectangle 544">
                        <a:extLst>
                          <a:ext uri="{FF2B5EF4-FFF2-40B4-BE49-F238E27FC236}">
                            <a16:creationId xmlns:a16="http://schemas.microsoft.com/office/drawing/2014/main" id="{E3A699CB-E15B-4EBF-9F8D-F7C9A40A31E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3392488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546" name="Rectangle 545">
                        <a:extLst>
                          <a:ext uri="{FF2B5EF4-FFF2-40B4-BE49-F238E27FC236}">
                            <a16:creationId xmlns:a16="http://schemas.microsoft.com/office/drawing/2014/main" id="{78759898-58BF-4AED-AB92-89150DD92AD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1547646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</p:grpSp>
                <p:grpSp>
                  <p:nvGrpSpPr>
                    <p:cNvPr id="536" name="Group 535">
                      <a:extLst>
                        <a:ext uri="{FF2B5EF4-FFF2-40B4-BE49-F238E27FC236}">
                          <a16:creationId xmlns:a16="http://schemas.microsoft.com/office/drawing/2014/main" id="{F9683233-BE52-4BB4-9124-6E2CD60AB2E2}"/>
                        </a:ext>
                      </a:extLst>
                    </p:cNvPr>
                    <p:cNvGrpSpPr/>
                    <p:nvPr/>
                  </p:nvGrpSpPr>
                  <p:grpSpPr>
                    <a:xfrm rot="5400000">
                      <a:off x="6096000" y="-297196"/>
                      <a:ext cx="3689684" cy="3689684"/>
                      <a:chOff x="4251158" y="1547646"/>
                      <a:chExt cx="3689684" cy="3689684"/>
                    </a:xfrm>
                  </p:grpSpPr>
                  <p:sp>
                    <p:nvSpPr>
                      <p:cNvPr id="543" name="Rectangle 542">
                        <a:extLst>
                          <a:ext uri="{FF2B5EF4-FFF2-40B4-BE49-F238E27FC236}">
                            <a16:creationId xmlns:a16="http://schemas.microsoft.com/office/drawing/2014/main" id="{CDBC5608-B4DA-4678-B9A1-527455B2CB5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3392488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544" name="Rectangle 543">
                        <a:extLst>
                          <a:ext uri="{FF2B5EF4-FFF2-40B4-BE49-F238E27FC236}">
                            <a16:creationId xmlns:a16="http://schemas.microsoft.com/office/drawing/2014/main" id="{8B3A8C34-9BEE-4DD6-9B38-CBA3A28A4B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1547646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</p:grpSp>
                <p:grpSp>
                  <p:nvGrpSpPr>
                    <p:cNvPr id="537" name="Group 536">
                      <a:extLst>
                        <a:ext uri="{FF2B5EF4-FFF2-40B4-BE49-F238E27FC236}">
                          <a16:creationId xmlns:a16="http://schemas.microsoft.com/office/drawing/2014/main" id="{89159149-A3D0-445C-A290-8CFB0BE3AAF6}"/>
                        </a:ext>
                      </a:extLst>
                    </p:cNvPr>
                    <p:cNvGrpSpPr/>
                    <p:nvPr/>
                  </p:nvGrpSpPr>
                  <p:grpSpPr>
                    <a:xfrm rot="5400000">
                      <a:off x="2406316" y="3392488"/>
                      <a:ext cx="3689684" cy="3689684"/>
                      <a:chOff x="4251158" y="1547646"/>
                      <a:chExt cx="3689684" cy="3689684"/>
                    </a:xfrm>
                  </p:grpSpPr>
                  <p:sp>
                    <p:nvSpPr>
                      <p:cNvPr id="541" name="Rectangle 540">
                        <a:extLst>
                          <a:ext uri="{FF2B5EF4-FFF2-40B4-BE49-F238E27FC236}">
                            <a16:creationId xmlns:a16="http://schemas.microsoft.com/office/drawing/2014/main" id="{153C1C35-C071-40FA-9791-5A53ADF88BC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3392488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542" name="Rectangle 541">
                        <a:extLst>
                          <a:ext uri="{FF2B5EF4-FFF2-40B4-BE49-F238E27FC236}">
                            <a16:creationId xmlns:a16="http://schemas.microsoft.com/office/drawing/2014/main" id="{32990ED2-4F17-413C-8CCB-00A69006AE6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1547646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</p:grpSp>
                <p:grpSp>
                  <p:nvGrpSpPr>
                    <p:cNvPr id="538" name="Group 537">
                      <a:extLst>
                        <a:ext uri="{FF2B5EF4-FFF2-40B4-BE49-F238E27FC236}">
                          <a16:creationId xmlns:a16="http://schemas.microsoft.com/office/drawing/2014/main" id="{24595FCD-47B3-4706-A4EF-61AFAD2A9CC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096000" y="3392488"/>
                      <a:ext cx="3689684" cy="3689684"/>
                      <a:chOff x="4251158" y="1547646"/>
                      <a:chExt cx="3689684" cy="3689684"/>
                    </a:xfrm>
                  </p:grpSpPr>
                  <p:sp>
                    <p:nvSpPr>
                      <p:cNvPr id="539" name="Rectangle 538">
                        <a:extLst>
                          <a:ext uri="{FF2B5EF4-FFF2-40B4-BE49-F238E27FC236}">
                            <a16:creationId xmlns:a16="http://schemas.microsoft.com/office/drawing/2014/main" id="{DA446451-9F98-44F4-B682-0114DAEFEFC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3392488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540" name="Rectangle 539">
                        <a:extLst>
                          <a:ext uri="{FF2B5EF4-FFF2-40B4-BE49-F238E27FC236}">
                            <a16:creationId xmlns:a16="http://schemas.microsoft.com/office/drawing/2014/main" id="{194E525D-960B-45D2-A8D2-06DDC57EA80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1547646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</p:grpSp>
              </p:grpSp>
              <p:grpSp>
                <p:nvGrpSpPr>
                  <p:cNvPr id="285" name="Group 284">
                    <a:extLst>
                      <a:ext uri="{FF2B5EF4-FFF2-40B4-BE49-F238E27FC236}">
                        <a16:creationId xmlns:a16="http://schemas.microsoft.com/office/drawing/2014/main" id="{88DF4DA2-37CD-4103-B5BB-D73A1A2B2A14}"/>
                      </a:ext>
                    </a:extLst>
                  </p:cNvPr>
                  <p:cNvGrpSpPr/>
                  <p:nvPr/>
                </p:nvGrpSpPr>
                <p:grpSpPr>
                  <a:xfrm>
                    <a:off x="17178705" y="-297196"/>
                    <a:ext cx="7379368" cy="7379368"/>
                    <a:chOff x="2406316" y="-297196"/>
                    <a:chExt cx="7379368" cy="7379368"/>
                  </a:xfrm>
                </p:grpSpPr>
                <p:grpSp>
                  <p:nvGrpSpPr>
                    <p:cNvPr id="523" name="Group 522">
                      <a:extLst>
                        <a:ext uri="{FF2B5EF4-FFF2-40B4-BE49-F238E27FC236}">
                          <a16:creationId xmlns:a16="http://schemas.microsoft.com/office/drawing/2014/main" id="{E75C2E2F-AE88-4512-8BFE-8EB7EE319B9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406316" y="-297196"/>
                      <a:ext cx="3689684" cy="3689684"/>
                      <a:chOff x="4251158" y="1547646"/>
                      <a:chExt cx="3689684" cy="3689684"/>
                    </a:xfrm>
                  </p:grpSpPr>
                  <p:sp>
                    <p:nvSpPr>
                      <p:cNvPr id="533" name="Rectangle 532">
                        <a:extLst>
                          <a:ext uri="{FF2B5EF4-FFF2-40B4-BE49-F238E27FC236}">
                            <a16:creationId xmlns:a16="http://schemas.microsoft.com/office/drawing/2014/main" id="{BBB51B4E-5F29-4094-95C8-8E93B35ABFC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3392488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534" name="Rectangle 533">
                        <a:extLst>
                          <a:ext uri="{FF2B5EF4-FFF2-40B4-BE49-F238E27FC236}">
                            <a16:creationId xmlns:a16="http://schemas.microsoft.com/office/drawing/2014/main" id="{4EA1DB2A-ADD5-46D1-80E1-ACABC6F563B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1547646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</p:grpSp>
                <p:grpSp>
                  <p:nvGrpSpPr>
                    <p:cNvPr id="524" name="Group 523">
                      <a:extLst>
                        <a:ext uri="{FF2B5EF4-FFF2-40B4-BE49-F238E27FC236}">
                          <a16:creationId xmlns:a16="http://schemas.microsoft.com/office/drawing/2014/main" id="{738E4374-5BF9-4836-B70C-E200114ADD85}"/>
                        </a:ext>
                      </a:extLst>
                    </p:cNvPr>
                    <p:cNvGrpSpPr/>
                    <p:nvPr/>
                  </p:nvGrpSpPr>
                  <p:grpSpPr>
                    <a:xfrm rot="5400000">
                      <a:off x="6096000" y="-297196"/>
                      <a:ext cx="3689684" cy="3689684"/>
                      <a:chOff x="4251158" y="1547646"/>
                      <a:chExt cx="3689684" cy="3689684"/>
                    </a:xfrm>
                  </p:grpSpPr>
                  <p:sp>
                    <p:nvSpPr>
                      <p:cNvPr id="531" name="Rectangle 530">
                        <a:extLst>
                          <a:ext uri="{FF2B5EF4-FFF2-40B4-BE49-F238E27FC236}">
                            <a16:creationId xmlns:a16="http://schemas.microsoft.com/office/drawing/2014/main" id="{8FE1147D-D14A-4AF2-8B83-A1A86439A35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3392488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532" name="Rectangle 531">
                        <a:extLst>
                          <a:ext uri="{FF2B5EF4-FFF2-40B4-BE49-F238E27FC236}">
                            <a16:creationId xmlns:a16="http://schemas.microsoft.com/office/drawing/2014/main" id="{5F6C5A9E-CCB4-4706-8635-F0DAD173E50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1547646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</p:grpSp>
                <p:grpSp>
                  <p:nvGrpSpPr>
                    <p:cNvPr id="525" name="Group 524">
                      <a:extLst>
                        <a:ext uri="{FF2B5EF4-FFF2-40B4-BE49-F238E27FC236}">
                          <a16:creationId xmlns:a16="http://schemas.microsoft.com/office/drawing/2014/main" id="{363EC1EC-5F6F-4BE7-B7E6-4F95AE17F8D9}"/>
                        </a:ext>
                      </a:extLst>
                    </p:cNvPr>
                    <p:cNvGrpSpPr/>
                    <p:nvPr/>
                  </p:nvGrpSpPr>
                  <p:grpSpPr>
                    <a:xfrm rot="5400000">
                      <a:off x="2406316" y="3392488"/>
                      <a:ext cx="3689684" cy="3689684"/>
                      <a:chOff x="4251158" y="1547646"/>
                      <a:chExt cx="3689684" cy="3689684"/>
                    </a:xfrm>
                  </p:grpSpPr>
                  <p:sp>
                    <p:nvSpPr>
                      <p:cNvPr id="529" name="Rectangle 528">
                        <a:extLst>
                          <a:ext uri="{FF2B5EF4-FFF2-40B4-BE49-F238E27FC236}">
                            <a16:creationId xmlns:a16="http://schemas.microsoft.com/office/drawing/2014/main" id="{8506EC94-950F-427C-8ED3-F582B184EF3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3392488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530" name="Rectangle 529">
                        <a:extLst>
                          <a:ext uri="{FF2B5EF4-FFF2-40B4-BE49-F238E27FC236}">
                            <a16:creationId xmlns:a16="http://schemas.microsoft.com/office/drawing/2014/main" id="{1645D646-2F7E-4C6F-91D4-39EF6AB0C3F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1547646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</p:grpSp>
                <p:grpSp>
                  <p:nvGrpSpPr>
                    <p:cNvPr id="526" name="Group 525">
                      <a:extLst>
                        <a:ext uri="{FF2B5EF4-FFF2-40B4-BE49-F238E27FC236}">
                          <a16:creationId xmlns:a16="http://schemas.microsoft.com/office/drawing/2014/main" id="{F4C974CB-2DBF-4721-810E-730534E7466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096000" y="3392488"/>
                      <a:ext cx="3689684" cy="3689684"/>
                      <a:chOff x="4251158" y="1547646"/>
                      <a:chExt cx="3689684" cy="3689684"/>
                    </a:xfrm>
                  </p:grpSpPr>
                  <p:sp>
                    <p:nvSpPr>
                      <p:cNvPr id="527" name="Rectangle 526">
                        <a:extLst>
                          <a:ext uri="{FF2B5EF4-FFF2-40B4-BE49-F238E27FC236}">
                            <a16:creationId xmlns:a16="http://schemas.microsoft.com/office/drawing/2014/main" id="{406651C0-00B0-4E00-9C8F-2CE655BACA8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3392488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528" name="Rectangle 527">
                        <a:extLst>
                          <a:ext uri="{FF2B5EF4-FFF2-40B4-BE49-F238E27FC236}">
                            <a16:creationId xmlns:a16="http://schemas.microsoft.com/office/drawing/2014/main" id="{CA4002A1-C638-467E-9BE2-83F92640E93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1547646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</p:grpSp>
              </p:grpSp>
              <p:grpSp>
                <p:nvGrpSpPr>
                  <p:cNvPr id="286" name="Group 285">
                    <a:extLst>
                      <a:ext uri="{FF2B5EF4-FFF2-40B4-BE49-F238E27FC236}">
                        <a16:creationId xmlns:a16="http://schemas.microsoft.com/office/drawing/2014/main" id="{2F924A4E-B6D1-44F3-97F8-FDED2B8BFF0B}"/>
                      </a:ext>
                    </a:extLst>
                  </p:cNvPr>
                  <p:cNvGrpSpPr/>
                  <p:nvPr/>
                </p:nvGrpSpPr>
                <p:grpSpPr>
                  <a:xfrm>
                    <a:off x="2406316" y="6858000"/>
                    <a:ext cx="7379368" cy="7379368"/>
                    <a:chOff x="2406316" y="-297196"/>
                    <a:chExt cx="7379368" cy="7379368"/>
                  </a:xfrm>
                </p:grpSpPr>
                <p:grpSp>
                  <p:nvGrpSpPr>
                    <p:cNvPr id="511" name="Group 510">
                      <a:extLst>
                        <a:ext uri="{FF2B5EF4-FFF2-40B4-BE49-F238E27FC236}">
                          <a16:creationId xmlns:a16="http://schemas.microsoft.com/office/drawing/2014/main" id="{90BF1B53-2EAD-44E4-9994-7C6CE84BD75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406316" y="-297196"/>
                      <a:ext cx="3689684" cy="3689684"/>
                      <a:chOff x="4251158" y="1547646"/>
                      <a:chExt cx="3689684" cy="3689684"/>
                    </a:xfrm>
                  </p:grpSpPr>
                  <p:sp>
                    <p:nvSpPr>
                      <p:cNvPr id="521" name="Rectangle 520">
                        <a:extLst>
                          <a:ext uri="{FF2B5EF4-FFF2-40B4-BE49-F238E27FC236}">
                            <a16:creationId xmlns:a16="http://schemas.microsoft.com/office/drawing/2014/main" id="{50812F18-C738-487C-9EB1-C6F55FC3AFD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3392488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522" name="Rectangle 521">
                        <a:extLst>
                          <a:ext uri="{FF2B5EF4-FFF2-40B4-BE49-F238E27FC236}">
                            <a16:creationId xmlns:a16="http://schemas.microsoft.com/office/drawing/2014/main" id="{9FDB75C7-6D83-4287-BC0B-77657B44242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1547646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</p:grpSp>
                <p:grpSp>
                  <p:nvGrpSpPr>
                    <p:cNvPr id="512" name="Group 511">
                      <a:extLst>
                        <a:ext uri="{FF2B5EF4-FFF2-40B4-BE49-F238E27FC236}">
                          <a16:creationId xmlns:a16="http://schemas.microsoft.com/office/drawing/2014/main" id="{8F1C804A-1CCA-49E5-A3E7-5FCA939B3B78}"/>
                        </a:ext>
                      </a:extLst>
                    </p:cNvPr>
                    <p:cNvGrpSpPr/>
                    <p:nvPr/>
                  </p:nvGrpSpPr>
                  <p:grpSpPr>
                    <a:xfrm rot="5400000">
                      <a:off x="6096000" y="-297196"/>
                      <a:ext cx="3689684" cy="3689684"/>
                      <a:chOff x="4251158" y="1547646"/>
                      <a:chExt cx="3689684" cy="3689684"/>
                    </a:xfrm>
                  </p:grpSpPr>
                  <p:sp>
                    <p:nvSpPr>
                      <p:cNvPr id="519" name="Rectangle 518">
                        <a:extLst>
                          <a:ext uri="{FF2B5EF4-FFF2-40B4-BE49-F238E27FC236}">
                            <a16:creationId xmlns:a16="http://schemas.microsoft.com/office/drawing/2014/main" id="{2F6282FD-C1A4-41AD-B751-BEABEF7C39F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3392488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520" name="Rectangle 519">
                        <a:extLst>
                          <a:ext uri="{FF2B5EF4-FFF2-40B4-BE49-F238E27FC236}">
                            <a16:creationId xmlns:a16="http://schemas.microsoft.com/office/drawing/2014/main" id="{3CA0DD39-6D63-433C-931C-E46BAA52EC1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1547646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</p:grpSp>
                <p:grpSp>
                  <p:nvGrpSpPr>
                    <p:cNvPr id="513" name="Group 512">
                      <a:extLst>
                        <a:ext uri="{FF2B5EF4-FFF2-40B4-BE49-F238E27FC236}">
                          <a16:creationId xmlns:a16="http://schemas.microsoft.com/office/drawing/2014/main" id="{28963D44-584B-409E-84FA-AE7A906FFBDB}"/>
                        </a:ext>
                      </a:extLst>
                    </p:cNvPr>
                    <p:cNvGrpSpPr/>
                    <p:nvPr/>
                  </p:nvGrpSpPr>
                  <p:grpSpPr>
                    <a:xfrm rot="5400000">
                      <a:off x="2406316" y="3392488"/>
                      <a:ext cx="3689684" cy="3689684"/>
                      <a:chOff x="4251158" y="1547646"/>
                      <a:chExt cx="3689684" cy="3689684"/>
                    </a:xfrm>
                  </p:grpSpPr>
                  <p:sp>
                    <p:nvSpPr>
                      <p:cNvPr id="517" name="Rectangle 516">
                        <a:extLst>
                          <a:ext uri="{FF2B5EF4-FFF2-40B4-BE49-F238E27FC236}">
                            <a16:creationId xmlns:a16="http://schemas.microsoft.com/office/drawing/2014/main" id="{D28C7FEB-EB0A-41FE-B041-6EA6FA3C47A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3392488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518" name="Rectangle 517">
                        <a:extLst>
                          <a:ext uri="{FF2B5EF4-FFF2-40B4-BE49-F238E27FC236}">
                            <a16:creationId xmlns:a16="http://schemas.microsoft.com/office/drawing/2014/main" id="{CE00258B-19C2-4189-88C2-799F7761BF6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1547646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</p:grpSp>
                <p:grpSp>
                  <p:nvGrpSpPr>
                    <p:cNvPr id="514" name="Group 513">
                      <a:extLst>
                        <a:ext uri="{FF2B5EF4-FFF2-40B4-BE49-F238E27FC236}">
                          <a16:creationId xmlns:a16="http://schemas.microsoft.com/office/drawing/2014/main" id="{B7CE086E-5DA2-400D-9AB2-D79C7CD21E0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096000" y="3392488"/>
                      <a:ext cx="3689684" cy="3689684"/>
                      <a:chOff x="4251158" y="1547646"/>
                      <a:chExt cx="3689684" cy="3689684"/>
                    </a:xfrm>
                  </p:grpSpPr>
                  <p:sp>
                    <p:nvSpPr>
                      <p:cNvPr id="515" name="Rectangle 514">
                        <a:extLst>
                          <a:ext uri="{FF2B5EF4-FFF2-40B4-BE49-F238E27FC236}">
                            <a16:creationId xmlns:a16="http://schemas.microsoft.com/office/drawing/2014/main" id="{AA79FEDE-A952-4C89-89B4-CA4C4DB765E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3392488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516" name="Rectangle 515">
                        <a:extLst>
                          <a:ext uri="{FF2B5EF4-FFF2-40B4-BE49-F238E27FC236}">
                            <a16:creationId xmlns:a16="http://schemas.microsoft.com/office/drawing/2014/main" id="{59E36DA1-3554-4BA3-965B-A19712E3DAD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1547646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</p:grpSp>
              </p:grpSp>
              <p:grpSp>
                <p:nvGrpSpPr>
                  <p:cNvPr id="287" name="Group 286">
                    <a:extLst>
                      <a:ext uri="{FF2B5EF4-FFF2-40B4-BE49-F238E27FC236}">
                        <a16:creationId xmlns:a16="http://schemas.microsoft.com/office/drawing/2014/main" id="{98E915FE-456B-469E-A8E6-D4A1DBFBE74F}"/>
                      </a:ext>
                    </a:extLst>
                  </p:cNvPr>
                  <p:cNvGrpSpPr/>
                  <p:nvPr/>
                </p:nvGrpSpPr>
                <p:grpSpPr>
                  <a:xfrm>
                    <a:off x="9799337" y="6858000"/>
                    <a:ext cx="7379368" cy="7379368"/>
                    <a:chOff x="2406316" y="-297196"/>
                    <a:chExt cx="7379368" cy="7379368"/>
                  </a:xfrm>
                </p:grpSpPr>
                <p:grpSp>
                  <p:nvGrpSpPr>
                    <p:cNvPr id="499" name="Group 498">
                      <a:extLst>
                        <a:ext uri="{FF2B5EF4-FFF2-40B4-BE49-F238E27FC236}">
                          <a16:creationId xmlns:a16="http://schemas.microsoft.com/office/drawing/2014/main" id="{C15B0BE8-08A2-47A3-AAE8-7F7D56A4674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406316" y="-297196"/>
                      <a:ext cx="3689684" cy="3689684"/>
                      <a:chOff x="4251158" y="1547646"/>
                      <a:chExt cx="3689684" cy="3689684"/>
                    </a:xfrm>
                  </p:grpSpPr>
                  <p:sp>
                    <p:nvSpPr>
                      <p:cNvPr id="509" name="Rectangle 508">
                        <a:extLst>
                          <a:ext uri="{FF2B5EF4-FFF2-40B4-BE49-F238E27FC236}">
                            <a16:creationId xmlns:a16="http://schemas.microsoft.com/office/drawing/2014/main" id="{C61F836E-275F-4261-A072-BAE8216DDFC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3392488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510" name="Rectangle 509">
                        <a:extLst>
                          <a:ext uri="{FF2B5EF4-FFF2-40B4-BE49-F238E27FC236}">
                            <a16:creationId xmlns:a16="http://schemas.microsoft.com/office/drawing/2014/main" id="{413D8569-F84C-453D-ADD5-68F1192BED9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1547646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</p:grpSp>
                <p:grpSp>
                  <p:nvGrpSpPr>
                    <p:cNvPr id="500" name="Group 499">
                      <a:extLst>
                        <a:ext uri="{FF2B5EF4-FFF2-40B4-BE49-F238E27FC236}">
                          <a16:creationId xmlns:a16="http://schemas.microsoft.com/office/drawing/2014/main" id="{6DE6A57E-9832-4DEC-B2E4-CA8967AB2F51}"/>
                        </a:ext>
                      </a:extLst>
                    </p:cNvPr>
                    <p:cNvGrpSpPr/>
                    <p:nvPr/>
                  </p:nvGrpSpPr>
                  <p:grpSpPr>
                    <a:xfrm rot="5400000">
                      <a:off x="6096000" y="-297196"/>
                      <a:ext cx="3689684" cy="3689684"/>
                      <a:chOff x="4251158" y="1547646"/>
                      <a:chExt cx="3689684" cy="3689684"/>
                    </a:xfrm>
                  </p:grpSpPr>
                  <p:sp>
                    <p:nvSpPr>
                      <p:cNvPr id="507" name="Rectangle 506">
                        <a:extLst>
                          <a:ext uri="{FF2B5EF4-FFF2-40B4-BE49-F238E27FC236}">
                            <a16:creationId xmlns:a16="http://schemas.microsoft.com/office/drawing/2014/main" id="{5F6846FB-3F76-4866-B8CA-2605E52166B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3392488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508" name="Rectangle 507">
                        <a:extLst>
                          <a:ext uri="{FF2B5EF4-FFF2-40B4-BE49-F238E27FC236}">
                            <a16:creationId xmlns:a16="http://schemas.microsoft.com/office/drawing/2014/main" id="{2503D1C9-86E6-49FB-94A9-19D4F2BA807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1547646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</p:grpSp>
                <p:grpSp>
                  <p:nvGrpSpPr>
                    <p:cNvPr id="501" name="Group 500">
                      <a:extLst>
                        <a:ext uri="{FF2B5EF4-FFF2-40B4-BE49-F238E27FC236}">
                          <a16:creationId xmlns:a16="http://schemas.microsoft.com/office/drawing/2014/main" id="{75E3D38E-0C85-4403-9793-AAA10B02D322}"/>
                        </a:ext>
                      </a:extLst>
                    </p:cNvPr>
                    <p:cNvGrpSpPr/>
                    <p:nvPr/>
                  </p:nvGrpSpPr>
                  <p:grpSpPr>
                    <a:xfrm rot="5400000">
                      <a:off x="2406316" y="3392488"/>
                      <a:ext cx="3689684" cy="3689684"/>
                      <a:chOff x="4251158" y="1547646"/>
                      <a:chExt cx="3689684" cy="3689684"/>
                    </a:xfrm>
                  </p:grpSpPr>
                  <p:sp>
                    <p:nvSpPr>
                      <p:cNvPr id="505" name="Rectangle 504">
                        <a:extLst>
                          <a:ext uri="{FF2B5EF4-FFF2-40B4-BE49-F238E27FC236}">
                            <a16:creationId xmlns:a16="http://schemas.microsoft.com/office/drawing/2014/main" id="{41382DD0-621F-4EB1-B525-AD42513FD12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3392488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506" name="Rectangle 505">
                        <a:extLst>
                          <a:ext uri="{FF2B5EF4-FFF2-40B4-BE49-F238E27FC236}">
                            <a16:creationId xmlns:a16="http://schemas.microsoft.com/office/drawing/2014/main" id="{59F4737A-BF41-401C-865C-B870B624EC1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1547646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</p:grpSp>
                <p:grpSp>
                  <p:nvGrpSpPr>
                    <p:cNvPr id="502" name="Group 501">
                      <a:extLst>
                        <a:ext uri="{FF2B5EF4-FFF2-40B4-BE49-F238E27FC236}">
                          <a16:creationId xmlns:a16="http://schemas.microsoft.com/office/drawing/2014/main" id="{48F13F5D-13A6-4438-9B18-F2FDE7F8E64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096000" y="3392488"/>
                      <a:ext cx="3689684" cy="3689684"/>
                      <a:chOff x="4251158" y="1547646"/>
                      <a:chExt cx="3689684" cy="3689684"/>
                    </a:xfrm>
                  </p:grpSpPr>
                  <p:sp>
                    <p:nvSpPr>
                      <p:cNvPr id="503" name="Rectangle 502">
                        <a:extLst>
                          <a:ext uri="{FF2B5EF4-FFF2-40B4-BE49-F238E27FC236}">
                            <a16:creationId xmlns:a16="http://schemas.microsoft.com/office/drawing/2014/main" id="{DB667261-9682-4D5B-BB5D-42FFD540F8A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3392488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504" name="Rectangle 503">
                        <a:extLst>
                          <a:ext uri="{FF2B5EF4-FFF2-40B4-BE49-F238E27FC236}">
                            <a16:creationId xmlns:a16="http://schemas.microsoft.com/office/drawing/2014/main" id="{B88EE633-0516-46AA-8D98-E299018EDB2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1547646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</p:grpSp>
              </p:grpSp>
              <p:grpSp>
                <p:nvGrpSpPr>
                  <p:cNvPr id="288" name="Group 287">
                    <a:extLst>
                      <a:ext uri="{FF2B5EF4-FFF2-40B4-BE49-F238E27FC236}">
                        <a16:creationId xmlns:a16="http://schemas.microsoft.com/office/drawing/2014/main" id="{DC1AB28D-6FC0-4F3F-ACBF-9FDD05F2D5B1}"/>
                      </a:ext>
                    </a:extLst>
                  </p:cNvPr>
                  <p:cNvGrpSpPr/>
                  <p:nvPr/>
                </p:nvGrpSpPr>
                <p:grpSpPr>
                  <a:xfrm>
                    <a:off x="17178705" y="6858000"/>
                    <a:ext cx="7379368" cy="7379368"/>
                    <a:chOff x="2406316" y="-297196"/>
                    <a:chExt cx="7379368" cy="7379368"/>
                  </a:xfrm>
                </p:grpSpPr>
                <p:grpSp>
                  <p:nvGrpSpPr>
                    <p:cNvPr id="477" name="Group 476">
                      <a:extLst>
                        <a:ext uri="{FF2B5EF4-FFF2-40B4-BE49-F238E27FC236}">
                          <a16:creationId xmlns:a16="http://schemas.microsoft.com/office/drawing/2014/main" id="{4FAC94B4-4D3C-4815-A5DA-400BCD4263B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406316" y="-297196"/>
                      <a:ext cx="3689684" cy="3689684"/>
                      <a:chOff x="4251158" y="1547646"/>
                      <a:chExt cx="3689684" cy="3689684"/>
                    </a:xfrm>
                  </p:grpSpPr>
                  <p:sp>
                    <p:nvSpPr>
                      <p:cNvPr id="497" name="Rectangle 496">
                        <a:extLst>
                          <a:ext uri="{FF2B5EF4-FFF2-40B4-BE49-F238E27FC236}">
                            <a16:creationId xmlns:a16="http://schemas.microsoft.com/office/drawing/2014/main" id="{DFA2F414-2ED8-436C-89B8-AE50251018B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3392488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498" name="Rectangle 497">
                        <a:extLst>
                          <a:ext uri="{FF2B5EF4-FFF2-40B4-BE49-F238E27FC236}">
                            <a16:creationId xmlns:a16="http://schemas.microsoft.com/office/drawing/2014/main" id="{00A55ED7-F8B8-4BEF-B856-89469DEAC28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1547646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</p:grpSp>
                <p:grpSp>
                  <p:nvGrpSpPr>
                    <p:cNvPr id="482" name="Group 481">
                      <a:extLst>
                        <a:ext uri="{FF2B5EF4-FFF2-40B4-BE49-F238E27FC236}">
                          <a16:creationId xmlns:a16="http://schemas.microsoft.com/office/drawing/2014/main" id="{C0E9548E-DA1D-4C48-B7BA-7754D4643ECA}"/>
                        </a:ext>
                      </a:extLst>
                    </p:cNvPr>
                    <p:cNvGrpSpPr/>
                    <p:nvPr/>
                  </p:nvGrpSpPr>
                  <p:grpSpPr>
                    <a:xfrm rot="5400000">
                      <a:off x="6096000" y="-297196"/>
                      <a:ext cx="3689684" cy="3689684"/>
                      <a:chOff x="4251158" y="1547646"/>
                      <a:chExt cx="3689684" cy="3689684"/>
                    </a:xfrm>
                  </p:grpSpPr>
                  <p:sp>
                    <p:nvSpPr>
                      <p:cNvPr id="494" name="Rectangle 493">
                        <a:extLst>
                          <a:ext uri="{FF2B5EF4-FFF2-40B4-BE49-F238E27FC236}">
                            <a16:creationId xmlns:a16="http://schemas.microsoft.com/office/drawing/2014/main" id="{8CCA20B3-7623-41BD-8CF7-8EE8739B9CD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3392488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496" name="Rectangle 495">
                        <a:extLst>
                          <a:ext uri="{FF2B5EF4-FFF2-40B4-BE49-F238E27FC236}">
                            <a16:creationId xmlns:a16="http://schemas.microsoft.com/office/drawing/2014/main" id="{F418B15A-C4E5-47B6-958A-59D90F037B9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1547646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</p:grpSp>
                <p:grpSp>
                  <p:nvGrpSpPr>
                    <p:cNvPr id="483" name="Group 482">
                      <a:extLst>
                        <a:ext uri="{FF2B5EF4-FFF2-40B4-BE49-F238E27FC236}">
                          <a16:creationId xmlns:a16="http://schemas.microsoft.com/office/drawing/2014/main" id="{1418319B-CF12-4C12-9262-2DFC326BDA1F}"/>
                        </a:ext>
                      </a:extLst>
                    </p:cNvPr>
                    <p:cNvGrpSpPr/>
                    <p:nvPr/>
                  </p:nvGrpSpPr>
                  <p:grpSpPr>
                    <a:xfrm rot="5400000">
                      <a:off x="2406316" y="3392488"/>
                      <a:ext cx="3689684" cy="3689684"/>
                      <a:chOff x="4251158" y="1547646"/>
                      <a:chExt cx="3689684" cy="3689684"/>
                    </a:xfrm>
                  </p:grpSpPr>
                  <p:sp>
                    <p:nvSpPr>
                      <p:cNvPr id="492" name="Rectangle 491">
                        <a:extLst>
                          <a:ext uri="{FF2B5EF4-FFF2-40B4-BE49-F238E27FC236}">
                            <a16:creationId xmlns:a16="http://schemas.microsoft.com/office/drawing/2014/main" id="{3490C1E9-5845-4FA1-B601-7A9D0B722CD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3392488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493" name="Rectangle 492">
                        <a:extLst>
                          <a:ext uri="{FF2B5EF4-FFF2-40B4-BE49-F238E27FC236}">
                            <a16:creationId xmlns:a16="http://schemas.microsoft.com/office/drawing/2014/main" id="{364917F9-BFB6-4502-8E52-BA5C4E1379E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1547646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</p:grpSp>
                <p:grpSp>
                  <p:nvGrpSpPr>
                    <p:cNvPr id="489" name="Group 488">
                      <a:extLst>
                        <a:ext uri="{FF2B5EF4-FFF2-40B4-BE49-F238E27FC236}">
                          <a16:creationId xmlns:a16="http://schemas.microsoft.com/office/drawing/2014/main" id="{77855E4A-7B3F-4DCD-86FA-03770B99B9A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096000" y="3392488"/>
                      <a:ext cx="3689684" cy="3689684"/>
                      <a:chOff x="4251158" y="1547646"/>
                      <a:chExt cx="3689684" cy="3689684"/>
                    </a:xfrm>
                  </p:grpSpPr>
                  <p:sp>
                    <p:nvSpPr>
                      <p:cNvPr id="490" name="Rectangle 489">
                        <a:extLst>
                          <a:ext uri="{FF2B5EF4-FFF2-40B4-BE49-F238E27FC236}">
                            <a16:creationId xmlns:a16="http://schemas.microsoft.com/office/drawing/2014/main" id="{BAC4C531-6F00-4C74-8DB6-25FD9200C43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3392488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491" name="Rectangle 490">
                        <a:extLst>
                          <a:ext uri="{FF2B5EF4-FFF2-40B4-BE49-F238E27FC236}">
                            <a16:creationId xmlns:a16="http://schemas.microsoft.com/office/drawing/2014/main" id="{7C8FA095-0F05-4D3A-8043-EE437058254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1547646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</p:grpSp>
              </p:grpSp>
              <p:grpSp>
                <p:nvGrpSpPr>
                  <p:cNvPr id="289" name="Group 288">
                    <a:extLst>
                      <a:ext uri="{FF2B5EF4-FFF2-40B4-BE49-F238E27FC236}">
                        <a16:creationId xmlns:a16="http://schemas.microsoft.com/office/drawing/2014/main" id="{A5D58736-891C-46EF-A3BB-4215FA32AB72}"/>
                      </a:ext>
                    </a:extLst>
                  </p:cNvPr>
                  <p:cNvGrpSpPr/>
                  <p:nvPr/>
                </p:nvGrpSpPr>
                <p:grpSpPr>
                  <a:xfrm>
                    <a:off x="2406316" y="14237368"/>
                    <a:ext cx="7379368" cy="7379368"/>
                    <a:chOff x="2406316" y="-297196"/>
                    <a:chExt cx="7379368" cy="7379368"/>
                  </a:xfrm>
                </p:grpSpPr>
                <p:grpSp>
                  <p:nvGrpSpPr>
                    <p:cNvPr id="451" name="Group 450">
                      <a:extLst>
                        <a:ext uri="{FF2B5EF4-FFF2-40B4-BE49-F238E27FC236}">
                          <a16:creationId xmlns:a16="http://schemas.microsoft.com/office/drawing/2014/main" id="{9CAF87F1-322E-4002-8242-DD3587E5A9D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406316" y="-297196"/>
                      <a:ext cx="3689684" cy="3689684"/>
                      <a:chOff x="4251158" y="1547646"/>
                      <a:chExt cx="3689684" cy="3689684"/>
                    </a:xfrm>
                  </p:grpSpPr>
                  <p:sp>
                    <p:nvSpPr>
                      <p:cNvPr id="473" name="Rectangle 472">
                        <a:extLst>
                          <a:ext uri="{FF2B5EF4-FFF2-40B4-BE49-F238E27FC236}">
                            <a16:creationId xmlns:a16="http://schemas.microsoft.com/office/drawing/2014/main" id="{6BE5DD2F-4EAB-45DB-9A81-1EDE2271368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3392488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476" name="Rectangle 475">
                        <a:extLst>
                          <a:ext uri="{FF2B5EF4-FFF2-40B4-BE49-F238E27FC236}">
                            <a16:creationId xmlns:a16="http://schemas.microsoft.com/office/drawing/2014/main" id="{F32B08B1-9999-4C37-A3AF-4EACB555512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1547646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</p:grpSp>
                <p:grpSp>
                  <p:nvGrpSpPr>
                    <p:cNvPr id="453" name="Group 452">
                      <a:extLst>
                        <a:ext uri="{FF2B5EF4-FFF2-40B4-BE49-F238E27FC236}">
                          <a16:creationId xmlns:a16="http://schemas.microsoft.com/office/drawing/2014/main" id="{FC6F5EF2-271D-44ED-9BA4-3329595A7A46}"/>
                        </a:ext>
                      </a:extLst>
                    </p:cNvPr>
                    <p:cNvGrpSpPr/>
                    <p:nvPr/>
                  </p:nvGrpSpPr>
                  <p:grpSpPr>
                    <a:xfrm rot="5400000">
                      <a:off x="6096000" y="-297196"/>
                      <a:ext cx="3689684" cy="3689684"/>
                      <a:chOff x="4251158" y="1547646"/>
                      <a:chExt cx="3689684" cy="3689684"/>
                    </a:xfrm>
                  </p:grpSpPr>
                  <p:sp>
                    <p:nvSpPr>
                      <p:cNvPr id="467" name="Rectangle 466">
                        <a:extLst>
                          <a:ext uri="{FF2B5EF4-FFF2-40B4-BE49-F238E27FC236}">
                            <a16:creationId xmlns:a16="http://schemas.microsoft.com/office/drawing/2014/main" id="{D59113A3-F54B-4167-A43D-80223BA7373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3392488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472" name="Rectangle 471">
                        <a:extLst>
                          <a:ext uri="{FF2B5EF4-FFF2-40B4-BE49-F238E27FC236}">
                            <a16:creationId xmlns:a16="http://schemas.microsoft.com/office/drawing/2014/main" id="{C01F3411-8A99-4E8B-8E2B-5F07B2F62E8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1547646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</p:grpSp>
                <p:grpSp>
                  <p:nvGrpSpPr>
                    <p:cNvPr id="454" name="Group 453">
                      <a:extLst>
                        <a:ext uri="{FF2B5EF4-FFF2-40B4-BE49-F238E27FC236}">
                          <a16:creationId xmlns:a16="http://schemas.microsoft.com/office/drawing/2014/main" id="{06F59A81-E12B-4378-8D3D-41F6281A76B1}"/>
                        </a:ext>
                      </a:extLst>
                    </p:cNvPr>
                    <p:cNvGrpSpPr/>
                    <p:nvPr/>
                  </p:nvGrpSpPr>
                  <p:grpSpPr>
                    <a:xfrm rot="5400000">
                      <a:off x="2406316" y="3392488"/>
                      <a:ext cx="3689684" cy="3689684"/>
                      <a:chOff x="4251158" y="1547646"/>
                      <a:chExt cx="3689684" cy="3689684"/>
                    </a:xfrm>
                  </p:grpSpPr>
                  <p:sp>
                    <p:nvSpPr>
                      <p:cNvPr id="458" name="Rectangle 457">
                        <a:extLst>
                          <a:ext uri="{FF2B5EF4-FFF2-40B4-BE49-F238E27FC236}">
                            <a16:creationId xmlns:a16="http://schemas.microsoft.com/office/drawing/2014/main" id="{873C1BEE-E226-4BF7-909F-B93C9B03B12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3392488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465" name="Rectangle 464">
                        <a:extLst>
                          <a:ext uri="{FF2B5EF4-FFF2-40B4-BE49-F238E27FC236}">
                            <a16:creationId xmlns:a16="http://schemas.microsoft.com/office/drawing/2014/main" id="{1405BDE1-8C97-4262-9E7A-E86EF6BED9A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1547646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</p:grpSp>
                <p:grpSp>
                  <p:nvGrpSpPr>
                    <p:cNvPr id="455" name="Group 454">
                      <a:extLst>
                        <a:ext uri="{FF2B5EF4-FFF2-40B4-BE49-F238E27FC236}">
                          <a16:creationId xmlns:a16="http://schemas.microsoft.com/office/drawing/2014/main" id="{6CF268EB-D63B-4069-AE6C-1242B093931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096000" y="3392488"/>
                      <a:ext cx="3689684" cy="3689684"/>
                      <a:chOff x="4251158" y="1547646"/>
                      <a:chExt cx="3689684" cy="3689684"/>
                    </a:xfrm>
                  </p:grpSpPr>
                  <p:sp>
                    <p:nvSpPr>
                      <p:cNvPr id="456" name="Rectangle 455">
                        <a:extLst>
                          <a:ext uri="{FF2B5EF4-FFF2-40B4-BE49-F238E27FC236}">
                            <a16:creationId xmlns:a16="http://schemas.microsoft.com/office/drawing/2014/main" id="{1CA6573D-2976-48A4-AE2E-3ED42516539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3392488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457" name="Rectangle 456">
                        <a:extLst>
                          <a:ext uri="{FF2B5EF4-FFF2-40B4-BE49-F238E27FC236}">
                            <a16:creationId xmlns:a16="http://schemas.microsoft.com/office/drawing/2014/main" id="{9D2D444E-B68E-4642-AAFB-C0D9985CFFA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1547646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</p:grpSp>
              </p:grpSp>
              <p:grpSp>
                <p:nvGrpSpPr>
                  <p:cNvPr id="290" name="Group 289">
                    <a:extLst>
                      <a:ext uri="{FF2B5EF4-FFF2-40B4-BE49-F238E27FC236}">
                        <a16:creationId xmlns:a16="http://schemas.microsoft.com/office/drawing/2014/main" id="{3B24842D-3406-45F8-A059-C56A83500923}"/>
                      </a:ext>
                    </a:extLst>
                  </p:cNvPr>
                  <p:cNvGrpSpPr/>
                  <p:nvPr/>
                </p:nvGrpSpPr>
                <p:grpSpPr>
                  <a:xfrm>
                    <a:off x="9799337" y="14237368"/>
                    <a:ext cx="7379368" cy="7379368"/>
                    <a:chOff x="2406316" y="-297196"/>
                    <a:chExt cx="7379368" cy="7379368"/>
                  </a:xfrm>
                </p:grpSpPr>
                <p:grpSp>
                  <p:nvGrpSpPr>
                    <p:cNvPr id="435" name="Group 434">
                      <a:extLst>
                        <a:ext uri="{FF2B5EF4-FFF2-40B4-BE49-F238E27FC236}">
                          <a16:creationId xmlns:a16="http://schemas.microsoft.com/office/drawing/2014/main" id="{252B3CD9-50E2-4D20-906F-6B1DD3D0DE0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406316" y="-297196"/>
                      <a:ext cx="3689684" cy="3689684"/>
                      <a:chOff x="4251158" y="1547646"/>
                      <a:chExt cx="3689684" cy="3689684"/>
                    </a:xfrm>
                  </p:grpSpPr>
                  <p:sp>
                    <p:nvSpPr>
                      <p:cNvPr id="449" name="Rectangle 448">
                        <a:extLst>
                          <a:ext uri="{FF2B5EF4-FFF2-40B4-BE49-F238E27FC236}">
                            <a16:creationId xmlns:a16="http://schemas.microsoft.com/office/drawing/2014/main" id="{AAE7E80F-D7F1-40E1-BE9B-31C8EDFCAB4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3392488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450" name="Rectangle 449">
                        <a:extLst>
                          <a:ext uri="{FF2B5EF4-FFF2-40B4-BE49-F238E27FC236}">
                            <a16:creationId xmlns:a16="http://schemas.microsoft.com/office/drawing/2014/main" id="{A7075BD9-A9ED-4CA1-B312-ADE510B5281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1547646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</p:grpSp>
                <p:grpSp>
                  <p:nvGrpSpPr>
                    <p:cNvPr id="436" name="Group 435">
                      <a:extLst>
                        <a:ext uri="{FF2B5EF4-FFF2-40B4-BE49-F238E27FC236}">
                          <a16:creationId xmlns:a16="http://schemas.microsoft.com/office/drawing/2014/main" id="{8C23C1CE-16BC-4DA7-8B10-E0E661E33696}"/>
                        </a:ext>
                      </a:extLst>
                    </p:cNvPr>
                    <p:cNvGrpSpPr/>
                    <p:nvPr/>
                  </p:nvGrpSpPr>
                  <p:grpSpPr>
                    <a:xfrm rot="5400000">
                      <a:off x="6096000" y="-297196"/>
                      <a:ext cx="3689684" cy="3689684"/>
                      <a:chOff x="4251158" y="1547646"/>
                      <a:chExt cx="3689684" cy="3689684"/>
                    </a:xfrm>
                  </p:grpSpPr>
                  <p:sp>
                    <p:nvSpPr>
                      <p:cNvPr id="447" name="Rectangle 446">
                        <a:extLst>
                          <a:ext uri="{FF2B5EF4-FFF2-40B4-BE49-F238E27FC236}">
                            <a16:creationId xmlns:a16="http://schemas.microsoft.com/office/drawing/2014/main" id="{B62FDF8E-744F-4489-9F2F-CF6EFCE86E1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3392488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448" name="Rectangle 447">
                        <a:extLst>
                          <a:ext uri="{FF2B5EF4-FFF2-40B4-BE49-F238E27FC236}">
                            <a16:creationId xmlns:a16="http://schemas.microsoft.com/office/drawing/2014/main" id="{E9B6A995-045E-4B5B-A2EA-80E7D9805B6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1547646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</p:grpSp>
                <p:grpSp>
                  <p:nvGrpSpPr>
                    <p:cNvPr id="437" name="Group 436">
                      <a:extLst>
                        <a:ext uri="{FF2B5EF4-FFF2-40B4-BE49-F238E27FC236}">
                          <a16:creationId xmlns:a16="http://schemas.microsoft.com/office/drawing/2014/main" id="{D65EEC9D-2C76-49E7-B790-C3EAF916E6C4}"/>
                        </a:ext>
                      </a:extLst>
                    </p:cNvPr>
                    <p:cNvGrpSpPr/>
                    <p:nvPr/>
                  </p:nvGrpSpPr>
                  <p:grpSpPr>
                    <a:xfrm rot="5400000">
                      <a:off x="2406316" y="3392488"/>
                      <a:ext cx="3689684" cy="3689684"/>
                      <a:chOff x="4251158" y="1547646"/>
                      <a:chExt cx="3689684" cy="3689684"/>
                    </a:xfrm>
                  </p:grpSpPr>
                  <p:sp>
                    <p:nvSpPr>
                      <p:cNvPr id="445" name="Rectangle 444">
                        <a:extLst>
                          <a:ext uri="{FF2B5EF4-FFF2-40B4-BE49-F238E27FC236}">
                            <a16:creationId xmlns:a16="http://schemas.microsoft.com/office/drawing/2014/main" id="{5BF1BC32-1E04-40FE-97E5-5DD3D9CB951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3392488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446" name="Rectangle 445">
                        <a:extLst>
                          <a:ext uri="{FF2B5EF4-FFF2-40B4-BE49-F238E27FC236}">
                            <a16:creationId xmlns:a16="http://schemas.microsoft.com/office/drawing/2014/main" id="{283923C0-EB5F-4085-83BB-3A093A1A36A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1547646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</p:grpSp>
                <p:grpSp>
                  <p:nvGrpSpPr>
                    <p:cNvPr id="438" name="Group 437">
                      <a:extLst>
                        <a:ext uri="{FF2B5EF4-FFF2-40B4-BE49-F238E27FC236}">
                          <a16:creationId xmlns:a16="http://schemas.microsoft.com/office/drawing/2014/main" id="{8932E6BA-2446-4A69-91B1-1D4AEB5BA11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096000" y="3392488"/>
                      <a:ext cx="3689684" cy="3689684"/>
                      <a:chOff x="4251158" y="1547646"/>
                      <a:chExt cx="3689684" cy="3689684"/>
                    </a:xfrm>
                  </p:grpSpPr>
                  <p:sp>
                    <p:nvSpPr>
                      <p:cNvPr id="442" name="Rectangle 441">
                        <a:extLst>
                          <a:ext uri="{FF2B5EF4-FFF2-40B4-BE49-F238E27FC236}">
                            <a16:creationId xmlns:a16="http://schemas.microsoft.com/office/drawing/2014/main" id="{E11DA794-25BE-4059-88F3-8E2EB74EE22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3392488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443" name="Rectangle 442">
                        <a:extLst>
                          <a:ext uri="{FF2B5EF4-FFF2-40B4-BE49-F238E27FC236}">
                            <a16:creationId xmlns:a16="http://schemas.microsoft.com/office/drawing/2014/main" id="{98A761B7-E597-4051-B118-DD115DF222E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1547646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</p:grpSp>
              </p:grpSp>
              <p:grpSp>
                <p:nvGrpSpPr>
                  <p:cNvPr id="291" name="Group 290">
                    <a:extLst>
                      <a:ext uri="{FF2B5EF4-FFF2-40B4-BE49-F238E27FC236}">
                        <a16:creationId xmlns:a16="http://schemas.microsoft.com/office/drawing/2014/main" id="{424D34F4-F189-46D4-A8C1-7107DBBF3A70}"/>
                      </a:ext>
                    </a:extLst>
                  </p:cNvPr>
                  <p:cNvGrpSpPr/>
                  <p:nvPr/>
                </p:nvGrpSpPr>
                <p:grpSpPr>
                  <a:xfrm>
                    <a:off x="17178705" y="14237368"/>
                    <a:ext cx="7379368" cy="7379368"/>
                    <a:chOff x="2406316" y="-297196"/>
                    <a:chExt cx="7379368" cy="7379368"/>
                  </a:xfrm>
                </p:grpSpPr>
                <p:grpSp>
                  <p:nvGrpSpPr>
                    <p:cNvPr id="292" name="Group 291">
                      <a:extLst>
                        <a:ext uri="{FF2B5EF4-FFF2-40B4-BE49-F238E27FC236}">
                          <a16:creationId xmlns:a16="http://schemas.microsoft.com/office/drawing/2014/main" id="{276EA45E-F484-4796-A139-4B1D56B58EA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406316" y="-297196"/>
                      <a:ext cx="3689684" cy="3689684"/>
                      <a:chOff x="4251158" y="1547646"/>
                      <a:chExt cx="3689684" cy="3689684"/>
                    </a:xfrm>
                  </p:grpSpPr>
                  <p:sp>
                    <p:nvSpPr>
                      <p:cNvPr id="433" name="Rectangle 432">
                        <a:extLst>
                          <a:ext uri="{FF2B5EF4-FFF2-40B4-BE49-F238E27FC236}">
                            <a16:creationId xmlns:a16="http://schemas.microsoft.com/office/drawing/2014/main" id="{6137AA89-0223-4BA0-B4CB-D8316776826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3392488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434" name="Rectangle 433">
                        <a:extLst>
                          <a:ext uri="{FF2B5EF4-FFF2-40B4-BE49-F238E27FC236}">
                            <a16:creationId xmlns:a16="http://schemas.microsoft.com/office/drawing/2014/main" id="{237E17AD-B6D9-4B9A-A52E-F5C5264CDCE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1547646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</p:grpSp>
                <p:grpSp>
                  <p:nvGrpSpPr>
                    <p:cNvPr id="293" name="Group 292">
                      <a:extLst>
                        <a:ext uri="{FF2B5EF4-FFF2-40B4-BE49-F238E27FC236}">
                          <a16:creationId xmlns:a16="http://schemas.microsoft.com/office/drawing/2014/main" id="{F9B55F16-E8F0-4EED-8097-89542DFFCC1E}"/>
                        </a:ext>
                      </a:extLst>
                    </p:cNvPr>
                    <p:cNvGrpSpPr/>
                    <p:nvPr/>
                  </p:nvGrpSpPr>
                  <p:grpSpPr>
                    <a:xfrm rot="5400000">
                      <a:off x="6096000" y="-297196"/>
                      <a:ext cx="3689684" cy="3689684"/>
                      <a:chOff x="4251158" y="1547646"/>
                      <a:chExt cx="3689684" cy="3689684"/>
                    </a:xfrm>
                  </p:grpSpPr>
                  <p:sp>
                    <p:nvSpPr>
                      <p:cNvPr id="431" name="Rectangle 430">
                        <a:extLst>
                          <a:ext uri="{FF2B5EF4-FFF2-40B4-BE49-F238E27FC236}">
                            <a16:creationId xmlns:a16="http://schemas.microsoft.com/office/drawing/2014/main" id="{9ED3A95B-9D28-44DB-8EE6-23507D06EB4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3392488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432" name="Rectangle 431">
                        <a:extLst>
                          <a:ext uri="{FF2B5EF4-FFF2-40B4-BE49-F238E27FC236}">
                            <a16:creationId xmlns:a16="http://schemas.microsoft.com/office/drawing/2014/main" id="{19BCC85A-12FE-47BD-BB49-58BC6E00AA2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1547646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</p:grpSp>
                <p:grpSp>
                  <p:nvGrpSpPr>
                    <p:cNvPr id="294" name="Group 293">
                      <a:extLst>
                        <a:ext uri="{FF2B5EF4-FFF2-40B4-BE49-F238E27FC236}">
                          <a16:creationId xmlns:a16="http://schemas.microsoft.com/office/drawing/2014/main" id="{AEABA07D-9DD5-4512-9259-26456DAD8012}"/>
                        </a:ext>
                      </a:extLst>
                    </p:cNvPr>
                    <p:cNvGrpSpPr/>
                    <p:nvPr/>
                  </p:nvGrpSpPr>
                  <p:grpSpPr>
                    <a:xfrm rot="5400000">
                      <a:off x="2406316" y="3392488"/>
                      <a:ext cx="3689684" cy="3689684"/>
                      <a:chOff x="4251158" y="1547646"/>
                      <a:chExt cx="3689684" cy="3689684"/>
                    </a:xfrm>
                  </p:grpSpPr>
                  <p:sp>
                    <p:nvSpPr>
                      <p:cNvPr id="389" name="Rectangle 388">
                        <a:extLst>
                          <a:ext uri="{FF2B5EF4-FFF2-40B4-BE49-F238E27FC236}">
                            <a16:creationId xmlns:a16="http://schemas.microsoft.com/office/drawing/2014/main" id="{EA558C70-B7FA-44D5-AFBA-46F746A68E2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3392488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430" name="Rectangle 429">
                        <a:extLst>
                          <a:ext uri="{FF2B5EF4-FFF2-40B4-BE49-F238E27FC236}">
                            <a16:creationId xmlns:a16="http://schemas.microsoft.com/office/drawing/2014/main" id="{0A7552F2-3037-49CB-8124-4BD27F9832F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1547646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</p:grpSp>
                <p:grpSp>
                  <p:nvGrpSpPr>
                    <p:cNvPr id="295" name="Group 294">
                      <a:extLst>
                        <a:ext uri="{FF2B5EF4-FFF2-40B4-BE49-F238E27FC236}">
                          <a16:creationId xmlns:a16="http://schemas.microsoft.com/office/drawing/2014/main" id="{1307E925-59B1-484E-A3C3-A305820F391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096000" y="3392488"/>
                      <a:ext cx="3689684" cy="3689684"/>
                      <a:chOff x="4251158" y="1547646"/>
                      <a:chExt cx="3689684" cy="3689684"/>
                    </a:xfrm>
                  </p:grpSpPr>
                  <p:sp>
                    <p:nvSpPr>
                      <p:cNvPr id="297" name="Rectangle 296">
                        <a:extLst>
                          <a:ext uri="{FF2B5EF4-FFF2-40B4-BE49-F238E27FC236}">
                            <a16:creationId xmlns:a16="http://schemas.microsoft.com/office/drawing/2014/main" id="{8E161C91-9CF1-4D98-B4D3-B677B3A108A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3392488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298" name="Rectangle 297">
                        <a:extLst>
                          <a:ext uri="{FF2B5EF4-FFF2-40B4-BE49-F238E27FC236}">
                            <a16:creationId xmlns:a16="http://schemas.microsoft.com/office/drawing/2014/main" id="{57CD05A4-CEA3-4613-80F4-452C1B74DB6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51158" y="1547646"/>
                        <a:ext cx="3689684" cy="1844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accent4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</p:grpSp>
              </p:grpSp>
            </p:grpSp>
            <p:cxnSp>
              <p:nvCxnSpPr>
                <p:cNvPr id="233" name="Straight Connector 232">
                  <a:extLst>
                    <a:ext uri="{FF2B5EF4-FFF2-40B4-BE49-F238E27FC236}">
                      <a16:creationId xmlns:a16="http://schemas.microsoft.com/office/drawing/2014/main" id="{981627A1-F60F-42E2-8ADE-43D6FB32B7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017313" y="921099"/>
                  <a:ext cx="5497443" cy="0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4" name="Straight Connector 233">
                  <a:extLst>
                    <a:ext uri="{FF2B5EF4-FFF2-40B4-BE49-F238E27FC236}">
                      <a16:creationId xmlns:a16="http://schemas.microsoft.com/office/drawing/2014/main" id="{525D2005-749E-47CF-831D-E51A86ADD96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017313" y="6364756"/>
                  <a:ext cx="5497443" cy="0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5" name="Straight Connector 234">
                  <a:extLst>
                    <a:ext uri="{FF2B5EF4-FFF2-40B4-BE49-F238E27FC236}">
                      <a16:creationId xmlns:a16="http://schemas.microsoft.com/office/drawing/2014/main" id="{313DC261-0BA0-4DD1-8A73-1B798512FD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013925" y="921099"/>
                  <a:ext cx="3388" cy="5443657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6" name="Straight Connector 235">
                  <a:extLst>
                    <a:ext uri="{FF2B5EF4-FFF2-40B4-BE49-F238E27FC236}">
                      <a16:creationId xmlns:a16="http://schemas.microsoft.com/office/drawing/2014/main" id="{DD31FDFD-55C9-4F58-A20F-480AE29C19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0520469" y="921099"/>
                  <a:ext cx="3388" cy="5443657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8" name="Straight Connector 237">
                  <a:extLst>
                    <a:ext uri="{FF2B5EF4-FFF2-40B4-BE49-F238E27FC236}">
                      <a16:creationId xmlns:a16="http://schemas.microsoft.com/office/drawing/2014/main" id="{E098463D-0E84-49F0-9A5A-5AD50E90C7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765042" y="2722501"/>
                  <a:ext cx="1" cy="869460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9" name="Straight Connector 238">
                  <a:extLst>
                    <a:ext uri="{FF2B5EF4-FFF2-40B4-BE49-F238E27FC236}">
                      <a16:creationId xmlns:a16="http://schemas.microsoft.com/office/drawing/2014/main" id="{9DAE3505-45A4-48B1-B02A-18A2FE8C2C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765042" y="3645020"/>
                  <a:ext cx="1" cy="869460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0" name="Straight Connector 239">
                  <a:extLst>
                    <a:ext uri="{FF2B5EF4-FFF2-40B4-BE49-F238E27FC236}">
                      <a16:creationId xmlns:a16="http://schemas.microsoft.com/office/drawing/2014/main" id="{2FBF8FFD-C5F7-4767-8FA8-62B9C17A8CC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210309" y="5461253"/>
                  <a:ext cx="1" cy="869460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1" name="Straight Connector 240">
                  <a:extLst>
                    <a:ext uri="{FF2B5EF4-FFF2-40B4-BE49-F238E27FC236}">
                      <a16:creationId xmlns:a16="http://schemas.microsoft.com/office/drawing/2014/main" id="{8962FF39-415C-44C4-A5B3-66E89D3B1C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841547" y="4543614"/>
                  <a:ext cx="1" cy="869460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2" name="Straight Connector 241">
                  <a:extLst>
                    <a:ext uri="{FF2B5EF4-FFF2-40B4-BE49-F238E27FC236}">
                      <a16:creationId xmlns:a16="http://schemas.microsoft.com/office/drawing/2014/main" id="{8229E171-DFB4-4F12-A46E-A74959FE59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492953" y="4543614"/>
                  <a:ext cx="1" cy="869460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3" name="Straight Connector 242">
                  <a:extLst>
                    <a:ext uri="{FF2B5EF4-FFF2-40B4-BE49-F238E27FC236}">
                      <a16:creationId xmlns:a16="http://schemas.microsoft.com/office/drawing/2014/main" id="{C1B821D5-54C3-4597-B97F-846B40FAE51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313617" y="4543614"/>
                  <a:ext cx="1" cy="869460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4" name="Straight Connector 243">
                  <a:extLst>
                    <a:ext uri="{FF2B5EF4-FFF2-40B4-BE49-F238E27FC236}">
                      <a16:creationId xmlns:a16="http://schemas.microsoft.com/office/drawing/2014/main" id="{458FB26A-9028-4EB3-B9AA-3CCA8A3EBE4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241377" y="3653487"/>
                  <a:ext cx="1" cy="869460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5" name="Straight Connector 244">
                  <a:extLst>
                    <a:ext uri="{FF2B5EF4-FFF2-40B4-BE49-F238E27FC236}">
                      <a16:creationId xmlns:a16="http://schemas.microsoft.com/office/drawing/2014/main" id="{9E2A8AEE-766C-46D8-B074-8D33C91C793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590852" y="3653487"/>
                  <a:ext cx="1" cy="869460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6" name="Straight Connector 245">
                  <a:extLst>
                    <a:ext uri="{FF2B5EF4-FFF2-40B4-BE49-F238E27FC236}">
                      <a16:creationId xmlns:a16="http://schemas.microsoft.com/office/drawing/2014/main" id="{1D214E0B-1921-417A-AAC5-D2B7899708E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381678" y="3645020"/>
                  <a:ext cx="1" cy="869460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7" name="Straight Connector 246">
                  <a:extLst>
                    <a:ext uri="{FF2B5EF4-FFF2-40B4-BE49-F238E27FC236}">
                      <a16:creationId xmlns:a16="http://schemas.microsoft.com/office/drawing/2014/main" id="{BA31686E-FDE8-44A1-AED7-DD3C6CF395E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146322" y="2722501"/>
                  <a:ext cx="1" cy="869460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8" name="Straight Connector 247">
                  <a:extLst>
                    <a:ext uri="{FF2B5EF4-FFF2-40B4-BE49-F238E27FC236}">
                      <a16:creationId xmlns:a16="http://schemas.microsoft.com/office/drawing/2014/main" id="{25FDEDDE-ACF8-4332-86F4-A765304DDC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589934" y="2732661"/>
                  <a:ext cx="1" cy="869460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9" name="Straight Connector 248">
                  <a:extLst>
                    <a:ext uri="{FF2B5EF4-FFF2-40B4-BE49-F238E27FC236}">
                      <a16:creationId xmlns:a16="http://schemas.microsoft.com/office/drawing/2014/main" id="{63579686-A820-4BAF-9D11-B826E9DA621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478580" y="2733296"/>
                  <a:ext cx="1" cy="869460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0" name="Straight Connector 249">
                  <a:extLst>
                    <a:ext uri="{FF2B5EF4-FFF2-40B4-BE49-F238E27FC236}">
                      <a16:creationId xmlns:a16="http://schemas.microsoft.com/office/drawing/2014/main" id="{45195F00-BAEE-46E9-9143-F5C97385B28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936375" y="1826564"/>
                  <a:ext cx="1" cy="869460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1" name="Straight Connector 250">
                  <a:extLst>
                    <a:ext uri="{FF2B5EF4-FFF2-40B4-BE49-F238E27FC236}">
                      <a16:creationId xmlns:a16="http://schemas.microsoft.com/office/drawing/2014/main" id="{13BF2FAC-E438-4694-8AD0-F86F0B6F574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376598" y="1826564"/>
                  <a:ext cx="1" cy="869460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2" name="Straight Connector 251">
                  <a:extLst>
                    <a:ext uri="{FF2B5EF4-FFF2-40B4-BE49-F238E27FC236}">
                      <a16:creationId xmlns:a16="http://schemas.microsoft.com/office/drawing/2014/main" id="{B6088D53-82B6-4E61-ACD1-31A23059BE7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10045768" y="3179453"/>
                  <a:ext cx="1" cy="869459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3" name="Straight Connector 252">
                  <a:extLst>
                    <a:ext uri="{FF2B5EF4-FFF2-40B4-BE49-F238E27FC236}">
                      <a16:creationId xmlns:a16="http://schemas.microsoft.com/office/drawing/2014/main" id="{347180C3-C220-4776-B391-9A1385969D7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8231667" y="3179453"/>
                  <a:ext cx="1" cy="869459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4" name="Straight Connector 253">
                  <a:extLst>
                    <a:ext uri="{FF2B5EF4-FFF2-40B4-BE49-F238E27FC236}">
                      <a16:creationId xmlns:a16="http://schemas.microsoft.com/office/drawing/2014/main" id="{F559EF5C-8B6B-4FFC-9B81-61CFC6DA6F2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7309148" y="1869678"/>
                  <a:ext cx="1" cy="869459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5" name="Straight Connector 254">
                  <a:extLst>
                    <a:ext uri="{FF2B5EF4-FFF2-40B4-BE49-F238E27FC236}">
                      <a16:creationId xmlns:a16="http://schemas.microsoft.com/office/drawing/2014/main" id="{B50C04D5-F7A4-4614-8D58-472252CBAC54}"/>
                    </a:ext>
                  </a:extLst>
                </p:cNvPr>
                <p:cNvCxnSpPr>
                  <a:cxnSpLocks/>
                  <a:stCxn id="490" idx="2"/>
                </p:cNvCxnSpPr>
                <p:nvPr/>
              </p:nvCxnSpPr>
              <p:spPr>
                <a:xfrm flipH="1" flipV="1">
                  <a:off x="5013925" y="4533403"/>
                  <a:ext cx="461224" cy="3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6" name="Straight Connector 255">
                  <a:extLst>
                    <a:ext uri="{FF2B5EF4-FFF2-40B4-BE49-F238E27FC236}">
                      <a16:creationId xmlns:a16="http://schemas.microsoft.com/office/drawing/2014/main" id="{595A381C-88C4-42F7-91E4-27AEF757F3E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394212" y="1823153"/>
                  <a:ext cx="451073" cy="0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7" name="Straight Connector 256">
                  <a:extLst>
                    <a:ext uri="{FF2B5EF4-FFF2-40B4-BE49-F238E27FC236}">
                      <a16:creationId xmlns:a16="http://schemas.microsoft.com/office/drawing/2014/main" id="{780C797B-85E8-47BC-8BEC-B918CD1E6FF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7309148" y="3179453"/>
                  <a:ext cx="1" cy="869459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8" name="Straight Connector 257">
                  <a:extLst>
                    <a:ext uri="{FF2B5EF4-FFF2-40B4-BE49-F238E27FC236}">
                      <a16:creationId xmlns:a16="http://schemas.microsoft.com/office/drawing/2014/main" id="{7DA4993F-A5B6-4064-A6B6-9FA2EFD466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7309148" y="2279571"/>
                  <a:ext cx="1" cy="869459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9" name="Straight Connector 258">
                  <a:extLst>
                    <a:ext uri="{FF2B5EF4-FFF2-40B4-BE49-F238E27FC236}">
                      <a16:creationId xmlns:a16="http://schemas.microsoft.com/office/drawing/2014/main" id="{88BDD7D7-41AB-4BBF-B37D-1095F5A848B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8231667" y="4572149"/>
                  <a:ext cx="1" cy="869459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0" name="Straight Connector 259">
                  <a:extLst>
                    <a:ext uri="{FF2B5EF4-FFF2-40B4-BE49-F238E27FC236}">
                      <a16:creationId xmlns:a16="http://schemas.microsoft.com/office/drawing/2014/main" id="{469034F9-9395-4C79-AD64-3200DC9256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9127603" y="1843695"/>
                  <a:ext cx="1" cy="869459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1" name="Straight Connector 260">
                  <a:extLst>
                    <a:ext uri="{FF2B5EF4-FFF2-40B4-BE49-F238E27FC236}">
                      <a16:creationId xmlns:a16="http://schemas.microsoft.com/office/drawing/2014/main" id="{4215D11B-F007-4046-934F-B9086EB09D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9127603" y="4098672"/>
                  <a:ext cx="1" cy="869459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2" name="Straight Connector 261">
                  <a:extLst>
                    <a:ext uri="{FF2B5EF4-FFF2-40B4-BE49-F238E27FC236}">
                      <a16:creationId xmlns:a16="http://schemas.microsoft.com/office/drawing/2014/main" id="{934C38B9-2C08-4067-A365-4BB59F5F5ED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9127603" y="5470518"/>
                  <a:ext cx="1" cy="869459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3" name="Straight Connector 262">
                  <a:extLst>
                    <a:ext uri="{FF2B5EF4-FFF2-40B4-BE49-F238E27FC236}">
                      <a16:creationId xmlns:a16="http://schemas.microsoft.com/office/drawing/2014/main" id="{C6F9FA1C-28BC-4E6F-A789-20F5EC0492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10063523" y="4575111"/>
                  <a:ext cx="1" cy="869459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4" name="Straight Connector 263">
                  <a:extLst>
                    <a:ext uri="{FF2B5EF4-FFF2-40B4-BE49-F238E27FC236}">
                      <a16:creationId xmlns:a16="http://schemas.microsoft.com/office/drawing/2014/main" id="{4D5810CD-EA23-4C44-983C-6E25251E780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394212" y="2717614"/>
                  <a:ext cx="451073" cy="0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5" name="Straight Connector 264">
                  <a:extLst>
                    <a:ext uri="{FF2B5EF4-FFF2-40B4-BE49-F238E27FC236}">
                      <a16:creationId xmlns:a16="http://schemas.microsoft.com/office/drawing/2014/main" id="{E330A7B9-C128-4DAD-BBB1-CAF14C071B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394212" y="3614183"/>
                  <a:ext cx="451073" cy="0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6" name="Straight Connector 265">
                  <a:extLst>
                    <a:ext uri="{FF2B5EF4-FFF2-40B4-BE49-F238E27FC236}">
                      <a16:creationId xmlns:a16="http://schemas.microsoft.com/office/drawing/2014/main" id="{DAF51C40-B64F-400E-AE3E-399A9B37784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311574" y="4533401"/>
                  <a:ext cx="451073" cy="0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7" name="Straight Connector 266">
                  <a:extLst>
                    <a:ext uri="{FF2B5EF4-FFF2-40B4-BE49-F238E27FC236}">
                      <a16:creationId xmlns:a16="http://schemas.microsoft.com/office/drawing/2014/main" id="{9BCBA185-B8D1-4B44-9950-69E9DE05E8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5471326" y="3626120"/>
                  <a:ext cx="1" cy="869459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8" name="Straight Connector 267">
                  <a:extLst>
                    <a:ext uri="{FF2B5EF4-FFF2-40B4-BE49-F238E27FC236}">
                      <a16:creationId xmlns:a16="http://schemas.microsoft.com/office/drawing/2014/main" id="{CAB340A3-4CB6-4EA4-ABC8-E2522606C4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5486225" y="1388425"/>
                  <a:ext cx="1" cy="869459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9" name="Straight Connector 268">
                  <a:extLst>
                    <a:ext uri="{FF2B5EF4-FFF2-40B4-BE49-F238E27FC236}">
                      <a16:creationId xmlns:a16="http://schemas.microsoft.com/office/drawing/2014/main" id="{AA05DACA-1C5D-4EBA-BE96-7EEC67A1F4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475149" y="2717614"/>
                  <a:ext cx="451073" cy="0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0" name="Straight Connector 269">
                  <a:extLst>
                    <a:ext uri="{FF2B5EF4-FFF2-40B4-BE49-F238E27FC236}">
                      <a16:creationId xmlns:a16="http://schemas.microsoft.com/office/drawing/2014/main" id="{0FD13B3A-B3B4-4F47-B07D-7D0E5AF7CD3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5937655" y="3179453"/>
                  <a:ext cx="1" cy="869459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1" name="Straight Connector 270">
                  <a:extLst>
                    <a:ext uri="{FF2B5EF4-FFF2-40B4-BE49-F238E27FC236}">
                      <a16:creationId xmlns:a16="http://schemas.microsoft.com/office/drawing/2014/main" id="{916AD942-68A5-44AD-8D9A-66B9092B210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687988" y="2717614"/>
                  <a:ext cx="451073" cy="0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2" name="Straight Connector 271">
                  <a:extLst>
                    <a:ext uri="{FF2B5EF4-FFF2-40B4-BE49-F238E27FC236}">
                      <a16:creationId xmlns:a16="http://schemas.microsoft.com/office/drawing/2014/main" id="{227EE761-2273-4F78-B2D2-1A013F0E22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666398" y="3614183"/>
                  <a:ext cx="451073" cy="0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3" name="Straight Connector 272">
                  <a:extLst>
                    <a:ext uri="{FF2B5EF4-FFF2-40B4-BE49-F238E27FC236}">
                      <a16:creationId xmlns:a16="http://schemas.microsoft.com/office/drawing/2014/main" id="{904DE282-3FA8-4EC3-968C-BD63AF84F3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7767248" y="5014351"/>
                  <a:ext cx="1" cy="869459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6" name="Straight Connector 275">
                  <a:extLst>
                    <a:ext uri="{FF2B5EF4-FFF2-40B4-BE49-F238E27FC236}">
                      <a16:creationId xmlns:a16="http://schemas.microsoft.com/office/drawing/2014/main" id="{AA90EC68-743F-409A-BBA1-2A4FAF816E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765042" y="4537927"/>
                  <a:ext cx="1" cy="437676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7" name="Straight Connector 276">
                  <a:extLst>
                    <a:ext uri="{FF2B5EF4-FFF2-40B4-BE49-F238E27FC236}">
                      <a16:creationId xmlns:a16="http://schemas.microsoft.com/office/drawing/2014/main" id="{AF09A2B5-7FCA-4D6C-90F6-9C39051B0D1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930983" y="4074149"/>
                  <a:ext cx="1" cy="437676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8" name="Straight Connector 277">
                  <a:extLst>
                    <a:ext uri="{FF2B5EF4-FFF2-40B4-BE49-F238E27FC236}">
                      <a16:creationId xmlns:a16="http://schemas.microsoft.com/office/drawing/2014/main" id="{BCF0EA47-19B3-4BC7-AF76-8AAF7EBB6DC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6376161" y="4098672"/>
                  <a:ext cx="1" cy="869459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9" name="Straight Connector 278">
                  <a:extLst>
                    <a:ext uri="{FF2B5EF4-FFF2-40B4-BE49-F238E27FC236}">
                      <a16:creationId xmlns:a16="http://schemas.microsoft.com/office/drawing/2014/main" id="{AF3E5E8C-78A2-4A1B-AA73-D1180E59987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589934" y="2289575"/>
                  <a:ext cx="1" cy="437676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0" name="Straight Connector 279">
                  <a:extLst>
                    <a:ext uri="{FF2B5EF4-FFF2-40B4-BE49-F238E27FC236}">
                      <a16:creationId xmlns:a16="http://schemas.microsoft.com/office/drawing/2014/main" id="{9D6A9294-8B3D-451E-97CA-C9714A4125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84375" y="2289575"/>
                  <a:ext cx="0" cy="406449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1" name="Straight Connector 280">
                  <a:extLst>
                    <a:ext uri="{FF2B5EF4-FFF2-40B4-BE49-F238E27FC236}">
                      <a16:creationId xmlns:a16="http://schemas.microsoft.com/office/drawing/2014/main" id="{BC6624FE-9DED-43ED-A8F8-FF7CAE5D144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6406501" y="5014351"/>
                  <a:ext cx="1" cy="869459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2" name="Straight Connector 281">
                  <a:extLst>
                    <a:ext uri="{FF2B5EF4-FFF2-40B4-BE49-F238E27FC236}">
                      <a16:creationId xmlns:a16="http://schemas.microsoft.com/office/drawing/2014/main" id="{176B0107-FA40-40B6-9190-58E6929C546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528482" y="5449081"/>
                  <a:ext cx="393498" cy="0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1" name="Straight Connector 300">
                  <a:extLst>
                    <a:ext uri="{FF2B5EF4-FFF2-40B4-BE49-F238E27FC236}">
                      <a16:creationId xmlns:a16="http://schemas.microsoft.com/office/drawing/2014/main" id="{D6417B32-B422-4BC2-B60A-659B6EEDE061}"/>
                    </a:ext>
                  </a:extLst>
                </p:cNvPr>
                <p:cNvCxnSpPr>
                  <a:cxnSpLocks/>
                  <a:endCxn id="529" idx="2"/>
                </p:cNvCxnSpPr>
                <p:nvPr/>
              </p:nvCxnSpPr>
              <p:spPr>
                <a:xfrm flipH="1">
                  <a:off x="6848664" y="1847245"/>
                  <a:ext cx="6268" cy="452602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2" name="Straight Connector 301">
                  <a:extLst>
                    <a:ext uri="{FF2B5EF4-FFF2-40B4-BE49-F238E27FC236}">
                      <a16:creationId xmlns:a16="http://schemas.microsoft.com/office/drawing/2014/main" id="{2C8B92E0-7A5B-4D0B-8C02-92C7C0F5F4D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765042" y="1423440"/>
                  <a:ext cx="1" cy="869460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3" name="Straight Connector 302">
                  <a:extLst>
                    <a:ext uri="{FF2B5EF4-FFF2-40B4-BE49-F238E27FC236}">
                      <a16:creationId xmlns:a16="http://schemas.microsoft.com/office/drawing/2014/main" id="{C93E918B-5177-4CC5-BA93-63386BD72E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8223141" y="958994"/>
                  <a:ext cx="1" cy="869459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8" name="Straight Connector 307">
                  <a:extLst>
                    <a:ext uri="{FF2B5EF4-FFF2-40B4-BE49-F238E27FC236}">
                      <a16:creationId xmlns:a16="http://schemas.microsoft.com/office/drawing/2014/main" id="{B7B1B628-1B6E-48BA-82CD-34F4364A0E7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84375" y="962379"/>
                  <a:ext cx="0" cy="406449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1" name="Straight Connector 310">
                  <a:extLst>
                    <a:ext uri="{FF2B5EF4-FFF2-40B4-BE49-F238E27FC236}">
                      <a16:creationId xmlns:a16="http://schemas.microsoft.com/office/drawing/2014/main" id="{C71DCE42-6DDE-4984-A0D8-D641941AA4D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584547" y="5035787"/>
                  <a:ext cx="1" cy="869460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2" name="Straight Connector 311">
                  <a:extLst>
                    <a:ext uri="{FF2B5EF4-FFF2-40B4-BE49-F238E27FC236}">
                      <a16:creationId xmlns:a16="http://schemas.microsoft.com/office/drawing/2014/main" id="{F950E7C8-9B5F-4771-96AA-427A0E4E8D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681684" y="5035787"/>
                  <a:ext cx="1" cy="869460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3" name="Straight Connector 312">
                  <a:extLst>
                    <a:ext uri="{FF2B5EF4-FFF2-40B4-BE49-F238E27FC236}">
                      <a16:creationId xmlns:a16="http://schemas.microsoft.com/office/drawing/2014/main" id="{0D136C0B-30D4-4A93-AE56-E53993C451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241801" y="4533401"/>
                  <a:ext cx="451073" cy="0"/>
                </a:xfrm>
                <a:prstGeom prst="line">
                  <a:avLst/>
                </a:prstGeom>
                <a:ln w="57150" cap="rnd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0" name="Group 179">
                <a:extLst>
                  <a:ext uri="{FF2B5EF4-FFF2-40B4-BE49-F238E27FC236}">
                    <a16:creationId xmlns:a16="http://schemas.microsoft.com/office/drawing/2014/main" id="{F8F646D3-9EFE-4D49-BE7C-95D69963528F}"/>
                  </a:ext>
                </a:extLst>
              </p:cNvPr>
              <p:cNvGrpSpPr/>
              <p:nvPr/>
            </p:nvGrpSpPr>
            <p:grpSpPr>
              <a:xfrm>
                <a:off x="5022253" y="6367942"/>
                <a:ext cx="5358881" cy="338554"/>
                <a:chOff x="6637509" y="5564308"/>
                <a:chExt cx="4203223" cy="265544"/>
              </a:xfrm>
            </p:grpSpPr>
            <p:sp>
              <p:nvSpPr>
                <p:cNvPr id="220" name="Rectangle 219">
                  <a:extLst>
                    <a:ext uri="{FF2B5EF4-FFF2-40B4-BE49-F238E27FC236}">
                      <a16:creationId xmlns:a16="http://schemas.microsoft.com/office/drawing/2014/main" id="{85AADDDA-7BBF-4D2E-924E-6353B7ED705B}"/>
                    </a:ext>
                  </a:extLst>
                </p:cNvPr>
                <p:cNvSpPr/>
                <p:nvPr/>
              </p:nvSpPr>
              <p:spPr>
                <a:xfrm>
                  <a:off x="6637509" y="5564308"/>
                  <a:ext cx="260515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21" name="Rectangle 220">
                  <a:extLst>
                    <a:ext uri="{FF2B5EF4-FFF2-40B4-BE49-F238E27FC236}">
                      <a16:creationId xmlns:a16="http://schemas.microsoft.com/office/drawing/2014/main" id="{9E0FF067-23D9-4C11-8B3D-0172A513C353}"/>
                    </a:ext>
                  </a:extLst>
                </p:cNvPr>
                <p:cNvSpPr/>
                <p:nvPr/>
              </p:nvSpPr>
              <p:spPr>
                <a:xfrm>
                  <a:off x="6976619" y="5564308"/>
                  <a:ext cx="260515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B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22" name="Rectangle 221">
                  <a:extLst>
                    <a:ext uri="{FF2B5EF4-FFF2-40B4-BE49-F238E27FC236}">
                      <a16:creationId xmlns:a16="http://schemas.microsoft.com/office/drawing/2014/main" id="{3231ED29-BE0A-445E-B495-C1BEA29BF2E0}"/>
                    </a:ext>
                  </a:extLst>
                </p:cNvPr>
                <p:cNvSpPr/>
                <p:nvPr/>
              </p:nvSpPr>
              <p:spPr>
                <a:xfrm>
                  <a:off x="7365398" y="5564308"/>
                  <a:ext cx="260515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C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23" name="Rectangle 222">
                  <a:extLst>
                    <a:ext uri="{FF2B5EF4-FFF2-40B4-BE49-F238E27FC236}">
                      <a16:creationId xmlns:a16="http://schemas.microsoft.com/office/drawing/2014/main" id="{0C37CBFD-4850-4CC5-BD81-915065F9CB45}"/>
                    </a:ext>
                  </a:extLst>
                </p:cNvPr>
                <p:cNvSpPr/>
                <p:nvPr/>
              </p:nvSpPr>
              <p:spPr>
                <a:xfrm>
                  <a:off x="7704508" y="5564308"/>
                  <a:ext cx="260515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D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24" name="Rectangle 223">
                  <a:extLst>
                    <a:ext uri="{FF2B5EF4-FFF2-40B4-BE49-F238E27FC236}">
                      <a16:creationId xmlns:a16="http://schemas.microsoft.com/office/drawing/2014/main" id="{FA0C71E8-64C5-441C-B041-068747B8F6AB}"/>
                    </a:ext>
                  </a:extLst>
                </p:cNvPr>
                <p:cNvSpPr/>
                <p:nvPr/>
              </p:nvSpPr>
              <p:spPr>
                <a:xfrm>
                  <a:off x="8084260" y="5564308"/>
                  <a:ext cx="251714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25" name="Rectangle 224">
                  <a:extLst>
                    <a:ext uri="{FF2B5EF4-FFF2-40B4-BE49-F238E27FC236}">
                      <a16:creationId xmlns:a16="http://schemas.microsoft.com/office/drawing/2014/main" id="{26D09601-FD9C-41E9-AF86-BC043E921B7D}"/>
                    </a:ext>
                  </a:extLst>
                </p:cNvPr>
                <p:cNvSpPr/>
                <p:nvPr/>
              </p:nvSpPr>
              <p:spPr>
                <a:xfrm>
                  <a:off x="8423370" y="5564308"/>
                  <a:ext cx="242912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F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26" name="Rectangle 225">
                  <a:extLst>
                    <a:ext uri="{FF2B5EF4-FFF2-40B4-BE49-F238E27FC236}">
                      <a16:creationId xmlns:a16="http://schemas.microsoft.com/office/drawing/2014/main" id="{83E02A9C-AE16-4B27-90DD-F8EB0DE373B4}"/>
                    </a:ext>
                  </a:extLst>
                </p:cNvPr>
                <p:cNvSpPr/>
                <p:nvPr/>
              </p:nvSpPr>
              <p:spPr>
                <a:xfrm>
                  <a:off x="8827842" y="5564308"/>
                  <a:ext cx="270573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G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27" name="Rectangle 226">
                  <a:extLst>
                    <a:ext uri="{FF2B5EF4-FFF2-40B4-BE49-F238E27FC236}">
                      <a16:creationId xmlns:a16="http://schemas.microsoft.com/office/drawing/2014/main" id="{A8062E0D-D4E5-4452-B748-63A09FB0C0D0}"/>
                    </a:ext>
                  </a:extLst>
                </p:cNvPr>
                <p:cNvSpPr/>
                <p:nvPr/>
              </p:nvSpPr>
              <p:spPr>
                <a:xfrm>
                  <a:off x="9166952" y="5564308"/>
                  <a:ext cx="260515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H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28" name="Rectangle 227">
                  <a:extLst>
                    <a:ext uri="{FF2B5EF4-FFF2-40B4-BE49-F238E27FC236}">
                      <a16:creationId xmlns:a16="http://schemas.microsoft.com/office/drawing/2014/main" id="{2F93114B-53CF-4FD1-9350-936BE957AC25}"/>
                    </a:ext>
                  </a:extLst>
                </p:cNvPr>
                <p:cNvSpPr/>
                <p:nvPr/>
              </p:nvSpPr>
              <p:spPr>
                <a:xfrm>
                  <a:off x="9583081" y="5564308"/>
                  <a:ext cx="190105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I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29" name="Rectangle 228">
                  <a:extLst>
                    <a:ext uri="{FF2B5EF4-FFF2-40B4-BE49-F238E27FC236}">
                      <a16:creationId xmlns:a16="http://schemas.microsoft.com/office/drawing/2014/main" id="{572CC9AC-9D89-4566-85B1-A21EC39B46C7}"/>
                    </a:ext>
                  </a:extLst>
                </p:cNvPr>
                <p:cNvSpPr/>
                <p:nvPr/>
              </p:nvSpPr>
              <p:spPr>
                <a:xfrm>
                  <a:off x="9861352" y="5564308"/>
                  <a:ext cx="234112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J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30" name="Rectangle 229">
                  <a:extLst>
                    <a:ext uri="{FF2B5EF4-FFF2-40B4-BE49-F238E27FC236}">
                      <a16:creationId xmlns:a16="http://schemas.microsoft.com/office/drawing/2014/main" id="{845328D7-72E4-4F96-9F24-4FD5AE07A646}"/>
                    </a:ext>
                  </a:extLst>
                </p:cNvPr>
                <p:cNvSpPr/>
                <p:nvPr/>
              </p:nvSpPr>
              <p:spPr>
                <a:xfrm>
                  <a:off x="10258710" y="5564308"/>
                  <a:ext cx="260515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K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31" name="Rectangle 230">
                  <a:extLst>
                    <a:ext uri="{FF2B5EF4-FFF2-40B4-BE49-F238E27FC236}">
                      <a16:creationId xmlns:a16="http://schemas.microsoft.com/office/drawing/2014/main" id="{5FEFE3F8-2E44-419A-9A4A-3F3514A0EABC}"/>
                    </a:ext>
                  </a:extLst>
                </p:cNvPr>
                <p:cNvSpPr/>
                <p:nvPr/>
              </p:nvSpPr>
              <p:spPr>
                <a:xfrm>
                  <a:off x="10597820" y="5564308"/>
                  <a:ext cx="242912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L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181" name="Group 180">
                <a:extLst>
                  <a:ext uri="{FF2B5EF4-FFF2-40B4-BE49-F238E27FC236}">
                    <a16:creationId xmlns:a16="http://schemas.microsoft.com/office/drawing/2014/main" id="{7AF61065-8ED6-48DE-B3FD-56307A0833EE}"/>
                  </a:ext>
                </a:extLst>
              </p:cNvPr>
              <p:cNvGrpSpPr/>
              <p:nvPr/>
            </p:nvGrpSpPr>
            <p:grpSpPr>
              <a:xfrm>
                <a:off x="5022253" y="485120"/>
                <a:ext cx="5358881" cy="338554"/>
                <a:chOff x="6637509" y="5564308"/>
                <a:chExt cx="4203223" cy="265544"/>
              </a:xfrm>
            </p:grpSpPr>
            <p:sp>
              <p:nvSpPr>
                <p:cNvPr id="208" name="Rectangle 207">
                  <a:extLst>
                    <a:ext uri="{FF2B5EF4-FFF2-40B4-BE49-F238E27FC236}">
                      <a16:creationId xmlns:a16="http://schemas.microsoft.com/office/drawing/2014/main" id="{38FDD57E-6E5E-4E0C-BECB-3AEFD12A1650}"/>
                    </a:ext>
                  </a:extLst>
                </p:cNvPr>
                <p:cNvSpPr/>
                <p:nvPr/>
              </p:nvSpPr>
              <p:spPr>
                <a:xfrm>
                  <a:off x="6637509" y="5564308"/>
                  <a:ext cx="260515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09" name="Rectangle 208">
                  <a:extLst>
                    <a:ext uri="{FF2B5EF4-FFF2-40B4-BE49-F238E27FC236}">
                      <a16:creationId xmlns:a16="http://schemas.microsoft.com/office/drawing/2014/main" id="{6D8A3ED4-E027-4EFF-92BD-74EDF31D9C71}"/>
                    </a:ext>
                  </a:extLst>
                </p:cNvPr>
                <p:cNvSpPr/>
                <p:nvPr/>
              </p:nvSpPr>
              <p:spPr>
                <a:xfrm>
                  <a:off x="6976619" y="5564308"/>
                  <a:ext cx="260515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B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10" name="Rectangle 209">
                  <a:extLst>
                    <a:ext uri="{FF2B5EF4-FFF2-40B4-BE49-F238E27FC236}">
                      <a16:creationId xmlns:a16="http://schemas.microsoft.com/office/drawing/2014/main" id="{7095563E-C58E-4F4A-A6E1-81C537AD7259}"/>
                    </a:ext>
                  </a:extLst>
                </p:cNvPr>
                <p:cNvSpPr/>
                <p:nvPr/>
              </p:nvSpPr>
              <p:spPr>
                <a:xfrm>
                  <a:off x="7365398" y="5564308"/>
                  <a:ext cx="260515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C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11" name="Rectangle 210">
                  <a:extLst>
                    <a:ext uri="{FF2B5EF4-FFF2-40B4-BE49-F238E27FC236}">
                      <a16:creationId xmlns:a16="http://schemas.microsoft.com/office/drawing/2014/main" id="{3D093D2A-17E9-4DD4-80B7-A1307A0BFD24}"/>
                    </a:ext>
                  </a:extLst>
                </p:cNvPr>
                <p:cNvSpPr/>
                <p:nvPr/>
              </p:nvSpPr>
              <p:spPr>
                <a:xfrm>
                  <a:off x="7704508" y="5564308"/>
                  <a:ext cx="260515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D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12" name="Rectangle 211">
                  <a:extLst>
                    <a:ext uri="{FF2B5EF4-FFF2-40B4-BE49-F238E27FC236}">
                      <a16:creationId xmlns:a16="http://schemas.microsoft.com/office/drawing/2014/main" id="{D3393415-ADF3-4FE9-B34F-68FDBD07D2E1}"/>
                    </a:ext>
                  </a:extLst>
                </p:cNvPr>
                <p:cNvSpPr/>
                <p:nvPr/>
              </p:nvSpPr>
              <p:spPr>
                <a:xfrm>
                  <a:off x="8084260" y="5564308"/>
                  <a:ext cx="251714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13" name="Rectangle 212">
                  <a:extLst>
                    <a:ext uri="{FF2B5EF4-FFF2-40B4-BE49-F238E27FC236}">
                      <a16:creationId xmlns:a16="http://schemas.microsoft.com/office/drawing/2014/main" id="{6DA82039-CA29-437D-860F-165901DEB766}"/>
                    </a:ext>
                  </a:extLst>
                </p:cNvPr>
                <p:cNvSpPr/>
                <p:nvPr/>
              </p:nvSpPr>
              <p:spPr>
                <a:xfrm>
                  <a:off x="8423370" y="5564308"/>
                  <a:ext cx="242912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F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14" name="Rectangle 213">
                  <a:extLst>
                    <a:ext uri="{FF2B5EF4-FFF2-40B4-BE49-F238E27FC236}">
                      <a16:creationId xmlns:a16="http://schemas.microsoft.com/office/drawing/2014/main" id="{E24991C3-0E15-4C7B-ACE8-7B0949868F17}"/>
                    </a:ext>
                  </a:extLst>
                </p:cNvPr>
                <p:cNvSpPr/>
                <p:nvPr/>
              </p:nvSpPr>
              <p:spPr>
                <a:xfrm>
                  <a:off x="8827842" y="5564308"/>
                  <a:ext cx="270573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G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15" name="Rectangle 214">
                  <a:extLst>
                    <a:ext uri="{FF2B5EF4-FFF2-40B4-BE49-F238E27FC236}">
                      <a16:creationId xmlns:a16="http://schemas.microsoft.com/office/drawing/2014/main" id="{66C80DEA-9FBA-408B-B295-00450446B39E}"/>
                    </a:ext>
                  </a:extLst>
                </p:cNvPr>
                <p:cNvSpPr/>
                <p:nvPr/>
              </p:nvSpPr>
              <p:spPr>
                <a:xfrm>
                  <a:off x="9166952" y="5564308"/>
                  <a:ext cx="260515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H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16" name="Rectangle 215">
                  <a:extLst>
                    <a:ext uri="{FF2B5EF4-FFF2-40B4-BE49-F238E27FC236}">
                      <a16:creationId xmlns:a16="http://schemas.microsoft.com/office/drawing/2014/main" id="{7C8FCB42-54CB-4962-9E21-D9BBA380971F}"/>
                    </a:ext>
                  </a:extLst>
                </p:cNvPr>
                <p:cNvSpPr/>
                <p:nvPr/>
              </p:nvSpPr>
              <p:spPr>
                <a:xfrm>
                  <a:off x="9583081" y="5564308"/>
                  <a:ext cx="190105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I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17" name="Rectangle 216">
                  <a:extLst>
                    <a:ext uri="{FF2B5EF4-FFF2-40B4-BE49-F238E27FC236}">
                      <a16:creationId xmlns:a16="http://schemas.microsoft.com/office/drawing/2014/main" id="{B4731845-12D1-4627-87A8-859006A5005A}"/>
                    </a:ext>
                  </a:extLst>
                </p:cNvPr>
                <p:cNvSpPr/>
                <p:nvPr/>
              </p:nvSpPr>
              <p:spPr>
                <a:xfrm>
                  <a:off x="9861352" y="5564308"/>
                  <a:ext cx="234112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J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18" name="Rectangle 217">
                  <a:extLst>
                    <a:ext uri="{FF2B5EF4-FFF2-40B4-BE49-F238E27FC236}">
                      <a16:creationId xmlns:a16="http://schemas.microsoft.com/office/drawing/2014/main" id="{77C69699-786F-4559-9635-971C4FEBE63F}"/>
                    </a:ext>
                  </a:extLst>
                </p:cNvPr>
                <p:cNvSpPr/>
                <p:nvPr/>
              </p:nvSpPr>
              <p:spPr>
                <a:xfrm>
                  <a:off x="10258710" y="5564308"/>
                  <a:ext cx="260515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K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19" name="Rectangle 218">
                  <a:extLst>
                    <a:ext uri="{FF2B5EF4-FFF2-40B4-BE49-F238E27FC236}">
                      <a16:creationId xmlns:a16="http://schemas.microsoft.com/office/drawing/2014/main" id="{0402BE0B-1FF5-4326-AEC8-0BD654E721B7}"/>
                    </a:ext>
                  </a:extLst>
                </p:cNvPr>
                <p:cNvSpPr/>
                <p:nvPr/>
              </p:nvSpPr>
              <p:spPr>
                <a:xfrm>
                  <a:off x="10597820" y="5564308"/>
                  <a:ext cx="242912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L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182" name="Group 181">
                <a:extLst>
                  <a:ext uri="{FF2B5EF4-FFF2-40B4-BE49-F238E27FC236}">
                    <a16:creationId xmlns:a16="http://schemas.microsoft.com/office/drawing/2014/main" id="{6166A90E-B3F5-4D6B-A208-B23233EA4A87}"/>
                  </a:ext>
                </a:extLst>
              </p:cNvPr>
              <p:cNvGrpSpPr/>
              <p:nvPr/>
            </p:nvGrpSpPr>
            <p:grpSpPr>
              <a:xfrm>
                <a:off x="4596819" y="1021640"/>
                <a:ext cx="378629" cy="5284503"/>
                <a:chOff x="6388953" y="1354015"/>
                <a:chExt cx="296977" cy="4144885"/>
              </a:xfrm>
            </p:grpSpPr>
            <p:sp>
              <p:nvSpPr>
                <p:cNvPr id="196" name="Rectangle 195">
                  <a:extLst>
                    <a:ext uri="{FF2B5EF4-FFF2-40B4-BE49-F238E27FC236}">
                      <a16:creationId xmlns:a16="http://schemas.microsoft.com/office/drawing/2014/main" id="{73B23A8E-8AE8-4947-90AA-49686C2522D7}"/>
                    </a:ext>
                  </a:extLst>
                </p:cNvPr>
                <p:cNvSpPr/>
                <p:nvPr/>
              </p:nvSpPr>
              <p:spPr>
                <a:xfrm>
                  <a:off x="6406556" y="1354015"/>
                  <a:ext cx="279374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r"/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M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97" name="Rectangle 196">
                  <a:extLst>
                    <a:ext uri="{FF2B5EF4-FFF2-40B4-BE49-F238E27FC236}">
                      <a16:creationId xmlns:a16="http://schemas.microsoft.com/office/drawing/2014/main" id="{C6725AFC-7E05-45A7-A767-57443D1EC7F7}"/>
                    </a:ext>
                  </a:extLst>
                </p:cNvPr>
                <p:cNvSpPr/>
                <p:nvPr/>
              </p:nvSpPr>
              <p:spPr>
                <a:xfrm>
                  <a:off x="6425415" y="1693127"/>
                  <a:ext cx="260515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r"/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N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98" name="Rectangle 197">
                  <a:extLst>
                    <a:ext uri="{FF2B5EF4-FFF2-40B4-BE49-F238E27FC236}">
                      <a16:creationId xmlns:a16="http://schemas.microsoft.com/office/drawing/2014/main" id="{A1570534-304F-4E53-95EC-FC0FE20C043F}"/>
                    </a:ext>
                  </a:extLst>
                </p:cNvPr>
                <p:cNvSpPr/>
                <p:nvPr/>
              </p:nvSpPr>
              <p:spPr>
                <a:xfrm>
                  <a:off x="6415357" y="2030149"/>
                  <a:ext cx="270573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r"/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O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99" name="Rectangle 198">
                  <a:extLst>
                    <a:ext uri="{FF2B5EF4-FFF2-40B4-BE49-F238E27FC236}">
                      <a16:creationId xmlns:a16="http://schemas.microsoft.com/office/drawing/2014/main" id="{4AD5926A-AC5F-4C64-A2BF-474EF350AA8C}"/>
                    </a:ext>
                  </a:extLst>
                </p:cNvPr>
                <p:cNvSpPr/>
                <p:nvPr/>
              </p:nvSpPr>
              <p:spPr>
                <a:xfrm>
                  <a:off x="6434216" y="2369259"/>
                  <a:ext cx="251714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r"/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00" name="Rectangle 199">
                  <a:extLst>
                    <a:ext uri="{FF2B5EF4-FFF2-40B4-BE49-F238E27FC236}">
                      <a16:creationId xmlns:a16="http://schemas.microsoft.com/office/drawing/2014/main" id="{7D423F3B-BB46-4567-AE5C-7E306F5B7BFB}"/>
                    </a:ext>
                  </a:extLst>
                </p:cNvPr>
                <p:cNvSpPr/>
                <p:nvPr/>
              </p:nvSpPr>
              <p:spPr>
                <a:xfrm>
                  <a:off x="6415357" y="2727010"/>
                  <a:ext cx="270573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r"/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Q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01" name="Rectangle 200">
                  <a:extLst>
                    <a:ext uri="{FF2B5EF4-FFF2-40B4-BE49-F238E27FC236}">
                      <a16:creationId xmlns:a16="http://schemas.microsoft.com/office/drawing/2014/main" id="{A31993F6-4133-4D13-A61F-4887D58A93DE}"/>
                    </a:ext>
                  </a:extLst>
                </p:cNvPr>
                <p:cNvSpPr/>
                <p:nvPr/>
              </p:nvSpPr>
              <p:spPr>
                <a:xfrm>
                  <a:off x="6425415" y="3058906"/>
                  <a:ext cx="260515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r"/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02" name="Rectangle 201">
                  <a:extLst>
                    <a:ext uri="{FF2B5EF4-FFF2-40B4-BE49-F238E27FC236}">
                      <a16:creationId xmlns:a16="http://schemas.microsoft.com/office/drawing/2014/main" id="{3960FD59-A978-4B05-88AF-850AF14E811B}"/>
                    </a:ext>
                  </a:extLst>
                </p:cNvPr>
                <p:cNvSpPr/>
                <p:nvPr/>
              </p:nvSpPr>
              <p:spPr>
                <a:xfrm>
                  <a:off x="6434216" y="3469429"/>
                  <a:ext cx="251714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r"/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03" name="Rectangle 202">
                  <a:extLst>
                    <a:ext uri="{FF2B5EF4-FFF2-40B4-BE49-F238E27FC236}">
                      <a16:creationId xmlns:a16="http://schemas.microsoft.com/office/drawing/2014/main" id="{BA65E032-74DA-441E-B006-CFF58E18157A}"/>
                    </a:ext>
                  </a:extLst>
                </p:cNvPr>
                <p:cNvSpPr/>
                <p:nvPr/>
              </p:nvSpPr>
              <p:spPr>
                <a:xfrm>
                  <a:off x="6443017" y="3750369"/>
                  <a:ext cx="242913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r"/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T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04" name="Rectangle 203">
                  <a:extLst>
                    <a:ext uri="{FF2B5EF4-FFF2-40B4-BE49-F238E27FC236}">
                      <a16:creationId xmlns:a16="http://schemas.microsoft.com/office/drawing/2014/main" id="{C6C2BFB9-6E15-4885-9C20-E66DE869EFE1}"/>
                    </a:ext>
                  </a:extLst>
                </p:cNvPr>
                <p:cNvSpPr/>
                <p:nvPr/>
              </p:nvSpPr>
              <p:spPr>
                <a:xfrm>
                  <a:off x="6425415" y="4175336"/>
                  <a:ext cx="260515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r"/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U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05" name="Rectangle 204">
                  <a:extLst>
                    <a:ext uri="{FF2B5EF4-FFF2-40B4-BE49-F238E27FC236}">
                      <a16:creationId xmlns:a16="http://schemas.microsoft.com/office/drawing/2014/main" id="{D6140DA2-113F-4B2A-B906-2A95CBCAC22C}"/>
                    </a:ext>
                  </a:extLst>
                </p:cNvPr>
                <p:cNvSpPr/>
                <p:nvPr/>
              </p:nvSpPr>
              <p:spPr>
                <a:xfrm>
                  <a:off x="6434215" y="4497069"/>
                  <a:ext cx="251715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r"/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V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06" name="Rectangle 205">
                  <a:extLst>
                    <a:ext uri="{FF2B5EF4-FFF2-40B4-BE49-F238E27FC236}">
                      <a16:creationId xmlns:a16="http://schemas.microsoft.com/office/drawing/2014/main" id="{83A1DA4B-A892-4B8A-85C3-437970D196F8}"/>
                    </a:ext>
                  </a:extLst>
                </p:cNvPr>
                <p:cNvSpPr/>
                <p:nvPr/>
              </p:nvSpPr>
              <p:spPr>
                <a:xfrm>
                  <a:off x="6388953" y="4916067"/>
                  <a:ext cx="296977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r"/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W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07" name="Rectangle 206">
                  <a:extLst>
                    <a:ext uri="{FF2B5EF4-FFF2-40B4-BE49-F238E27FC236}">
                      <a16:creationId xmlns:a16="http://schemas.microsoft.com/office/drawing/2014/main" id="{FAB72443-EAEB-4E0F-9EF6-666C8085590E}"/>
                    </a:ext>
                  </a:extLst>
                </p:cNvPr>
                <p:cNvSpPr/>
                <p:nvPr/>
              </p:nvSpPr>
              <p:spPr>
                <a:xfrm>
                  <a:off x="6434216" y="5233356"/>
                  <a:ext cx="251714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r"/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X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183" name="Group 182">
                <a:extLst>
                  <a:ext uri="{FF2B5EF4-FFF2-40B4-BE49-F238E27FC236}">
                    <a16:creationId xmlns:a16="http://schemas.microsoft.com/office/drawing/2014/main" id="{A32A9299-7FAD-44C5-B1D6-C881165A7561}"/>
                  </a:ext>
                </a:extLst>
              </p:cNvPr>
              <p:cNvGrpSpPr/>
              <p:nvPr/>
            </p:nvGrpSpPr>
            <p:grpSpPr>
              <a:xfrm>
                <a:off x="10568716" y="1021640"/>
                <a:ext cx="378629" cy="5284503"/>
                <a:chOff x="10912173" y="1354015"/>
                <a:chExt cx="296977" cy="4144885"/>
              </a:xfrm>
            </p:grpSpPr>
            <p:sp>
              <p:nvSpPr>
                <p:cNvPr id="184" name="Rectangle 183">
                  <a:extLst>
                    <a:ext uri="{FF2B5EF4-FFF2-40B4-BE49-F238E27FC236}">
                      <a16:creationId xmlns:a16="http://schemas.microsoft.com/office/drawing/2014/main" id="{B01F271C-E53D-4EE5-A2A8-4944AB7B047E}"/>
                    </a:ext>
                  </a:extLst>
                </p:cNvPr>
                <p:cNvSpPr/>
                <p:nvPr/>
              </p:nvSpPr>
              <p:spPr>
                <a:xfrm>
                  <a:off x="10912173" y="1354015"/>
                  <a:ext cx="279375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M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85" name="Rectangle 184">
                  <a:extLst>
                    <a:ext uri="{FF2B5EF4-FFF2-40B4-BE49-F238E27FC236}">
                      <a16:creationId xmlns:a16="http://schemas.microsoft.com/office/drawing/2014/main" id="{6EB2FF27-E000-43BD-873C-3AA2C9AF412F}"/>
                    </a:ext>
                  </a:extLst>
                </p:cNvPr>
                <p:cNvSpPr/>
                <p:nvPr/>
              </p:nvSpPr>
              <p:spPr>
                <a:xfrm>
                  <a:off x="10912173" y="1693126"/>
                  <a:ext cx="260514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N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86" name="Rectangle 185">
                  <a:extLst>
                    <a:ext uri="{FF2B5EF4-FFF2-40B4-BE49-F238E27FC236}">
                      <a16:creationId xmlns:a16="http://schemas.microsoft.com/office/drawing/2014/main" id="{688D7A86-69CB-42DA-B512-AF4C6BA3E341}"/>
                    </a:ext>
                  </a:extLst>
                </p:cNvPr>
                <p:cNvSpPr/>
                <p:nvPr/>
              </p:nvSpPr>
              <p:spPr>
                <a:xfrm>
                  <a:off x="10912173" y="2030149"/>
                  <a:ext cx="270573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O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87" name="Rectangle 186">
                  <a:extLst>
                    <a:ext uri="{FF2B5EF4-FFF2-40B4-BE49-F238E27FC236}">
                      <a16:creationId xmlns:a16="http://schemas.microsoft.com/office/drawing/2014/main" id="{FB5E30DE-01D5-458D-A58B-16355E5C688B}"/>
                    </a:ext>
                  </a:extLst>
                </p:cNvPr>
                <p:cNvSpPr/>
                <p:nvPr/>
              </p:nvSpPr>
              <p:spPr>
                <a:xfrm>
                  <a:off x="10912173" y="2369259"/>
                  <a:ext cx="251714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88" name="Rectangle 187">
                  <a:extLst>
                    <a:ext uri="{FF2B5EF4-FFF2-40B4-BE49-F238E27FC236}">
                      <a16:creationId xmlns:a16="http://schemas.microsoft.com/office/drawing/2014/main" id="{B250C2F1-DB36-4957-B1EA-282158F4CBBA}"/>
                    </a:ext>
                  </a:extLst>
                </p:cNvPr>
                <p:cNvSpPr/>
                <p:nvPr/>
              </p:nvSpPr>
              <p:spPr>
                <a:xfrm>
                  <a:off x="10912173" y="2727010"/>
                  <a:ext cx="270573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Q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89" name="Rectangle 188">
                  <a:extLst>
                    <a:ext uri="{FF2B5EF4-FFF2-40B4-BE49-F238E27FC236}">
                      <a16:creationId xmlns:a16="http://schemas.microsoft.com/office/drawing/2014/main" id="{7C9CD6D7-62FB-48DA-9042-BD4764F8DB94}"/>
                    </a:ext>
                  </a:extLst>
                </p:cNvPr>
                <p:cNvSpPr/>
                <p:nvPr/>
              </p:nvSpPr>
              <p:spPr>
                <a:xfrm>
                  <a:off x="10912173" y="3058906"/>
                  <a:ext cx="260514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90" name="Rectangle 189">
                  <a:extLst>
                    <a:ext uri="{FF2B5EF4-FFF2-40B4-BE49-F238E27FC236}">
                      <a16:creationId xmlns:a16="http://schemas.microsoft.com/office/drawing/2014/main" id="{C7135163-667F-4DF0-8B44-CAE19E7892F7}"/>
                    </a:ext>
                  </a:extLst>
                </p:cNvPr>
                <p:cNvSpPr/>
                <p:nvPr/>
              </p:nvSpPr>
              <p:spPr>
                <a:xfrm>
                  <a:off x="10912173" y="3469429"/>
                  <a:ext cx="251714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91" name="Rectangle 190">
                  <a:extLst>
                    <a:ext uri="{FF2B5EF4-FFF2-40B4-BE49-F238E27FC236}">
                      <a16:creationId xmlns:a16="http://schemas.microsoft.com/office/drawing/2014/main" id="{F8204180-4A61-4747-ADFF-05562F019BB2}"/>
                    </a:ext>
                  </a:extLst>
                </p:cNvPr>
                <p:cNvSpPr/>
                <p:nvPr/>
              </p:nvSpPr>
              <p:spPr>
                <a:xfrm>
                  <a:off x="10912173" y="3750369"/>
                  <a:ext cx="242912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T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92" name="Rectangle 191">
                  <a:extLst>
                    <a:ext uri="{FF2B5EF4-FFF2-40B4-BE49-F238E27FC236}">
                      <a16:creationId xmlns:a16="http://schemas.microsoft.com/office/drawing/2014/main" id="{C15BE80D-5E03-4341-A17C-BE5353DBF247}"/>
                    </a:ext>
                  </a:extLst>
                </p:cNvPr>
                <p:cNvSpPr/>
                <p:nvPr/>
              </p:nvSpPr>
              <p:spPr>
                <a:xfrm>
                  <a:off x="10912173" y="4175336"/>
                  <a:ext cx="260514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U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93" name="Rectangle 192">
                  <a:extLst>
                    <a:ext uri="{FF2B5EF4-FFF2-40B4-BE49-F238E27FC236}">
                      <a16:creationId xmlns:a16="http://schemas.microsoft.com/office/drawing/2014/main" id="{1581C9E1-156F-4E89-A327-A371865AC768}"/>
                    </a:ext>
                  </a:extLst>
                </p:cNvPr>
                <p:cNvSpPr/>
                <p:nvPr/>
              </p:nvSpPr>
              <p:spPr>
                <a:xfrm>
                  <a:off x="10912173" y="4497069"/>
                  <a:ext cx="251715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V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94" name="Rectangle 193">
                  <a:extLst>
                    <a:ext uri="{FF2B5EF4-FFF2-40B4-BE49-F238E27FC236}">
                      <a16:creationId xmlns:a16="http://schemas.microsoft.com/office/drawing/2014/main" id="{A5D2BDAA-F8EE-4108-B650-9B295221A9D0}"/>
                    </a:ext>
                  </a:extLst>
                </p:cNvPr>
                <p:cNvSpPr/>
                <p:nvPr/>
              </p:nvSpPr>
              <p:spPr>
                <a:xfrm>
                  <a:off x="10912173" y="4916067"/>
                  <a:ext cx="296977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W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95" name="Rectangle 194">
                  <a:extLst>
                    <a:ext uri="{FF2B5EF4-FFF2-40B4-BE49-F238E27FC236}">
                      <a16:creationId xmlns:a16="http://schemas.microsoft.com/office/drawing/2014/main" id="{F4540C34-2051-479C-87FB-A080E0B4BEF7}"/>
                    </a:ext>
                  </a:extLst>
                </p:cNvPr>
                <p:cNvSpPr/>
                <p:nvPr/>
              </p:nvSpPr>
              <p:spPr>
                <a:xfrm>
                  <a:off x="10912173" y="5233356"/>
                  <a:ext cx="251714" cy="2655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X</a:t>
                  </a:r>
                  <a:endParaRPr lang="pt-PT" sz="1600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</p:grp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4924BF3-6D3D-4A25-8A53-73F630B84629}"/>
                </a:ext>
              </a:extLst>
            </p:cNvPr>
            <p:cNvGrpSpPr/>
            <p:nvPr/>
          </p:nvGrpSpPr>
          <p:grpSpPr>
            <a:xfrm>
              <a:off x="1630464" y="547906"/>
              <a:ext cx="2471308" cy="6201489"/>
              <a:chOff x="1630464" y="547906"/>
              <a:chExt cx="2471308" cy="6201489"/>
            </a:xfrm>
          </p:grpSpPr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C9FA4E3B-F872-4CFE-84D1-06825632FA48}"/>
                  </a:ext>
                </a:extLst>
              </p:cNvPr>
              <p:cNvGrpSpPr/>
              <p:nvPr/>
            </p:nvGrpSpPr>
            <p:grpSpPr>
              <a:xfrm>
                <a:off x="1630464" y="3100416"/>
                <a:ext cx="2471308" cy="3648979"/>
                <a:chOff x="1627645" y="3072971"/>
                <a:chExt cx="2471308" cy="3648979"/>
              </a:xfrm>
            </p:grpSpPr>
            <p:sp>
              <p:nvSpPr>
                <p:cNvPr id="480" name="Rectangle 479">
                  <a:extLst>
                    <a:ext uri="{FF2B5EF4-FFF2-40B4-BE49-F238E27FC236}">
                      <a16:creationId xmlns:a16="http://schemas.microsoft.com/office/drawing/2014/main" id="{C9B04F8B-4911-440D-952E-528385A01427}"/>
                    </a:ext>
                  </a:extLst>
                </p:cNvPr>
                <p:cNvSpPr/>
                <p:nvPr/>
              </p:nvSpPr>
              <p:spPr>
                <a:xfrm>
                  <a:off x="1627645" y="3072971"/>
                  <a:ext cx="2471308" cy="3648979"/>
                </a:xfrm>
                <a:prstGeom prst="rect">
                  <a:avLst/>
                </a:prstGeom>
                <a:solidFill>
                  <a:schemeClr val="bg1"/>
                </a:solidFill>
                <a:ln w="57150">
                  <a:solidFill>
                    <a:schemeClr val="accent4">
                      <a:lumMod val="75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135E9546-B517-4CCA-92B3-4061BCF3B8E8}"/>
                    </a:ext>
                  </a:extLst>
                </p:cNvPr>
                <p:cNvSpPr/>
                <p:nvPr/>
              </p:nvSpPr>
              <p:spPr>
                <a:xfrm>
                  <a:off x="1668782" y="3198663"/>
                  <a:ext cx="238903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pt-PT" b="1" i="1" dirty="0" err="1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Touching</a:t>
                  </a:r>
                  <a:r>
                    <a:rPr lang="pt-PT" b="1" i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:r>
                    <a:rPr lang="pt-PT" b="1" i="1" dirty="0" err="1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examples</a:t>
                  </a:r>
                  <a:r>
                    <a:rPr lang="pt-PT" b="1" i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:</a:t>
                  </a:r>
                  <a:endParaRPr lang="pt-PT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grpSp>
              <p:nvGrpSpPr>
                <p:cNvPr id="35" name="Group 34">
                  <a:extLst>
                    <a:ext uri="{FF2B5EF4-FFF2-40B4-BE49-F238E27FC236}">
                      <a16:creationId xmlns:a16="http://schemas.microsoft.com/office/drawing/2014/main" id="{5D0A500D-ADFF-4B40-8EBF-36D794A37779}"/>
                    </a:ext>
                  </a:extLst>
                </p:cNvPr>
                <p:cNvGrpSpPr/>
                <p:nvPr/>
              </p:nvGrpSpPr>
              <p:grpSpPr>
                <a:xfrm>
                  <a:off x="2206266" y="3717276"/>
                  <a:ext cx="1314067" cy="873888"/>
                  <a:chOff x="-2962101" y="4844957"/>
                  <a:chExt cx="1314067" cy="873888"/>
                </a:xfrm>
              </p:grpSpPr>
              <p:grpSp>
                <p:nvGrpSpPr>
                  <p:cNvPr id="32" name="Group 31">
                    <a:extLst>
                      <a:ext uri="{FF2B5EF4-FFF2-40B4-BE49-F238E27FC236}">
                        <a16:creationId xmlns:a16="http://schemas.microsoft.com/office/drawing/2014/main" id="{8AD17946-07B1-4E79-9BD6-7E7DC1D2539A}"/>
                      </a:ext>
                    </a:extLst>
                  </p:cNvPr>
                  <p:cNvGrpSpPr/>
                  <p:nvPr/>
                </p:nvGrpSpPr>
                <p:grpSpPr>
                  <a:xfrm>
                    <a:off x="-2962101" y="4844957"/>
                    <a:ext cx="1314067" cy="873888"/>
                    <a:chOff x="-2885338" y="6139877"/>
                    <a:chExt cx="1314067" cy="873888"/>
                  </a:xfrm>
                </p:grpSpPr>
                <p:sp>
                  <p:nvSpPr>
                    <p:cNvPr id="796" name="Rectangle 795">
                      <a:extLst>
                        <a:ext uri="{FF2B5EF4-FFF2-40B4-BE49-F238E27FC236}">
                          <a16:creationId xmlns:a16="http://schemas.microsoft.com/office/drawing/2014/main" id="{47E5E2BF-B5EE-4F95-9E7F-EB8FB17328ED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-2445159" y="6576821"/>
                      <a:ext cx="873888" cy="436944"/>
                    </a:xfrm>
                    <a:prstGeom prst="rect">
                      <a:avLst/>
                    </a:prstGeom>
                    <a:solidFill>
                      <a:schemeClr val="accent4">
                        <a:lumMod val="20000"/>
                        <a:lumOff val="80000"/>
                      </a:schemeClr>
                    </a:solidFill>
                    <a:ln w="28575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p:txBody>
                </p:sp>
                <p:sp>
                  <p:nvSpPr>
                    <p:cNvPr id="797" name="Rectangle 796">
                      <a:extLst>
                        <a:ext uri="{FF2B5EF4-FFF2-40B4-BE49-F238E27FC236}">
                          <a16:creationId xmlns:a16="http://schemas.microsoft.com/office/drawing/2014/main" id="{21F66EFF-0A5A-44A8-8CA6-736ACCDC6112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-2445159" y="6139877"/>
                      <a:ext cx="873888" cy="436944"/>
                    </a:xfrm>
                    <a:prstGeom prst="rect">
                      <a:avLst/>
                    </a:prstGeom>
                    <a:solidFill>
                      <a:schemeClr val="accent4">
                        <a:lumMod val="20000"/>
                        <a:lumOff val="80000"/>
                      </a:schemeClr>
                    </a:solidFill>
                    <a:ln w="28575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p:txBody>
                </p:sp>
                <p:sp>
                  <p:nvSpPr>
                    <p:cNvPr id="798" name="Rectangle 797">
                      <a:extLst>
                        <a:ext uri="{FF2B5EF4-FFF2-40B4-BE49-F238E27FC236}">
                          <a16:creationId xmlns:a16="http://schemas.microsoft.com/office/drawing/2014/main" id="{5AA39CDE-1C61-4328-B2F9-82F17978C5E8}"/>
                        </a:ext>
                      </a:extLst>
                    </p:cNvPr>
                    <p:cNvSpPr/>
                    <p:nvPr/>
                  </p:nvSpPr>
                  <p:spPr>
                    <a:xfrm rot="16200000" flipH="1">
                      <a:off x="-3103810" y="6358349"/>
                      <a:ext cx="873888" cy="436944"/>
                    </a:xfrm>
                    <a:prstGeom prst="rect">
                      <a:avLst/>
                    </a:prstGeom>
                    <a:solidFill>
                      <a:schemeClr val="accent4">
                        <a:lumMod val="20000"/>
                        <a:lumOff val="80000"/>
                      </a:schemeClr>
                    </a:solidFill>
                    <a:ln w="28575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p:txBody>
                </p:sp>
              </p:grpSp>
              <p:sp>
                <p:nvSpPr>
                  <p:cNvPr id="466" name="Oval 465">
                    <a:extLst>
                      <a:ext uri="{FF2B5EF4-FFF2-40B4-BE49-F238E27FC236}">
                        <a16:creationId xmlns:a16="http://schemas.microsoft.com/office/drawing/2014/main" id="{5FAC5EC5-EC09-447A-89C7-E7BCF5F7E013}"/>
                      </a:ext>
                    </a:extLst>
                  </p:cNvPr>
                  <p:cNvSpPr/>
                  <p:nvPr/>
                </p:nvSpPr>
                <p:spPr>
                  <a:xfrm>
                    <a:off x="-2670839" y="5095778"/>
                    <a:ext cx="352837" cy="352837"/>
                  </a:xfrm>
                  <a:prstGeom prst="ellipse">
                    <a:avLst/>
                  </a:prstGeom>
                  <a:noFill/>
                  <a:ln w="38100">
                    <a:solidFill>
                      <a:schemeClr val="accent4">
                        <a:lumMod val="50000"/>
                      </a:schemeClr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pt-PT">
                      <a:solidFill>
                        <a:schemeClr val="accent4">
                          <a:lumMod val="50000"/>
                        </a:schemeClr>
                      </a:solidFill>
                    </a:endParaRPr>
                  </a:p>
                </p:txBody>
              </p:sp>
            </p:grpSp>
            <p:grpSp>
              <p:nvGrpSpPr>
                <p:cNvPr id="34" name="Group 33">
                  <a:extLst>
                    <a:ext uri="{FF2B5EF4-FFF2-40B4-BE49-F238E27FC236}">
                      <a16:creationId xmlns:a16="http://schemas.microsoft.com/office/drawing/2014/main" id="{91A5F46D-032E-41B8-A85A-BC5D483B33CA}"/>
                    </a:ext>
                  </a:extLst>
                </p:cNvPr>
                <p:cNvGrpSpPr/>
                <p:nvPr/>
              </p:nvGrpSpPr>
              <p:grpSpPr>
                <a:xfrm>
                  <a:off x="1989411" y="4732478"/>
                  <a:ext cx="1747776" cy="1747777"/>
                  <a:chOff x="-1675866" y="4390316"/>
                  <a:chExt cx="1747776" cy="1747777"/>
                </a:xfrm>
              </p:grpSpPr>
              <p:grpSp>
                <p:nvGrpSpPr>
                  <p:cNvPr id="33" name="Group 32">
                    <a:extLst>
                      <a:ext uri="{FF2B5EF4-FFF2-40B4-BE49-F238E27FC236}">
                        <a16:creationId xmlns:a16="http://schemas.microsoft.com/office/drawing/2014/main" id="{A42FA729-BE0D-4832-952B-6F160B1B5107}"/>
                      </a:ext>
                    </a:extLst>
                  </p:cNvPr>
                  <p:cNvGrpSpPr/>
                  <p:nvPr/>
                </p:nvGrpSpPr>
                <p:grpSpPr>
                  <a:xfrm>
                    <a:off x="-1675866" y="4390316"/>
                    <a:ext cx="1747776" cy="1747777"/>
                    <a:chOff x="-1675866" y="4390316"/>
                    <a:chExt cx="1747776" cy="1747777"/>
                  </a:xfrm>
                </p:grpSpPr>
                <p:sp>
                  <p:nvSpPr>
                    <p:cNvPr id="799" name="Rectangle 798">
                      <a:extLst>
                        <a:ext uri="{FF2B5EF4-FFF2-40B4-BE49-F238E27FC236}">
                          <a16:creationId xmlns:a16="http://schemas.microsoft.com/office/drawing/2014/main" id="{7C7BC412-E3BF-4EB5-9C6C-FD8B8AAFD0D6}"/>
                        </a:ext>
                      </a:extLst>
                    </p:cNvPr>
                    <p:cNvSpPr/>
                    <p:nvPr/>
                  </p:nvSpPr>
                  <p:spPr>
                    <a:xfrm rot="16200000" flipH="1">
                      <a:off x="-1020450" y="4608788"/>
                      <a:ext cx="873888" cy="436944"/>
                    </a:xfrm>
                    <a:prstGeom prst="rect">
                      <a:avLst/>
                    </a:prstGeom>
                    <a:solidFill>
                      <a:schemeClr val="accent4">
                        <a:lumMod val="20000"/>
                        <a:lumOff val="80000"/>
                      </a:schemeClr>
                    </a:solidFill>
                    <a:ln w="28575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endParaRPr lang="pt-PT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p:txBody>
                </p:sp>
                <p:sp>
                  <p:nvSpPr>
                    <p:cNvPr id="800" name="Rectangle 799">
                      <a:extLst>
                        <a:ext uri="{FF2B5EF4-FFF2-40B4-BE49-F238E27FC236}">
                          <a16:creationId xmlns:a16="http://schemas.microsoft.com/office/drawing/2014/main" id="{4E8CFED5-7ABD-4D5F-AC50-181BB03BA15E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-1675866" y="4827260"/>
                      <a:ext cx="873888" cy="436944"/>
                    </a:xfrm>
                    <a:prstGeom prst="rect">
                      <a:avLst/>
                    </a:prstGeom>
                    <a:solidFill>
                      <a:schemeClr val="accent4">
                        <a:lumMod val="20000"/>
                        <a:lumOff val="80000"/>
                      </a:schemeClr>
                    </a:solidFill>
                    <a:ln w="28575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endParaRPr lang="pt-PT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p:txBody>
                </p:sp>
                <p:sp>
                  <p:nvSpPr>
                    <p:cNvPr id="801" name="Rectangle 800">
                      <a:extLst>
                        <a:ext uri="{FF2B5EF4-FFF2-40B4-BE49-F238E27FC236}">
                          <a16:creationId xmlns:a16="http://schemas.microsoft.com/office/drawing/2014/main" id="{9E7C182C-DA73-4106-876C-6164A529A3F2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-801978" y="5264205"/>
                      <a:ext cx="873888" cy="436944"/>
                    </a:xfrm>
                    <a:prstGeom prst="rect">
                      <a:avLst/>
                    </a:prstGeom>
                    <a:solidFill>
                      <a:schemeClr val="accent4">
                        <a:lumMod val="20000"/>
                        <a:lumOff val="80000"/>
                      </a:schemeClr>
                    </a:solidFill>
                    <a:ln w="28575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endParaRPr lang="pt-PT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p:txBody>
                </p:sp>
                <p:sp>
                  <p:nvSpPr>
                    <p:cNvPr id="802" name="Rectangle 801">
                      <a:extLst>
                        <a:ext uri="{FF2B5EF4-FFF2-40B4-BE49-F238E27FC236}">
                          <a16:creationId xmlns:a16="http://schemas.microsoft.com/office/drawing/2014/main" id="{9288E716-FD84-4AC9-A878-0849D57D3EDC}"/>
                        </a:ext>
                      </a:extLst>
                    </p:cNvPr>
                    <p:cNvSpPr/>
                    <p:nvPr/>
                  </p:nvSpPr>
                  <p:spPr>
                    <a:xfrm rot="16200000" flipH="1">
                      <a:off x="-1457394" y="5482677"/>
                      <a:ext cx="873888" cy="436944"/>
                    </a:xfrm>
                    <a:prstGeom prst="rect">
                      <a:avLst/>
                    </a:prstGeom>
                    <a:solidFill>
                      <a:schemeClr val="accent4">
                        <a:lumMod val="20000"/>
                        <a:lumOff val="80000"/>
                      </a:schemeClr>
                    </a:solidFill>
                    <a:ln w="28575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endParaRPr lang="pt-PT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p:txBody>
                </p:sp>
              </p:grpSp>
              <p:sp>
                <p:nvSpPr>
                  <p:cNvPr id="803" name="Oval 802">
                    <a:extLst>
                      <a:ext uri="{FF2B5EF4-FFF2-40B4-BE49-F238E27FC236}">
                        <a16:creationId xmlns:a16="http://schemas.microsoft.com/office/drawing/2014/main" id="{68EBE670-D839-4D89-9066-5EE317269A45}"/>
                      </a:ext>
                    </a:extLst>
                  </p:cNvPr>
                  <p:cNvSpPr/>
                  <p:nvPr/>
                </p:nvSpPr>
                <p:spPr>
                  <a:xfrm>
                    <a:off x="-995900" y="5070378"/>
                    <a:ext cx="352837" cy="352837"/>
                  </a:xfrm>
                  <a:prstGeom prst="ellipse">
                    <a:avLst/>
                  </a:prstGeom>
                  <a:noFill/>
                  <a:ln w="38100">
                    <a:solidFill>
                      <a:schemeClr val="accent4">
                        <a:lumMod val="50000"/>
                      </a:schemeClr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pt-PT">
                      <a:solidFill>
                        <a:schemeClr val="accent4">
                          <a:lumMod val="50000"/>
                        </a:schemeClr>
                      </a:solidFill>
                    </a:endParaRPr>
                  </a:p>
                </p:txBody>
              </p:sp>
            </p:grp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A85FA863-9B34-4335-B7F1-C6CA1F822A3B}"/>
                  </a:ext>
                </a:extLst>
              </p:cNvPr>
              <p:cNvGrpSpPr/>
              <p:nvPr/>
            </p:nvGrpSpPr>
            <p:grpSpPr>
              <a:xfrm>
                <a:off x="1644260" y="547906"/>
                <a:ext cx="2443716" cy="2317452"/>
                <a:chOff x="1644260" y="547906"/>
                <a:chExt cx="2443716" cy="2317452"/>
              </a:xfrm>
            </p:grpSpPr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4A6C79A7-552D-4B04-8C93-687BF2C3BFA2}"/>
                    </a:ext>
                  </a:extLst>
                </p:cNvPr>
                <p:cNvSpPr/>
                <p:nvPr/>
              </p:nvSpPr>
              <p:spPr>
                <a:xfrm>
                  <a:off x="1644260" y="547906"/>
                  <a:ext cx="2443716" cy="2317452"/>
                </a:xfrm>
                <a:prstGeom prst="rect">
                  <a:avLst/>
                </a:prstGeom>
                <a:solidFill>
                  <a:schemeClr val="bg1"/>
                </a:solidFill>
                <a:ln w="57150">
                  <a:solidFill>
                    <a:schemeClr val="accent4">
                      <a:lumMod val="75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3B0CDDC4-4A72-4D5B-A617-1C8CDC3FA9A8}"/>
                    </a:ext>
                  </a:extLst>
                </p:cNvPr>
                <p:cNvSpPr/>
                <p:nvPr/>
              </p:nvSpPr>
              <p:spPr>
                <a:xfrm>
                  <a:off x="1704888" y="623327"/>
                  <a:ext cx="2377574" cy="36933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r>
                    <a:rPr lang="pt-PT" b="1" i="1" dirty="0" err="1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Lines</a:t>
                  </a:r>
                  <a:r>
                    <a:rPr lang="pt-PT" b="1" i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:r>
                    <a:rPr lang="pt-PT" b="1" i="1" dirty="0" err="1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propagate</a:t>
                  </a:r>
                  <a:r>
                    <a:rPr lang="pt-PT" b="1" i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:r>
                    <a:rPr lang="pt-PT" b="1" i="1" dirty="0" err="1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so</a:t>
                  </a:r>
                  <a:r>
                    <a:rPr lang="pt-PT" b="1" i="1" dirty="0">
                      <a:solidFill>
                        <a:schemeClr val="accent4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:</a:t>
                  </a:r>
                  <a:endParaRPr lang="pt-PT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  <p:grpSp>
              <p:nvGrpSpPr>
                <p:cNvPr id="8" name="Group 7">
                  <a:extLst>
                    <a:ext uri="{FF2B5EF4-FFF2-40B4-BE49-F238E27FC236}">
                      <a16:creationId xmlns:a16="http://schemas.microsoft.com/office/drawing/2014/main" id="{8F6251EF-29A1-43FB-9E8C-D36475275B24}"/>
                    </a:ext>
                  </a:extLst>
                </p:cNvPr>
                <p:cNvGrpSpPr/>
                <p:nvPr/>
              </p:nvGrpSpPr>
              <p:grpSpPr>
                <a:xfrm>
                  <a:off x="1853404" y="1029886"/>
                  <a:ext cx="2025428" cy="1621744"/>
                  <a:chOff x="1853404" y="1029886"/>
                  <a:chExt cx="2025428" cy="1621744"/>
                </a:xfrm>
              </p:grpSpPr>
              <p:sp>
                <p:nvSpPr>
                  <p:cNvPr id="559" name="Rectangle 558">
                    <a:extLst>
                      <a:ext uri="{FF2B5EF4-FFF2-40B4-BE49-F238E27FC236}">
                        <a16:creationId xmlns:a16="http://schemas.microsoft.com/office/drawing/2014/main" id="{F8B4BA3C-F43A-4D81-81CE-88FFEF988A24}"/>
                      </a:ext>
                    </a:extLst>
                  </p:cNvPr>
                  <p:cNvSpPr/>
                  <p:nvPr/>
                </p:nvSpPr>
                <p:spPr>
                  <a:xfrm flipH="1">
                    <a:off x="2464269" y="1613526"/>
                    <a:ext cx="873888" cy="436944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 w="28575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>
                      <a:solidFill>
                        <a:schemeClr val="accent4">
                          <a:lumMod val="50000"/>
                        </a:schemeClr>
                      </a:solidFill>
                    </a:endParaRPr>
                  </a:p>
                </p:txBody>
              </p:sp>
              <p:sp>
                <p:nvSpPr>
                  <p:cNvPr id="562" name="Rectangle 561">
                    <a:extLst>
                      <a:ext uri="{FF2B5EF4-FFF2-40B4-BE49-F238E27FC236}">
                        <a16:creationId xmlns:a16="http://schemas.microsoft.com/office/drawing/2014/main" id="{E1B813FC-C4F9-4834-BBBA-3BF6132A3DC0}"/>
                      </a:ext>
                    </a:extLst>
                  </p:cNvPr>
                  <p:cNvSpPr/>
                  <p:nvPr/>
                </p:nvSpPr>
                <p:spPr>
                  <a:xfrm>
                    <a:off x="2426445" y="1029886"/>
                    <a:ext cx="389850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2400" b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Y</a:t>
                    </a:r>
                    <a:endParaRPr lang="pt-PT" sz="2400" b="1" dirty="0">
                      <a:solidFill>
                        <a:schemeClr val="accent4">
                          <a:lumMod val="50000"/>
                        </a:schemeClr>
                      </a:solidFill>
                    </a:endParaRPr>
                  </a:p>
                </p:txBody>
              </p:sp>
              <p:sp>
                <p:nvSpPr>
                  <p:cNvPr id="563" name="Rectangle 562">
                    <a:extLst>
                      <a:ext uri="{FF2B5EF4-FFF2-40B4-BE49-F238E27FC236}">
                        <a16:creationId xmlns:a16="http://schemas.microsoft.com/office/drawing/2014/main" id="{3CB4D94E-0FF3-4688-9A27-362C439AF807}"/>
                      </a:ext>
                    </a:extLst>
                  </p:cNvPr>
                  <p:cNvSpPr/>
                  <p:nvPr/>
                </p:nvSpPr>
                <p:spPr>
                  <a:xfrm>
                    <a:off x="2434383" y="2189965"/>
                    <a:ext cx="389850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2400" b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Y</a:t>
                    </a:r>
                    <a:endParaRPr lang="pt-PT" sz="2400" b="1" dirty="0">
                      <a:solidFill>
                        <a:schemeClr val="accent4">
                          <a:lumMod val="50000"/>
                        </a:schemeClr>
                      </a:solidFill>
                    </a:endParaRPr>
                  </a:p>
                </p:txBody>
              </p:sp>
              <p:cxnSp>
                <p:nvCxnSpPr>
                  <p:cNvPr id="570" name="Straight Connector 569">
                    <a:extLst>
                      <a:ext uri="{FF2B5EF4-FFF2-40B4-BE49-F238E27FC236}">
                        <a16:creationId xmlns:a16="http://schemas.microsoft.com/office/drawing/2014/main" id="{E0C75669-E934-48EB-B9D3-0C15BA745CEE}"/>
                      </a:ext>
                    </a:extLst>
                  </p:cNvPr>
                  <p:cNvCxnSpPr>
                    <a:cxnSpLocks/>
                    <a:stCxn id="572" idx="1"/>
                    <a:endCxn id="571" idx="3"/>
                  </p:cNvCxnSpPr>
                  <p:nvPr/>
                </p:nvCxnSpPr>
                <p:spPr>
                  <a:xfrm flipH="1">
                    <a:off x="2260888" y="1836442"/>
                    <a:ext cx="1210460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accent4">
                        <a:lumMod val="75000"/>
                      </a:schemeClr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sp>
                <p:nvSpPr>
                  <p:cNvPr id="571" name="Rectangle 570">
                    <a:extLst>
                      <a:ext uri="{FF2B5EF4-FFF2-40B4-BE49-F238E27FC236}">
                        <a16:creationId xmlns:a16="http://schemas.microsoft.com/office/drawing/2014/main" id="{92914DCE-20A6-4B9C-B82A-62B0723B5FF6}"/>
                      </a:ext>
                    </a:extLst>
                  </p:cNvPr>
                  <p:cNvSpPr/>
                  <p:nvPr/>
                </p:nvSpPr>
                <p:spPr>
                  <a:xfrm>
                    <a:off x="1853404" y="1605609"/>
                    <a:ext cx="407484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2400" b="1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A</a:t>
                    </a:r>
                    <a:endParaRPr lang="pt-PT" sz="2400" b="1" dirty="0">
                      <a:solidFill>
                        <a:schemeClr val="accent4">
                          <a:lumMod val="75000"/>
                        </a:schemeClr>
                      </a:solidFill>
                    </a:endParaRPr>
                  </a:p>
                </p:txBody>
              </p:sp>
              <p:sp>
                <p:nvSpPr>
                  <p:cNvPr id="567" name="Rectangle 566">
                    <a:extLst>
                      <a:ext uri="{FF2B5EF4-FFF2-40B4-BE49-F238E27FC236}">
                        <a16:creationId xmlns:a16="http://schemas.microsoft.com/office/drawing/2014/main" id="{D96F0884-A433-4757-88C8-748F5AD054DF}"/>
                      </a:ext>
                    </a:extLst>
                  </p:cNvPr>
                  <p:cNvSpPr/>
                  <p:nvPr/>
                </p:nvSpPr>
                <p:spPr>
                  <a:xfrm>
                    <a:off x="2953943" y="1029886"/>
                    <a:ext cx="372218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2400" b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Z</a:t>
                    </a:r>
                  </a:p>
                </p:txBody>
              </p:sp>
              <p:sp>
                <p:nvSpPr>
                  <p:cNvPr id="568" name="Rectangle 567">
                    <a:extLst>
                      <a:ext uri="{FF2B5EF4-FFF2-40B4-BE49-F238E27FC236}">
                        <a16:creationId xmlns:a16="http://schemas.microsoft.com/office/drawing/2014/main" id="{62C798CF-4068-4B42-BC85-35B79E0FC265}"/>
                      </a:ext>
                    </a:extLst>
                  </p:cNvPr>
                  <p:cNvSpPr/>
                  <p:nvPr/>
                </p:nvSpPr>
                <p:spPr>
                  <a:xfrm>
                    <a:off x="2961881" y="2189965"/>
                    <a:ext cx="372218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2400" b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Z</a:t>
                    </a:r>
                  </a:p>
                </p:txBody>
              </p:sp>
              <p:sp>
                <p:nvSpPr>
                  <p:cNvPr id="572" name="Rectangle 571">
                    <a:extLst>
                      <a:ext uri="{FF2B5EF4-FFF2-40B4-BE49-F238E27FC236}">
                        <a16:creationId xmlns:a16="http://schemas.microsoft.com/office/drawing/2014/main" id="{393E8973-7BF6-4AD8-A27D-AE4A3683F546}"/>
                      </a:ext>
                    </a:extLst>
                  </p:cNvPr>
                  <p:cNvSpPr/>
                  <p:nvPr/>
                </p:nvSpPr>
                <p:spPr>
                  <a:xfrm>
                    <a:off x="3471348" y="1605609"/>
                    <a:ext cx="407484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2400" b="1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A</a:t>
                    </a:r>
                    <a:endParaRPr lang="pt-PT" sz="2400" b="1" dirty="0">
                      <a:solidFill>
                        <a:schemeClr val="accent4">
                          <a:lumMod val="75000"/>
                        </a:schemeClr>
                      </a:solidFill>
                    </a:endParaRPr>
                  </a:p>
                </p:txBody>
              </p:sp>
              <p:sp>
                <p:nvSpPr>
                  <p:cNvPr id="2" name="Freeform: Shape 1">
                    <a:extLst>
                      <a:ext uri="{FF2B5EF4-FFF2-40B4-BE49-F238E27FC236}">
                        <a16:creationId xmlns:a16="http://schemas.microsoft.com/office/drawing/2014/main" id="{EEDE0348-B10C-4DFC-8CC9-68A4363A434B}"/>
                      </a:ext>
                    </a:extLst>
                  </p:cNvPr>
                  <p:cNvSpPr/>
                  <p:nvPr/>
                </p:nvSpPr>
                <p:spPr>
                  <a:xfrm>
                    <a:off x="2938170" y="1494654"/>
                    <a:ext cx="223838" cy="700087"/>
                  </a:xfrm>
                  <a:custGeom>
                    <a:avLst/>
                    <a:gdLst>
                      <a:gd name="connsiteX0" fmla="*/ 173038 w 223838"/>
                      <a:gd name="connsiteY0" fmla="*/ 0 h 685800"/>
                      <a:gd name="connsiteX1" fmla="*/ 176213 w 223838"/>
                      <a:gd name="connsiteY1" fmla="*/ 133350 h 685800"/>
                      <a:gd name="connsiteX2" fmla="*/ 0 w 223838"/>
                      <a:gd name="connsiteY2" fmla="*/ 325437 h 685800"/>
                      <a:gd name="connsiteX3" fmla="*/ 176213 w 223838"/>
                      <a:gd name="connsiteY3" fmla="*/ 511175 h 685800"/>
                      <a:gd name="connsiteX4" fmla="*/ 223838 w 223838"/>
                      <a:gd name="connsiteY4" fmla="*/ 685800 h 685800"/>
                      <a:gd name="connsiteX5" fmla="*/ 223838 w 223838"/>
                      <a:gd name="connsiteY5" fmla="*/ 685800 h 685800"/>
                      <a:gd name="connsiteX0" fmla="*/ 201613 w 223838"/>
                      <a:gd name="connsiteY0" fmla="*/ 0 h 693737"/>
                      <a:gd name="connsiteX1" fmla="*/ 176213 w 223838"/>
                      <a:gd name="connsiteY1" fmla="*/ 141287 h 693737"/>
                      <a:gd name="connsiteX2" fmla="*/ 0 w 223838"/>
                      <a:gd name="connsiteY2" fmla="*/ 333374 h 693737"/>
                      <a:gd name="connsiteX3" fmla="*/ 176213 w 223838"/>
                      <a:gd name="connsiteY3" fmla="*/ 519112 h 693737"/>
                      <a:gd name="connsiteX4" fmla="*/ 223838 w 223838"/>
                      <a:gd name="connsiteY4" fmla="*/ 693737 h 693737"/>
                      <a:gd name="connsiteX5" fmla="*/ 223838 w 223838"/>
                      <a:gd name="connsiteY5" fmla="*/ 693737 h 693737"/>
                      <a:gd name="connsiteX0" fmla="*/ 201613 w 223838"/>
                      <a:gd name="connsiteY0" fmla="*/ 0 h 693737"/>
                      <a:gd name="connsiteX1" fmla="*/ 176213 w 223838"/>
                      <a:gd name="connsiteY1" fmla="*/ 141287 h 693737"/>
                      <a:gd name="connsiteX2" fmla="*/ 0 w 223838"/>
                      <a:gd name="connsiteY2" fmla="*/ 333374 h 693737"/>
                      <a:gd name="connsiteX3" fmla="*/ 176213 w 223838"/>
                      <a:gd name="connsiteY3" fmla="*/ 519112 h 693737"/>
                      <a:gd name="connsiteX4" fmla="*/ 223838 w 223838"/>
                      <a:gd name="connsiteY4" fmla="*/ 693737 h 693737"/>
                      <a:gd name="connsiteX5" fmla="*/ 223838 w 223838"/>
                      <a:gd name="connsiteY5" fmla="*/ 693737 h 693737"/>
                      <a:gd name="connsiteX0" fmla="*/ 217488 w 223838"/>
                      <a:gd name="connsiteY0" fmla="*/ 0 h 700087"/>
                      <a:gd name="connsiteX1" fmla="*/ 176213 w 223838"/>
                      <a:gd name="connsiteY1" fmla="*/ 147637 h 700087"/>
                      <a:gd name="connsiteX2" fmla="*/ 0 w 223838"/>
                      <a:gd name="connsiteY2" fmla="*/ 339724 h 700087"/>
                      <a:gd name="connsiteX3" fmla="*/ 176213 w 223838"/>
                      <a:gd name="connsiteY3" fmla="*/ 525462 h 700087"/>
                      <a:gd name="connsiteX4" fmla="*/ 223838 w 223838"/>
                      <a:gd name="connsiteY4" fmla="*/ 700087 h 700087"/>
                      <a:gd name="connsiteX5" fmla="*/ 223838 w 223838"/>
                      <a:gd name="connsiteY5" fmla="*/ 700087 h 700087"/>
                      <a:gd name="connsiteX0" fmla="*/ 217488 w 223838"/>
                      <a:gd name="connsiteY0" fmla="*/ 0 h 700087"/>
                      <a:gd name="connsiteX1" fmla="*/ 176213 w 223838"/>
                      <a:gd name="connsiteY1" fmla="*/ 147637 h 700087"/>
                      <a:gd name="connsiteX2" fmla="*/ 0 w 223838"/>
                      <a:gd name="connsiteY2" fmla="*/ 339724 h 700087"/>
                      <a:gd name="connsiteX3" fmla="*/ 176213 w 223838"/>
                      <a:gd name="connsiteY3" fmla="*/ 525462 h 700087"/>
                      <a:gd name="connsiteX4" fmla="*/ 223838 w 223838"/>
                      <a:gd name="connsiteY4" fmla="*/ 700087 h 700087"/>
                      <a:gd name="connsiteX5" fmla="*/ 223838 w 223838"/>
                      <a:gd name="connsiteY5" fmla="*/ 700087 h 70008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223838" h="700087">
                        <a:moveTo>
                          <a:pt x="217488" y="0"/>
                        </a:moveTo>
                        <a:cubicBezTo>
                          <a:pt x="209683" y="69718"/>
                          <a:pt x="212461" y="91016"/>
                          <a:pt x="176213" y="147637"/>
                        </a:cubicBezTo>
                        <a:cubicBezTo>
                          <a:pt x="139965" y="204258"/>
                          <a:pt x="0" y="276753"/>
                          <a:pt x="0" y="339724"/>
                        </a:cubicBezTo>
                        <a:cubicBezTo>
                          <a:pt x="0" y="402695"/>
                          <a:pt x="138907" y="465402"/>
                          <a:pt x="176213" y="525462"/>
                        </a:cubicBezTo>
                        <a:cubicBezTo>
                          <a:pt x="213519" y="585523"/>
                          <a:pt x="223838" y="700087"/>
                          <a:pt x="223838" y="700087"/>
                        </a:cubicBezTo>
                        <a:lnTo>
                          <a:pt x="223838" y="700087"/>
                        </a:lnTo>
                      </a:path>
                    </a:pathLst>
                  </a:custGeom>
                  <a:noFill/>
                  <a:ln w="38100">
                    <a:solidFill>
                      <a:schemeClr val="accent4">
                        <a:lumMod val="50000"/>
                      </a:schemeClr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99" name="Freeform: Shape 298">
                    <a:extLst>
                      <a:ext uri="{FF2B5EF4-FFF2-40B4-BE49-F238E27FC236}">
                        <a16:creationId xmlns:a16="http://schemas.microsoft.com/office/drawing/2014/main" id="{2CC05542-B172-48A3-86E0-899D79690EB0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2607212" y="1484367"/>
                    <a:ext cx="223838" cy="700087"/>
                  </a:xfrm>
                  <a:custGeom>
                    <a:avLst/>
                    <a:gdLst>
                      <a:gd name="connsiteX0" fmla="*/ 173038 w 223838"/>
                      <a:gd name="connsiteY0" fmla="*/ 0 h 685800"/>
                      <a:gd name="connsiteX1" fmla="*/ 176213 w 223838"/>
                      <a:gd name="connsiteY1" fmla="*/ 133350 h 685800"/>
                      <a:gd name="connsiteX2" fmla="*/ 0 w 223838"/>
                      <a:gd name="connsiteY2" fmla="*/ 325437 h 685800"/>
                      <a:gd name="connsiteX3" fmla="*/ 176213 w 223838"/>
                      <a:gd name="connsiteY3" fmla="*/ 511175 h 685800"/>
                      <a:gd name="connsiteX4" fmla="*/ 223838 w 223838"/>
                      <a:gd name="connsiteY4" fmla="*/ 685800 h 685800"/>
                      <a:gd name="connsiteX5" fmla="*/ 223838 w 223838"/>
                      <a:gd name="connsiteY5" fmla="*/ 685800 h 685800"/>
                      <a:gd name="connsiteX0" fmla="*/ 201613 w 223838"/>
                      <a:gd name="connsiteY0" fmla="*/ 0 h 693737"/>
                      <a:gd name="connsiteX1" fmla="*/ 176213 w 223838"/>
                      <a:gd name="connsiteY1" fmla="*/ 141287 h 693737"/>
                      <a:gd name="connsiteX2" fmla="*/ 0 w 223838"/>
                      <a:gd name="connsiteY2" fmla="*/ 333374 h 693737"/>
                      <a:gd name="connsiteX3" fmla="*/ 176213 w 223838"/>
                      <a:gd name="connsiteY3" fmla="*/ 519112 h 693737"/>
                      <a:gd name="connsiteX4" fmla="*/ 223838 w 223838"/>
                      <a:gd name="connsiteY4" fmla="*/ 693737 h 693737"/>
                      <a:gd name="connsiteX5" fmla="*/ 223838 w 223838"/>
                      <a:gd name="connsiteY5" fmla="*/ 693737 h 693737"/>
                      <a:gd name="connsiteX0" fmla="*/ 201613 w 223838"/>
                      <a:gd name="connsiteY0" fmla="*/ 0 h 693737"/>
                      <a:gd name="connsiteX1" fmla="*/ 176213 w 223838"/>
                      <a:gd name="connsiteY1" fmla="*/ 141287 h 693737"/>
                      <a:gd name="connsiteX2" fmla="*/ 0 w 223838"/>
                      <a:gd name="connsiteY2" fmla="*/ 333374 h 693737"/>
                      <a:gd name="connsiteX3" fmla="*/ 176213 w 223838"/>
                      <a:gd name="connsiteY3" fmla="*/ 519112 h 693737"/>
                      <a:gd name="connsiteX4" fmla="*/ 223838 w 223838"/>
                      <a:gd name="connsiteY4" fmla="*/ 693737 h 693737"/>
                      <a:gd name="connsiteX5" fmla="*/ 223838 w 223838"/>
                      <a:gd name="connsiteY5" fmla="*/ 693737 h 693737"/>
                      <a:gd name="connsiteX0" fmla="*/ 217488 w 223838"/>
                      <a:gd name="connsiteY0" fmla="*/ 0 h 700087"/>
                      <a:gd name="connsiteX1" fmla="*/ 176213 w 223838"/>
                      <a:gd name="connsiteY1" fmla="*/ 147637 h 700087"/>
                      <a:gd name="connsiteX2" fmla="*/ 0 w 223838"/>
                      <a:gd name="connsiteY2" fmla="*/ 339724 h 700087"/>
                      <a:gd name="connsiteX3" fmla="*/ 176213 w 223838"/>
                      <a:gd name="connsiteY3" fmla="*/ 525462 h 700087"/>
                      <a:gd name="connsiteX4" fmla="*/ 223838 w 223838"/>
                      <a:gd name="connsiteY4" fmla="*/ 700087 h 700087"/>
                      <a:gd name="connsiteX5" fmla="*/ 223838 w 223838"/>
                      <a:gd name="connsiteY5" fmla="*/ 700087 h 700087"/>
                      <a:gd name="connsiteX0" fmla="*/ 217488 w 223838"/>
                      <a:gd name="connsiteY0" fmla="*/ 0 h 700087"/>
                      <a:gd name="connsiteX1" fmla="*/ 176213 w 223838"/>
                      <a:gd name="connsiteY1" fmla="*/ 147637 h 700087"/>
                      <a:gd name="connsiteX2" fmla="*/ 0 w 223838"/>
                      <a:gd name="connsiteY2" fmla="*/ 339724 h 700087"/>
                      <a:gd name="connsiteX3" fmla="*/ 176213 w 223838"/>
                      <a:gd name="connsiteY3" fmla="*/ 525462 h 700087"/>
                      <a:gd name="connsiteX4" fmla="*/ 223838 w 223838"/>
                      <a:gd name="connsiteY4" fmla="*/ 700087 h 700087"/>
                      <a:gd name="connsiteX5" fmla="*/ 223838 w 223838"/>
                      <a:gd name="connsiteY5" fmla="*/ 700087 h 70008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223838" h="700087">
                        <a:moveTo>
                          <a:pt x="217488" y="0"/>
                        </a:moveTo>
                        <a:cubicBezTo>
                          <a:pt x="209683" y="69718"/>
                          <a:pt x="212461" y="91016"/>
                          <a:pt x="176213" y="147637"/>
                        </a:cubicBezTo>
                        <a:cubicBezTo>
                          <a:pt x="139965" y="204258"/>
                          <a:pt x="0" y="276753"/>
                          <a:pt x="0" y="339724"/>
                        </a:cubicBezTo>
                        <a:cubicBezTo>
                          <a:pt x="0" y="402695"/>
                          <a:pt x="138907" y="465402"/>
                          <a:pt x="176213" y="525462"/>
                        </a:cubicBezTo>
                        <a:cubicBezTo>
                          <a:pt x="213519" y="585523"/>
                          <a:pt x="223838" y="700087"/>
                          <a:pt x="223838" y="700087"/>
                        </a:cubicBezTo>
                        <a:lnTo>
                          <a:pt x="223838" y="700087"/>
                        </a:lnTo>
                      </a:path>
                    </a:pathLst>
                  </a:custGeom>
                  <a:noFill/>
                  <a:ln w="38100" cmpd="sng">
                    <a:solidFill>
                      <a:schemeClr val="accent4">
                        <a:lumMod val="50000"/>
                      </a:schemeClr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</p:grpSp>
          </p:grpSp>
        </p:grp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DC742123-AA11-4C6C-8394-34F8A227E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4073" y="823674"/>
            <a:ext cx="4356324" cy="4343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64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95771-1530-4950-B1D2-323DBA310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1FF1A-D0EB-4D36-AC90-6DD4DB322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PT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9190DE-E434-4423-A31F-4AE61B7ED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6433" y="-262239"/>
            <a:ext cx="5569236" cy="54104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9B26158-4327-41C3-9F36-6C83DF5C06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0304" y="0"/>
            <a:ext cx="4248368" cy="4413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835370D-4131-482A-93FF-CF64FDE7EF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12034" y="-818930"/>
            <a:ext cx="4356324" cy="456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448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roup 115">
            <a:extLst>
              <a:ext uri="{FF2B5EF4-FFF2-40B4-BE49-F238E27FC236}">
                <a16:creationId xmlns:a16="http://schemas.microsoft.com/office/drawing/2014/main" id="{65D3D713-DFA3-4A00-A5EE-7ECD3E6554C5}"/>
              </a:ext>
            </a:extLst>
          </p:cNvPr>
          <p:cNvGrpSpPr/>
          <p:nvPr/>
        </p:nvGrpSpPr>
        <p:grpSpPr>
          <a:xfrm>
            <a:off x="6230640" y="950134"/>
            <a:ext cx="5144342" cy="4952728"/>
            <a:chOff x="6230640" y="950134"/>
            <a:chExt cx="5144342" cy="4952728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977271B4-002B-4011-A68F-75D4198963BD}"/>
                </a:ext>
              </a:extLst>
            </p:cNvPr>
            <p:cNvGrpSpPr/>
            <p:nvPr/>
          </p:nvGrpSpPr>
          <p:grpSpPr>
            <a:xfrm>
              <a:off x="6639444" y="1292090"/>
              <a:ext cx="4321700" cy="4269716"/>
              <a:chOff x="6639444" y="1292090"/>
              <a:chExt cx="4321700" cy="4269716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6D1A68B0-68A2-408F-BCF2-B29C5947DDC3}"/>
                  </a:ext>
                </a:extLst>
              </p:cNvPr>
              <p:cNvGrpSpPr/>
              <p:nvPr/>
            </p:nvGrpSpPr>
            <p:grpSpPr>
              <a:xfrm flipH="1">
                <a:off x="6642100" y="1296194"/>
                <a:ext cx="4311905" cy="4265612"/>
                <a:chOff x="2406316" y="-297196"/>
                <a:chExt cx="22151757" cy="21913932"/>
              </a:xfrm>
            </p:grpSpPr>
            <p:grpSp>
              <p:nvGrpSpPr>
                <p:cNvPr id="12" name="Group 11">
                  <a:extLst>
                    <a:ext uri="{FF2B5EF4-FFF2-40B4-BE49-F238E27FC236}">
                      <a16:creationId xmlns:a16="http://schemas.microsoft.com/office/drawing/2014/main" id="{8DBDF038-2A7A-4B3E-A98E-60632E69C22F}"/>
                    </a:ext>
                  </a:extLst>
                </p:cNvPr>
                <p:cNvGrpSpPr/>
                <p:nvPr/>
              </p:nvGrpSpPr>
              <p:grpSpPr>
                <a:xfrm>
                  <a:off x="2406316" y="-297196"/>
                  <a:ext cx="7379368" cy="7379368"/>
                  <a:chOff x="2406316" y="-297196"/>
                  <a:chExt cx="7379368" cy="7379368"/>
                </a:xfrm>
              </p:grpSpPr>
              <p:grpSp>
                <p:nvGrpSpPr>
                  <p:cNvPr id="11" name="Group 10">
                    <a:extLst>
                      <a:ext uri="{FF2B5EF4-FFF2-40B4-BE49-F238E27FC236}">
                        <a16:creationId xmlns:a16="http://schemas.microsoft.com/office/drawing/2014/main" id="{57C3E3F8-8F06-40E3-98BA-76294099BF83}"/>
                      </a:ext>
                    </a:extLst>
                  </p:cNvPr>
                  <p:cNvGrpSpPr/>
                  <p:nvPr/>
                </p:nvGrpSpPr>
                <p:grpSpPr>
                  <a:xfrm>
                    <a:off x="2406316" y="-297196"/>
                    <a:ext cx="3689684" cy="3689684"/>
                    <a:chOff x="4251158" y="1547646"/>
                    <a:chExt cx="3689684" cy="3689684"/>
                  </a:xfrm>
                </p:grpSpPr>
                <p:sp>
                  <p:nvSpPr>
                    <p:cNvPr id="181" name="Rectangle 180">
                      <a:extLst>
                        <a:ext uri="{FF2B5EF4-FFF2-40B4-BE49-F238E27FC236}">
                          <a16:creationId xmlns:a16="http://schemas.microsoft.com/office/drawing/2014/main" id="{77AEC2E4-DAFE-40F8-BC5A-CAF165F4323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51158" y="3392488"/>
                      <a:ext cx="3689684" cy="184484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82" name="Rectangle 181">
                      <a:extLst>
                        <a:ext uri="{FF2B5EF4-FFF2-40B4-BE49-F238E27FC236}">
                          <a16:creationId xmlns:a16="http://schemas.microsoft.com/office/drawing/2014/main" id="{4080D17B-E3D2-4B99-9178-EDFB58EA081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51158" y="1547646"/>
                      <a:ext cx="3689684" cy="184484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  <p:grpSp>
                <p:nvGrpSpPr>
                  <p:cNvPr id="183" name="Group 182">
                    <a:extLst>
                      <a:ext uri="{FF2B5EF4-FFF2-40B4-BE49-F238E27FC236}">
                        <a16:creationId xmlns:a16="http://schemas.microsoft.com/office/drawing/2014/main" id="{C7042DD2-32C9-478C-8C19-FC229B9F686A}"/>
                      </a:ext>
                    </a:extLst>
                  </p:cNvPr>
                  <p:cNvGrpSpPr/>
                  <p:nvPr/>
                </p:nvGrpSpPr>
                <p:grpSpPr>
                  <a:xfrm rot="5400000">
                    <a:off x="6096000" y="-297196"/>
                    <a:ext cx="3689684" cy="3689684"/>
                    <a:chOff x="4251158" y="1547646"/>
                    <a:chExt cx="3689684" cy="3689684"/>
                  </a:xfrm>
                </p:grpSpPr>
                <p:sp>
                  <p:nvSpPr>
                    <p:cNvPr id="184" name="Rectangle 183">
                      <a:extLst>
                        <a:ext uri="{FF2B5EF4-FFF2-40B4-BE49-F238E27FC236}">
                          <a16:creationId xmlns:a16="http://schemas.microsoft.com/office/drawing/2014/main" id="{BEA0B713-7086-4C10-909B-B7BC499BA46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51158" y="3392488"/>
                      <a:ext cx="3689684" cy="184484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85" name="Rectangle 184">
                      <a:extLst>
                        <a:ext uri="{FF2B5EF4-FFF2-40B4-BE49-F238E27FC236}">
                          <a16:creationId xmlns:a16="http://schemas.microsoft.com/office/drawing/2014/main" id="{73FD87BF-C651-4038-993B-FA2EF9DD97E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51158" y="1547646"/>
                      <a:ext cx="3689684" cy="184484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  <p:grpSp>
                <p:nvGrpSpPr>
                  <p:cNvPr id="186" name="Group 185">
                    <a:extLst>
                      <a:ext uri="{FF2B5EF4-FFF2-40B4-BE49-F238E27FC236}">
                        <a16:creationId xmlns:a16="http://schemas.microsoft.com/office/drawing/2014/main" id="{0AFDADA8-F5A8-4388-88FC-8D4204A8B60A}"/>
                      </a:ext>
                    </a:extLst>
                  </p:cNvPr>
                  <p:cNvGrpSpPr/>
                  <p:nvPr/>
                </p:nvGrpSpPr>
                <p:grpSpPr>
                  <a:xfrm rot="5400000">
                    <a:off x="2406316" y="3392488"/>
                    <a:ext cx="3689684" cy="3689684"/>
                    <a:chOff x="4251158" y="1547646"/>
                    <a:chExt cx="3689684" cy="3689684"/>
                  </a:xfrm>
                </p:grpSpPr>
                <p:sp>
                  <p:nvSpPr>
                    <p:cNvPr id="187" name="Rectangle 186">
                      <a:extLst>
                        <a:ext uri="{FF2B5EF4-FFF2-40B4-BE49-F238E27FC236}">
                          <a16:creationId xmlns:a16="http://schemas.microsoft.com/office/drawing/2014/main" id="{7AC513D9-12C1-4E9B-809C-460190BA172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51158" y="3392488"/>
                      <a:ext cx="3689684" cy="184484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88" name="Rectangle 187">
                      <a:extLst>
                        <a:ext uri="{FF2B5EF4-FFF2-40B4-BE49-F238E27FC236}">
                          <a16:creationId xmlns:a16="http://schemas.microsoft.com/office/drawing/2014/main" id="{4F53CA5E-6E42-43FB-8325-D09EE87BE73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51158" y="1547646"/>
                      <a:ext cx="3689684" cy="184484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  <p:grpSp>
                <p:nvGrpSpPr>
                  <p:cNvPr id="189" name="Group 188">
                    <a:extLst>
                      <a:ext uri="{FF2B5EF4-FFF2-40B4-BE49-F238E27FC236}">
                        <a16:creationId xmlns:a16="http://schemas.microsoft.com/office/drawing/2014/main" id="{0681AEA0-F9EB-4259-9B31-6D49E6673D2F}"/>
                      </a:ext>
                    </a:extLst>
                  </p:cNvPr>
                  <p:cNvGrpSpPr/>
                  <p:nvPr/>
                </p:nvGrpSpPr>
                <p:grpSpPr>
                  <a:xfrm>
                    <a:off x="6096000" y="3392488"/>
                    <a:ext cx="3689684" cy="3689684"/>
                    <a:chOff x="4251158" y="1547646"/>
                    <a:chExt cx="3689684" cy="3689684"/>
                  </a:xfrm>
                </p:grpSpPr>
                <p:sp>
                  <p:nvSpPr>
                    <p:cNvPr id="190" name="Rectangle 189">
                      <a:extLst>
                        <a:ext uri="{FF2B5EF4-FFF2-40B4-BE49-F238E27FC236}">
                          <a16:creationId xmlns:a16="http://schemas.microsoft.com/office/drawing/2014/main" id="{399D24D6-4D4C-48B7-B91D-D6E6D0BEA8C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51158" y="3392488"/>
                      <a:ext cx="3689684" cy="184484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91" name="Rectangle 190">
                      <a:extLst>
                        <a:ext uri="{FF2B5EF4-FFF2-40B4-BE49-F238E27FC236}">
                          <a16:creationId xmlns:a16="http://schemas.microsoft.com/office/drawing/2014/main" id="{0EAA9A81-41E2-488E-A09D-FA9D19EE358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51158" y="1547646"/>
                      <a:ext cx="3689684" cy="184484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</p:grpSp>
            <p:grpSp>
              <p:nvGrpSpPr>
                <p:cNvPr id="216" name="Group 215">
                  <a:extLst>
                    <a:ext uri="{FF2B5EF4-FFF2-40B4-BE49-F238E27FC236}">
                      <a16:creationId xmlns:a16="http://schemas.microsoft.com/office/drawing/2014/main" id="{9D85CE1A-D0F3-480F-AD1E-AA21671B23FF}"/>
                    </a:ext>
                  </a:extLst>
                </p:cNvPr>
                <p:cNvGrpSpPr/>
                <p:nvPr/>
              </p:nvGrpSpPr>
              <p:grpSpPr>
                <a:xfrm>
                  <a:off x="9799337" y="-297196"/>
                  <a:ext cx="7379368" cy="7379368"/>
                  <a:chOff x="2406316" y="-297196"/>
                  <a:chExt cx="7379368" cy="7379368"/>
                </a:xfrm>
              </p:grpSpPr>
              <p:grpSp>
                <p:nvGrpSpPr>
                  <p:cNvPr id="217" name="Group 216">
                    <a:extLst>
                      <a:ext uri="{FF2B5EF4-FFF2-40B4-BE49-F238E27FC236}">
                        <a16:creationId xmlns:a16="http://schemas.microsoft.com/office/drawing/2014/main" id="{43B3E88C-40F3-4C21-B131-1F07AB6EA80D}"/>
                      </a:ext>
                    </a:extLst>
                  </p:cNvPr>
                  <p:cNvGrpSpPr/>
                  <p:nvPr/>
                </p:nvGrpSpPr>
                <p:grpSpPr>
                  <a:xfrm>
                    <a:off x="2406316" y="-297196"/>
                    <a:ext cx="3689684" cy="3689684"/>
                    <a:chOff x="4251158" y="1547646"/>
                    <a:chExt cx="3689684" cy="3689684"/>
                  </a:xfrm>
                </p:grpSpPr>
                <p:sp>
                  <p:nvSpPr>
                    <p:cNvPr id="227" name="Rectangle 226">
                      <a:extLst>
                        <a:ext uri="{FF2B5EF4-FFF2-40B4-BE49-F238E27FC236}">
                          <a16:creationId xmlns:a16="http://schemas.microsoft.com/office/drawing/2014/main" id="{50D0F1EF-5909-41E3-9BF7-ECDE7632B66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51158" y="3392488"/>
                      <a:ext cx="3689684" cy="184484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228" name="Rectangle 227">
                      <a:extLst>
                        <a:ext uri="{FF2B5EF4-FFF2-40B4-BE49-F238E27FC236}">
                          <a16:creationId xmlns:a16="http://schemas.microsoft.com/office/drawing/2014/main" id="{96A62DA5-89C8-4C9F-9DC2-84131350776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51158" y="1547646"/>
                      <a:ext cx="3689684" cy="184484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  <p:grpSp>
                <p:nvGrpSpPr>
                  <p:cNvPr id="218" name="Group 217">
                    <a:extLst>
                      <a:ext uri="{FF2B5EF4-FFF2-40B4-BE49-F238E27FC236}">
                        <a16:creationId xmlns:a16="http://schemas.microsoft.com/office/drawing/2014/main" id="{F1FDF4D2-42E1-4C25-8B86-03589B319CCF}"/>
                      </a:ext>
                    </a:extLst>
                  </p:cNvPr>
                  <p:cNvGrpSpPr/>
                  <p:nvPr/>
                </p:nvGrpSpPr>
                <p:grpSpPr>
                  <a:xfrm rot="5400000">
                    <a:off x="6096000" y="-297196"/>
                    <a:ext cx="3689684" cy="3689684"/>
                    <a:chOff x="4251158" y="1547646"/>
                    <a:chExt cx="3689684" cy="3689684"/>
                  </a:xfrm>
                </p:grpSpPr>
                <p:sp>
                  <p:nvSpPr>
                    <p:cNvPr id="225" name="Rectangle 224">
                      <a:extLst>
                        <a:ext uri="{FF2B5EF4-FFF2-40B4-BE49-F238E27FC236}">
                          <a16:creationId xmlns:a16="http://schemas.microsoft.com/office/drawing/2014/main" id="{75A794E7-E68B-4107-94C1-A712A7FB5E5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51158" y="3392488"/>
                      <a:ext cx="3689684" cy="184484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226" name="Rectangle 225">
                      <a:extLst>
                        <a:ext uri="{FF2B5EF4-FFF2-40B4-BE49-F238E27FC236}">
                          <a16:creationId xmlns:a16="http://schemas.microsoft.com/office/drawing/2014/main" id="{BC70A94F-7463-4445-89BB-B10341AC6E0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51158" y="1547646"/>
                      <a:ext cx="3689684" cy="184484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  <p:grpSp>
                <p:nvGrpSpPr>
                  <p:cNvPr id="219" name="Group 218">
                    <a:extLst>
                      <a:ext uri="{FF2B5EF4-FFF2-40B4-BE49-F238E27FC236}">
                        <a16:creationId xmlns:a16="http://schemas.microsoft.com/office/drawing/2014/main" id="{DFD10445-03CC-496C-A9CE-611AD60F5A10}"/>
                      </a:ext>
                    </a:extLst>
                  </p:cNvPr>
                  <p:cNvGrpSpPr/>
                  <p:nvPr/>
                </p:nvGrpSpPr>
                <p:grpSpPr>
                  <a:xfrm rot="5400000">
                    <a:off x="2406316" y="3392488"/>
                    <a:ext cx="3689684" cy="3689684"/>
                    <a:chOff x="4251158" y="1547646"/>
                    <a:chExt cx="3689684" cy="3689684"/>
                  </a:xfrm>
                </p:grpSpPr>
                <p:sp>
                  <p:nvSpPr>
                    <p:cNvPr id="223" name="Rectangle 222">
                      <a:extLst>
                        <a:ext uri="{FF2B5EF4-FFF2-40B4-BE49-F238E27FC236}">
                          <a16:creationId xmlns:a16="http://schemas.microsoft.com/office/drawing/2014/main" id="{72254596-6C67-49A9-BF6E-3820C10CDFD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51158" y="3392488"/>
                      <a:ext cx="3689684" cy="184484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224" name="Rectangle 223">
                      <a:extLst>
                        <a:ext uri="{FF2B5EF4-FFF2-40B4-BE49-F238E27FC236}">
                          <a16:creationId xmlns:a16="http://schemas.microsoft.com/office/drawing/2014/main" id="{3506CE09-4A8F-42FE-A103-02EDBCE16C5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51158" y="1547646"/>
                      <a:ext cx="3689684" cy="184484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  <p:grpSp>
                <p:nvGrpSpPr>
                  <p:cNvPr id="220" name="Group 219">
                    <a:extLst>
                      <a:ext uri="{FF2B5EF4-FFF2-40B4-BE49-F238E27FC236}">
                        <a16:creationId xmlns:a16="http://schemas.microsoft.com/office/drawing/2014/main" id="{30D6ED04-D25D-4788-BA3B-0E9C4DB57E38}"/>
                      </a:ext>
                    </a:extLst>
                  </p:cNvPr>
                  <p:cNvGrpSpPr/>
                  <p:nvPr/>
                </p:nvGrpSpPr>
                <p:grpSpPr>
                  <a:xfrm>
                    <a:off x="6096000" y="3392488"/>
                    <a:ext cx="3689684" cy="3689684"/>
                    <a:chOff x="4251158" y="1547646"/>
                    <a:chExt cx="3689684" cy="3689684"/>
                  </a:xfrm>
                </p:grpSpPr>
                <p:sp>
                  <p:nvSpPr>
                    <p:cNvPr id="221" name="Rectangle 220">
                      <a:extLst>
                        <a:ext uri="{FF2B5EF4-FFF2-40B4-BE49-F238E27FC236}">
                          <a16:creationId xmlns:a16="http://schemas.microsoft.com/office/drawing/2014/main" id="{60539797-2E33-4FF5-BFA0-009F1F0143C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51158" y="3392488"/>
                      <a:ext cx="3689684" cy="184484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222" name="Rectangle 221">
                      <a:extLst>
                        <a:ext uri="{FF2B5EF4-FFF2-40B4-BE49-F238E27FC236}">
                          <a16:creationId xmlns:a16="http://schemas.microsoft.com/office/drawing/2014/main" id="{B93C660F-70F6-4DEA-986C-00C0EA14952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51158" y="1547646"/>
                      <a:ext cx="3689684" cy="184484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</p:grpSp>
            <p:grpSp>
              <p:nvGrpSpPr>
                <p:cNvPr id="229" name="Group 228">
                  <a:extLst>
                    <a:ext uri="{FF2B5EF4-FFF2-40B4-BE49-F238E27FC236}">
                      <a16:creationId xmlns:a16="http://schemas.microsoft.com/office/drawing/2014/main" id="{F5C66F7B-4440-43AE-8445-9344A242D7A8}"/>
                    </a:ext>
                  </a:extLst>
                </p:cNvPr>
                <p:cNvGrpSpPr/>
                <p:nvPr/>
              </p:nvGrpSpPr>
              <p:grpSpPr>
                <a:xfrm>
                  <a:off x="17178705" y="-297196"/>
                  <a:ext cx="7379368" cy="7379368"/>
                  <a:chOff x="2406316" y="-297196"/>
                  <a:chExt cx="7379368" cy="7379368"/>
                </a:xfrm>
              </p:grpSpPr>
              <p:grpSp>
                <p:nvGrpSpPr>
                  <p:cNvPr id="230" name="Group 229">
                    <a:extLst>
                      <a:ext uri="{FF2B5EF4-FFF2-40B4-BE49-F238E27FC236}">
                        <a16:creationId xmlns:a16="http://schemas.microsoft.com/office/drawing/2014/main" id="{A0609728-C857-43FB-BB4D-A12FF972B393}"/>
                      </a:ext>
                    </a:extLst>
                  </p:cNvPr>
                  <p:cNvGrpSpPr/>
                  <p:nvPr/>
                </p:nvGrpSpPr>
                <p:grpSpPr>
                  <a:xfrm>
                    <a:off x="2406316" y="-297196"/>
                    <a:ext cx="3689684" cy="3689684"/>
                    <a:chOff x="4251158" y="1547646"/>
                    <a:chExt cx="3689684" cy="3689684"/>
                  </a:xfrm>
                </p:grpSpPr>
                <p:sp>
                  <p:nvSpPr>
                    <p:cNvPr id="240" name="Rectangle 239">
                      <a:extLst>
                        <a:ext uri="{FF2B5EF4-FFF2-40B4-BE49-F238E27FC236}">
                          <a16:creationId xmlns:a16="http://schemas.microsoft.com/office/drawing/2014/main" id="{60595DC4-4614-4D5C-A518-BFC4BB72D93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51158" y="3392488"/>
                      <a:ext cx="3689684" cy="184484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241" name="Rectangle 240">
                      <a:extLst>
                        <a:ext uri="{FF2B5EF4-FFF2-40B4-BE49-F238E27FC236}">
                          <a16:creationId xmlns:a16="http://schemas.microsoft.com/office/drawing/2014/main" id="{C147E76B-C348-4645-9D6C-C39EE8CB4E8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51158" y="1547646"/>
                      <a:ext cx="3689684" cy="184484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  <p:grpSp>
                <p:nvGrpSpPr>
                  <p:cNvPr id="231" name="Group 230">
                    <a:extLst>
                      <a:ext uri="{FF2B5EF4-FFF2-40B4-BE49-F238E27FC236}">
                        <a16:creationId xmlns:a16="http://schemas.microsoft.com/office/drawing/2014/main" id="{F65D23A8-65C2-481D-8A62-690C01F1781D}"/>
                      </a:ext>
                    </a:extLst>
                  </p:cNvPr>
                  <p:cNvGrpSpPr/>
                  <p:nvPr/>
                </p:nvGrpSpPr>
                <p:grpSpPr>
                  <a:xfrm rot="5400000">
                    <a:off x="6096000" y="-297196"/>
                    <a:ext cx="3689684" cy="3689684"/>
                    <a:chOff x="4251158" y="1547646"/>
                    <a:chExt cx="3689684" cy="3689684"/>
                  </a:xfrm>
                </p:grpSpPr>
                <p:sp>
                  <p:nvSpPr>
                    <p:cNvPr id="238" name="Rectangle 237">
                      <a:extLst>
                        <a:ext uri="{FF2B5EF4-FFF2-40B4-BE49-F238E27FC236}">
                          <a16:creationId xmlns:a16="http://schemas.microsoft.com/office/drawing/2014/main" id="{B1DA6751-7A30-40FA-900C-EFC5836D53C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51158" y="3392488"/>
                      <a:ext cx="3689684" cy="184484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239" name="Rectangle 238">
                      <a:extLst>
                        <a:ext uri="{FF2B5EF4-FFF2-40B4-BE49-F238E27FC236}">
                          <a16:creationId xmlns:a16="http://schemas.microsoft.com/office/drawing/2014/main" id="{968F83F3-6FBA-47B0-8BA7-EDFB41099D8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51158" y="1547646"/>
                      <a:ext cx="3689684" cy="184484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  <p:grpSp>
                <p:nvGrpSpPr>
                  <p:cNvPr id="232" name="Group 231">
                    <a:extLst>
                      <a:ext uri="{FF2B5EF4-FFF2-40B4-BE49-F238E27FC236}">
                        <a16:creationId xmlns:a16="http://schemas.microsoft.com/office/drawing/2014/main" id="{C11378AC-6F5B-4A6B-82E1-525E6CA9D70A}"/>
                      </a:ext>
                    </a:extLst>
                  </p:cNvPr>
                  <p:cNvGrpSpPr/>
                  <p:nvPr/>
                </p:nvGrpSpPr>
                <p:grpSpPr>
                  <a:xfrm rot="5400000">
                    <a:off x="2406316" y="3392488"/>
                    <a:ext cx="3689684" cy="3689684"/>
                    <a:chOff x="4251158" y="1547646"/>
                    <a:chExt cx="3689684" cy="3689684"/>
                  </a:xfrm>
                </p:grpSpPr>
                <p:sp>
                  <p:nvSpPr>
                    <p:cNvPr id="236" name="Rectangle 235">
                      <a:extLst>
                        <a:ext uri="{FF2B5EF4-FFF2-40B4-BE49-F238E27FC236}">
                          <a16:creationId xmlns:a16="http://schemas.microsoft.com/office/drawing/2014/main" id="{3D79FB4E-F210-430A-A4A2-242575C7AF6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51158" y="3392488"/>
                      <a:ext cx="3689684" cy="184484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237" name="Rectangle 236">
                      <a:extLst>
                        <a:ext uri="{FF2B5EF4-FFF2-40B4-BE49-F238E27FC236}">
                          <a16:creationId xmlns:a16="http://schemas.microsoft.com/office/drawing/2014/main" id="{8FECC3AC-7733-4268-97D6-8E8E5830279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51158" y="1547646"/>
                      <a:ext cx="3689684" cy="184484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  <p:grpSp>
                <p:nvGrpSpPr>
                  <p:cNvPr id="233" name="Group 232">
                    <a:extLst>
                      <a:ext uri="{FF2B5EF4-FFF2-40B4-BE49-F238E27FC236}">
                        <a16:creationId xmlns:a16="http://schemas.microsoft.com/office/drawing/2014/main" id="{9BEBD157-F9AD-4C57-863E-BD1BEA42FBF9}"/>
                      </a:ext>
                    </a:extLst>
                  </p:cNvPr>
                  <p:cNvGrpSpPr/>
                  <p:nvPr/>
                </p:nvGrpSpPr>
                <p:grpSpPr>
                  <a:xfrm>
                    <a:off x="6096000" y="3392488"/>
                    <a:ext cx="3689684" cy="3689684"/>
                    <a:chOff x="4251158" y="1547646"/>
                    <a:chExt cx="3689684" cy="3689684"/>
                  </a:xfrm>
                </p:grpSpPr>
                <p:sp>
                  <p:nvSpPr>
                    <p:cNvPr id="234" name="Rectangle 233">
                      <a:extLst>
                        <a:ext uri="{FF2B5EF4-FFF2-40B4-BE49-F238E27FC236}">
                          <a16:creationId xmlns:a16="http://schemas.microsoft.com/office/drawing/2014/main" id="{C66F1890-AE13-4B59-B4EF-8953331534E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51158" y="3392488"/>
                      <a:ext cx="3689684" cy="184484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235" name="Rectangle 234">
                      <a:extLst>
                        <a:ext uri="{FF2B5EF4-FFF2-40B4-BE49-F238E27FC236}">
                          <a16:creationId xmlns:a16="http://schemas.microsoft.com/office/drawing/2014/main" id="{63A76A18-8F97-4603-9A40-A2CAC8B339D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51158" y="1547646"/>
                      <a:ext cx="3689684" cy="184484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</p:grpSp>
            <p:grpSp>
              <p:nvGrpSpPr>
                <p:cNvPr id="242" name="Group 241">
                  <a:extLst>
                    <a:ext uri="{FF2B5EF4-FFF2-40B4-BE49-F238E27FC236}">
                      <a16:creationId xmlns:a16="http://schemas.microsoft.com/office/drawing/2014/main" id="{2B781E06-FFB3-45D6-9C1A-3586A9AEC807}"/>
                    </a:ext>
                  </a:extLst>
                </p:cNvPr>
                <p:cNvGrpSpPr/>
                <p:nvPr/>
              </p:nvGrpSpPr>
              <p:grpSpPr>
                <a:xfrm>
                  <a:off x="2406316" y="6858000"/>
                  <a:ext cx="7379368" cy="7379368"/>
                  <a:chOff x="2406316" y="-297196"/>
                  <a:chExt cx="7379368" cy="7379368"/>
                </a:xfrm>
              </p:grpSpPr>
              <p:grpSp>
                <p:nvGrpSpPr>
                  <p:cNvPr id="243" name="Group 242">
                    <a:extLst>
                      <a:ext uri="{FF2B5EF4-FFF2-40B4-BE49-F238E27FC236}">
                        <a16:creationId xmlns:a16="http://schemas.microsoft.com/office/drawing/2014/main" id="{7B08E01F-F40C-4D22-A140-B3A6AE01841E}"/>
                      </a:ext>
                    </a:extLst>
                  </p:cNvPr>
                  <p:cNvGrpSpPr/>
                  <p:nvPr/>
                </p:nvGrpSpPr>
                <p:grpSpPr>
                  <a:xfrm>
                    <a:off x="2406316" y="-297196"/>
                    <a:ext cx="3689684" cy="3689684"/>
                    <a:chOff x="4251158" y="1547646"/>
                    <a:chExt cx="3689684" cy="3689684"/>
                  </a:xfrm>
                </p:grpSpPr>
                <p:sp>
                  <p:nvSpPr>
                    <p:cNvPr id="253" name="Rectangle 252">
                      <a:extLst>
                        <a:ext uri="{FF2B5EF4-FFF2-40B4-BE49-F238E27FC236}">
                          <a16:creationId xmlns:a16="http://schemas.microsoft.com/office/drawing/2014/main" id="{9F535209-C70C-4057-A1C2-8487770B9D0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51158" y="3392488"/>
                      <a:ext cx="3689684" cy="184484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254" name="Rectangle 253">
                      <a:extLst>
                        <a:ext uri="{FF2B5EF4-FFF2-40B4-BE49-F238E27FC236}">
                          <a16:creationId xmlns:a16="http://schemas.microsoft.com/office/drawing/2014/main" id="{D75F75A7-3978-4C7F-A062-4CDF4B84978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51158" y="1547646"/>
                      <a:ext cx="3689684" cy="184484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  <p:grpSp>
                <p:nvGrpSpPr>
                  <p:cNvPr id="244" name="Group 243">
                    <a:extLst>
                      <a:ext uri="{FF2B5EF4-FFF2-40B4-BE49-F238E27FC236}">
                        <a16:creationId xmlns:a16="http://schemas.microsoft.com/office/drawing/2014/main" id="{B0410C79-14CE-4E1D-A6F4-160B02F5F5A1}"/>
                      </a:ext>
                    </a:extLst>
                  </p:cNvPr>
                  <p:cNvGrpSpPr/>
                  <p:nvPr/>
                </p:nvGrpSpPr>
                <p:grpSpPr>
                  <a:xfrm rot="5400000">
                    <a:off x="6096000" y="-297196"/>
                    <a:ext cx="3689684" cy="3689684"/>
                    <a:chOff x="4251158" y="1547646"/>
                    <a:chExt cx="3689684" cy="3689684"/>
                  </a:xfrm>
                </p:grpSpPr>
                <p:sp>
                  <p:nvSpPr>
                    <p:cNvPr id="251" name="Rectangle 250">
                      <a:extLst>
                        <a:ext uri="{FF2B5EF4-FFF2-40B4-BE49-F238E27FC236}">
                          <a16:creationId xmlns:a16="http://schemas.microsoft.com/office/drawing/2014/main" id="{F54A46F4-43B4-4519-A870-DB12F6E41EC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51158" y="3392488"/>
                      <a:ext cx="3689684" cy="184484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252" name="Rectangle 251">
                      <a:extLst>
                        <a:ext uri="{FF2B5EF4-FFF2-40B4-BE49-F238E27FC236}">
                          <a16:creationId xmlns:a16="http://schemas.microsoft.com/office/drawing/2014/main" id="{A394F4EB-793F-458A-A4A5-54199F9E20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51158" y="1547646"/>
                      <a:ext cx="3689684" cy="184484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  <p:grpSp>
                <p:nvGrpSpPr>
                  <p:cNvPr id="245" name="Group 244">
                    <a:extLst>
                      <a:ext uri="{FF2B5EF4-FFF2-40B4-BE49-F238E27FC236}">
                        <a16:creationId xmlns:a16="http://schemas.microsoft.com/office/drawing/2014/main" id="{FC3C496E-FF11-489C-8811-781485D48FF4}"/>
                      </a:ext>
                    </a:extLst>
                  </p:cNvPr>
                  <p:cNvGrpSpPr/>
                  <p:nvPr/>
                </p:nvGrpSpPr>
                <p:grpSpPr>
                  <a:xfrm rot="5400000">
                    <a:off x="2406316" y="3392488"/>
                    <a:ext cx="3689684" cy="3689684"/>
                    <a:chOff x="4251158" y="1547646"/>
                    <a:chExt cx="3689684" cy="3689684"/>
                  </a:xfrm>
                </p:grpSpPr>
                <p:sp>
                  <p:nvSpPr>
                    <p:cNvPr id="249" name="Rectangle 248">
                      <a:extLst>
                        <a:ext uri="{FF2B5EF4-FFF2-40B4-BE49-F238E27FC236}">
                          <a16:creationId xmlns:a16="http://schemas.microsoft.com/office/drawing/2014/main" id="{EA952BDF-9267-4EA9-9B0D-7B86F04E919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51158" y="3392488"/>
                      <a:ext cx="3689684" cy="184484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250" name="Rectangle 249">
                      <a:extLst>
                        <a:ext uri="{FF2B5EF4-FFF2-40B4-BE49-F238E27FC236}">
                          <a16:creationId xmlns:a16="http://schemas.microsoft.com/office/drawing/2014/main" id="{CEF82C22-0813-4D7A-9CAD-1CBFB62F51D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51158" y="1547646"/>
                      <a:ext cx="3689684" cy="184484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  <p:grpSp>
                <p:nvGrpSpPr>
                  <p:cNvPr id="246" name="Group 245">
                    <a:extLst>
                      <a:ext uri="{FF2B5EF4-FFF2-40B4-BE49-F238E27FC236}">
                        <a16:creationId xmlns:a16="http://schemas.microsoft.com/office/drawing/2014/main" id="{A9F9F1CE-ACEA-431D-A731-CD95F4A41391}"/>
                      </a:ext>
                    </a:extLst>
                  </p:cNvPr>
                  <p:cNvGrpSpPr/>
                  <p:nvPr/>
                </p:nvGrpSpPr>
                <p:grpSpPr>
                  <a:xfrm>
                    <a:off x="6096000" y="3392488"/>
                    <a:ext cx="3689684" cy="3689684"/>
                    <a:chOff x="4251158" y="1547646"/>
                    <a:chExt cx="3689684" cy="3689684"/>
                  </a:xfrm>
                </p:grpSpPr>
                <p:sp>
                  <p:nvSpPr>
                    <p:cNvPr id="247" name="Rectangle 246">
                      <a:extLst>
                        <a:ext uri="{FF2B5EF4-FFF2-40B4-BE49-F238E27FC236}">
                          <a16:creationId xmlns:a16="http://schemas.microsoft.com/office/drawing/2014/main" id="{DD4ECB2B-312C-43FC-B985-92CDCF05346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51158" y="3392488"/>
                      <a:ext cx="3689684" cy="184484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248" name="Rectangle 247">
                      <a:extLst>
                        <a:ext uri="{FF2B5EF4-FFF2-40B4-BE49-F238E27FC236}">
                          <a16:creationId xmlns:a16="http://schemas.microsoft.com/office/drawing/2014/main" id="{C0EEF810-105E-4C30-80C5-9CC1B28C6D6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51158" y="1547646"/>
                      <a:ext cx="3689684" cy="184484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</p:grpSp>
            <p:grpSp>
              <p:nvGrpSpPr>
                <p:cNvPr id="255" name="Group 254">
                  <a:extLst>
                    <a:ext uri="{FF2B5EF4-FFF2-40B4-BE49-F238E27FC236}">
                      <a16:creationId xmlns:a16="http://schemas.microsoft.com/office/drawing/2014/main" id="{41337EAA-46D0-4A3C-93A8-4FD691093E40}"/>
                    </a:ext>
                  </a:extLst>
                </p:cNvPr>
                <p:cNvGrpSpPr/>
                <p:nvPr/>
              </p:nvGrpSpPr>
              <p:grpSpPr>
                <a:xfrm>
                  <a:off x="9799337" y="6858000"/>
                  <a:ext cx="7379368" cy="7379368"/>
                  <a:chOff x="2406316" y="-297196"/>
                  <a:chExt cx="7379368" cy="7379368"/>
                </a:xfrm>
              </p:grpSpPr>
              <p:grpSp>
                <p:nvGrpSpPr>
                  <p:cNvPr id="256" name="Group 255">
                    <a:extLst>
                      <a:ext uri="{FF2B5EF4-FFF2-40B4-BE49-F238E27FC236}">
                        <a16:creationId xmlns:a16="http://schemas.microsoft.com/office/drawing/2014/main" id="{C67A8DA1-B898-4881-BCA4-B1CF184B3E05}"/>
                      </a:ext>
                    </a:extLst>
                  </p:cNvPr>
                  <p:cNvGrpSpPr/>
                  <p:nvPr/>
                </p:nvGrpSpPr>
                <p:grpSpPr>
                  <a:xfrm>
                    <a:off x="2406316" y="-297196"/>
                    <a:ext cx="3689684" cy="3689684"/>
                    <a:chOff x="4251158" y="1547646"/>
                    <a:chExt cx="3689684" cy="3689684"/>
                  </a:xfrm>
                </p:grpSpPr>
                <p:sp>
                  <p:nvSpPr>
                    <p:cNvPr id="266" name="Rectangle 265">
                      <a:extLst>
                        <a:ext uri="{FF2B5EF4-FFF2-40B4-BE49-F238E27FC236}">
                          <a16:creationId xmlns:a16="http://schemas.microsoft.com/office/drawing/2014/main" id="{8BE9D0DC-6485-4046-978E-5E33925310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51158" y="3392488"/>
                      <a:ext cx="3689684" cy="184484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267" name="Rectangle 266">
                      <a:extLst>
                        <a:ext uri="{FF2B5EF4-FFF2-40B4-BE49-F238E27FC236}">
                          <a16:creationId xmlns:a16="http://schemas.microsoft.com/office/drawing/2014/main" id="{45A4D250-22F1-490D-8710-2AC8553F488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51158" y="1547646"/>
                      <a:ext cx="3689684" cy="184484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  <p:grpSp>
                <p:nvGrpSpPr>
                  <p:cNvPr id="257" name="Group 256">
                    <a:extLst>
                      <a:ext uri="{FF2B5EF4-FFF2-40B4-BE49-F238E27FC236}">
                        <a16:creationId xmlns:a16="http://schemas.microsoft.com/office/drawing/2014/main" id="{AE5AC9A4-0FD1-4F1B-AFD7-EBB0BA1C95F6}"/>
                      </a:ext>
                    </a:extLst>
                  </p:cNvPr>
                  <p:cNvGrpSpPr/>
                  <p:nvPr/>
                </p:nvGrpSpPr>
                <p:grpSpPr>
                  <a:xfrm rot="5400000">
                    <a:off x="6096000" y="-297196"/>
                    <a:ext cx="3689684" cy="3689684"/>
                    <a:chOff x="4251158" y="1547646"/>
                    <a:chExt cx="3689684" cy="3689684"/>
                  </a:xfrm>
                </p:grpSpPr>
                <p:sp>
                  <p:nvSpPr>
                    <p:cNvPr id="264" name="Rectangle 263">
                      <a:extLst>
                        <a:ext uri="{FF2B5EF4-FFF2-40B4-BE49-F238E27FC236}">
                          <a16:creationId xmlns:a16="http://schemas.microsoft.com/office/drawing/2014/main" id="{6E24E1E9-5F94-4210-93DE-71DAF81CBF1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51158" y="3392488"/>
                      <a:ext cx="3689684" cy="184484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265" name="Rectangle 264">
                      <a:extLst>
                        <a:ext uri="{FF2B5EF4-FFF2-40B4-BE49-F238E27FC236}">
                          <a16:creationId xmlns:a16="http://schemas.microsoft.com/office/drawing/2014/main" id="{94A41921-5520-44C2-AA6A-636B3214300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51158" y="1547646"/>
                      <a:ext cx="3689684" cy="184484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  <p:grpSp>
                <p:nvGrpSpPr>
                  <p:cNvPr id="258" name="Group 257">
                    <a:extLst>
                      <a:ext uri="{FF2B5EF4-FFF2-40B4-BE49-F238E27FC236}">
                        <a16:creationId xmlns:a16="http://schemas.microsoft.com/office/drawing/2014/main" id="{08569873-E514-40C9-900A-FDE6375620DF}"/>
                      </a:ext>
                    </a:extLst>
                  </p:cNvPr>
                  <p:cNvGrpSpPr/>
                  <p:nvPr/>
                </p:nvGrpSpPr>
                <p:grpSpPr>
                  <a:xfrm rot="5400000">
                    <a:off x="2406316" y="3392488"/>
                    <a:ext cx="3689684" cy="3689684"/>
                    <a:chOff x="4251158" y="1547646"/>
                    <a:chExt cx="3689684" cy="3689684"/>
                  </a:xfrm>
                </p:grpSpPr>
                <p:sp>
                  <p:nvSpPr>
                    <p:cNvPr id="262" name="Rectangle 261">
                      <a:extLst>
                        <a:ext uri="{FF2B5EF4-FFF2-40B4-BE49-F238E27FC236}">
                          <a16:creationId xmlns:a16="http://schemas.microsoft.com/office/drawing/2014/main" id="{F42770EC-0C78-44FA-B07E-FD6FBFAB14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51158" y="3392488"/>
                      <a:ext cx="3689684" cy="184484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263" name="Rectangle 262">
                      <a:extLst>
                        <a:ext uri="{FF2B5EF4-FFF2-40B4-BE49-F238E27FC236}">
                          <a16:creationId xmlns:a16="http://schemas.microsoft.com/office/drawing/2014/main" id="{109D4AB6-308D-43F6-BE59-854462761FF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51158" y="1547646"/>
                      <a:ext cx="3689684" cy="184484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  <p:grpSp>
                <p:nvGrpSpPr>
                  <p:cNvPr id="259" name="Group 258">
                    <a:extLst>
                      <a:ext uri="{FF2B5EF4-FFF2-40B4-BE49-F238E27FC236}">
                        <a16:creationId xmlns:a16="http://schemas.microsoft.com/office/drawing/2014/main" id="{2E796983-D74D-4876-ADF5-D274D7593F26}"/>
                      </a:ext>
                    </a:extLst>
                  </p:cNvPr>
                  <p:cNvGrpSpPr/>
                  <p:nvPr/>
                </p:nvGrpSpPr>
                <p:grpSpPr>
                  <a:xfrm>
                    <a:off x="6096000" y="3392488"/>
                    <a:ext cx="3689684" cy="3689684"/>
                    <a:chOff x="4251158" y="1547646"/>
                    <a:chExt cx="3689684" cy="3689684"/>
                  </a:xfrm>
                </p:grpSpPr>
                <p:sp>
                  <p:nvSpPr>
                    <p:cNvPr id="260" name="Rectangle 259">
                      <a:extLst>
                        <a:ext uri="{FF2B5EF4-FFF2-40B4-BE49-F238E27FC236}">
                          <a16:creationId xmlns:a16="http://schemas.microsoft.com/office/drawing/2014/main" id="{C43DE920-989A-4869-8E74-BA8A61C9988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51158" y="3392488"/>
                      <a:ext cx="3689684" cy="184484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261" name="Rectangle 260">
                      <a:extLst>
                        <a:ext uri="{FF2B5EF4-FFF2-40B4-BE49-F238E27FC236}">
                          <a16:creationId xmlns:a16="http://schemas.microsoft.com/office/drawing/2014/main" id="{7D9A70A7-3BF1-4E55-837A-D35654833B7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51158" y="1547646"/>
                      <a:ext cx="3689684" cy="184484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</p:grpSp>
            <p:grpSp>
              <p:nvGrpSpPr>
                <p:cNvPr id="268" name="Group 267">
                  <a:extLst>
                    <a:ext uri="{FF2B5EF4-FFF2-40B4-BE49-F238E27FC236}">
                      <a16:creationId xmlns:a16="http://schemas.microsoft.com/office/drawing/2014/main" id="{104F12A6-0178-4917-BBC7-7C3D2EC496FE}"/>
                    </a:ext>
                  </a:extLst>
                </p:cNvPr>
                <p:cNvGrpSpPr/>
                <p:nvPr/>
              </p:nvGrpSpPr>
              <p:grpSpPr>
                <a:xfrm>
                  <a:off x="17178705" y="6858000"/>
                  <a:ext cx="7379368" cy="7379368"/>
                  <a:chOff x="2406316" y="-297196"/>
                  <a:chExt cx="7379368" cy="7379368"/>
                </a:xfrm>
              </p:grpSpPr>
              <p:grpSp>
                <p:nvGrpSpPr>
                  <p:cNvPr id="269" name="Group 268">
                    <a:extLst>
                      <a:ext uri="{FF2B5EF4-FFF2-40B4-BE49-F238E27FC236}">
                        <a16:creationId xmlns:a16="http://schemas.microsoft.com/office/drawing/2014/main" id="{AFFF70D1-FA83-4518-821F-8A5ACAC4694E}"/>
                      </a:ext>
                    </a:extLst>
                  </p:cNvPr>
                  <p:cNvGrpSpPr/>
                  <p:nvPr/>
                </p:nvGrpSpPr>
                <p:grpSpPr>
                  <a:xfrm>
                    <a:off x="2406316" y="-297196"/>
                    <a:ext cx="3689684" cy="3689684"/>
                    <a:chOff x="4251158" y="1547646"/>
                    <a:chExt cx="3689684" cy="3689684"/>
                  </a:xfrm>
                </p:grpSpPr>
                <p:sp>
                  <p:nvSpPr>
                    <p:cNvPr id="279" name="Rectangle 278">
                      <a:extLst>
                        <a:ext uri="{FF2B5EF4-FFF2-40B4-BE49-F238E27FC236}">
                          <a16:creationId xmlns:a16="http://schemas.microsoft.com/office/drawing/2014/main" id="{50B7A499-B3E3-450A-9408-508F4A30F6C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51158" y="3392488"/>
                      <a:ext cx="3689684" cy="184484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280" name="Rectangle 279">
                      <a:extLst>
                        <a:ext uri="{FF2B5EF4-FFF2-40B4-BE49-F238E27FC236}">
                          <a16:creationId xmlns:a16="http://schemas.microsoft.com/office/drawing/2014/main" id="{CC5CC540-DA18-464E-9DF1-6494464C6AA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51158" y="1547646"/>
                      <a:ext cx="3689684" cy="184484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  <p:grpSp>
                <p:nvGrpSpPr>
                  <p:cNvPr id="270" name="Group 269">
                    <a:extLst>
                      <a:ext uri="{FF2B5EF4-FFF2-40B4-BE49-F238E27FC236}">
                        <a16:creationId xmlns:a16="http://schemas.microsoft.com/office/drawing/2014/main" id="{1D3D910C-A422-44FE-8382-13A6EBB9BB6C}"/>
                      </a:ext>
                    </a:extLst>
                  </p:cNvPr>
                  <p:cNvGrpSpPr/>
                  <p:nvPr/>
                </p:nvGrpSpPr>
                <p:grpSpPr>
                  <a:xfrm rot="5400000">
                    <a:off x="6096000" y="-297196"/>
                    <a:ext cx="3689684" cy="3689684"/>
                    <a:chOff x="4251158" y="1547646"/>
                    <a:chExt cx="3689684" cy="3689684"/>
                  </a:xfrm>
                </p:grpSpPr>
                <p:sp>
                  <p:nvSpPr>
                    <p:cNvPr id="277" name="Rectangle 276">
                      <a:extLst>
                        <a:ext uri="{FF2B5EF4-FFF2-40B4-BE49-F238E27FC236}">
                          <a16:creationId xmlns:a16="http://schemas.microsoft.com/office/drawing/2014/main" id="{C582EFBF-7301-44BC-995C-10E0CFA4355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51158" y="3392488"/>
                      <a:ext cx="3689684" cy="184484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278" name="Rectangle 277">
                      <a:extLst>
                        <a:ext uri="{FF2B5EF4-FFF2-40B4-BE49-F238E27FC236}">
                          <a16:creationId xmlns:a16="http://schemas.microsoft.com/office/drawing/2014/main" id="{ACCDE618-B95C-42DF-A530-C5FFC9031D2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51158" y="1547646"/>
                      <a:ext cx="3689684" cy="184484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  <p:grpSp>
                <p:nvGrpSpPr>
                  <p:cNvPr id="271" name="Group 270">
                    <a:extLst>
                      <a:ext uri="{FF2B5EF4-FFF2-40B4-BE49-F238E27FC236}">
                        <a16:creationId xmlns:a16="http://schemas.microsoft.com/office/drawing/2014/main" id="{ED9C633C-61F3-4BF3-909D-1C4D97E47669}"/>
                      </a:ext>
                    </a:extLst>
                  </p:cNvPr>
                  <p:cNvGrpSpPr/>
                  <p:nvPr/>
                </p:nvGrpSpPr>
                <p:grpSpPr>
                  <a:xfrm rot="5400000">
                    <a:off x="2406316" y="3392488"/>
                    <a:ext cx="3689684" cy="3689684"/>
                    <a:chOff x="4251158" y="1547646"/>
                    <a:chExt cx="3689684" cy="3689684"/>
                  </a:xfrm>
                </p:grpSpPr>
                <p:sp>
                  <p:nvSpPr>
                    <p:cNvPr id="275" name="Rectangle 274">
                      <a:extLst>
                        <a:ext uri="{FF2B5EF4-FFF2-40B4-BE49-F238E27FC236}">
                          <a16:creationId xmlns:a16="http://schemas.microsoft.com/office/drawing/2014/main" id="{F7A76A77-45B5-4B98-BE2D-93059C0839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51158" y="3392488"/>
                      <a:ext cx="3689684" cy="184484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276" name="Rectangle 275">
                      <a:extLst>
                        <a:ext uri="{FF2B5EF4-FFF2-40B4-BE49-F238E27FC236}">
                          <a16:creationId xmlns:a16="http://schemas.microsoft.com/office/drawing/2014/main" id="{382543DF-6A4C-4896-A245-9993C00509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51158" y="1547646"/>
                      <a:ext cx="3689684" cy="184484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  <p:grpSp>
                <p:nvGrpSpPr>
                  <p:cNvPr id="272" name="Group 271">
                    <a:extLst>
                      <a:ext uri="{FF2B5EF4-FFF2-40B4-BE49-F238E27FC236}">
                        <a16:creationId xmlns:a16="http://schemas.microsoft.com/office/drawing/2014/main" id="{1968AA28-626B-494B-BFCE-C7D76C090C54}"/>
                      </a:ext>
                    </a:extLst>
                  </p:cNvPr>
                  <p:cNvGrpSpPr/>
                  <p:nvPr/>
                </p:nvGrpSpPr>
                <p:grpSpPr>
                  <a:xfrm>
                    <a:off x="6096000" y="3392488"/>
                    <a:ext cx="3689684" cy="3689684"/>
                    <a:chOff x="4251158" y="1547646"/>
                    <a:chExt cx="3689684" cy="3689684"/>
                  </a:xfrm>
                </p:grpSpPr>
                <p:sp>
                  <p:nvSpPr>
                    <p:cNvPr id="273" name="Rectangle 272">
                      <a:extLst>
                        <a:ext uri="{FF2B5EF4-FFF2-40B4-BE49-F238E27FC236}">
                          <a16:creationId xmlns:a16="http://schemas.microsoft.com/office/drawing/2014/main" id="{647F5D70-360B-4103-858A-4B5D9B89F6C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51158" y="3392488"/>
                      <a:ext cx="3689684" cy="184484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274" name="Rectangle 273">
                      <a:extLst>
                        <a:ext uri="{FF2B5EF4-FFF2-40B4-BE49-F238E27FC236}">
                          <a16:creationId xmlns:a16="http://schemas.microsoft.com/office/drawing/2014/main" id="{CCDFCA89-FF07-416D-BAA5-48C5952EE26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51158" y="1547646"/>
                      <a:ext cx="3689684" cy="184484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</p:grpSp>
            <p:grpSp>
              <p:nvGrpSpPr>
                <p:cNvPr id="281" name="Group 280">
                  <a:extLst>
                    <a:ext uri="{FF2B5EF4-FFF2-40B4-BE49-F238E27FC236}">
                      <a16:creationId xmlns:a16="http://schemas.microsoft.com/office/drawing/2014/main" id="{A1FF3195-D0D7-4F9E-A8E8-B461C01A018B}"/>
                    </a:ext>
                  </a:extLst>
                </p:cNvPr>
                <p:cNvGrpSpPr/>
                <p:nvPr/>
              </p:nvGrpSpPr>
              <p:grpSpPr>
                <a:xfrm>
                  <a:off x="2406316" y="14237368"/>
                  <a:ext cx="7379368" cy="7379368"/>
                  <a:chOff x="2406316" y="-297196"/>
                  <a:chExt cx="7379368" cy="7379368"/>
                </a:xfrm>
              </p:grpSpPr>
              <p:grpSp>
                <p:nvGrpSpPr>
                  <p:cNvPr id="282" name="Group 281">
                    <a:extLst>
                      <a:ext uri="{FF2B5EF4-FFF2-40B4-BE49-F238E27FC236}">
                        <a16:creationId xmlns:a16="http://schemas.microsoft.com/office/drawing/2014/main" id="{5C5BA788-3F58-4F4C-9F71-BE0B08760BB4}"/>
                      </a:ext>
                    </a:extLst>
                  </p:cNvPr>
                  <p:cNvGrpSpPr/>
                  <p:nvPr/>
                </p:nvGrpSpPr>
                <p:grpSpPr>
                  <a:xfrm>
                    <a:off x="2406316" y="-297196"/>
                    <a:ext cx="3689684" cy="3689684"/>
                    <a:chOff x="4251158" y="1547646"/>
                    <a:chExt cx="3689684" cy="3689684"/>
                  </a:xfrm>
                </p:grpSpPr>
                <p:sp>
                  <p:nvSpPr>
                    <p:cNvPr id="292" name="Rectangle 291">
                      <a:extLst>
                        <a:ext uri="{FF2B5EF4-FFF2-40B4-BE49-F238E27FC236}">
                          <a16:creationId xmlns:a16="http://schemas.microsoft.com/office/drawing/2014/main" id="{9ACB4343-55AD-498D-8FBE-9961F7436DA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51158" y="3392488"/>
                      <a:ext cx="3689684" cy="184484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293" name="Rectangle 292">
                      <a:extLst>
                        <a:ext uri="{FF2B5EF4-FFF2-40B4-BE49-F238E27FC236}">
                          <a16:creationId xmlns:a16="http://schemas.microsoft.com/office/drawing/2014/main" id="{3BD1580E-5000-474A-85F1-F7404F79486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51158" y="1547646"/>
                      <a:ext cx="3689684" cy="184484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  <p:grpSp>
                <p:nvGrpSpPr>
                  <p:cNvPr id="283" name="Group 282">
                    <a:extLst>
                      <a:ext uri="{FF2B5EF4-FFF2-40B4-BE49-F238E27FC236}">
                        <a16:creationId xmlns:a16="http://schemas.microsoft.com/office/drawing/2014/main" id="{1BBC632B-0A3A-45E4-B1AE-6CA69E35DBE8}"/>
                      </a:ext>
                    </a:extLst>
                  </p:cNvPr>
                  <p:cNvGrpSpPr/>
                  <p:nvPr/>
                </p:nvGrpSpPr>
                <p:grpSpPr>
                  <a:xfrm rot="5400000">
                    <a:off x="6096000" y="-297196"/>
                    <a:ext cx="3689684" cy="3689684"/>
                    <a:chOff x="4251158" y="1547646"/>
                    <a:chExt cx="3689684" cy="3689684"/>
                  </a:xfrm>
                </p:grpSpPr>
                <p:sp>
                  <p:nvSpPr>
                    <p:cNvPr id="290" name="Rectangle 289">
                      <a:extLst>
                        <a:ext uri="{FF2B5EF4-FFF2-40B4-BE49-F238E27FC236}">
                          <a16:creationId xmlns:a16="http://schemas.microsoft.com/office/drawing/2014/main" id="{93DFA3D2-77F8-4AAD-BAE8-CC8AF876621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51158" y="3392488"/>
                      <a:ext cx="3689684" cy="184484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291" name="Rectangle 290">
                      <a:extLst>
                        <a:ext uri="{FF2B5EF4-FFF2-40B4-BE49-F238E27FC236}">
                          <a16:creationId xmlns:a16="http://schemas.microsoft.com/office/drawing/2014/main" id="{A5AF47B0-C89A-40CA-A4E6-2F573D26DF9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51158" y="1547646"/>
                      <a:ext cx="3689684" cy="184484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  <p:grpSp>
                <p:nvGrpSpPr>
                  <p:cNvPr id="284" name="Group 283">
                    <a:extLst>
                      <a:ext uri="{FF2B5EF4-FFF2-40B4-BE49-F238E27FC236}">
                        <a16:creationId xmlns:a16="http://schemas.microsoft.com/office/drawing/2014/main" id="{674AF74E-87C2-437C-904F-15040E8768E5}"/>
                      </a:ext>
                    </a:extLst>
                  </p:cNvPr>
                  <p:cNvGrpSpPr/>
                  <p:nvPr/>
                </p:nvGrpSpPr>
                <p:grpSpPr>
                  <a:xfrm rot="5400000">
                    <a:off x="2406316" y="3392488"/>
                    <a:ext cx="3689684" cy="3689684"/>
                    <a:chOff x="4251158" y="1547646"/>
                    <a:chExt cx="3689684" cy="3689684"/>
                  </a:xfrm>
                </p:grpSpPr>
                <p:sp>
                  <p:nvSpPr>
                    <p:cNvPr id="288" name="Rectangle 287">
                      <a:extLst>
                        <a:ext uri="{FF2B5EF4-FFF2-40B4-BE49-F238E27FC236}">
                          <a16:creationId xmlns:a16="http://schemas.microsoft.com/office/drawing/2014/main" id="{946448F6-E631-4B28-9BA6-BB75A7789B6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51158" y="3392488"/>
                      <a:ext cx="3689684" cy="184484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289" name="Rectangle 288">
                      <a:extLst>
                        <a:ext uri="{FF2B5EF4-FFF2-40B4-BE49-F238E27FC236}">
                          <a16:creationId xmlns:a16="http://schemas.microsoft.com/office/drawing/2014/main" id="{8DADBC62-B7C4-4698-A685-340DDE376B5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51158" y="1547646"/>
                      <a:ext cx="3689684" cy="184484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  <p:grpSp>
                <p:nvGrpSpPr>
                  <p:cNvPr id="285" name="Group 284">
                    <a:extLst>
                      <a:ext uri="{FF2B5EF4-FFF2-40B4-BE49-F238E27FC236}">
                        <a16:creationId xmlns:a16="http://schemas.microsoft.com/office/drawing/2014/main" id="{9558A2F0-D7A6-4079-9D58-6F50F5DC7EDB}"/>
                      </a:ext>
                    </a:extLst>
                  </p:cNvPr>
                  <p:cNvGrpSpPr/>
                  <p:nvPr/>
                </p:nvGrpSpPr>
                <p:grpSpPr>
                  <a:xfrm>
                    <a:off x="6096000" y="3392488"/>
                    <a:ext cx="3689684" cy="3689684"/>
                    <a:chOff x="4251158" y="1547646"/>
                    <a:chExt cx="3689684" cy="3689684"/>
                  </a:xfrm>
                </p:grpSpPr>
                <p:sp>
                  <p:nvSpPr>
                    <p:cNvPr id="286" name="Rectangle 285">
                      <a:extLst>
                        <a:ext uri="{FF2B5EF4-FFF2-40B4-BE49-F238E27FC236}">
                          <a16:creationId xmlns:a16="http://schemas.microsoft.com/office/drawing/2014/main" id="{07594F36-2A95-42B4-B5C2-688FCE5C5D7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51158" y="3392488"/>
                      <a:ext cx="3689684" cy="184484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287" name="Rectangle 286">
                      <a:extLst>
                        <a:ext uri="{FF2B5EF4-FFF2-40B4-BE49-F238E27FC236}">
                          <a16:creationId xmlns:a16="http://schemas.microsoft.com/office/drawing/2014/main" id="{92A4B6A1-BC57-4F3A-8956-7C22B21CC63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51158" y="1547646"/>
                      <a:ext cx="3689684" cy="184484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</p:grpSp>
            <p:grpSp>
              <p:nvGrpSpPr>
                <p:cNvPr id="294" name="Group 293">
                  <a:extLst>
                    <a:ext uri="{FF2B5EF4-FFF2-40B4-BE49-F238E27FC236}">
                      <a16:creationId xmlns:a16="http://schemas.microsoft.com/office/drawing/2014/main" id="{CA5AE373-F668-4323-BDE9-BB0588C70F1C}"/>
                    </a:ext>
                  </a:extLst>
                </p:cNvPr>
                <p:cNvGrpSpPr/>
                <p:nvPr/>
              </p:nvGrpSpPr>
              <p:grpSpPr>
                <a:xfrm>
                  <a:off x="9799337" y="14237368"/>
                  <a:ext cx="7379368" cy="7379368"/>
                  <a:chOff x="2406316" y="-297196"/>
                  <a:chExt cx="7379368" cy="7379368"/>
                </a:xfrm>
              </p:grpSpPr>
              <p:grpSp>
                <p:nvGrpSpPr>
                  <p:cNvPr id="295" name="Group 294">
                    <a:extLst>
                      <a:ext uri="{FF2B5EF4-FFF2-40B4-BE49-F238E27FC236}">
                        <a16:creationId xmlns:a16="http://schemas.microsoft.com/office/drawing/2014/main" id="{21158F73-7155-43DC-B334-E813100A04CA}"/>
                      </a:ext>
                    </a:extLst>
                  </p:cNvPr>
                  <p:cNvGrpSpPr/>
                  <p:nvPr/>
                </p:nvGrpSpPr>
                <p:grpSpPr>
                  <a:xfrm>
                    <a:off x="2406316" y="-297196"/>
                    <a:ext cx="3689684" cy="3689684"/>
                    <a:chOff x="4251158" y="1547646"/>
                    <a:chExt cx="3689684" cy="3689684"/>
                  </a:xfrm>
                </p:grpSpPr>
                <p:sp>
                  <p:nvSpPr>
                    <p:cNvPr id="305" name="Rectangle 304">
                      <a:extLst>
                        <a:ext uri="{FF2B5EF4-FFF2-40B4-BE49-F238E27FC236}">
                          <a16:creationId xmlns:a16="http://schemas.microsoft.com/office/drawing/2014/main" id="{AD3D4739-4679-4352-8942-E269EEF151D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51158" y="3392488"/>
                      <a:ext cx="3689684" cy="184484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306" name="Rectangle 305">
                      <a:extLst>
                        <a:ext uri="{FF2B5EF4-FFF2-40B4-BE49-F238E27FC236}">
                          <a16:creationId xmlns:a16="http://schemas.microsoft.com/office/drawing/2014/main" id="{A5A9F4BB-A265-4AB9-824F-80D144A937E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51158" y="1547646"/>
                      <a:ext cx="3689684" cy="184484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  <p:grpSp>
                <p:nvGrpSpPr>
                  <p:cNvPr id="296" name="Group 295">
                    <a:extLst>
                      <a:ext uri="{FF2B5EF4-FFF2-40B4-BE49-F238E27FC236}">
                        <a16:creationId xmlns:a16="http://schemas.microsoft.com/office/drawing/2014/main" id="{EC691227-809B-4CD3-B1DA-B81A67A6B78A}"/>
                      </a:ext>
                    </a:extLst>
                  </p:cNvPr>
                  <p:cNvGrpSpPr/>
                  <p:nvPr/>
                </p:nvGrpSpPr>
                <p:grpSpPr>
                  <a:xfrm rot="5400000">
                    <a:off x="6096000" y="-297196"/>
                    <a:ext cx="3689684" cy="3689684"/>
                    <a:chOff x="4251158" y="1547646"/>
                    <a:chExt cx="3689684" cy="3689684"/>
                  </a:xfrm>
                </p:grpSpPr>
                <p:sp>
                  <p:nvSpPr>
                    <p:cNvPr id="303" name="Rectangle 302">
                      <a:extLst>
                        <a:ext uri="{FF2B5EF4-FFF2-40B4-BE49-F238E27FC236}">
                          <a16:creationId xmlns:a16="http://schemas.microsoft.com/office/drawing/2014/main" id="{2C719989-C257-4580-90DC-B47B2900437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51158" y="3392488"/>
                      <a:ext cx="3689684" cy="184484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304" name="Rectangle 303">
                      <a:extLst>
                        <a:ext uri="{FF2B5EF4-FFF2-40B4-BE49-F238E27FC236}">
                          <a16:creationId xmlns:a16="http://schemas.microsoft.com/office/drawing/2014/main" id="{F446337E-C939-4AC1-B7E4-F484A58271D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51158" y="1547646"/>
                      <a:ext cx="3689684" cy="184484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  <p:grpSp>
                <p:nvGrpSpPr>
                  <p:cNvPr id="297" name="Group 296">
                    <a:extLst>
                      <a:ext uri="{FF2B5EF4-FFF2-40B4-BE49-F238E27FC236}">
                        <a16:creationId xmlns:a16="http://schemas.microsoft.com/office/drawing/2014/main" id="{586C7459-67E5-41A9-B1D0-36F1B35E39F4}"/>
                      </a:ext>
                    </a:extLst>
                  </p:cNvPr>
                  <p:cNvGrpSpPr/>
                  <p:nvPr/>
                </p:nvGrpSpPr>
                <p:grpSpPr>
                  <a:xfrm rot="5400000">
                    <a:off x="2406316" y="3392488"/>
                    <a:ext cx="3689684" cy="3689684"/>
                    <a:chOff x="4251158" y="1547646"/>
                    <a:chExt cx="3689684" cy="3689684"/>
                  </a:xfrm>
                </p:grpSpPr>
                <p:sp>
                  <p:nvSpPr>
                    <p:cNvPr id="301" name="Rectangle 300">
                      <a:extLst>
                        <a:ext uri="{FF2B5EF4-FFF2-40B4-BE49-F238E27FC236}">
                          <a16:creationId xmlns:a16="http://schemas.microsoft.com/office/drawing/2014/main" id="{EEBA4292-89DE-47FD-9C68-F98887AF8A9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51158" y="3392488"/>
                      <a:ext cx="3689684" cy="184484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302" name="Rectangle 301">
                      <a:extLst>
                        <a:ext uri="{FF2B5EF4-FFF2-40B4-BE49-F238E27FC236}">
                          <a16:creationId xmlns:a16="http://schemas.microsoft.com/office/drawing/2014/main" id="{2CBCD670-771E-4120-94F3-6F011499EAA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51158" y="1547646"/>
                      <a:ext cx="3689684" cy="184484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  <p:grpSp>
                <p:nvGrpSpPr>
                  <p:cNvPr id="298" name="Group 297">
                    <a:extLst>
                      <a:ext uri="{FF2B5EF4-FFF2-40B4-BE49-F238E27FC236}">
                        <a16:creationId xmlns:a16="http://schemas.microsoft.com/office/drawing/2014/main" id="{AF39EDA9-F29C-4FC8-81F6-F00ECB3DF718}"/>
                      </a:ext>
                    </a:extLst>
                  </p:cNvPr>
                  <p:cNvGrpSpPr/>
                  <p:nvPr/>
                </p:nvGrpSpPr>
                <p:grpSpPr>
                  <a:xfrm>
                    <a:off x="6096000" y="3392488"/>
                    <a:ext cx="3689684" cy="3689684"/>
                    <a:chOff x="4251158" y="1547646"/>
                    <a:chExt cx="3689684" cy="3689684"/>
                  </a:xfrm>
                </p:grpSpPr>
                <p:sp>
                  <p:nvSpPr>
                    <p:cNvPr id="299" name="Rectangle 298">
                      <a:extLst>
                        <a:ext uri="{FF2B5EF4-FFF2-40B4-BE49-F238E27FC236}">
                          <a16:creationId xmlns:a16="http://schemas.microsoft.com/office/drawing/2014/main" id="{0551AFC9-63EF-4984-9A4B-606E24108E5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51158" y="3392488"/>
                      <a:ext cx="3689684" cy="184484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300" name="Rectangle 299">
                      <a:extLst>
                        <a:ext uri="{FF2B5EF4-FFF2-40B4-BE49-F238E27FC236}">
                          <a16:creationId xmlns:a16="http://schemas.microsoft.com/office/drawing/2014/main" id="{E09123A2-BB4F-4328-BC15-427D1D24AB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51158" y="1547646"/>
                      <a:ext cx="3689684" cy="184484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</p:grpSp>
            <p:grpSp>
              <p:nvGrpSpPr>
                <p:cNvPr id="307" name="Group 306">
                  <a:extLst>
                    <a:ext uri="{FF2B5EF4-FFF2-40B4-BE49-F238E27FC236}">
                      <a16:creationId xmlns:a16="http://schemas.microsoft.com/office/drawing/2014/main" id="{3B2BC9A2-D99E-4327-B5BD-53742978FA49}"/>
                    </a:ext>
                  </a:extLst>
                </p:cNvPr>
                <p:cNvGrpSpPr/>
                <p:nvPr/>
              </p:nvGrpSpPr>
              <p:grpSpPr>
                <a:xfrm>
                  <a:off x="17178705" y="14237368"/>
                  <a:ext cx="7379368" cy="7379368"/>
                  <a:chOff x="2406316" y="-297196"/>
                  <a:chExt cx="7379368" cy="7379368"/>
                </a:xfrm>
              </p:grpSpPr>
              <p:grpSp>
                <p:nvGrpSpPr>
                  <p:cNvPr id="308" name="Group 307">
                    <a:extLst>
                      <a:ext uri="{FF2B5EF4-FFF2-40B4-BE49-F238E27FC236}">
                        <a16:creationId xmlns:a16="http://schemas.microsoft.com/office/drawing/2014/main" id="{B2415245-2B60-4A8A-B0C2-A8E8A7D383A0}"/>
                      </a:ext>
                    </a:extLst>
                  </p:cNvPr>
                  <p:cNvGrpSpPr/>
                  <p:nvPr/>
                </p:nvGrpSpPr>
                <p:grpSpPr>
                  <a:xfrm>
                    <a:off x="2406316" y="-297196"/>
                    <a:ext cx="3689684" cy="3689684"/>
                    <a:chOff x="4251158" y="1547646"/>
                    <a:chExt cx="3689684" cy="3689684"/>
                  </a:xfrm>
                </p:grpSpPr>
                <p:sp>
                  <p:nvSpPr>
                    <p:cNvPr id="318" name="Rectangle 317">
                      <a:extLst>
                        <a:ext uri="{FF2B5EF4-FFF2-40B4-BE49-F238E27FC236}">
                          <a16:creationId xmlns:a16="http://schemas.microsoft.com/office/drawing/2014/main" id="{E08DD78F-A7B4-4B78-A79A-347E8FC45A0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51158" y="3392488"/>
                      <a:ext cx="3689684" cy="184484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319" name="Rectangle 318">
                      <a:extLst>
                        <a:ext uri="{FF2B5EF4-FFF2-40B4-BE49-F238E27FC236}">
                          <a16:creationId xmlns:a16="http://schemas.microsoft.com/office/drawing/2014/main" id="{60476EAB-AF63-4F2F-A569-5C5E6EE54A5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51158" y="1547646"/>
                      <a:ext cx="3689684" cy="184484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  <p:grpSp>
                <p:nvGrpSpPr>
                  <p:cNvPr id="309" name="Group 308">
                    <a:extLst>
                      <a:ext uri="{FF2B5EF4-FFF2-40B4-BE49-F238E27FC236}">
                        <a16:creationId xmlns:a16="http://schemas.microsoft.com/office/drawing/2014/main" id="{53CDC445-87E4-48F2-8BA8-DFA9DC0C582D}"/>
                      </a:ext>
                    </a:extLst>
                  </p:cNvPr>
                  <p:cNvGrpSpPr/>
                  <p:nvPr/>
                </p:nvGrpSpPr>
                <p:grpSpPr>
                  <a:xfrm rot="5400000">
                    <a:off x="6096000" y="-297196"/>
                    <a:ext cx="3689684" cy="3689684"/>
                    <a:chOff x="4251158" y="1547646"/>
                    <a:chExt cx="3689684" cy="3689684"/>
                  </a:xfrm>
                </p:grpSpPr>
                <p:sp>
                  <p:nvSpPr>
                    <p:cNvPr id="316" name="Rectangle 315">
                      <a:extLst>
                        <a:ext uri="{FF2B5EF4-FFF2-40B4-BE49-F238E27FC236}">
                          <a16:creationId xmlns:a16="http://schemas.microsoft.com/office/drawing/2014/main" id="{71B35304-7400-4627-93FF-20027C21EFE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51158" y="3392488"/>
                      <a:ext cx="3689684" cy="184484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317" name="Rectangle 316">
                      <a:extLst>
                        <a:ext uri="{FF2B5EF4-FFF2-40B4-BE49-F238E27FC236}">
                          <a16:creationId xmlns:a16="http://schemas.microsoft.com/office/drawing/2014/main" id="{9662FAF5-C550-4F90-921B-7F6089940C6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51158" y="1547646"/>
                      <a:ext cx="3689684" cy="184484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  <p:grpSp>
                <p:nvGrpSpPr>
                  <p:cNvPr id="310" name="Group 309">
                    <a:extLst>
                      <a:ext uri="{FF2B5EF4-FFF2-40B4-BE49-F238E27FC236}">
                        <a16:creationId xmlns:a16="http://schemas.microsoft.com/office/drawing/2014/main" id="{E0EF945E-BFED-4A10-8946-DC2A6283B042}"/>
                      </a:ext>
                    </a:extLst>
                  </p:cNvPr>
                  <p:cNvGrpSpPr/>
                  <p:nvPr/>
                </p:nvGrpSpPr>
                <p:grpSpPr>
                  <a:xfrm rot="5400000">
                    <a:off x="2406316" y="3392488"/>
                    <a:ext cx="3689684" cy="3689684"/>
                    <a:chOff x="4251158" y="1547646"/>
                    <a:chExt cx="3689684" cy="3689684"/>
                  </a:xfrm>
                </p:grpSpPr>
                <p:sp>
                  <p:nvSpPr>
                    <p:cNvPr id="314" name="Rectangle 313">
                      <a:extLst>
                        <a:ext uri="{FF2B5EF4-FFF2-40B4-BE49-F238E27FC236}">
                          <a16:creationId xmlns:a16="http://schemas.microsoft.com/office/drawing/2014/main" id="{686B3762-7AB6-4C92-A514-CD56D333C5A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51158" y="3392488"/>
                      <a:ext cx="3689684" cy="184484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315" name="Rectangle 314">
                      <a:extLst>
                        <a:ext uri="{FF2B5EF4-FFF2-40B4-BE49-F238E27FC236}">
                          <a16:creationId xmlns:a16="http://schemas.microsoft.com/office/drawing/2014/main" id="{4097DAB6-285A-426C-A76A-F3F86FC508E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51158" y="1547646"/>
                      <a:ext cx="3689684" cy="184484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  <p:grpSp>
                <p:nvGrpSpPr>
                  <p:cNvPr id="311" name="Group 310">
                    <a:extLst>
                      <a:ext uri="{FF2B5EF4-FFF2-40B4-BE49-F238E27FC236}">
                        <a16:creationId xmlns:a16="http://schemas.microsoft.com/office/drawing/2014/main" id="{5DA0ADB7-C7FE-49B4-AC2C-096D2348280D}"/>
                      </a:ext>
                    </a:extLst>
                  </p:cNvPr>
                  <p:cNvGrpSpPr/>
                  <p:nvPr/>
                </p:nvGrpSpPr>
                <p:grpSpPr>
                  <a:xfrm>
                    <a:off x="6096000" y="3392488"/>
                    <a:ext cx="3689684" cy="3689684"/>
                    <a:chOff x="4251158" y="1547646"/>
                    <a:chExt cx="3689684" cy="3689684"/>
                  </a:xfrm>
                </p:grpSpPr>
                <p:sp>
                  <p:nvSpPr>
                    <p:cNvPr id="312" name="Rectangle 311">
                      <a:extLst>
                        <a:ext uri="{FF2B5EF4-FFF2-40B4-BE49-F238E27FC236}">
                          <a16:creationId xmlns:a16="http://schemas.microsoft.com/office/drawing/2014/main" id="{B1C5783D-4D77-4A1F-8ABB-3BB16C2A247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51158" y="3392488"/>
                      <a:ext cx="3689684" cy="184484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313" name="Rectangle 312">
                      <a:extLst>
                        <a:ext uri="{FF2B5EF4-FFF2-40B4-BE49-F238E27FC236}">
                          <a16:creationId xmlns:a16="http://schemas.microsoft.com/office/drawing/2014/main" id="{A87C774C-E1DC-4C01-AA86-2F6E8E76F77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51158" y="1547646"/>
                      <a:ext cx="3689684" cy="184484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</p:grpSp>
          </p:grpSp>
          <p:cxnSp>
            <p:nvCxnSpPr>
              <p:cNvPr id="321" name="Straight Connector 320">
                <a:extLst>
                  <a:ext uri="{FF2B5EF4-FFF2-40B4-BE49-F238E27FC236}">
                    <a16:creationId xmlns:a16="http://schemas.microsoft.com/office/drawing/2014/main" id="{ADD5518E-77C8-46DB-BFC6-82E60B0FB0F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642101" y="1292090"/>
                <a:ext cx="4311904" cy="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2" name="Straight Connector 321">
                <a:extLst>
                  <a:ext uri="{FF2B5EF4-FFF2-40B4-BE49-F238E27FC236}">
                    <a16:creationId xmlns:a16="http://schemas.microsoft.com/office/drawing/2014/main" id="{BE21B768-CCC4-42BC-99E6-33B69399438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642101" y="5561806"/>
                <a:ext cx="4311904" cy="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3" name="Straight Connector 322">
                <a:extLst>
                  <a:ext uri="{FF2B5EF4-FFF2-40B4-BE49-F238E27FC236}">
                    <a16:creationId xmlns:a16="http://schemas.microsoft.com/office/drawing/2014/main" id="{F615F551-D4F5-4E23-AB0F-C2FAC7EF115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639444" y="1292090"/>
                <a:ext cx="2657" cy="4269716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4" name="Straight Connector 323">
                <a:extLst>
                  <a:ext uri="{FF2B5EF4-FFF2-40B4-BE49-F238E27FC236}">
                    <a16:creationId xmlns:a16="http://schemas.microsoft.com/office/drawing/2014/main" id="{FD14D5BB-D9EE-4E3D-8EE2-E8D6D3271D8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958487" y="1292090"/>
                <a:ext cx="2657" cy="4269716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6" name="Straight Connector 325">
                <a:extLst>
                  <a:ext uri="{FF2B5EF4-FFF2-40B4-BE49-F238E27FC236}">
                    <a16:creationId xmlns:a16="http://schemas.microsoft.com/office/drawing/2014/main" id="{8E8DE789-AE4C-49B2-96BC-FB9F9995D62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797275" y="1292090"/>
                <a:ext cx="1" cy="681958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" name="Straight Connector 327">
                <a:extLst>
                  <a:ext uri="{FF2B5EF4-FFF2-40B4-BE49-F238E27FC236}">
                    <a16:creationId xmlns:a16="http://schemas.microsoft.com/office/drawing/2014/main" id="{218C0024-B461-4FCD-8353-78DB88B9DD1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797275" y="2705014"/>
                <a:ext cx="1" cy="681958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9" name="Straight Connector 328">
                <a:extLst>
                  <a:ext uri="{FF2B5EF4-FFF2-40B4-BE49-F238E27FC236}">
                    <a16:creationId xmlns:a16="http://schemas.microsoft.com/office/drawing/2014/main" id="{212086E6-4BCA-45F7-AF13-AC81AF7BD3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797275" y="3428589"/>
                <a:ext cx="1" cy="681958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0" name="Straight Connector 329">
                <a:extLst>
                  <a:ext uri="{FF2B5EF4-FFF2-40B4-BE49-F238E27FC236}">
                    <a16:creationId xmlns:a16="http://schemas.microsoft.com/office/drawing/2014/main" id="{3FFB4762-59F0-4B2F-A161-DE6866A7410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131577" y="4853146"/>
                <a:ext cx="1" cy="681958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1" name="Straight Connector 330">
                <a:extLst>
                  <a:ext uri="{FF2B5EF4-FFF2-40B4-BE49-F238E27FC236}">
                    <a16:creationId xmlns:a16="http://schemas.microsoft.com/office/drawing/2014/main" id="{CE0980EE-CD9B-4DB8-888A-1505398B315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72934" y="4133399"/>
                <a:ext cx="1" cy="681958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2" name="Straight Connector 331">
                <a:extLst>
                  <a:ext uri="{FF2B5EF4-FFF2-40B4-BE49-F238E27FC236}">
                    <a16:creationId xmlns:a16="http://schemas.microsoft.com/office/drawing/2014/main" id="{AA27A936-538D-4583-96B1-EB6E17D59E1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015168" y="4133399"/>
                <a:ext cx="1" cy="681958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3" name="Straight Connector 332">
                <a:extLst>
                  <a:ext uri="{FF2B5EF4-FFF2-40B4-BE49-F238E27FC236}">
                    <a16:creationId xmlns:a16="http://schemas.microsoft.com/office/drawing/2014/main" id="{6FA1FF1D-6081-4D58-BA10-E6F6AF63A53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443201" y="4133399"/>
                <a:ext cx="1" cy="681958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4" name="Straight Connector 333">
                <a:extLst>
                  <a:ext uri="{FF2B5EF4-FFF2-40B4-BE49-F238E27FC236}">
                    <a16:creationId xmlns:a16="http://schemas.microsoft.com/office/drawing/2014/main" id="{40D090DB-5FF0-42BA-955C-0EFD8262137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507758" y="3428589"/>
                <a:ext cx="1" cy="681958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5" name="Straight Connector 334">
                <a:extLst>
                  <a:ext uri="{FF2B5EF4-FFF2-40B4-BE49-F238E27FC236}">
                    <a16:creationId xmlns:a16="http://schemas.microsoft.com/office/drawing/2014/main" id="{96C363D9-04C9-4863-8FEF-33F8E271ECB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235985" y="3428589"/>
                <a:ext cx="1" cy="681958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6" name="Straight Connector 335">
                <a:extLst>
                  <a:ext uri="{FF2B5EF4-FFF2-40B4-BE49-F238E27FC236}">
                    <a16:creationId xmlns:a16="http://schemas.microsoft.com/office/drawing/2014/main" id="{BEB7D877-8830-4A59-BDCA-2E47B1D8684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712237" y="3428589"/>
                <a:ext cx="1" cy="681958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7" name="Straight Connector 336">
                <a:extLst>
                  <a:ext uri="{FF2B5EF4-FFF2-40B4-BE49-F238E27FC236}">
                    <a16:creationId xmlns:a16="http://schemas.microsoft.com/office/drawing/2014/main" id="{E9982D01-A851-48CF-8EE8-AAF8854D742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880678" y="2705014"/>
                <a:ext cx="1" cy="681958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" name="Straight Connector 337">
                <a:extLst>
                  <a:ext uri="{FF2B5EF4-FFF2-40B4-BE49-F238E27FC236}">
                    <a16:creationId xmlns:a16="http://schemas.microsoft.com/office/drawing/2014/main" id="{15DDAEA0-1EC4-4B91-8FFE-CAA235252E8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228624" y="2705014"/>
                <a:ext cx="1" cy="681958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9" name="Straight Connector 338">
                <a:extLst>
                  <a:ext uri="{FF2B5EF4-FFF2-40B4-BE49-F238E27FC236}">
                    <a16:creationId xmlns:a16="http://schemas.microsoft.com/office/drawing/2014/main" id="{6D6F74E0-E916-4533-96B6-B2BD7951899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003895" y="2713481"/>
                <a:ext cx="1" cy="681958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0" name="Straight Connector 339">
                <a:extLst>
                  <a:ext uri="{FF2B5EF4-FFF2-40B4-BE49-F238E27FC236}">
                    <a16:creationId xmlns:a16="http://schemas.microsoft.com/office/drawing/2014/main" id="{92E30FFB-268A-41AE-AE92-1E56132B521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362965" y="2002289"/>
                <a:ext cx="1" cy="681958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1" name="Straight Connector 340">
                <a:extLst>
                  <a:ext uri="{FF2B5EF4-FFF2-40B4-BE49-F238E27FC236}">
                    <a16:creationId xmlns:a16="http://schemas.microsoft.com/office/drawing/2014/main" id="{1E3B0AC7-8913-4D60-8D26-00E2D0DE595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708253" y="2002289"/>
                <a:ext cx="1" cy="681958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3" name="Straight Connector 342">
                <a:extLst>
                  <a:ext uri="{FF2B5EF4-FFF2-40B4-BE49-F238E27FC236}">
                    <a16:creationId xmlns:a16="http://schemas.microsoft.com/office/drawing/2014/main" id="{922A0BCC-FBF2-4D96-A229-672E121A7B1E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10576195" y="3063423"/>
                <a:ext cx="1" cy="681958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4" name="Straight Connector 343">
                <a:extLst>
                  <a:ext uri="{FF2B5EF4-FFF2-40B4-BE49-F238E27FC236}">
                    <a16:creationId xmlns:a16="http://schemas.microsoft.com/office/drawing/2014/main" id="{39F8CF13-08F5-44EA-833B-89C33686F250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9163271" y="3063423"/>
                <a:ext cx="1" cy="681958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5" name="Straight Connector 344">
                <a:extLst>
                  <a:ext uri="{FF2B5EF4-FFF2-40B4-BE49-F238E27FC236}">
                    <a16:creationId xmlns:a16="http://schemas.microsoft.com/office/drawing/2014/main" id="{F20FEB5A-DA49-4E86-8BF6-390769E05CA5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8439696" y="1653655"/>
                <a:ext cx="1" cy="681958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6" name="Straight Connector 345">
                <a:extLst>
                  <a:ext uri="{FF2B5EF4-FFF2-40B4-BE49-F238E27FC236}">
                    <a16:creationId xmlns:a16="http://schemas.microsoft.com/office/drawing/2014/main" id="{9D721DF8-FED4-4BB3-92A6-18CC43D4F9AE}"/>
                  </a:ext>
                </a:extLst>
              </p:cNvPr>
              <p:cNvCxnSpPr>
                <a:cxnSpLocks/>
                <a:stCxn id="273" idx="2"/>
              </p:cNvCxnSpPr>
              <p:nvPr/>
            </p:nvCxnSpPr>
            <p:spPr>
              <a:xfrm flipH="1" flipV="1">
                <a:off x="6691096" y="4117922"/>
                <a:ext cx="310108" cy="7468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" name="Straight Connector 347">
                <a:extLst>
                  <a:ext uri="{FF2B5EF4-FFF2-40B4-BE49-F238E27FC236}">
                    <a16:creationId xmlns:a16="http://schemas.microsoft.com/office/drawing/2014/main" id="{E2BD2AE4-53FA-44A5-8500-B9586565151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722068" y="1994633"/>
                <a:ext cx="353798" cy="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1" name="Straight Connector 350">
                <a:extLst>
                  <a:ext uri="{FF2B5EF4-FFF2-40B4-BE49-F238E27FC236}">
                    <a16:creationId xmlns:a16="http://schemas.microsoft.com/office/drawing/2014/main" id="{5D68FCD6-2694-45DA-A3FF-7B644AD43EAF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8439696" y="3063423"/>
                <a:ext cx="1" cy="681958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2" name="Straight Connector 351">
                <a:extLst>
                  <a:ext uri="{FF2B5EF4-FFF2-40B4-BE49-F238E27FC236}">
                    <a16:creationId xmlns:a16="http://schemas.microsoft.com/office/drawing/2014/main" id="{C6D3DAED-9EA8-45D8-A785-62F12B63CA40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8439696" y="2357603"/>
                <a:ext cx="1" cy="681958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3" name="Straight Connector 352">
                <a:extLst>
                  <a:ext uri="{FF2B5EF4-FFF2-40B4-BE49-F238E27FC236}">
                    <a16:creationId xmlns:a16="http://schemas.microsoft.com/office/drawing/2014/main" id="{DA3BBA18-B981-42C8-8B3B-25DD205BBEF8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9163271" y="4155780"/>
                <a:ext cx="1" cy="681958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6" name="Straight Connector 355">
                <a:extLst>
                  <a:ext uri="{FF2B5EF4-FFF2-40B4-BE49-F238E27FC236}">
                    <a16:creationId xmlns:a16="http://schemas.microsoft.com/office/drawing/2014/main" id="{BA7B6718-4BB6-4E7B-BCB4-DF31E0AB9C74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9865996" y="2008331"/>
                <a:ext cx="1" cy="681958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7" name="Straight Connector 356">
                <a:extLst>
                  <a:ext uri="{FF2B5EF4-FFF2-40B4-BE49-F238E27FC236}">
                    <a16:creationId xmlns:a16="http://schemas.microsoft.com/office/drawing/2014/main" id="{6893872E-5DE5-4D14-8CA2-9D92DD111066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9865996" y="3784410"/>
                <a:ext cx="1" cy="681958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" name="Straight Connector 357">
                <a:extLst>
                  <a:ext uri="{FF2B5EF4-FFF2-40B4-BE49-F238E27FC236}">
                    <a16:creationId xmlns:a16="http://schemas.microsoft.com/office/drawing/2014/main" id="{1A9A197C-0164-443E-AB9E-AA7A7F01F776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9865996" y="4502620"/>
                <a:ext cx="1" cy="681958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9" name="Straight Connector 358">
                <a:extLst>
                  <a:ext uri="{FF2B5EF4-FFF2-40B4-BE49-F238E27FC236}">
                    <a16:creationId xmlns:a16="http://schemas.microsoft.com/office/drawing/2014/main" id="{864C3A37-52E4-4593-9A72-F552E7100C0C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10600082" y="4153123"/>
                <a:ext cx="1" cy="681958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0" name="Straight Connector 359">
                <a:extLst>
                  <a:ext uri="{FF2B5EF4-FFF2-40B4-BE49-F238E27FC236}">
                    <a16:creationId xmlns:a16="http://schemas.microsoft.com/office/drawing/2014/main" id="{34D74658-0C0A-4F7F-A725-45D6527B799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722068" y="2701181"/>
                <a:ext cx="353798" cy="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2" name="Straight Connector 361">
                <a:extLst>
                  <a:ext uri="{FF2B5EF4-FFF2-40B4-BE49-F238E27FC236}">
                    <a16:creationId xmlns:a16="http://schemas.microsoft.com/office/drawing/2014/main" id="{5195D1DC-30D3-4E74-98D1-0E499DF78DD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722068" y="3404402"/>
                <a:ext cx="353798" cy="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3" name="Straight Connector 362">
                <a:extLst>
                  <a:ext uri="{FF2B5EF4-FFF2-40B4-BE49-F238E27FC236}">
                    <a16:creationId xmlns:a16="http://schemas.microsoft.com/office/drawing/2014/main" id="{6DA6F916-1F75-4BCB-ABF8-87746FBFE06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451560" y="4125388"/>
                <a:ext cx="353798" cy="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6" name="Straight Connector 365">
                <a:extLst>
                  <a:ext uri="{FF2B5EF4-FFF2-40B4-BE49-F238E27FC236}">
                    <a16:creationId xmlns:a16="http://schemas.microsoft.com/office/drawing/2014/main" id="{D42F79FF-F38C-477F-8AB8-FCF73766C2A5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6998205" y="3413765"/>
                <a:ext cx="1" cy="681958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7" name="Straight Connector 366">
                <a:extLst>
                  <a:ext uri="{FF2B5EF4-FFF2-40B4-BE49-F238E27FC236}">
                    <a16:creationId xmlns:a16="http://schemas.microsoft.com/office/drawing/2014/main" id="{3628E91A-9EDC-4495-85C9-3121B63BAB0E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7032073" y="1653655"/>
                <a:ext cx="1" cy="681958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9" name="Straight Connector 368">
                <a:extLst>
                  <a:ext uri="{FF2B5EF4-FFF2-40B4-BE49-F238E27FC236}">
                    <a16:creationId xmlns:a16="http://schemas.microsoft.com/office/drawing/2014/main" id="{E252F54D-51B8-48FC-AA37-BCD468EEA81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001204" y="2701181"/>
                <a:ext cx="353798" cy="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1" name="Straight Connector 370">
                <a:extLst>
                  <a:ext uri="{FF2B5EF4-FFF2-40B4-BE49-F238E27FC236}">
                    <a16:creationId xmlns:a16="http://schemas.microsoft.com/office/drawing/2014/main" id="{D910E6D1-0153-4AED-8AA3-AD6764C05A01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7363969" y="3063423"/>
                <a:ext cx="1" cy="681958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2" name="Straight Connector 371">
                <a:extLst>
                  <a:ext uri="{FF2B5EF4-FFF2-40B4-BE49-F238E27FC236}">
                    <a16:creationId xmlns:a16="http://schemas.microsoft.com/office/drawing/2014/main" id="{7A6A3594-2CCC-4E42-A37B-E1CA7DECB5B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521185" y="2701181"/>
                <a:ext cx="353798" cy="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3" name="Straight Connector 372">
                <a:extLst>
                  <a:ext uri="{FF2B5EF4-FFF2-40B4-BE49-F238E27FC236}">
                    <a16:creationId xmlns:a16="http://schemas.microsoft.com/office/drawing/2014/main" id="{08DA832D-28F3-4E2A-9BC3-E5BF1DE4300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504251" y="3404402"/>
                <a:ext cx="353798" cy="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4" name="Straight Connector 373">
                <a:extLst>
                  <a:ext uri="{FF2B5EF4-FFF2-40B4-BE49-F238E27FC236}">
                    <a16:creationId xmlns:a16="http://schemas.microsoft.com/office/drawing/2014/main" id="{67A3A8E4-2FA1-423F-9816-EF0E35C00E44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8799005" y="4502620"/>
                <a:ext cx="1" cy="681958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5" name="Straight Connector 374">
                <a:extLst>
                  <a:ext uri="{FF2B5EF4-FFF2-40B4-BE49-F238E27FC236}">
                    <a16:creationId xmlns:a16="http://schemas.microsoft.com/office/drawing/2014/main" id="{D165BB02-4707-436B-97F6-6995BA3A7F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28624" y="4494101"/>
                <a:ext cx="1" cy="34329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6" name="Straight Connector 375">
                <a:extLst>
                  <a:ext uri="{FF2B5EF4-FFF2-40B4-BE49-F238E27FC236}">
                    <a16:creationId xmlns:a16="http://schemas.microsoft.com/office/drawing/2014/main" id="{44E8F0FC-8027-4BD9-BEA2-A67AACF0AF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37095" y="4494101"/>
                <a:ext cx="1" cy="34329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7" name="Straight Connector 376">
                <a:extLst>
                  <a:ext uri="{FF2B5EF4-FFF2-40B4-BE49-F238E27FC236}">
                    <a16:creationId xmlns:a16="http://schemas.microsoft.com/office/drawing/2014/main" id="{05D7EB10-67F2-4C39-A629-BC6DF88C30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97275" y="4128938"/>
                <a:ext cx="1" cy="34329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8" name="Straight Connector 377">
                <a:extLst>
                  <a:ext uri="{FF2B5EF4-FFF2-40B4-BE49-F238E27FC236}">
                    <a16:creationId xmlns:a16="http://schemas.microsoft.com/office/drawing/2014/main" id="{C78544DB-2A7C-4D2B-BF0E-19D198F814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58736" y="3765175"/>
                <a:ext cx="1" cy="34329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9" name="Straight Connector 378">
                <a:extLst>
                  <a:ext uri="{FF2B5EF4-FFF2-40B4-BE49-F238E27FC236}">
                    <a16:creationId xmlns:a16="http://schemas.microsoft.com/office/drawing/2014/main" id="{22C875CC-457F-4E9B-A445-348027B801D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7707910" y="3784410"/>
                <a:ext cx="1" cy="681958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0" name="Straight Connector 379">
                <a:extLst>
                  <a:ext uri="{FF2B5EF4-FFF2-40B4-BE49-F238E27FC236}">
                    <a16:creationId xmlns:a16="http://schemas.microsoft.com/office/drawing/2014/main" id="{65D32C4D-F442-4A64-80A3-2B887AD6A3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28624" y="2343268"/>
                <a:ext cx="1" cy="34329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1" name="Straight Connector 380">
                <a:extLst>
                  <a:ext uri="{FF2B5EF4-FFF2-40B4-BE49-F238E27FC236}">
                    <a16:creationId xmlns:a16="http://schemas.microsoft.com/office/drawing/2014/main" id="{85172519-6619-4FB7-AC27-41161F98AE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18351" y="2343268"/>
                <a:ext cx="1" cy="34329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2" name="Straight Connector 381">
                <a:extLst>
                  <a:ext uri="{FF2B5EF4-FFF2-40B4-BE49-F238E27FC236}">
                    <a16:creationId xmlns:a16="http://schemas.microsoft.com/office/drawing/2014/main" id="{4A5F5EC6-3603-4EE9-B53A-13964F76CBE7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7731707" y="4502620"/>
                <a:ext cx="1" cy="681958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3" name="Straight Connector 382">
                <a:extLst>
                  <a:ext uri="{FF2B5EF4-FFF2-40B4-BE49-F238E27FC236}">
                    <a16:creationId xmlns:a16="http://schemas.microsoft.com/office/drawing/2014/main" id="{5FCC601B-A7C7-43A1-8343-D5632956678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043035" y="4843599"/>
                <a:ext cx="308639" cy="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3BABD099-113E-4EEC-8B13-B59AF9AFB9D7}"/>
                </a:ext>
              </a:extLst>
            </p:cNvPr>
            <p:cNvGrpSpPr/>
            <p:nvPr/>
          </p:nvGrpSpPr>
          <p:grpSpPr>
            <a:xfrm>
              <a:off x="6230640" y="950134"/>
              <a:ext cx="5144342" cy="4952728"/>
              <a:chOff x="6230640" y="950134"/>
              <a:chExt cx="5144342" cy="4952728"/>
            </a:xfrm>
          </p:grpSpPr>
          <p:grpSp>
            <p:nvGrpSpPr>
              <p:cNvPr id="102" name="Group 101">
                <a:extLst>
                  <a:ext uri="{FF2B5EF4-FFF2-40B4-BE49-F238E27FC236}">
                    <a16:creationId xmlns:a16="http://schemas.microsoft.com/office/drawing/2014/main" id="{CF13224C-83B8-4F4E-9950-AB1DAE23D61B}"/>
                  </a:ext>
                </a:extLst>
              </p:cNvPr>
              <p:cNvGrpSpPr/>
              <p:nvPr/>
            </p:nvGrpSpPr>
            <p:grpSpPr>
              <a:xfrm>
                <a:off x="6645976" y="5564308"/>
                <a:ext cx="4270011" cy="338554"/>
                <a:chOff x="6637509" y="5564308"/>
                <a:chExt cx="4270011" cy="338554"/>
              </a:xfrm>
            </p:grpSpPr>
            <p:sp>
              <p:nvSpPr>
                <p:cNvPr id="440" name="Rectangle 439">
                  <a:extLst>
                    <a:ext uri="{FF2B5EF4-FFF2-40B4-BE49-F238E27FC236}">
                      <a16:creationId xmlns:a16="http://schemas.microsoft.com/office/drawing/2014/main" id="{2EF6CA27-A86D-4F47-8C96-43AB60452EB6}"/>
                    </a:ext>
                  </a:extLst>
                </p:cNvPr>
                <p:cNvSpPr/>
                <p:nvPr/>
              </p:nvSpPr>
              <p:spPr>
                <a:xfrm>
                  <a:off x="6637509" y="5564308"/>
                  <a:ext cx="332142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A</a:t>
                  </a:r>
                  <a:endParaRPr lang="pt-PT" sz="1600" b="1" dirty="0"/>
                </a:p>
              </p:txBody>
            </p:sp>
            <p:sp>
              <p:nvSpPr>
                <p:cNvPr id="441" name="Rectangle 440">
                  <a:extLst>
                    <a:ext uri="{FF2B5EF4-FFF2-40B4-BE49-F238E27FC236}">
                      <a16:creationId xmlns:a16="http://schemas.microsoft.com/office/drawing/2014/main" id="{062227F9-66D0-4E21-AC09-5C75BB186D89}"/>
                    </a:ext>
                  </a:extLst>
                </p:cNvPr>
                <p:cNvSpPr/>
                <p:nvPr/>
              </p:nvSpPr>
              <p:spPr>
                <a:xfrm>
                  <a:off x="6976619" y="5564308"/>
                  <a:ext cx="332142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B</a:t>
                  </a:r>
                  <a:endParaRPr lang="pt-PT" sz="1600" b="1" dirty="0"/>
                </a:p>
              </p:txBody>
            </p:sp>
            <p:sp>
              <p:nvSpPr>
                <p:cNvPr id="442" name="Rectangle 441">
                  <a:extLst>
                    <a:ext uri="{FF2B5EF4-FFF2-40B4-BE49-F238E27FC236}">
                      <a16:creationId xmlns:a16="http://schemas.microsoft.com/office/drawing/2014/main" id="{A3D0E639-DEAD-4CFD-AED3-D6E6E56EADA1}"/>
                    </a:ext>
                  </a:extLst>
                </p:cNvPr>
                <p:cNvSpPr/>
                <p:nvPr/>
              </p:nvSpPr>
              <p:spPr>
                <a:xfrm>
                  <a:off x="7365398" y="5564308"/>
                  <a:ext cx="332142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C</a:t>
                  </a:r>
                  <a:endParaRPr lang="pt-PT" sz="1600" b="1" dirty="0"/>
                </a:p>
              </p:txBody>
            </p:sp>
            <p:sp>
              <p:nvSpPr>
                <p:cNvPr id="443" name="Rectangle 442">
                  <a:extLst>
                    <a:ext uri="{FF2B5EF4-FFF2-40B4-BE49-F238E27FC236}">
                      <a16:creationId xmlns:a16="http://schemas.microsoft.com/office/drawing/2014/main" id="{FFB6FEAA-E2C7-44BF-9093-E07682707BFC}"/>
                    </a:ext>
                  </a:extLst>
                </p:cNvPr>
                <p:cNvSpPr/>
                <p:nvPr/>
              </p:nvSpPr>
              <p:spPr>
                <a:xfrm>
                  <a:off x="7704508" y="5564308"/>
                  <a:ext cx="332142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D</a:t>
                  </a:r>
                  <a:endParaRPr lang="pt-PT" sz="1600" b="1" dirty="0"/>
                </a:p>
              </p:txBody>
            </p:sp>
            <p:sp>
              <p:nvSpPr>
                <p:cNvPr id="444" name="Rectangle 443">
                  <a:extLst>
                    <a:ext uri="{FF2B5EF4-FFF2-40B4-BE49-F238E27FC236}">
                      <a16:creationId xmlns:a16="http://schemas.microsoft.com/office/drawing/2014/main" id="{154199E7-7361-4A25-A1B7-BE2E946E6F5C}"/>
                    </a:ext>
                  </a:extLst>
                </p:cNvPr>
                <p:cNvSpPr/>
                <p:nvPr/>
              </p:nvSpPr>
              <p:spPr>
                <a:xfrm>
                  <a:off x="8084260" y="5564308"/>
                  <a:ext cx="320922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  <a:endParaRPr lang="pt-PT" sz="1600" b="1" dirty="0"/>
                </a:p>
              </p:txBody>
            </p:sp>
            <p:sp>
              <p:nvSpPr>
                <p:cNvPr id="445" name="Rectangle 444">
                  <a:extLst>
                    <a:ext uri="{FF2B5EF4-FFF2-40B4-BE49-F238E27FC236}">
                      <a16:creationId xmlns:a16="http://schemas.microsoft.com/office/drawing/2014/main" id="{7BCA28A1-0064-46E3-B404-E83311F302FA}"/>
                    </a:ext>
                  </a:extLst>
                </p:cNvPr>
                <p:cNvSpPr/>
                <p:nvPr/>
              </p:nvSpPr>
              <p:spPr>
                <a:xfrm>
                  <a:off x="8423370" y="5564308"/>
                  <a:ext cx="309700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F</a:t>
                  </a:r>
                  <a:endParaRPr lang="pt-PT" sz="1600" b="1" dirty="0"/>
                </a:p>
              </p:txBody>
            </p:sp>
            <p:sp>
              <p:nvSpPr>
                <p:cNvPr id="446" name="Rectangle 445">
                  <a:extLst>
                    <a:ext uri="{FF2B5EF4-FFF2-40B4-BE49-F238E27FC236}">
                      <a16:creationId xmlns:a16="http://schemas.microsoft.com/office/drawing/2014/main" id="{16E06C05-FEC4-43DD-88EA-A210774C57AC}"/>
                    </a:ext>
                  </a:extLst>
                </p:cNvPr>
                <p:cNvSpPr/>
                <p:nvPr/>
              </p:nvSpPr>
              <p:spPr>
                <a:xfrm>
                  <a:off x="8827842" y="5564308"/>
                  <a:ext cx="344966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G</a:t>
                  </a:r>
                  <a:endParaRPr lang="pt-PT" sz="1600" b="1" dirty="0"/>
                </a:p>
              </p:txBody>
            </p:sp>
            <p:sp>
              <p:nvSpPr>
                <p:cNvPr id="447" name="Rectangle 446">
                  <a:extLst>
                    <a:ext uri="{FF2B5EF4-FFF2-40B4-BE49-F238E27FC236}">
                      <a16:creationId xmlns:a16="http://schemas.microsoft.com/office/drawing/2014/main" id="{FB8C834E-B893-48AC-ACEF-2B62AFA8F4D5}"/>
                    </a:ext>
                  </a:extLst>
                </p:cNvPr>
                <p:cNvSpPr/>
                <p:nvPr/>
              </p:nvSpPr>
              <p:spPr>
                <a:xfrm>
                  <a:off x="9166952" y="5564308"/>
                  <a:ext cx="332142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H</a:t>
                  </a:r>
                  <a:endParaRPr lang="pt-PT" sz="1600" b="1" dirty="0"/>
                </a:p>
              </p:txBody>
            </p:sp>
            <p:sp>
              <p:nvSpPr>
                <p:cNvPr id="448" name="Rectangle 447">
                  <a:extLst>
                    <a:ext uri="{FF2B5EF4-FFF2-40B4-BE49-F238E27FC236}">
                      <a16:creationId xmlns:a16="http://schemas.microsoft.com/office/drawing/2014/main" id="{AA361C9A-9EF0-4FA1-91AD-C5E5B2032CBB}"/>
                    </a:ext>
                  </a:extLst>
                </p:cNvPr>
                <p:cNvSpPr/>
                <p:nvPr/>
              </p:nvSpPr>
              <p:spPr>
                <a:xfrm>
                  <a:off x="9583081" y="5564308"/>
                  <a:ext cx="242374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I</a:t>
                  </a:r>
                  <a:endParaRPr lang="pt-PT" sz="1600" b="1" dirty="0"/>
                </a:p>
              </p:txBody>
            </p:sp>
            <p:sp>
              <p:nvSpPr>
                <p:cNvPr id="449" name="Rectangle 448">
                  <a:extLst>
                    <a:ext uri="{FF2B5EF4-FFF2-40B4-BE49-F238E27FC236}">
                      <a16:creationId xmlns:a16="http://schemas.microsoft.com/office/drawing/2014/main" id="{5B05FBC1-1495-4E8B-B542-3154A37B850E}"/>
                    </a:ext>
                  </a:extLst>
                </p:cNvPr>
                <p:cNvSpPr/>
                <p:nvPr/>
              </p:nvSpPr>
              <p:spPr>
                <a:xfrm>
                  <a:off x="9861352" y="5564308"/>
                  <a:ext cx="298480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J</a:t>
                  </a:r>
                  <a:endParaRPr lang="pt-PT" sz="1600" b="1" dirty="0"/>
                </a:p>
              </p:txBody>
            </p:sp>
            <p:sp>
              <p:nvSpPr>
                <p:cNvPr id="450" name="Rectangle 449">
                  <a:extLst>
                    <a:ext uri="{FF2B5EF4-FFF2-40B4-BE49-F238E27FC236}">
                      <a16:creationId xmlns:a16="http://schemas.microsoft.com/office/drawing/2014/main" id="{0088531F-BE57-4925-9D9D-0A29E9D02822}"/>
                    </a:ext>
                  </a:extLst>
                </p:cNvPr>
                <p:cNvSpPr/>
                <p:nvPr/>
              </p:nvSpPr>
              <p:spPr>
                <a:xfrm>
                  <a:off x="10258710" y="5564308"/>
                  <a:ext cx="332142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K</a:t>
                  </a:r>
                  <a:endParaRPr lang="pt-PT" sz="1600" b="1" dirty="0"/>
                </a:p>
              </p:txBody>
            </p:sp>
            <p:sp>
              <p:nvSpPr>
                <p:cNvPr id="451" name="Rectangle 450">
                  <a:extLst>
                    <a:ext uri="{FF2B5EF4-FFF2-40B4-BE49-F238E27FC236}">
                      <a16:creationId xmlns:a16="http://schemas.microsoft.com/office/drawing/2014/main" id="{34EEDA39-81CF-4E87-B004-3E35C0FED1CD}"/>
                    </a:ext>
                  </a:extLst>
                </p:cNvPr>
                <p:cNvSpPr/>
                <p:nvPr/>
              </p:nvSpPr>
              <p:spPr>
                <a:xfrm>
                  <a:off x="10597820" y="5564308"/>
                  <a:ext cx="309700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L</a:t>
                  </a:r>
                  <a:endParaRPr lang="pt-PT" sz="1600" b="1" dirty="0"/>
                </a:p>
              </p:txBody>
            </p:sp>
          </p:grpSp>
          <p:grpSp>
            <p:nvGrpSpPr>
              <p:cNvPr id="452" name="Group 451">
                <a:extLst>
                  <a:ext uri="{FF2B5EF4-FFF2-40B4-BE49-F238E27FC236}">
                    <a16:creationId xmlns:a16="http://schemas.microsoft.com/office/drawing/2014/main" id="{1869B180-2545-466D-B5CA-2F2E6B305D99}"/>
                  </a:ext>
                </a:extLst>
              </p:cNvPr>
              <p:cNvGrpSpPr/>
              <p:nvPr/>
            </p:nvGrpSpPr>
            <p:grpSpPr>
              <a:xfrm>
                <a:off x="6645976" y="950134"/>
                <a:ext cx="4270011" cy="338554"/>
                <a:chOff x="6637509" y="5564308"/>
                <a:chExt cx="4270011" cy="338554"/>
              </a:xfrm>
            </p:grpSpPr>
            <p:sp>
              <p:nvSpPr>
                <p:cNvPr id="453" name="Rectangle 452">
                  <a:extLst>
                    <a:ext uri="{FF2B5EF4-FFF2-40B4-BE49-F238E27FC236}">
                      <a16:creationId xmlns:a16="http://schemas.microsoft.com/office/drawing/2014/main" id="{E64AEF42-BBA1-4F21-A7BF-B9BFAFC68D7A}"/>
                    </a:ext>
                  </a:extLst>
                </p:cNvPr>
                <p:cNvSpPr/>
                <p:nvPr/>
              </p:nvSpPr>
              <p:spPr>
                <a:xfrm>
                  <a:off x="6637509" y="5564308"/>
                  <a:ext cx="332142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A</a:t>
                  </a:r>
                  <a:endParaRPr lang="pt-PT" sz="1600" b="1" dirty="0"/>
                </a:p>
              </p:txBody>
            </p:sp>
            <p:sp>
              <p:nvSpPr>
                <p:cNvPr id="454" name="Rectangle 453">
                  <a:extLst>
                    <a:ext uri="{FF2B5EF4-FFF2-40B4-BE49-F238E27FC236}">
                      <a16:creationId xmlns:a16="http://schemas.microsoft.com/office/drawing/2014/main" id="{705C46E1-58B1-4D8B-97CC-31D02D248B3E}"/>
                    </a:ext>
                  </a:extLst>
                </p:cNvPr>
                <p:cNvSpPr/>
                <p:nvPr/>
              </p:nvSpPr>
              <p:spPr>
                <a:xfrm>
                  <a:off x="6976619" y="5564308"/>
                  <a:ext cx="332142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B</a:t>
                  </a:r>
                  <a:endParaRPr lang="pt-PT" sz="1600" b="1" dirty="0"/>
                </a:p>
              </p:txBody>
            </p:sp>
            <p:sp>
              <p:nvSpPr>
                <p:cNvPr id="455" name="Rectangle 454">
                  <a:extLst>
                    <a:ext uri="{FF2B5EF4-FFF2-40B4-BE49-F238E27FC236}">
                      <a16:creationId xmlns:a16="http://schemas.microsoft.com/office/drawing/2014/main" id="{C475BEF0-04B6-4BD7-A0D1-BB213BA191C9}"/>
                    </a:ext>
                  </a:extLst>
                </p:cNvPr>
                <p:cNvSpPr/>
                <p:nvPr/>
              </p:nvSpPr>
              <p:spPr>
                <a:xfrm>
                  <a:off x="7365398" y="5564308"/>
                  <a:ext cx="332142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C</a:t>
                  </a:r>
                  <a:endParaRPr lang="pt-PT" sz="1600" b="1" dirty="0"/>
                </a:p>
              </p:txBody>
            </p:sp>
            <p:sp>
              <p:nvSpPr>
                <p:cNvPr id="456" name="Rectangle 455">
                  <a:extLst>
                    <a:ext uri="{FF2B5EF4-FFF2-40B4-BE49-F238E27FC236}">
                      <a16:creationId xmlns:a16="http://schemas.microsoft.com/office/drawing/2014/main" id="{9A4A1363-C9A4-4C02-8041-A89CDBC6E1EB}"/>
                    </a:ext>
                  </a:extLst>
                </p:cNvPr>
                <p:cNvSpPr/>
                <p:nvPr/>
              </p:nvSpPr>
              <p:spPr>
                <a:xfrm>
                  <a:off x="7704508" y="5564308"/>
                  <a:ext cx="332142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D</a:t>
                  </a:r>
                  <a:endParaRPr lang="pt-PT" sz="1600" b="1" dirty="0"/>
                </a:p>
              </p:txBody>
            </p:sp>
            <p:sp>
              <p:nvSpPr>
                <p:cNvPr id="457" name="Rectangle 456">
                  <a:extLst>
                    <a:ext uri="{FF2B5EF4-FFF2-40B4-BE49-F238E27FC236}">
                      <a16:creationId xmlns:a16="http://schemas.microsoft.com/office/drawing/2014/main" id="{8BC68759-CC1B-4C75-A379-E09543C293F4}"/>
                    </a:ext>
                  </a:extLst>
                </p:cNvPr>
                <p:cNvSpPr/>
                <p:nvPr/>
              </p:nvSpPr>
              <p:spPr>
                <a:xfrm>
                  <a:off x="8084260" y="5564308"/>
                  <a:ext cx="320922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  <a:endParaRPr lang="pt-PT" sz="1600" b="1" dirty="0"/>
                </a:p>
              </p:txBody>
            </p:sp>
            <p:sp>
              <p:nvSpPr>
                <p:cNvPr id="458" name="Rectangle 457">
                  <a:extLst>
                    <a:ext uri="{FF2B5EF4-FFF2-40B4-BE49-F238E27FC236}">
                      <a16:creationId xmlns:a16="http://schemas.microsoft.com/office/drawing/2014/main" id="{F4ADD9F1-C709-44F3-9CD5-E884343ED141}"/>
                    </a:ext>
                  </a:extLst>
                </p:cNvPr>
                <p:cNvSpPr/>
                <p:nvPr/>
              </p:nvSpPr>
              <p:spPr>
                <a:xfrm>
                  <a:off x="8423370" y="5564308"/>
                  <a:ext cx="309700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F</a:t>
                  </a:r>
                  <a:endParaRPr lang="pt-PT" sz="1600" b="1" dirty="0"/>
                </a:p>
              </p:txBody>
            </p:sp>
            <p:sp>
              <p:nvSpPr>
                <p:cNvPr id="459" name="Rectangle 458">
                  <a:extLst>
                    <a:ext uri="{FF2B5EF4-FFF2-40B4-BE49-F238E27FC236}">
                      <a16:creationId xmlns:a16="http://schemas.microsoft.com/office/drawing/2014/main" id="{26A3CB06-78BE-4EBC-9C2B-B54B2AE7927D}"/>
                    </a:ext>
                  </a:extLst>
                </p:cNvPr>
                <p:cNvSpPr/>
                <p:nvPr/>
              </p:nvSpPr>
              <p:spPr>
                <a:xfrm>
                  <a:off x="8827842" y="5564308"/>
                  <a:ext cx="344966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G</a:t>
                  </a:r>
                  <a:endParaRPr lang="pt-PT" sz="1600" b="1" dirty="0"/>
                </a:p>
              </p:txBody>
            </p:sp>
            <p:sp>
              <p:nvSpPr>
                <p:cNvPr id="460" name="Rectangle 459">
                  <a:extLst>
                    <a:ext uri="{FF2B5EF4-FFF2-40B4-BE49-F238E27FC236}">
                      <a16:creationId xmlns:a16="http://schemas.microsoft.com/office/drawing/2014/main" id="{E7498E46-FAC4-49CD-8063-D919A5F85F66}"/>
                    </a:ext>
                  </a:extLst>
                </p:cNvPr>
                <p:cNvSpPr/>
                <p:nvPr/>
              </p:nvSpPr>
              <p:spPr>
                <a:xfrm>
                  <a:off x="9166952" y="5564308"/>
                  <a:ext cx="332142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H</a:t>
                  </a:r>
                  <a:endParaRPr lang="pt-PT" sz="1600" b="1" dirty="0"/>
                </a:p>
              </p:txBody>
            </p:sp>
            <p:sp>
              <p:nvSpPr>
                <p:cNvPr id="461" name="Rectangle 460">
                  <a:extLst>
                    <a:ext uri="{FF2B5EF4-FFF2-40B4-BE49-F238E27FC236}">
                      <a16:creationId xmlns:a16="http://schemas.microsoft.com/office/drawing/2014/main" id="{E4DB5DBF-8190-492D-836E-FFA9028620EE}"/>
                    </a:ext>
                  </a:extLst>
                </p:cNvPr>
                <p:cNvSpPr/>
                <p:nvPr/>
              </p:nvSpPr>
              <p:spPr>
                <a:xfrm>
                  <a:off x="9583081" y="5564308"/>
                  <a:ext cx="242374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I</a:t>
                  </a:r>
                  <a:endParaRPr lang="pt-PT" sz="1600" b="1" dirty="0"/>
                </a:p>
              </p:txBody>
            </p:sp>
            <p:sp>
              <p:nvSpPr>
                <p:cNvPr id="462" name="Rectangle 461">
                  <a:extLst>
                    <a:ext uri="{FF2B5EF4-FFF2-40B4-BE49-F238E27FC236}">
                      <a16:creationId xmlns:a16="http://schemas.microsoft.com/office/drawing/2014/main" id="{34CBD7D4-B7AA-43D8-8FF4-B5B7B5A41DAA}"/>
                    </a:ext>
                  </a:extLst>
                </p:cNvPr>
                <p:cNvSpPr/>
                <p:nvPr/>
              </p:nvSpPr>
              <p:spPr>
                <a:xfrm>
                  <a:off x="9861352" y="5564308"/>
                  <a:ext cx="298480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J</a:t>
                  </a:r>
                  <a:endParaRPr lang="pt-PT" sz="1600" b="1" dirty="0"/>
                </a:p>
              </p:txBody>
            </p:sp>
            <p:sp>
              <p:nvSpPr>
                <p:cNvPr id="463" name="Rectangle 462">
                  <a:extLst>
                    <a:ext uri="{FF2B5EF4-FFF2-40B4-BE49-F238E27FC236}">
                      <a16:creationId xmlns:a16="http://schemas.microsoft.com/office/drawing/2014/main" id="{FA2863DD-1E85-4AF0-AF9B-CA60EAE54AE4}"/>
                    </a:ext>
                  </a:extLst>
                </p:cNvPr>
                <p:cNvSpPr/>
                <p:nvPr/>
              </p:nvSpPr>
              <p:spPr>
                <a:xfrm>
                  <a:off x="10258710" y="5564308"/>
                  <a:ext cx="332142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K</a:t>
                  </a:r>
                  <a:endParaRPr lang="pt-PT" sz="1600" b="1" dirty="0"/>
                </a:p>
              </p:txBody>
            </p:sp>
            <p:sp>
              <p:nvSpPr>
                <p:cNvPr id="464" name="Rectangle 463">
                  <a:extLst>
                    <a:ext uri="{FF2B5EF4-FFF2-40B4-BE49-F238E27FC236}">
                      <a16:creationId xmlns:a16="http://schemas.microsoft.com/office/drawing/2014/main" id="{5CB976AA-50C1-418C-B964-9D97BD2DD5C8}"/>
                    </a:ext>
                  </a:extLst>
                </p:cNvPr>
                <p:cNvSpPr/>
                <p:nvPr/>
              </p:nvSpPr>
              <p:spPr>
                <a:xfrm>
                  <a:off x="10597820" y="5564308"/>
                  <a:ext cx="309700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L</a:t>
                  </a:r>
                  <a:endParaRPr lang="pt-PT" sz="1600" b="1" dirty="0"/>
                </a:p>
              </p:txBody>
            </p:sp>
          </p:grpSp>
          <p:grpSp>
            <p:nvGrpSpPr>
              <p:cNvPr id="111" name="Group 110">
                <a:extLst>
                  <a:ext uri="{FF2B5EF4-FFF2-40B4-BE49-F238E27FC236}">
                    <a16:creationId xmlns:a16="http://schemas.microsoft.com/office/drawing/2014/main" id="{AD043391-651A-4811-A9D8-62798646B761}"/>
                  </a:ext>
                </a:extLst>
              </p:cNvPr>
              <p:cNvGrpSpPr/>
              <p:nvPr/>
            </p:nvGrpSpPr>
            <p:grpSpPr>
              <a:xfrm>
                <a:off x="6230640" y="1237859"/>
                <a:ext cx="378629" cy="4284439"/>
                <a:chOff x="6307301" y="1220925"/>
                <a:chExt cx="378629" cy="4284439"/>
              </a:xfrm>
            </p:grpSpPr>
            <p:sp>
              <p:nvSpPr>
                <p:cNvPr id="466" name="Rectangle 465">
                  <a:extLst>
                    <a:ext uri="{FF2B5EF4-FFF2-40B4-BE49-F238E27FC236}">
                      <a16:creationId xmlns:a16="http://schemas.microsoft.com/office/drawing/2014/main" id="{7EEFC8F3-0DB9-4154-BA64-1A322731D9C5}"/>
                    </a:ext>
                  </a:extLst>
                </p:cNvPr>
                <p:cNvSpPr/>
                <p:nvPr/>
              </p:nvSpPr>
              <p:spPr>
                <a:xfrm>
                  <a:off x="6329743" y="1220925"/>
                  <a:ext cx="356187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r"/>
                  <a:r>
                    <a:rPr lang="pt-PT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M</a:t>
                  </a:r>
                  <a:endParaRPr lang="pt-PT" sz="1600" b="1" dirty="0"/>
                </a:p>
              </p:txBody>
            </p:sp>
            <p:sp>
              <p:nvSpPr>
                <p:cNvPr id="467" name="Rectangle 466">
                  <a:extLst>
                    <a:ext uri="{FF2B5EF4-FFF2-40B4-BE49-F238E27FC236}">
                      <a16:creationId xmlns:a16="http://schemas.microsoft.com/office/drawing/2014/main" id="{1230A40F-4446-4923-A86F-A4DEA99980BE}"/>
                    </a:ext>
                  </a:extLst>
                </p:cNvPr>
                <p:cNvSpPr/>
                <p:nvPr/>
              </p:nvSpPr>
              <p:spPr>
                <a:xfrm>
                  <a:off x="6353788" y="1560036"/>
                  <a:ext cx="332142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r"/>
                  <a:r>
                    <a:rPr lang="pt-PT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N</a:t>
                  </a:r>
                  <a:endParaRPr lang="pt-PT" sz="1600" b="1" dirty="0"/>
                </a:p>
              </p:txBody>
            </p:sp>
            <p:sp>
              <p:nvSpPr>
                <p:cNvPr id="468" name="Rectangle 467">
                  <a:extLst>
                    <a:ext uri="{FF2B5EF4-FFF2-40B4-BE49-F238E27FC236}">
                      <a16:creationId xmlns:a16="http://schemas.microsoft.com/office/drawing/2014/main" id="{06F2C797-743F-4268-A13A-539B9AC96602}"/>
                    </a:ext>
                  </a:extLst>
                </p:cNvPr>
                <p:cNvSpPr/>
                <p:nvPr/>
              </p:nvSpPr>
              <p:spPr>
                <a:xfrm>
                  <a:off x="6340964" y="1948815"/>
                  <a:ext cx="344966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r"/>
                  <a:r>
                    <a:rPr lang="pt-PT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O</a:t>
                  </a:r>
                  <a:endParaRPr lang="pt-PT" sz="1600" b="1" dirty="0"/>
                </a:p>
              </p:txBody>
            </p:sp>
            <p:sp>
              <p:nvSpPr>
                <p:cNvPr id="469" name="Rectangle 468">
                  <a:extLst>
                    <a:ext uri="{FF2B5EF4-FFF2-40B4-BE49-F238E27FC236}">
                      <a16:creationId xmlns:a16="http://schemas.microsoft.com/office/drawing/2014/main" id="{6C96F456-9449-4E47-AA97-8ACFF1BD1E80}"/>
                    </a:ext>
                  </a:extLst>
                </p:cNvPr>
                <p:cNvSpPr/>
                <p:nvPr/>
              </p:nvSpPr>
              <p:spPr>
                <a:xfrm>
                  <a:off x="6365009" y="2287925"/>
                  <a:ext cx="320921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r"/>
                  <a:r>
                    <a:rPr lang="pt-PT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P</a:t>
                  </a:r>
                  <a:endParaRPr lang="pt-PT" sz="1600" b="1" dirty="0"/>
                </a:p>
              </p:txBody>
            </p:sp>
            <p:sp>
              <p:nvSpPr>
                <p:cNvPr id="470" name="Rectangle 469">
                  <a:extLst>
                    <a:ext uri="{FF2B5EF4-FFF2-40B4-BE49-F238E27FC236}">
                      <a16:creationId xmlns:a16="http://schemas.microsoft.com/office/drawing/2014/main" id="{C7684591-CAF4-49D2-BE40-F543173A62B8}"/>
                    </a:ext>
                  </a:extLst>
                </p:cNvPr>
                <p:cNvSpPr/>
                <p:nvPr/>
              </p:nvSpPr>
              <p:spPr>
                <a:xfrm>
                  <a:off x="6340964" y="2660464"/>
                  <a:ext cx="344966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r"/>
                  <a:r>
                    <a:rPr lang="pt-PT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Q</a:t>
                  </a:r>
                  <a:endParaRPr lang="pt-PT" sz="1600" b="1" dirty="0"/>
                </a:p>
              </p:txBody>
            </p:sp>
            <p:sp>
              <p:nvSpPr>
                <p:cNvPr id="471" name="Rectangle 470">
                  <a:extLst>
                    <a:ext uri="{FF2B5EF4-FFF2-40B4-BE49-F238E27FC236}">
                      <a16:creationId xmlns:a16="http://schemas.microsoft.com/office/drawing/2014/main" id="{AB3F76EF-CCA4-488D-8CA8-81A4F8106876}"/>
                    </a:ext>
                  </a:extLst>
                </p:cNvPr>
                <p:cNvSpPr/>
                <p:nvPr/>
              </p:nvSpPr>
              <p:spPr>
                <a:xfrm>
                  <a:off x="6353788" y="2992360"/>
                  <a:ext cx="332142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r"/>
                  <a:r>
                    <a:rPr lang="pt-PT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R</a:t>
                  </a:r>
                  <a:endParaRPr lang="pt-PT" sz="1600" b="1" dirty="0"/>
                </a:p>
              </p:txBody>
            </p:sp>
            <p:sp>
              <p:nvSpPr>
                <p:cNvPr id="472" name="Rectangle 471">
                  <a:extLst>
                    <a:ext uri="{FF2B5EF4-FFF2-40B4-BE49-F238E27FC236}">
                      <a16:creationId xmlns:a16="http://schemas.microsoft.com/office/drawing/2014/main" id="{847091C1-97E7-4946-9F44-30DEAF6617B6}"/>
                    </a:ext>
                  </a:extLst>
                </p:cNvPr>
                <p:cNvSpPr/>
                <p:nvPr/>
              </p:nvSpPr>
              <p:spPr>
                <a:xfrm>
                  <a:off x="6365009" y="3417671"/>
                  <a:ext cx="320921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r"/>
                  <a:r>
                    <a:rPr lang="pt-PT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S</a:t>
                  </a:r>
                  <a:endParaRPr lang="pt-PT" sz="1600" b="1" dirty="0"/>
                </a:p>
              </p:txBody>
            </p:sp>
            <p:sp>
              <p:nvSpPr>
                <p:cNvPr id="473" name="Rectangle 472">
                  <a:extLst>
                    <a:ext uri="{FF2B5EF4-FFF2-40B4-BE49-F238E27FC236}">
                      <a16:creationId xmlns:a16="http://schemas.microsoft.com/office/drawing/2014/main" id="{0EF97D9D-583F-4003-BE00-F12DB2B6B71A}"/>
                    </a:ext>
                  </a:extLst>
                </p:cNvPr>
                <p:cNvSpPr/>
                <p:nvPr/>
              </p:nvSpPr>
              <p:spPr>
                <a:xfrm>
                  <a:off x="6376230" y="3750369"/>
                  <a:ext cx="309700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r"/>
                  <a:r>
                    <a:rPr lang="pt-PT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T</a:t>
                  </a:r>
                  <a:endParaRPr lang="pt-PT" sz="1600" b="1" dirty="0"/>
                </a:p>
              </p:txBody>
            </p:sp>
            <p:sp>
              <p:nvSpPr>
                <p:cNvPr id="474" name="Rectangle 473">
                  <a:extLst>
                    <a:ext uri="{FF2B5EF4-FFF2-40B4-BE49-F238E27FC236}">
                      <a16:creationId xmlns:a16="http://schemas.microsoft.com/office/drawing/2014/main" id="{C87F3104-F178-4C9F-B5CF-7EE5652835C7}"/>
                    </a:ext>
                  </a:extLst>
                </p:cNvPr>
                <p:cNvSpPr/>
                <p:nvPr/>
              </p:nvSpPr>
              <p:spPr>
                <a:xfrm>
                  <a:off x="6353788" y="4108790"/>
                  <a:ext cx="332142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r"/>
                  <a:r>
                    <a:rPr lang="pt-PT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U</a:t>
                  </a:r>
                  <a:endParaRPr lang="pt-PT" sz="1600" b="1" dirty="0"/>
                </a:p>
              </p:txBody>
            </p:sp>
            <p:sp>
              <p:nvSpPr>
                <p:cNvPr id="475" name="Rectangle 474">
                  <a:extLst>
                    <a:ext uri="{FF2B5EF4-FFF2-40B4-BE49-F238E27FC236}">
                      <a16:creationId xmlns:a16="http://schemas.microsoft.com/office/drawing/2014/main" id="{45A7B1EC-FD25-4CE3-A9C3-0625E0A93023}"/>
                    </a:ext>
                  </a:extLst>
                </p:cNvPr>
                <p:cNvSpPr/>
                <p:nvPr/>
              </p:nvSpPr>
              <p:spPr>
                <a:xfrm>
                  <a:off x="6307301" y="4423129"/>
                  <a:ext cx="378629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r"/>
                  <a:r>
                    <a:rPr lang="pt-PT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W</a:t>
                  </a:r>
                  <a:endParaRPr lang="pt-PT" sz="1600" b="1" dirty="0"/>
                </a:p>
              </p:txBody>
            </p:sp>
            <p:sp>
              <p:nvSpPr>
                <p:cNvPr id="476" name="Rectangle 475">
                  <a:extLst>
                    <a:ext uri="{FF2B5EF4-FFF2-40B4-BE49-F238E27FC236}">
                      <a16:creationId xmlns:a16="http://schemas.microsoft.com/office/drawing/2014/main" id="{3FCE85E4-BE5A-4063-B225-CA29FF89D8D6}"/>
                    </a:ext>
                  </a:extLst>
                </p:cNvPr>
                <p:cNvSpPr/>
                <p:nvPr/>
              </p:nvSpPr>
              <p:spPr>
                <a:xfrm>
                  <a:off x="6307301" y="4842127"/>
                  <a:ext cx="378629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r"/>
                  <a:r>
                    <a:rPr lang="pt-PT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W</a:t>
                  </a:r>
                  <a:endParaRPr lang="pt-PT" sz="1600" b="1" dirty="0"/>
                </a:p>
              </p:txBody>
            </p:sp>
            <p:sp>
              <p:nvSpPr>
                <p:cNvPr id="477" name="Rectangle 476">
                  <a:extLst>
                    <a:ext uri="{FF2B5EF4-FFF2-40B4-BE49-F238E27FC236}">
                      <a16:creationId xmlns:a16="http://schemas.microsoft.com/office/drawing/2014/main" id="{99C87948-C3CF-47A9-8408-DB2A93E5DA20}"/>
                    </a:ext>
                  </a:extLst>
                </p:cNvPr>
                <p:cNvSpPr/>
                <p:nvPr/>
              </p:nvSpPr>
              <p:spPr>
                <a:xfrm>
                  <a:off x="6365009" y="5166810"/>
                  <a:ext cx="320921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r"/>
                  <a:r>
                    <a:rPr lang="pt-PT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X</a:t>
                  </a:r>
                  <a:endParaRPr lang="pt-PT" sz="1600" b="1" dirty="0"/>
                </a:p>
              </p:txBody>
            </p:sp>
          </p:grpSp>
          <p:grpSp>
            <p:nvGrpSpPr>
              <p:cNvPr id="113" name="Group 112">
                <a:extLst>
                  <a:ext uri="{FF2B5EF4-FFF2-40B4-BE49-F238E27FC236}">
                    <a16:creationId xmlns:a16="http://schemas.microsoft.com/office/drawing/2014/main" id="{9AC1B939-C138-44E7-9C0C-369A499309EC}"/>
                  </a:ext>
                </a:extLst>
              </p:cNvPr>
              <p:cNvGrpSpPr/>
              <p:nvPr/>
            </p:nvGrpSpPr>
            <p:grpSpPr>
              <a:xfrm>
                <a:off x="10996352" y="1237859"/>
                <a:ext cx="378630" cy="4284439"/>
                <a:chOff x="10912173" y="1220925"/>
                <a:chExt cx="378630" cy="4284439"/>
              </a:xfrm>
            </p:grpSpPr>
            <p:sp>
              <p:nvSpPr>
                <p:cNvPr id="479" name="Rectangle 478">
                  <a:extLst>
                    <a:ext uri="{FF2B5EF4-FFF2-40B4-BE49-F238E27FC236}">
                      <a16:creationId xmlns:a16="http://schemas.microsoft.com/office/drawing/2014/main" id="{F3C55936-765C-476E-92CB-17F1508C4277}"/>
                    </a:ext>
                  </a:extLst>
                </p:cNvPr>
                <p:cNvSpPr/>
                <p:nvPr/>
              </p:nvSpPr>
              <p:spPr>
                <a:xfrm>
                  <a:off x="10912173" y="1220925"/>
                  <a:ext cx="356188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M</a:t>
                  </a:r>
                  <a:endParaRPr lang="pt-PT" sz="1600" b="1" dirty="0"/>
                </a:p>
              </p:txBody>
            </p:sp>
            <p:sp>
              <p:nvSpPr>
                <p:cNvPr id="480" name="Rectangle 479">
                  <a:extLst>
                    <a:ext uri="{FF2B5EF4-FFF2-40B4-BE49-F238E27FC236}">
                      <a16:creationId xmlns:a16="http://schemas.microsoft.com/office/drawing/2014/main" id="{62E872E3-7E8C-46B3-9B98-8303400967CA}"/>
                    </a:ext>
                  </a:extLst>
                </p:cNvPr>
                <p:cNvSpPr/>
                <p:nvPr/>
              </p:nvSpPr>
              <p:spPr>
                <a:xfrm>
                  <a:off x="10912173" y="1560036"/>
                  <a:ext cx="332142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N</a:t>
                  </a:r>
                  <a:endParaRPr lang="pt-PT" sz="1600" b="1" dirty="0"/>
                </a:p>
              </p:txBody>
            </p:sp>
            <p:sp>
              <p:nvSpPr>
                <p:cNvPr id="481" name="Rectangle 480">
                  <a:extLst>
                    <a:ext uri="{FF2B5EF4-FFF2-40B4-BE49-F238E27FC236}">
                      <a16:creationId xmlns:a16="http://schemas.microsoft.com/office/drawing/2014/main" id="{70176978-72C9-4484-A083-ACD96E3B5AFB}"/>
                    </a:ext>
                  </a:extLst>
                </p:cNvPr>
                <p:cNvSpPr/>
                <p:nvPr/>
              </p:nvSpPr>
              <p:spPr>
                <a:xfrm>
                  <a:off x="10912173" y="1948815"/>
                  <a:ext cx="344966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O</a:t>
                  </a:r>
                  <a:endParaRPr lang="pt-PT" sz="1600" b="1" dirty="0"/>
                </a:p>
              </p:txBody>
            </p:sp>
            <p:sp>
              <p:nvSpPr>
                <p:cNvPr id="482" name="Rectangle 481">
                  <a:extLst>
                    <a:ext uri="{FF2B5EF4-FFF2-40B4-BE49-F238E27FC236}">
                      <a16:creationId xmlns:a16="http://schemas.microsoft.com/office/drawing/2014/main" id="{898C8EAA-EF17-4844-B2AE-2DEDCC4BB50D}"/>
                    </a:ext>
                  </a:extLst>
                </p:cNvPr>
                <p:cNvSpPr/>
                <p:nvPr/>
              </p:nvSpPr>
              <p:spPr>
                <a:xfrm>
                  <a:off x="10912173" y="2287925"/>
                  <a:ext cx="320922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P</a:t>
                  </a:r>
                  <a:endParaRPr lang="pt-PT" sz="1600" b="1" dirty="0"/>
                </a:p>
              </p:txBody>
            </p:sp>
            <p:sp>
              <p:nvSpPr>
                <p:cNvPr id="483" name="Rectangle 482">
                  <a:extLst>
                    <a:ext uri="{FF2B5EF4-FFF2-40B4-BE49-F238E27FC236}">
                      <a16:creationId xmlns:a16="http://schemas.microsoft.com/office/drawing/2014/main" id="{39E83B40-BE12-4B2B-8F44-44EE2460C1DF}"/>
                    </a:ext>
                  </a:extLst>
                </p:cNvPr>
                <p:cNvSpPr/>
                <p:nvPr/>
              </p:nvSpPr>
              <p:spPr>
                <a:xfrm>
                  <a:off x="10912173" y="2660464"/>
                  <a:ext cx="344966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Q</a:t>
                  </a:r>
                  <a:endParaRPr lang="pt-PT" sz="1600" b="1" dirty="0"/>
                </a:p>
              </p:txBody>
            </p:sp>
            <p:sp>
              <p:nvSpPr>
                <p:cNvPr id="484" name="Rectangle 483">
                  <a:extLst>
                    <a:ext uri="{FF2B5EF4-FFF2-40B4-BE49-F238E27FC236}">
                      <a16:creationId xmlns:a16="http://schemas.microsoft.com/office/drawing/2014/main" id="{BE88322E-B235-4C1B-9A88-E23D7216F745}"/>
                    </a:ext>
                  </a:extLst>
                </p:cNvPr>
                <p:cNvSpPr/>
                <p:nvPr/>
              </p:nvSpPr>
              <p:spPr>
                <a:xfrm>
                  <a:off x="10912173" y="2992360"/>
                  <a:ext cx="332142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R</a:t>
                  </a:r>
                  <a:endParaRPr lang="pt-PT" sz="1600" b="1" dirty="0"/>
                </a:p>
              </p:txBody>
            </p:sp>
            <p:sp>
              <p:nvSpPr>
                <p:cNvPr id="485" name="Rectangle 484">
                  <a:extLst>
                    <a:ext uri="{FF2B5EF4-FFF2-40B4-BE49-F238E27FC236}">
                      <a16:creationId xmlns:a16="http://schemas.microsoft.com/office/drawing/2014/main" id="{1242550B-03BB-4F2C-A7BC-431A134160B4}"/>
                    </a:ext>
                  </a:extLst>
                </p:cNvPr>
                <p:cNvSpPr/>
                <p:nvPr/>
              </p:nvSpPr>
              <p:spPr>
                <a:xfrm>
                  <a:off x="10912173" y="3417671"/>
                  <a:ext cx="320922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S</a:t>
                  </a:r>
                  <a:endParaRPr lang="pt-PT" sz="1600" b="1" dirty="0"/>
                </a:p>
              </p:txBody>
            </p:sp>
            <p:sp>
              <p:nvSpPr>
                <p:cNvPr id="486" name="Rectangle 485">
                  <a:extLst>
                    <a:ext uri="{FF2B5EF4-FFF2-40B4-BE49-F238E27FC236}">
                      <a16:creationId xmlns:a16="http://schemas.microsoft.com/office/drawing/2014/main" id="{0C8E7326-ED09-4F31-A514-510D585E2CC1}"/>
                    </a:ext>
                  </a:extLst>
                </p:cNvPr>
                <p:cNvSpPr/>
                <p:nvPr/>
              </p:nvSpPr>
              <p:spPr>
                <a:xfrm>
                  <a:off x="10912173" y="3750369"/>
                  <a:ext cx="309700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T</a:t>
                  </a:r>
                  <a:endParaRPr lang="pt-PT" sz="1600" b="1" dirty="0"/>
                </a:p>
              </p:txBody>
            </p:sp>
            <p:sp>
              <p:nvSpPr>
                <p:cNvPr id="487" name="Rectangle 486">
                  <a:extLst>
                    <a:ext uri="{FF2B5EF4-FFF2-40B4-BE49-F238E27FC236}">
                      <a16:creationId xmlns:a16="http://schemas.microsoft.com/office/drawing/2014/main" id="{B295E3E2-BF47-41FE-BCE0-21E5F8265247}"/>
                    </a:ext>
                  </a:extLst>
                </p:cNvPr>
                <p:cNvSpPr/>
                <p:nvPr/>
              </p:nvSpPr>
              <p:spPr>
                <a:xfrm>
                  <a:off x="10912173" y="4108790"/>
                  <a:ext cx="332142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U</a:t>
                  </a:r>
                  <a:endParaRPr lang="pt-PT" sz="1600" b="1" dirty="0"/>
                </a:p>
              </p:txBody>
            </p:sp>
            <p:sp>
              <p:nvSpPr>
                <p:cNvPr id="488" name="Rectangle 487">
                  <a:extLst>
                    <a:ext uri="{FF2B5EF4-FFF2-40B4-BE49-F238E27FC236}">
                      <a16:creationId xmlns:a16="http://schemas.microsoft.com/office/drawing/2014/main" id="{DC904A0C-2BAD-4E40-A43C-7FE918554D25}"/>
                    </a:ext>
                  </a:extLst>
                </p:cNvPr>
                <p:cNvSpPr/>
                <p:nvPr/>
              </p:nvSpPr>
              <p:spPr>
                <a:xfrm>
                  <a:off x="10912173" y="4423129"/>
                  <a:ext cx="378630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W</a:t>
                  </a:r>
                  <a:endParaRPr lang="pt-PT" sz="1600" b="1" dirty="0"/>
                </a:p>
              </p:txBody>
            </p:sp>
            <p:sp>
              <p:nvSpPr>
                <p:cNvPr id="489" name="Rectangle 488">
                  <a:extLst>
                    <a:ext uri="{FF2B5EF4-FFF2-40B4-BE49-F238E27FC236}">
                      <a16:creationId xmlns:a16="http://schemas.microsoft.com/office/drawing/2014/main" id="{C1FF011B-53C4-4ECF-8258-B026CBC1EEEC}"/>
                    </a:ext>
                  </a:extLst>
                </p:cNvPr>
                <p:cNvSpPr/>
                <p:nvPr/>
              </p:nvSpPr>
              <p:spPr>
                <a:xfrm>
                  <a:off x="10912173" y="4842127"/>
                  <a:ext cx="378630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W</a:t>
                  </a:r>
                  <a:endParaRPr lang="pt-PT" sz="1600" b="1" dirty="0"/>
                </a:p>
              </p:txBody>
            </p:sp>
            <p:sp>
              <p:nvSpPr>
                <p:cNvPr id="490" name="Rectangle 489">
                  <a:extLst>
                    <a:ext uri="{FF2B5EF4-FFF2-40B4-BE49-F238E27FC236}">
                      <a16:creationId xmlns:a16="http://schemas.microsoft.com/office/drawing/2014/main" id="{6725542E-D0C6-418B-84EF-27E12E9A13A5}"/>
                    </a:ext>
                  </a:extLst>
                </p:cNvPr>
                <p:cNvSpPr/>
                <p:nvPr/>
              </p:nvSpPr>
              <p:spPr>
                <a:xfrm>
                  <a:off x="10912173" y="5166810"/>
                  <a:ext cx="320922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X</a:t>
                  </a:r>
                  <a:endParaRPr lang="pt-PT" sz="1600" b="1" dirty="0"/>
                </a:p>
              </p:txBody>
            </p:sp>
          </p:grpSp>
        </p:grpSp>
      </p:grpSp>
      <p:pic>
        <p:nvPicPr>
          <p:cNvPr id="491" name="Picture 490">
            <a:extLst>
              <a:ext uri="{FF2B5EF4-FFF2-40B4-BE49-F238E27FC236}">
                <a16:creationId xmlns:a16="http://schemas.microsoft.com/office/drawing/2014/main" id="{B83B4766-24A3-48F8-B8AE-933CC5CA6F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328" y="966925"/>
            <a:ext cx="4480785" cy="4540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285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453</TotalTime>
  <Words>149</Words>
  <Application>Microsoft Office PowerPoint</Application>
  <PresentationFormat>Widescreen</PresentationFormat>
  <Paragraphs>111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Pedro</dc:creator>
  <cp:lastModifiedBy>Pedro</cp:lastModifiedBy>
  <cp:revision>40</cp:revision>
  <dcterms:created xsi:type="dcterms:W3CDTF">2020-11-28T13:10:41Z</dcterms:created>
  <dcterms:modified xsi:type="dcterms:W3CDTF">2020-12-12T00:28:59Z</dcterms:modified>
</cp:coreProperties>
</file>