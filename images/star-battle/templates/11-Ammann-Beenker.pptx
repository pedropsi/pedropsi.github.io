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5" r:id="rId3"/>
    <p:sldId id="257" r:id="rId4"/>
    <p:sldId id="256" r:id="rId5"/>
    <p:sldId id="258" r:id="rId6"/>
    <p:sldId id="260" r:id="rId7"/>
    <p:sldId id="261" r:id="rId8"/>
    <p:sldId id="262" r:id="rId9"/>
    <p:sldId id="263" r:id="rId10"/>
    <p:sldId id="259" r:id="rId11"/>
    <p:sldId id="264" r:id="rId12"/>
    <p:sldId id="26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25" d="100"/>
          <a:sy n="25" d="100"/>
        </p:scale>
        <p:origin x="604" y="8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B3BCE-4079-42CF-8BA2-DED2456E71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CE18A3-BEB3-4E69-A60B-6E1D0F3AF2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C1F27-BC52-4934-ACC6-5ABC1C1D4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A18D-F013-4216-B9E0-80F2B130705B}" type="datetimeFigureOut">
              <a:rPr lang="pt-PT" smtClean="0"/>
              <a:t>05/09/2020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B241D0-ECEC-4B4A-BADA-6A838B690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A5682-B1EE-451A-8478-99FBEF151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00F91-8C26-4A59-9488-7EFCBB6C377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40193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D38ED-57B4-48FE-9EDC-0678E97A8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E36E4-88A8-4FE2-AF06-4655B86C9F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D9C2A-91C5-401C-9F13-6AF9E398D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A18D-F013-4216-B9E0-80F2B130705B}" type="datetimeFigureOut">
              <a:rPr lang="pt-PT" smtClean="0"/>
              <a:t>05/09/2020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5ECFD5-6E2A-4C79-B298-DFC5A8906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9B33F-3752-4C2C-9704-D4CC2FB0E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00F91-8C26-4A59-9488-7EFCBB6C377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10484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56DCC-9489-4DB0-AD6C-24F47A9BA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4E1FBC-3566-4282-A642-DB50A026E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B3688-52F9-4502-B296-E3A0024C6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A18D-F013-4216-B9E0-80F2B130705B}" type="datetimeFigureOut">
              <a:rPr lang="pt-PT" smtClean="0"/>
              <a:t>05/09/2020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24BAE-2059-41B0-87EA-1D539B33B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96FFE-9BC5-4D24-BF56-581976BD9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00F91-8C26-4A59-9488-7EFCBB6C377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85448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5711B-5873-4D74-8B46-8402AF648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8E906-8147-4C35-9AC4-0E1F96E98D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33E4C7-308F-47B6-9DF8-693422A2FA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7F37FB-CEC9-4B89-9BBE-52B494AF4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A18D-F013-4216-B9E0-80F2B130705B}" type="datetimeFigureOut">
              <a:rPr lang="pt-PT" smtClean="0"/>
              <a:t>05/09/2020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972B59-9BED-4983-926F-07A707A01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8E13F9-F8CD-451D-A0EB-A16C0D8AE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00F91-8C26-4A59-9488-7EFCBB6C377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71969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AB788-1662-4DCF-AE94-9DD60DCCF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3912C5-74EE-45C9-AAED-A752748EC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E040A5-0E5B-4E9D-B427-9D734EDD31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23CB9A-667E-480F-B470-407609B1D4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E36C6C-357B-4B2A-BFE6-4FDF428E6E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DE564A-DC11-4E22-B5F0-1F97E798D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A18D-F013-4216-B9E0-80F2B130705B}" type="datetimeFigureOut">
              <a:rPr lang="pt-PT" smtClean="0"/>
              <a:t>05/09/2020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A0B678-E091-47C2-977F-61D9F04A8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0C7AFE-0E90-4F84-A84A-F04763C09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00F91-8C26-4A59-9488-7EFCBB6C377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01857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0E311-B2E0-4EDB-AF4D-8EFC4E78C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E5C4D9-725B-469B-B13E-3521B7F29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A18D-F013-4216-B9E0-80F2B130705B}" type="datetimeFigureOut">
              <a:rPr lang="pt-PT" smtClean="0"/>
              <a:t>05/09/2020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399B6A-1386-47C1-BBDC-AB70ABC60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B0D0FC-F770-4962-ACE0-38CDDE541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00F91-8C26-4A59-9488-7EFCBB6C377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08087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1E8AD5-91EF-436A-993D-35D4BDF5A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A18D-F013-4216-B9E0-80F2B130705B}" type="datetimeFigureOut">
              <a:rPr lang="pt-PT" smtClean="0"/>
              <a:t>05/09/2020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A82417-E67B-46A7-90E7-F0BD70817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47AEC4-66BD-4226-8EA6-F8FB75D2C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00F91-8C26-4A59-9488-7EFCBB6C377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63412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F06F9-EFF4-49E5-905D-6DD026559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7DF72-8A84-4C54-8873-46DBE576C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B3F061-0DAC-4D27-AD7B-01A40A2A01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4AC488-03C5-4187-8B6D-AD14A84FB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A18D-F013-4216-B9E0-80F2B130705B}" type="datetimeFigureOut">
              <a:rPr lang="pt-PT" smtClean="0"/>
              <a:t>05/09/2020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A13EBE-153A-46CA-85E7-E2438C2D7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08971D-11FB-431B-A6A9-5F3EBE4E3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00F91-8C26-4A59-9488-7EFCBB6C377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15921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9917B-2385-441E-82CF-37D18A0BF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7E0806-4D0A-461B-A3A3-AE26942C34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D6C97B-6229-4AEA-A658-1767E257AD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468EEF-AF54-4E65-AADB-8B57F4357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A18D-F013-4216-B9E0-80F2B130705B}" type="datetimeFigureOut">
              <a:rPr lang="pt-PT" smtClean="0"/>
              <a:t>05/09/2020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7F363A-FB41-4187-B521-8FFD61BA2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499DA9-4E7F-49AF-8E5B-E5E66698A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00F91-8C26-4A59-9488-7EFCBB6C377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76438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F63E0-AF5B-4D9E-8D92-AB3181C4D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CB439A-C974-4385-A3AE-183707803D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2CADF0-EB00-4404-AABC-6C90CFB4D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A18D-F013-4216-B9E0-80F2B130705B}" type="datetimeFigureOut">
              <a:rPr lang="pt-PT" smtClean="0"/>
              <a:t>05/09/2020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3EB17D-D1C9-48BA-9BCA-954120591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137454-4BF0-4EA9-BF12-763FA26F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00F91-8C26-4A59-9488-7EFCBB6C377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95365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995FBF-E951-4137-9F71-A5E13BF69B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33FB6E-3C39-4B20-AC43-AB6B5D975D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91F511-BB4D-4A2C-A0CB-2D147C5DA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1A18D-F013-4216-B9E0-80F2B130705B}" type="datetimeFigureOut">
              <a:rPr lang="pt-PT" smtClean="0"/>
              <a:t>05/09/2020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1BED0-9B6A-40F9-9544-07B48B5A0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A91C9-201F-458C-B237-E52E805A7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00F91-8C26-4A59-9488-7EFCBB6C377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27320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44204D-7023-463A-94DA-56E92A8FC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B7E490-6C0C-48D3-895A-D71C2C28E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DE090-8511-4C4D-BE81-B81DA968D0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51A18D-F013-4216-B9E0-80F2B130705B}" type="datetimeFigureOut">
              <a:rPr lang="pt-PT" smtClean="0"/>
              <a:t>05/09/2020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7615B3-11A4-419B-AFED-A7C5D5BB13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12359-5E8C-4A71-9FF6-0ACFF91AAC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E00F91-8C26-4A59-9488-7EFCBB6C377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88192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1" name="Group 500">
            <a:extLst>
              <a:ext uri="{FF2B5EF4-FFF2-40B4-BE49-F238E27FC236}">
                <a16:creationId xmlns:a16="http://schemas.microsoft.com/office/drawing/2014/main" id="{DC59CC4D-723B-41AB-9479-EFF04D82810D}"/>
              </a:ext>
            </a:extLst>
          </p:cNvPr>
          <p:cNvGrpSpPr/>
          <p:nvPr/>
        </p:nvGrpSpPr>
        <p:grpSpPr>
          <a:xfrm>
            <a:off x="1665251" y="-2883097"/>
            <a:ext cx="8861497" cy="11789850"/>
            <a:chOff x="3076502" y="-3077650"/>
            <a:chExt cx="8861497" cy="1178985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3A84C49-5ED3-4BBB-B46F-18C76279F918}"/>
                </a:ext>
              </a:extLst>
            </p:cNvPr>
            <p:cNvSpPr/>
            <p:nvPr/>
          </p:nvSpPr>
          <p:spPr>
            <a:xfrm>
              <a:off x="3076502" y="-3077650"/>
              <a:ext cx="8861497" cy="1178985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762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76DF479-9FFC-4183-BCEF-9F38A4A53794}"/>
                </a:ext>
              </a:extLst>
            </p:cNvPr>
            <p:cNvSpPr txBox="1"/>
            <p:nvPr/>
          </p:nvSpPr>
          <p:spPr>
            <a:xfrm>
              <a:off x="3987722" y="-2532375"/>
              <a:ext cx="703905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Ammann-Beenker</a:t>
              </a:r>
              <a:r>
                <a:rPr lang="pt-PT" sz="3200" b="1" dirty="0">
                  <a:latin typeface="Arial" panose="020B0604020202020204" pitchFamily="34" charset="0"/>
                  <a:cs typeface="Arial" panose="020B0604020202020204" pitchFamily="34" charset="0"/>
                </a:rPr>
                <a:t> Star </a:t>
              </a:r>
              <a:r>
                <a:rPr lang="pt-PT" sz="3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Battle</a:t>
              </a:r>
              <a:r>
                <a:rPr lang="pt-PT" sz="32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2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pt-PT" sz="3200" dirty="0">
                  <a:latin typeface="Arial" panose="020B0604020202020204" pitchFamily="34" charset="0"/>
                  <a:cs typeface="Arial" panose="020B0604020202020204" pitchFamily="34" charset="0"/>
                </a:rPr>
                <a:t>★ 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A9FF482-DDFC-4C45-B27D-344D4FF31589}"/>
                </a:ext>
              </a:extLst>
            </p:cNvPr>
            <p:cNvSpPr/>
            <p:nvPr/>
          </p:nvSpPr>
          <p:spPr>
            <a:xfrm>
              <a:off x="6674954" y="7738881"/>
              <a:ext cx="5065066" cy="6924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endParaRPr lang="pt-PT" sz="300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r"/>
              <a:r>
                <a:rPr lang="pt-PT" b="1" dirty="0">
                  <a:latin typeface="Arial" panose="020B0604020202020204" pitchFamily="34" charset="0"/>
                  <a:cs typeface="Arial" panose="020B0604020202020204" pitchFamily="34" charset="0"/>
                </a:rPr>
                <a:t>#11 </a:t>
              </a:r>
              <a:r>
                <a:rPr lang="pt-PT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by</a:t>
              </a:r>
              <a:r>
                <a:rPr lang="pt-PT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b="1" i="1" dirty="0">
                  <a:latin typeface="Arial" panose="020B0604020202020204" pitchFamily="34" charset="0"/>
                  <a:cs typeface="Arial" panose="020B0604020202020204" pitchFamily="34" charset="0"/>
                </a:rPr>
                <a:t>Pedro PSI</a:t>
              </a:r>
              <a:r>
                <a:rPr lang="pt-PT" b="1" dirty="0">
                  <a:latin typeface="Arial" panose="020B0604020202020204" pitchFamily="34" charset="0"/>
                  <a:cs typeface="Arial" panose="020B0604020202020204" pitchFamily="34" charset="0"/>
                </a:rPr>
                <a:t> – 04</a:t>
              </a:r>
              <a:r>
                <a:rPr lang="pt-PT" b="1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th</a:t>
              </a:r>
              <a:r>
                <a:rPr lang="pt-PT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of</a:t>
              </a:r>
              <a:r>
                <a:rPr lang="pt-PT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September</a:t>
              </a:r>
              <a:r>
                <a:rPr lang="pt-PT" b="1" dirty="0">
                  <a:latin typeface="Arial" panose="020B0604020202020204" pitchFamily="34" charset="0"/>
                  <a:cs typeface="Arial" panose="020B0604020202020204" pitchFamily="34" charset="0"/>
                </a:rPr>
                <a:t> 2020</a:t>
              </a:r>
              <a:endParaRPr lang="pt-PT" sz="3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r"/>
              <a:r>
                <a:rPr lang="pt-PT" i="1" dirty="0">
                  <a:latin typeface="Arial" panose="020B0604020202020204" pitchFamily="34" charset="0"/>
                  <a:cs typeface="Arial" panose="020B0604020202020204" pitchFamily="34" charset="0"/>
                </a:rPr>
                <a:t>pedropsi.github.io/star-battle</a:t>
              </a: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F4394FE-BD75-4534-841D-2E578B4DC133}"/>
                </a:ext>
              </a:extLst>
            </p:cNvPr>
            <p:cNvGrpSpPr/>
            <p:nvPr/>
          </p:nvGrpSpPr>
          <p:grpSpPr>
            <a:xfrm>
              <a:off x="3703730" y="-1923065"/>
              <a:ext cx="7607041" cy="724517"/>
              <a:chOff x="3683260" y="-1185384"/>
              <a:chExt cx="7607041" cy="724517"/>
            </a:xfrm>
          </p:grpSpPr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00B5BCA-2184-4471-9CB0-48AF501E9B05}"/>
                  </a:ext>
                </a:extLst>
              </p:cNvPr>
              <p:cNvSpPr txBox="1"/>
              <p:nvPr/>
            </p:nvSpPr>
            <p:spPr>
              <a:xfrm>
                <a:off x="3683260" y="-860977"/>
                <a:ext cx="7607041" cy="40011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pt-PT" sz="20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Cells</a:t>
                </a:r>
                <a:r>
                  <a:rPr lang="pt-PT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0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with</a:t>
                </a:r>
                <a:r>
                  <a:rPr lang="pt-PT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stars share no </a:t>
                </a:r>
                <a:r>
                  <a:rPr lang="pt-PT" sz="20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vertices</a:t>
                </a:r>
                <a:r>
                  <a:rPr lang="pt-PT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36789713-4F3C-4CF0-8FA1-2A62F7760AA8}"/>
                  </a:ext>
                </a:extLst>
              </p:cNvPr>
              <p:cNvSpPr/>
              <p:nvPr/>
            </p:nvSpPr>
            <p:spPr>
              <a:xfrm>
                <a:off x="5038200" y="-1185384"/>
                <a:ext cx="506741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pt-PT" sz="20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Place</a:t>
                </a:r>
                <a:r>
                  <a:rPr lang="pt-PT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0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exactly</a:t>
                </a:r>
                <a:r>
                  <a:rPr lang="pt-PT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0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one</a:t>
                </a:r>
                <a:r>
                  <a:rPr lang="pt-PT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star per </a:t>
                </a:r>
                <a:r>
                  <a:rPr lang="pt-PT" sz="2000" b="1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line</a:t>
                </a:r>
                <a:r>
                  <a:rPr lang="pt-PT" sz="2000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0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and</a:t>
                </a:r>
                <a:r>
                  <a:rPr lang="pt-PT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000" b="1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region</a:t>
                </a:r>
                <a:r>
                  <a:rPr lang="pt-PT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p:grpSp>
        <p:grpSp>
          <p:nvGrpSpPr>
            <p:cNvPr id="500" name="Group 499">
              <a:extLst>
                <a:ext uri="{FF2B5EF4-FFF2-40B4-BE49-F238E27FC236}">
                  <a16:creationId xmlns:a16="http://schemas.microsoft.com/office/drawing/2014/main" id="{3AFDBEF5-0BB8-4D74-883E-4DB5C0B3C64D}"/>
                </a:ext>
              </a:extLst>
            </p:cNvPr>
            <p:cNvGrpSpPr/>
            <p:nvPr/>
          </p:nvGrpSpPr>
          <p:grpSpPr>
            <a:xfrm>
              <a:off x="3682249" y="-636827"/>
              <a:ext cx="7650002" cy="7831386"/>
              <a:chOff x="3640299" y="-576766"/>
              <a:chExt cx="7650002" cy="7831386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53ECD940-73F8-4DFF-89D5-C3E190C13EE3}"/>
                  </a:ext>
                </a:extLst>
              </p:cNvPr>
              <p:cNvGrpSpPr/>
              <p:nvPr/>
            </p:nvGrpSpPr>
            <p:grpSpPr>
              <a:xfrm>
                <a:off x="3640299" y="-576766"/>
                <a:ext cx="7650002" cy="7831386"/>
                <a:chOff x="4325569" y="359631"/>
                <a:chExt cx="7532589" cy="7711189"/>
              </a:xfrm>
            </p:grpSpPr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2B19B060-2FB3-416A-A07B-3CAEFBE26879}"/>
                    </a:ext>
                  </a:extLst>
                </p:cNvPr>
                <p:cNvSpPr txBox="1"/>
                <p:nvPr/>
              </p:nvSpPr>
              <p:spPr>
                <a:xfrm>
                  <a:off x="8766329" y="688016"/>
                  <a:ext cx="444216" cy="52306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B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40C34E43-F265-4F4E-B07A-7F7DA2BE6425}"/>
                    </a:ext>
                  </a:extLst>
                </p:cNvPr>
                <p:cNvSpPr txBox="1"/>
                <p:nvPr/>
              </p:nvSpPr>
              <p:spPr>
                <a:xfrm>
                  <a:off x="8266549" y="359631"/>
                  <a:ext cx="444216" cy="52306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13AD4A28-7D89-43B0-81D2-FCDCAA16FBFA}"/>
                    </a:ext>
                  </a:extLst>
                </p:cNvPr>
                <p:cNvSpPr txBox="1"/>
                <p:nvPr/>
              </p:nvSpPr>
              <p:spPr>
                <a:xfrm>
                  <a:off x="10043229" y="1222182"/>
                  <a:ext cx="444216" cy="52306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D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7318A952-781F-4D55-B334-EF560D7B4F7F}"/>
                    </a:ext>
                  </a:extLst>
                </p:cNvPr>
                <p:cNvSpPr txBox="1"/>
                <p:nvPr/>
              </p:nvSpPr>
              <p:spPr>
                <a:xfrm>
                  <a:off x="9359959" y="984814"/>
                  <a:ext cx="617524" cy="5230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C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516B1986-3BB6-4549-8CCA-F5F3A6501884}"/>
                    </a:ext>
                  </a:extLst>
                </p:cNvPr>
                <p:cNvSpPr txBox="1"/>
                <p:nvPr/>
              </p:nvSpPr>
              <p:spPr>
                <a:xfrm>
                  <a:off x="10696165" y="2311321"/>
                  <a:ext cx="617524" cy="5230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F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621A0855-4466-420A-8359-623BB153868A}"/>
                    </a:ext>
                  </a:extLst>
                </p:cNvPr>
                <p:cNvSpPr txBox="1"/>
                <p:nvPr/>
              </p:nvSpPr>
              <p:spPr>
                <a:xfrm>
                  <a:off x="10430968" y="1806055"/>
                  <a:ext cx="617524" cy="5230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74" name="TextBox 473">
                  <a:extLst>
                    <a:ext uri="{FF2B5EF4-FFF2-40B4-BE49-F238E27FC236}">
                      <a16:creationId xmlns:a16="http://schemas.microsoft.com/office/drawing/2014/main" id="{79C85B14-2441-4593-B795-4DDE26D814C8}"/>
                    </a:ext>
                  </a:extLst>
                </p:cNvPr>
                <p:cNvSpPr txBox="1"/>
                <p:nvPr/>
              </p:nvSpPr>
              <p:spPr>
                <a:xfrm>
                  <a:off x="4354234" y="4427596"/>
                  <a:ext cx="444216" cy="52306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75" name="TextBox 474">
                  <a:extLst>
                    <a:ext uri="{FF2B5EF4-FFF2-40B4-BE49-F238E27FC236}">
                      <a16:creationId xmlns:a16="http://schemas.microsoft.com/office/drawing/2014/main" id="{C1107820-74CF-4996-9C32-9BA9714219C0}"/>
                    </a:ext>
                  </a:extLst>
                </p:cNvPr>
                <p:cNvSpPr txBox="1"/>
                <p:nvPr/>
              </p:nvSpPr>
              <p:spPr>
                <a:xfrm>
                  <a:off x="8766329" y="7360032"/>
                  <a:ext cx="444216" cy="52306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B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76" name="TextBox 475">
                  <a:extLst>
                    <a:ext uri="{FF2B5EF4-FFF2-40B4-BE49-F238E27FC236}">
                      <a16:creationId xmlns:a16="http://schemas.microsoft.com/office/drawing/2014/main" id="{99E09776-2965-4156-B95C-FF5AE057E045}"/>
                    </a:ext>
                  </a:extLst>
                </p:cNvPr>
                <p:cNvSpPr txBox="1"/>
                <p:nvPr/>
              </p:nvSpPr>
              <p:spPr>
                <a:xfrm>
                  <a:off x="4681921" y="5658300"/>
                  <a:ext cx="617524" cy="5230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C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77" name="TextBox 476">
                  <a:extLst>
                    <a:ext uri="{FF2B5EF4-FFF2-40B4-BE49-F238E27FC236}">
                      <a16:creationId xmlns:a16="http://schemas.microsoft.com/office/drawing/2014/main" id="{5E406A3C-0ECD-4D0C-B351-54E04BA3DEF5}"/>
                    </a:ext>
                  </a:extLst>
                </p:cNvPr>
                <p:cNvSpPr txBox="1"/>
                <p:nvPr/>
              </p:nvSpPr>
              <p:spPr>
                <a:xfrm>
                  <a:off x="10043229" y="6845737"/>
                  <a:ext cx="444216" cy="52306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D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78" name="TextBox 477">
                  <a:extLst>
                    <a:ext uri="{FF2B5EF4-FFF2-40B4-BE49-F238E27FC236}">
                      <a16:creationId xmlns:a16="http://schemas.microsoft.com/office/drawing/2014/main" id="{52C075CD-38D9-4FFB-931C-5844D470EBF2}"/>
                    </a:ext>
                  </a:extLst>
                </p:cNvPr>
                <p:cNvSpPr txBox="1"/>
                <p:nvPr/>
              </p:nvSpPr>
              <p:spPr>
                <a:xfrm>
                  <a:off x="4866911" y="1806055"/>
                  <a:ext cx="617524" cy="5230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79" name="TextBox 478">
                  <a:extLst>
                    <a:ext uri="{FF2B5EF4-FFF2-40B4-BE49-F238E27FC236}">
                      <a16:creationId xmlns:a16="http://schemas.microsoft.com/office/drawing/2014/main" id="{E85844A8-F070-4053-83E3-AE18A615D5CB}"/>
                    </a:ext>
                  </a:extLst>
                </p:cNvPr>
                <p:cNvSpPr txBox="1"/>
                <p:nvPr/>
              </p:nvSpPr>
              <p:spPr>
                <a:xfrm>
                  <a:off x="5998913" y="7108076"/>
                  <a:ext cx="617524" cy="5230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F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80" name="TextBox 479">
                  <a:extLst>
                    <a:ext uri="{FF2B5EF4-FFF2-40B4-BE49-F238E27FC236}">
                      <a16:creationId xmlns:a16="http://schemas.microsoft.com/office/drawing/2014/main" id="{C2C2AE41-9721-4E4A-A8FD-625E025CB8B1}"/>
                    </a:ext>
                  </a:extLst>
                </p:cNvPr>
                <p:cNvSpPr txBox="1"/>
                <p:nvPr/>
              </p:nvSpPr>
              <p:spPr>
                <a:xfrm>
                  <a:off x="11045131" y="3090559"/>
                  <a:ext cx="617524" cy="5230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G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81" name="TextBox 480">
                  <a:extLst>
                    <a:ext uri="{FF2B5EF4-FFF2-40B4-BE49-F238E27FC236}">
                      <a16:creationId xmlns:a16="http://schemas.microsoft.com/office/drawing/2014/main" id="{97CAA786-0047-49A0-9977-391565709344}"/>
                    </a:ext>
                  </a:extLst>
                </p:cNvPr>
                <p:cNvSpPr txBox="1"/>
                <p:nvPr/>
              </p:nvSpPr>
              <p:spPr>
                <a:xfrm>
                  <a:off x="4352720" y="3071104"/>
                  <a:ext cx="617524" cy="5230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G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82" name="TextBox 481">
                  <a:extLst>
                    <a:ext uri="{FF2B5EF4-FFF2-40B4-BE49-F238E27FC236}">
                      <a16:creationId xmlns:a16="http://schemas.microsoft.com/office/drawing/2014/main" id="{540D4C33-3B79-4465-A1D3-F7A4E3A3FDA6}"/>
                    </a:ext>
                  </a:extLst>
                </p:cNvPr>
                <p:cNvSpPr txBox="1"/>
                <p:nvPr/>
              </p:nvSpPr>
              <p:spPr>
                <a:xfrm>
                  <a:off x="11240634" y="3548144"/>
                  <a:ext cx="617524" cy="5230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H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83" name="TextBox 482">
                  <a:extLst>
                    <a:ext uri="{FF2B5EF4-FFF2-40B4-BE49-F238E27FC236}">
                      <a16:creationId xmlns:a16="http://schemas.microsoft.com/office/drawing/2014/main" id="{9D810C95-D762-48BF-ADB4-47AC40E918C3}"/>
                    </a:ext>
                  </a:extLst>
                </p:cNvPr>
                <p:cNvSpPr txBox="1"/>
                <p:nvPr/>
              </p:nvSpPr>
              <p:spPr>
                <a:xfrm>
                  <a:off x="7290929" y="7536589"/>
                  <a:ext cx="617524" cy="5230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H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84" name="TextBox 483">
                  <a:extLst>
                    <a:ext uri="{FF2B5EF4-FFF2-40B4-BE49-F238E27FC236}">
                      <a16:creationId xmlns:a16="http://schemas.microsoft.com/office/drawing/2014/main" id="{77BB7D13-709F-4B80-9C69-2B6888DADEA5}"/>
                    </a:ext>
                  </a:extLst>
                </p:cNvPr>
                <p:cNvSpPr txBox="1"/>
                <p:nvPr/>
              </p:nvSpPr>
              <p:spPr>
                <a:xfrm>
                  <a:off x="11185452" y="4422534"/>
                  <a:ext cx="617524" cy="5230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I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85" name="TextBox 484">
                  <a:extLst>
                    <a:ext uri="{FF2B5EF4-FFF2-40B4-BE49-F238E27FC236}">
                      <a16:creationId xmlns:a16="http://schemas.microsoft.com/office/drawing/2014/main" id="{8CF62384-881F-48CC-9F8E-C7D400D7366A}"/>
                    </a:ext>
                  </a:extLst>
                </p:cNvPr>
                <p:cNvSpPr txBox="1"/>
                <p:nvPr/>
              </p:nvSpPr>
              <p:spPr>
                <a:xfrm>
                  <a:off x="7158399" y="375517"/>
                  <a:ext cx="617524" cy="5230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I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86" name="TextBox 485">
                  <a:extLst>
                    <a:ext uri="{FF2B5EF4-FFF2-40B4-BE49-F238E27FC236}">
                      <a16:creationId xmlns:a16="http://schemas.microsoft.com/office/drawing/2014/main" id="{5C27131E-9BC8-4148-AA3D-6720371DAAD8}"/>
                    </a:ext>
                  </a:extLst>
                </p:cNvPr>
                <p:cNvSpPr txBox="1"/>
                <p:nvPr/>
              </p:nvSpPr>
              <p:spPr>
                <a:xfrm>
                  <a:off x="10989691" y="4927390"/>
                  <a:ext cx="617524" cy="5230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J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87" name="TextBox 486">
                  <a:extLst>
                    <a:ext uri="{FF2B5EF4-FFF2-40B4-BE49-F238E27FC236}">
                      <a16:creationId xmlns:a16="http://schemas.microsoft.com/office/drawing/2014/main" id="{D9BD4BDD-85C3-421D-B59E-3624CA8795D8}"/>
                    </a:ext>
                  </a:extLst>
                </p:cNvPr>
                <p:cNvSpPr txBox="1"/>
                <p:nvPr/>
              </p:nvSpPr>
              <p:spPr>
                <a:xfrm>
                  <a:off x="4354819" y="4867966"/>
                  <a:ext cx="617524" cy="5230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J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88" name="TextBox 487">
                  <a:extLst>
                    <a:ext uri="{FF2B5EF4-FFF2-40B4-BE49-F238E27FC236}">
                      <a16:creationId xmlns:a16="http://schemas.microsoft.com/office/drawing/2014/main" id="{5166E4FE-2458-4093-AA60-53D9F2EC627D}"/>
                    </a:ext>
                  </a:extLst>
                </p:cNvPr>
                <p:cNvSpPr txBox="1"/>
                <p:nvPr/>
              </p:nvSpPr>
              <p:spPr>
                <a:xfrm>
                  <a:off x="10839896" y="5726052"/>
                  <a:ext cx="561385" cy="5230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K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89" name="TextBox 488">
                  <a:extLst>
                    <a:ext uri="{FF2B5EF4-FFF2-40B4-BE49-F238E27FC236}">
                      <a16:creationId xmlns:a16="http://schemas.microsoft.com/office/drawing/2014/main" id="{DA69BB45-D82C-4A2D-AA0A-55F96FB8A1FF}"/>
                    </a:ext>
                  </a:extLst>
                </p:cNvPr>
                <p:cNvSpPr txBox="1"/>
                <p:nvPr/>
              </p:nvSpPr>
              <p:spPr>
                <a:xfrm>
                  <a:off x="6092897" y="940439"/>
                  <a:ext cx="561385" cy="5230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K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90" name="TextBox 489">
                  <a:extLst>
                    <a:ext uri="{FF2B5EF4-FFF2-40B4-BE49-F238E27FC236}">
                      <a16:creationId xmlns:a16="http://schemas.microsoft.com/office/drawing/2014/main" id="{396F604B-42AB-41BA-9C18-A2A02F65C094}"/>
                    </a:ext>
                  </a:extLst>
                </p:cNvPr>
                <p:cNvSpPr txBox="1"/>
                <p:nvPr/>
              </p:nvSpPr>
              <p:spPr>
                <a:xfrm>
                  <a:off x="10584060" y="6154446"/>
                  <a:ext cx="561385" cy="5230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91" name="TextBox 490">
                  <a:extLst>
                    <a:ext uri="{FF2B5EF4-FFF2-40B4-BE49-F238E27FC236}">
                      <a16:creationId xmlns:a16="http://schemas.microsoft.com/office/drawing/2014/main" id="{FD4290C0-2A4F-46B4-B30F-6A0F9F82A84C}"/>
                    </a:ext>
                  </a:extLst>
                </p:cNvPr>
                <p:cNvSpPr txBox="1"/>
                <p:nvPr/>
              </p:nvSpPr>
              <p:spPr>
                <a:xfrm>
                  <a:off x="4962111" y="6154446"/>
                  <a:ext cx="561385" cy="5230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92" name="TextBox 491">
                  <a:extLst>
                    <a:ext uri="{FF2B5EF4-FFF2-40B4-BE49-F238E27FC236}">
                      <a16:creationId xmlns:a16="http://schemas.microsoft.com/office/drawing/2014/main" id="{F5BA34CF-0B52-46A6-8211-458E13A40D18}"/>
                    </a:ext>
                  </a:extLst>
                </p:cNvPr>
                <p:cNvSpPr txBox="1"/>
                <p:nvPr/>
              </p:nvSpPr>
              <p:spPr>
                <a:xfrm>
                  <a:off x="9498197" y="7081243"/>
                  <a:ext cx="484279" cy="52306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M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93" name="TextBox 492">
                  <a:extLst>
                    <a:ext uri="{FF2B5EF4-FFF2-40B4-BE49-F238E27FC236}">
                      <a16:creationId xmlns:a16="http://schemas.microsoft.com/office/drawing/2014/main" id="{A5C0A12A-31EA-490E-9346-652CCFACB6B1}"/>
                    </a:ext>
                  </a:extLst>
                </p:cNvPr>
                <p:cNvSpPr txBox="1"/>
                <p:nvPr/>
              </p:nvSpPr>
              <p:spPr>
                <a:xfrm>
                  <a:off x="4750632" y="2314205"/>
                  <a:ext cx="484279" cy="52306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M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94" name="TextBox 493">
                  <a:extLst>
                    <a:ext uri="{FF2B5EF4-FFF2-40B4-BE49-F238E27FC236}">
                      <a16:creationId xmlns:a16="http://schemas.microsoft.com/office/drawing/2014/main" id="{C57641D3-1D0C-4A55-A6BB-B22A6A922D23}"/>
                    </a:ext>
                  </a:extLst>
                </p:cNvPr>
                <p:cNvSpPr txBox="1"/>
                <p:nvPr/>
              </p:nvSpPr>
              <p:spPr>
                <a:xfrm>
                  <a:off x="8299640" y="7547760"/>
                  <a:ext cx="444216" cy="52306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N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95" name="TextBox 494">
                  <a:extLst>
                    <a:ext uri="{FF2B5EF4-FFF2-40B4-BE49-F238E27FC236}">
                      <a16:creationId xmlns:a16="http://schemas.microsoft.com/office/drawing/2014/main" id="{3CDB9D7F-8924-466A-BDBE-3DAFF524D25E}"/>
                    </a:ext>
                  </a:extLst>
                </p:cNvPr>
                <p:cNvSpPr txBox="1"/>
                <p:nvPr/>
              </p:nvSpPr>
              <p:spPr>
                <a:xfrm>
                  <a:off x="4325569" y="3522615"/>
                  <a:ext cx="444216" cy="52306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N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96" name="TextBox 495">
                  <a:extLst>
                    <a:ext uri="{FF2B5EF4-FFF2-40B4-BE49-F238E27FC236}">
                      <a16:creationId xmlns:a16="http://schemas.microsoft.com/office/drawing/2014/main" id="{B0BC9FE4-F0DE-4731-817A-E648F3EC311F}"/>
                    </a:ext>
                  </a:extLst>
                </p:cNvPr>
                <p:cNvSpPr txBox="1"/>
                <p:nvPr/>
              </p:nvSpPr>
              <p:spPr>
                <a:xfrm>
                  <a:off x="6878319" y="7393117"/>
                  <a:ext cx="463446" cy="52306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O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97" name="TextBox 496">
                  <a:extLst>
                    <a:ext uri="{FF2B5EF4-FFF2-40B4-BE49-F238E27FC236}">
                      <a16:creationId xmlns:a16="http://schemas.microsoft.com/office/drawing/2014/main" id="{51800659-93D1-47FE-A6F6-9D050D9BC933}"/>
                    </a:ext>
                  </a:extLst>
                </p:cNvPr>
                <p:cNvSpPr txBox="1"/>
                <p:nvPr/>
              </p:nvSpPr>
              <p:spPr>
                <a:xfrm>
                  <a:off x="6895174" y="643082"/>
                  <a:ext cx="463446" cy="52306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O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98" name="TextBox 497">
                  <a:extLst>
                    <a:ext uri="{FF2B5EF4-FFF2-40B4-BE49-F238E27FC236}">
                      <a16:creationId xmlns:a16="http://schemas.microsoft.com/office/drawing/2014/main" id="{D3D7B3B9-285F-4E5E-B752-43394F3DCD3C}"/>
                    </a:ext>
                  </a:extLst>
                </p:cNvPr>
                <p:cNvSpPr txBox="1"/>
                <p:nvPr/>
              </p:nvSpPr>
              <p:spPr>
                <a:xfrm>
                  <a:off x="5650674" y="6825562"/>
                  <a:ext cx="423385" cy="52306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P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99" name="TextBox 498">
                  <a:extLst>
                    <a:ext uri="{FF2B5EF4-FFF2-40B4-BE49-F238E27FC236}">
                      <a16:creationId xmlns:a16="http://schemas.microsoft.com/office/drawing/2014/main" id="{0DD4AA98-ACBE-4971-A7E8-EB37541195F2}"/>
                    </a:ext>
                  </a:extLst>
                </p:cNvPr>
                <p:cNvSpPr txBox="1"/>
                <p:nvPr/>
              </p:nvSpPr>
              <p:spPr>
                <a:xfrm>
                  <a:off x="5650674" y="1183661"/>
                  <a:ext cx="423385" cy="52306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P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319" name="Group 318">
                <a:extLst>
                  <a:ext uri="{FF2B5EF4-FFF2-40B4-BE49-F238E27FC236}">
                    <a16:creationId xmlns:a16="http://schemas.microsoft.com/office/drawing/2014/main" id="{330CE650-FF55-4444-8DA6-B5FFA32E4B65}"/>
                  </a:ext>
                </a:extLst>
              </p:cNvPr>
              <p:cNvGrpSpPr/>
              <p:nvPr/>
            </p:nvGrpSpPr>
            <p:grpSpPr>
              <a:xfrm>
                <a:off x="3855423" y="-241638"/>
                <a:ext cx="7252681" cy="7251772"/>
                <a:chOff x="4703868" y="-168799"/>
                <a:chExt cx="7252681" cy="7251772"/>
              </a:xfrm>
            </p:grpSpPr>
            <p:grpSp>
              <p:nvGrpSpPr>
                <p:cNvPr id="320" name="Group 319">
                  <a:extLst>
                    <a:ext uri="{FF2B5EF4-FFF2-40B4-BE49-F238E27FC236}">
                      <a16:creationId xmlns:a16="http://schemas.microsoft.com/office/drawing/2014/main" id="{514546EE-E342-4AC4-9A4D-81912667C185}"/>
                    </a:ext>
                  </a:extLst>
                </p:cNvPr>
                <p:cNvGrpSpPr/>
                <p:nvPr/>
              </p:nvGrpSpPr>
              <p:grpSpPr>
                <a:xfrm>
                  <a:off x="4861357" y="-7632"/>
                  <a:ext cx="6935285" cy="6940695"/>
                  <a:chOff x="2662906" y="-7632"/>
                  <a:chExt cx="6935285" cy="6940695"/>
                </a:xfrm>
              </p:grpSpPr>
              <p:sp>
                <p:nvSpPr>
                  <p:cNvPr id="402" name="Rectangle 401">
                    <a:extLst>
                      <a:ext uri="{FF2B5EF4-FFF2-40B4-BE49-F238E27FC236}">
                        <a16:creationId xmlns:a16="http://schemas.microsoft.com/office/drawing/2014/main" id="{4E0FCF16-3B1B-4348-81F6-4F588D7317B8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7942012" y="5253722"/>
                    <a:ext cx="741680" cy="741680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03" name="Rectangle 402">
                    <a:extLst>
                      <a:ext uri="{FF2B5EF4-FFF2-40B4-BE49-F238E27FC236}">
                        <a16:creationId xmlns:a16="http://schemas.microsoft.com/office/drawing/2014/main" id="{9ADC37D2-E26D-4EF6-826B-30FD2202A8D9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7035712" y="4893042"/>
                    <a:ext cx="741680" cy="741680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04" name="Rectangle 403">
                    <a:extLst>
                      <a:ext uri="{FF2B5EF4-FFF2-40B4-BE49-F238E27FC236}">
                        <a16:creationId xmlns:a16="http://schemas.microsoft.com/office/drawing/2014/main" id="{2B5339B1-BCE1-421B-83AB-DE24CCEA5E0F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7569443" y="4380024"/>
                    <a:ext cx="741680" cy="741680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05" name="Rectangle 404">
                    <a:extLst>
                      <a:ext uri="{FF2B5EF4-FFF2-40B4-BE49-F238E27FC236}">
                        <a16:creationId xmlns:a16="http://schemas.microsoft.com/office/drawing/2014/main" id="{60B64802-72A2-4BB7-AE08-93152410635F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6138544" y="5293938"/>
                    <a:ext cx="741680" cy="741680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06" name="Rectangle 405">
                    <a:extLst>
                      <a:ext uri="{FF2B5EF4-FFF2-40B4-BE49-F238E27FC236}">
                        <a16:creationId xmlns:a16="http://schemas.microsoft.com/office/drawing/2014/main" id="{3EDC9B97-2621-48B4-B220-475F60341204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6661062" y="4016805"/>
                    <a:ext cx="741680" cy="741680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07" name="Rectangle 406">
                    <a:extLst>
                      <a:ext uri="{FF2B5EF4-FFF2-40B4-BE49-F238E27FC236}">
                        <a16:creationId xmlns:a16="http://schemas.microsoft.com/office/drawing/2014/main" id="{54FFDDB3-1426-4C2B-98F9-2A8E3CD7F0A9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7942012" y="3455402"/>
                    <a:ext cx="741680" cy="741680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08" name="Rectangle 407">
                    <a:extLst>
                      <a:ext uri="{FF2B5EF4-FFF2-40B4-BE49-F238E27FC236}">
                        <a16:creationId xmlns:a16="http://schemas.microsoft.com/office/drawing/2014/main" id="{A1896403-18E4-41DB-AE70-402BAE8858F8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7051687" y="3099400"/>
                    <a:ext cx="741680" cy="741680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09" name="Rectangle 408">
                    <a:extLst>
                      <a:ext uri="{FF2B5EF4-FFF2-40B4-BE49-F238E27FC236}">
                        <a16:creationId xmlns:a16="http://schemas.microsoft.com/office/drawing/2014/main" id="{FEB78127-B95A-4767-86F0-238419E243BE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8846543" y="3083515"/>
                    <a:ext cx="741680" cy="741680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10" name="Parallelogram 409">
                    <a:extLst>
                      <a:ext uri="{FF2B5EF4-FFF2-40B4-BE49-F238E27FC236}">
                        <a16:creationId xmlns:a16="http://schemas.microsoft.com/office/drawing/2014/main" id="{1DCBCE42-AD16-4FD3-B289-5DFB43F29BC9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6511460" y="5664583"/>
                    <a:ext cx="1273386" cy="515163"/>
                  </a:xfrm>
                  <a:prstGeom prst="parallelogram">
                    <a:avLst>
                      <a:gd name="adj" fmla="val 99943"/>
                    </a:avLst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11" name="Parallelogram 410">
                    <a:extLst>
                      <a:ext uri="{FF2B5EF4-FFF2-40B4-BE49-F238E27FC236}">
                        <a16:creationId xmlns:a16="http://schemas.microsoft.com/office/drawing/2014/main" id="{9D003566-627E-44B1-9255-959F23F75C00}"/>
                      </a:ext>
                    </a:extLst>
                  </p:cNvPr>
                  <p:cNvSpPr/>
                  <p:nvPr/>
                </p:nvSpPr>
                <p:spPr>
                  <a:xfrm rot="5400000" flipH="1">
                    <a:off x="7036724" y="5647649"/>
                    <a:ext cx="1273386" cy="515163"/>
                  </a:xfrm>
                  <a:prstGeom prst="parallelogram">
                    <a:avLst>
                      <a:gd name="adj" fmla="val 99943"/>
                    </a:avLst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12" name="Parallelogram 411">
                    <a:extLst>
                      <a:ext uri="{FF2B5EF4-FFF2-40B4-BE49-F238E27FC236}">
                        <a16:creationId xmlns:a16="http://schemas.microsoft.com/office/drawing/2014/main" id="{C057C78C-8E4D-4163-8273-91E48DD84966}"/>
                      </a:ext>
                    </a:extLst>
                  </p:cNvPr>
                  <p:cNvSpPr/>
                  <p:nvPr/>
                </p:nvSpPr>
                <p:spPr>
                  <a:xfrm rot="5400000" flipH="1">
                    <a:off x="7036724" y="3871679"/>
                    <a:ext cx="1273386" cy="515163"/>
                  </a:xfrm>
                  <a:prstGeom prst="parallelogram">
                    <a:avLst>
                      <a:gd name="adj" fmla="val 99943"/>
                    </a:avLst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13" name="Parallelogram 412">
                    <a:extLst>
                      <a:ext uri="{FF2B5EF4-FFF2-40B4-BE49-F238E27FC236}">
                        <a16:creationId xmlns:a16="http://schemas.microsoft.com/office/drawing/2014/main" id="{D5C2C08E-76ED-4515-AB83-D238AED91BDD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8313824" y="3846140"/>
                    <a:ext cx="1273386" cy="515163"/>
                  </a:xfrm>
                  <a:prstGeom prst="parallelogram">
                    <a:avLst>
                      <a:gd name="adj" fmla="val 99943"/>
                    </a:avLst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14" name="Parallelogram 413">
                    <a:extLst>
                      <a:ext uri="{FF2B5EF4-FFF2-40B4-BE49-F238E27FC236}">
                        <a16:creationId xmlns:a16="http://schemas.microsoft.com/office/drawing/2014/main" id="{CEDE4537-9B8B-4221-8E5D-DFFDAEBE5FBE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767899" y="3865190"/>
                    <a:ext cx="1273386" cy="515163"/>
                  </a:xfrm>
                  <a:prstGeom prst="parallelogram">
                    <a:avLst>
                      <a:gd name="adj" fmla="val 99943"/>
                    </a:avLst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15" name="Parallelogram 414">
                    <a:extLst>
                      <a:ext uri="{FF2B5EF4-FFF2-40B4-BE49-F238E27FC236}">
                        <a16:creationId xmlns:a16="http://schemas.microsoft.com/office/drawing/2014/main" id="{0FDA08B3-FD79-4130-B8F9-A118B94E5719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6134199" y="3480781"/>
                    <a:ext cx="1273386" cy="515163"/>
                  </a:xfrm>
                  <a:prstGeom prst="parallelogram">
                    <a:avLst>
                      <a:gd name="adj" fmla="val 99943"/>
                    </a:avLst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16" name="Parallelogram 415">
                    <a:extLst>
                      <a:ext uri="{FF2B5EF4-FFF2-40B4-BE49-F238E27FC236}">
                        <a16:creationId xmlns:a16="http://schemas.microsoft.com/office/drawing/2014/main" id="{CC9EAF0E-1925-473F-83EA-67AF9A5D02A5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6142666" y="6038788"/>
                    <a:ext cx="1273386" cy="515163"/>
                  </a:xfrm>
                  <a:prstGeom prst="parallelogram">
                    <a:avLst>
                      <a:gd name="adj" fmla="val 99943"/>
                    </a:avLst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  <p:sp>
                <p:nvSpPr>
                  <p:cNvPr id="417" name="Parallelogram 416">
                    <a:extLst>
                      <a:ext uri="{FF2B5EF4-FFF2-40B4-BE49-F238E27FC236}">
                        <a16:creationId xmlns:a16="http://schemas.microsoft.com/office/drawing/2014/main" id="{441426E2-8436-44A6-A39B-270C86FDD432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7937667" y="4222557"/>
                    <a:ext cx="1273386" cy="515163"/>
                  </a:xfrm>
                  <a:prstGeom prst="parallelogram">
                    <a:avLst>
                      <a:gd name="adj" fmla="val 99943"/>
                    </a:avLst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18" name="Parallelogram 417">
                    <a:extLst>
                      <a:ext uri="{FF2B5EF4-FFF2-40B4-BE49-F238E27FC236}">
                        <a16:creationId xmlns:a16="http://schemas.microsoft.com/office/drawing/2014/main" id="{AE9B7F1F-9FE1-4DAF-BF4F-B6566CB42161}"/>
                      </a:ext>
                    </a:extLst>
                  </p:cNvPr>
                  <p:cNvSpPr/>
                  <p:nvPr/>
                </p:nvSpPr>
                <p:spPr>
                  <a:xfrm rot="8100000" flipH="1">
                    <a:off x="6142666" y="4771861"/>
                    <a:ext cx="1273386" cy="515163"/>
                  </a:xfrm>
                  <a:prstGeom prst="parallelogram">
                    <a:avLst>
                      <a:gd name="adj" fmla="val 99943"/>
                    </a:avLst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  <p:sp>
                <p:nvSpPr>
                  <p:cNvPr id="419" name="Parallelogram 418">
                    <a:extLst>
                      <a:ext uri="{FF2B5EF4-FFF2-40B4-BE49-F238E27FC236}">
                        <a16:creationId xmlns:a16="http://schemas.microsoft.com/office/drawing/2014/main" id="{1C886C42-B530-4F5D-9523-AC72E3A1D1B9}"/>
                      </a:ext>
                    </a:extLst>
                  </p:cNvPr>
                  <p:cNvSpPr/>
                  <p:nvPr/>
                </p:nvSpPr>
                <p:spPr>
                  <a:xfrm rot="8100000" flipH="1">
                    <a:off x="7937667" y="4769322"/>
                    <a:ext cx="1273386" cy="515163"/>
                  </a:xfrm>
                  <a:prstGeom prst="parallelogram">
                    <a:avLst>
                      <a:gd name="adj" fmla="val 99943"/>
                    </a:avLst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  <p:sp>
                <p:nvSpPr>
                  <p:cNvPr id="420" name="Rectangle 419">
                    <a:extLst>
                      <a:ext uri="{FF2B5EF4-FFF2-40B4-BE49-F238E27FC236}">
                        <a16:creationId xmlns:a16="http://schemas.microsoft.com/office/drawing/2014/main" id="{92D63D5A-709D-4768-882A-C58807D4A1CF}"/>
                      </a:ext>
                    </a:extLst>
                  </p:cNvPr>
                  <p:cNvSpPr/>
                  <p:nvPr/>
                </p:nvSpPr>
                <p:spPr>
                  <a:xfrm>
                    <a:off x="7918850" y="909837"/>
                    <a:ext cx="741680" cy="741680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21" name="Rectangle 420">
                    <a:extLst>
                      <a:ext uri="{FF2B5EF4-FFF2-40B4-BE49-F238E27FC236}">
                        <a16:creationId xmlns:a16="http://schemas.microsoft.com/office/drawing/2014/main" id="{FFB539FE-4DE1-4E95-8FD8-83FDD3FA8C69}"/>
                      </a:ext>
                    </a:extLst>
                  </p:cNvPr>
                  <p:cNvSpPr/>
                  <p:nvPr/>
                </p:nvSpPr>
                <p:spPr>
                  <a:xfrm rot="18900000">
                    <a:off x="7558170" y="1816137"/>
                    <a:ext cx="741680" cy="741680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22" name="Rectangle 421">
                    <a:extLst>
                      <a:ext uri="{FF2B5EF4-FFF2-40B4-BE49-F238E27FC236}">
                        <a16:creationId xmlns:a16="http://schemas.microsoft.com/office/drawing/2014/main" id="{5CFC1A33-DDB2-4E68-B04E-A8371422DC3C}"/>
                      </a:ext>
                    </a:extLst>
                  </p:cNvPr>
                  <p:cNvSpPr/>
                  <p:nvPr/>
                </p:nvSpPr>
                <p:spPr>
                  <a:xfrm rot="18900000">
                    <a:off x="7045152" y="1282406"/>
                    <a:ext cx="741680" cy="741680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23" name="Rectangle 422">
                    <a:extLst>
                      <a:ext uri="{FF2B5EF4-FFF2-40B4-BE49-F238E27FC236}">
                        <a16:creationId xmlns:a16="http://schemas.microsoft.com/office/drawing/2014/main" id="{6D8FE896-48C3-4CC6-9337-1B29943AD792}"/>
                      </a:ext>
                    </a:extLst>
                  </p:cNvPr>
                  <p:cNvSpPr/>
                  <p:nvPr/>
                </p:nvSpPr>
                <p:spPr>
                  <a:xfrm>
                    <a:off x="7959066" y="2704838"/>
                    <a:ext cx="741680" cy="741680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24" name="Rectangle 423">
                    <a:extLst>
                      <a:ext uri="{FF2B5EF4-FFF2-40B4-BE49-F238E27FC236}">
                        <a16:creationId xmlns:a16="http://schemas.microsoft.com/office/drawing/2014/main" id="{F90FC538-2906-4C3C-8384-750748DE81CB}"/>
                      </a:ext>
                    </a:extLst>
                  </p:cNvPr>
                  <p:cNvSpPr/>
                  <p:nvPr/>
                </p:nvSpPr>
                <p:spPr>
                  <a:xfrm>
                    <a:off x="6681933" y="2190787"/>
                    <a:ext cx="741680" cy="741680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25" name="Rectangle 424">
                    <a:extLst>
                      <a:ext uri="{FF2B5EF4-FFF2-40B4-BE49-F238E27FC236}">
                        <a16:creationId xmlns:a16="http://schemas.microsoft.com/office/drawing/2014/main" id="{AEB54236-80C0-4D98-A498-7697C66597EF}"/>
                      </a:ext>
                    </a:extLst>
                  </p:cNvPr>
                  <p:cNvSpPr/>
                  <p:nvPr/>
                </p:nvSpPr>
                <p:spPr>
                  <a:xfrm>
                    <a:off x="6120530" y="909837"/>
                    <a:ext cx="741680" cy="741680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26" name="Rectangle 425">
                    <a:extLst>
                      <a:ext uri="{FF2B5EF4-FFF2-40B4-BE49-F238E27FC236}">
                        <a16:creationId xmlns:a16="http://schemas.microsoft.com/office/drawing/2014/main" id="{6CAF1CDF-AD1C-4685-B44A-3D9DB97FEA40}"/>
                      </a:ext>
                    </a:extLst>
                  </p:cNvPr>
                  <p:cNvSpPr/>
                  <p:nvPr/>
                </p:nvSpPr>
                <p:spPr>
                  <a:xfrm rot="18900000">
                    <a:off x="5764524" y="1800162"/>
                    <a:ext cx="741680" cy="741680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27" name="Rectangle 426">
                    <a:extLst>
                      <a:ext uri="{FF2B5EF4-FFF2-40B4-BE49-F238E27FC236}">
                        <a16:creationId xmlns:a16="http://schemas.microsoft.com/office/drawing/2014/main" id="{C7F6AF43-A9DC-4FA5-8EC2-6DFC8F7D848D}"/>
                      </a:ext>
                    </a:extLst>
                  </p:cNvPr>
                  <p:cNvSpPr/>
                  <p:nvPr/>
                </p:nvSpPr>
                <p:spPr>
                  <a:xfrm rot="18900000">
                    <a:off x="5748643" y="5306"/>
                    <a:ext cx="741680" cy="741680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28" name="Parallelogram 427">
                    <a:extLst>
                      <a:ext uri="{FF2B5EF4-FFF2-40B4-BE49-F238E27FC236}">
                        <a16:creationId xmlns:a16="http://schemas.microsoft.com/office/drawing/2014/main" id="{F356F5A2-8724-469F-A499-EDDE0A6DF16E}"/>
                      </a:ext>
                    </a:extLst>
                  </p:cNvPr>
                  <p:cNvSpPr/>
                  <p:nvPr/>
                </p:nvSpPr>
                <p:spPr>
                  <a:xfrm>
                    <a:off x="7933666" y="2196261"/>
                    <a:ext cx="1273386" cy="515163"/>
                  </a:xfrm>
                  <a:prstGeom prst="parallelogram">
                    <a:avLst>
                      <a:gd name="adj" fmla="val 99943"/>
                    </a:avLst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29" name="Parallelogram 428">
                    <a:extLst>
                      <a:ext uri="{FF2B5EF4-FFF2-40B4-BE49-F238E27FC236}">
                        <a16:creationId xmlns:a16="http://schemas.microsoft.com/office/drawing/2014/main" id="{DA6011E6-603A-4FF7-9EEF-F63D3FC6F755}"/>
                      </a:ext>
                    </a:extLst>
                  </p:cNvPr>
                  <p:cNvSpPr/>
                  <p:nvPr/>
                </p:nvSpPr>
                <p:spPr>
                  <a:xfrm flipH="1">
                    <a:off x="7933666" y="1662530"/>
                    <a:ext cx="1273386" cy="515163"/>
                  </a:xfrm>
                  <a:prstGeom prst="parallelogram">
                    <a:avLst>
                      <a:gd name="adj" fmla="val 99943"/>
                    </a:avLst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30" name="Parallelogram 429">
                    <a:extLst>
                      <a:ext uri="{FF2B5EF4-FFF2-40B4-BE49-F238E27FC236}">
                        <a16:creationId xmlns:a16="http://schemas.microsoft.com/office/drawing/2014/main" id="{A3F8F78A-C2F5-4315-BCB9-C5055CCBB293}"/>
                      </a:ext>
                    </a:extLst>
                  </p:cNvPr>
                  <p:cNvSpPr/>
                  <p:nvPr/>
                </p:nvSpPr>
                <p:spPr>
                  <a:xfrm flipH="1">
                    <a:off x="6157696" y="1662530"/>
                    <a:ext cx="1273386" cy="515163"/>
                  </a:xfrm>
                  <a:prstGeom prst="parallelogram">
                    <a:avLst>
                      <a:gd name="adj" fmla="val 99943"/>
                    </a:avLst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31" name="Parallelogram 430">
                    <a:extLst>
                      <a:ext uri="{FF2B5EF4-FFF2-40B4-BE49-F238E27FC236}">
                        <a16:creationId xmlns:a16="http://schemas.microsoft.com/office/drawing/2014/main" id="{F51EE4FF-8515-44DB-8CBD-6A236E2BD242}"/>
                      </a:ext>
                    </a:extLst>
                  </p:cNvPr>
                  <p:cNvSpPr/>
                  <p:nvPr/>
                </p:nvSpPr>
                <p:spPr>
                  <a:xfrm>
                    <a:off x="6132157" y="385430"/>
                    <a:ext cx="1273386" cy="515163"/>
                  </a:xfrm>
                  <a:prstGeom prst="parallelogram">
                    <a:avLst>
                      <a:gd name="adj" fmla="val 99943"/>
                    </a:avLst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32" name="Parallelogram 431">
                    <a:extLst>
                      <a:ext uri="{FF2B5EF4-FFF2-40B4-BE49-F238E27FC236}">
                        <a16:creationId xmlns:a16="http://schemas.microsoft.com/office/drawing/2014/main" id="{67940C43-DA7D-4F06-A51E-2F68AE130BA2}"/>
                      </a:ext>
                    </a:extLst>
                  </p:cNvPr>
                  <p:cNvSpPr/>
                  <p:nvPr/>
                </p:nvSpPr>
                <p:spPr>
                  <a:xfrm>
                    <a:off x="6151207" y="2948289"/>
                    <a:ext cx="1273386" cy="515163"/>
                  </a:xfrm>
                  <a:prstGeom prst="parallelogram">
                    <a:avLst>
                      <a:gd name="adj" fmla="val 99943"/>
                    </a:avLst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33" name="Parallelogram 432">
                    <a:extLst>
                      <a:ext uri="{FF2B5EF4-FFF2-40B4-BE49-F238E27FC236}">
                        <a16:creationId xmlns:a16="http://schemas.microsoft.com/office/drawing/2014/main" id="{E13ADC49-9501-4481-951D-EAE5EC524CFA}"/>
                      </a:ext>
                    </a:extLst>
                  </p:cNvPr>
                  <p:cNvSpPr/>
                  <p:nvPr/>
                </p:nvSpPr>
                <p:spPr>
                  <a:xfrm rot="18900000">
                    <a:off x="5758331" y="2556588"/>
                    <a:ext cx="1273386" cy="515163"/>
                  </a:xfrm>
                  <a:prstGeom prst="parallelogram">
                    <a:avLst>
                      <a:gd name="adj" fmla="val 99943"/>
                    </a:avLst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34" name="Parallelogram 433">
                    <a:extLst>
                      <a:ext uri="{FF2B5EF4-FFF2-40B4-BE49-F238E27FC236}">
                        <a16:creationId xmlns:a16="http://schemas.microsoft.com/office/drawing/2014/main" id="{3F489C85-D488-41CC-BEC2-77B90FA0FAA3}"/>
                      </a:ext>
                    </a:extLst>
                  </p:cNvPr>
                  <p:cNvSpPr/>
                  <p:nvPr/>
                </p:nvSpPr>
                <p:spPr>
                  <a:xfrm rot="18900000">
                    <a:off x="8324805" y="2556588"/>
                    <a:ext cx="1273386" cy="515163"/>
                  </a:xfrm>
                  <a:prstGeom prst="parallelogram">
                    <a:avLst>
                      <a:gd name="adj" fmla="val 99943"/>
                    </a:avLst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  <p:sp>
                <p:nvSpPr>
                  <p:cNvPr id="435" name="Parallelogram 434">
                    <a:extLst>
                      <a:ext uri="{FF2B5EF4-FFF2-40B4-BE49-F238E27FC236}">
                        <a16:creationId xmlns:a16="http://schemas.microsoft.com/office/drawing/2014/main" id="{A8E45F4E-C866-47B4-ABD3-E495CB37F670}"/>
                      </a:ext>
                    </a:extLst>
                  </p:cNvPr>
                  <p:cNvSpPr/>
                  <p:nvPr/>
                </p:nvSpPr>
                <p:spPr>
                  <a:xfrm rot="18900000">
                    <a:off x="6508574" y="761587"/>
                    <a:ext cx="1273386" cy="515163"/>
                  </a:xfrm>
                  <a:prstGeom prst="parallelogram">
                    <a:avLst>
                      <a:gd name="adj" fmla="val 99943"/>
                    </a:avLst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36" name="Parallelogram 435">
                    <a:extLst>
                      <a:ext uri="{FF2B5EF4-FFF2-40B4-BE49-F238E27FC236}">
                        <a16:creationId xmlns:a16="http://schemas.microsoft.com/office/drawing/2014/main" id="{CAC4BEAB-BDDB-4934-89A7-B3F135F53043}"/>
                      </a:ext>
                    </a:extLst>
                  </p:cNvPr>
                  <p:cNvSpPr/>
                  <p:nvPr/>
                </p:nvSpPr>
                <p:spPr>
                  <a:xfrm rot="2700000" flipH="1">
                    <a:off x="7057878" y="2556588"/>
                    <a:ext cx="1273386" cy="515163"/>
                  </a:xfrm>
                  <a:prstGeom prst="parallelogram">
                    <a:avLst>
                      <a:gd name="adj" fmla="val 99943"/>
                    </a:avLst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  <p:sp>
                <p:nvSpPr>
                  <p:cNvPr id="437" name="Parallelogram 436">
                    <a:extLst>
                      <a:ext uri="{FF2B5EF4-FFF2-40B4-BE49-F238E27FC236}">
                        <a16:creationId xmlns:a16="http://schemas.microsoft.com/office/drawing/2014/main" id="{00014E6D-760C-4372-B153-53D988E4B882}"/>
                      </a:ext>
                    </a:extLst>
                  </p:cNvPr>
                  <p:cNvSpPr/>
                  <p:nvPr/>
                </p:nvSpPr>
                <p:spPr>
                  <a:xfrm rot="2700000" flipH="1">
                    <a:off x="7055339" y="761587"/>
                    <a:ext cx="1273386" cy="515163"/>
                  </a:xfrm>
                  <a:prstGeom prst="parallelogram">
                    <a:avLst>
                      <a:gd name="adj" fmla="val 99943"/>
                    </a:avLst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  <p:sp>
                <p:nvSpPr>
                  <p:cNvPr id="438" name="Rectangle 437">
                    <a:extLst>
                      <a:ext uri="{FF2B5EF4-FFF2-40B4-BE49-F238E27FC236}">
                        <a16:creationId xmlns:a16="http://schemas.microsoft.com/office/drawing/2014/main" id="{029B9B8D-E16C-4B2C-B044-C2085BAC39EE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577407" y="930029"/>
                    <a:ext cx="741680" cy="741680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39" name="Rectangle 438">
                    <a:extLst>
                      <a:ext uri="{FF2B5EF4-FFF2-40B4-BE49-F238E27FC236}">
                        <a16:creationId xmlns:a16="http://schemas.microsoft.com/office/drawing/2014/main" id="{EF80B969-AF83-4612-A074-43CA2949AF8A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4483707" y="1290709"/>
                    <a:ext cx="741680" cy="741680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40" name="Rectangle 439">
                    <a:extLst>
                      <a:ext uri="{FF2B5EF4-FFF2-40B4-BE49-F238E27FC236}">
                        <a16:creationId xmlns:a16="http://schemas.microsoft.com/office/drawing/2014/main" id="{2B1E8B5B-9D1E-4BC3-927F-D13BB94CAC79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3949976" y="1803727"/>
                    <a:ext cx="741680" cy="741680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41" name="Rectangle 440">
                    <a:extLst>
                      <a:ext uri="{FF2B5EF4-FFF2-40B4-BE49-F238E27FC236}">
                        <a16:creationId xmlns:a16="http://schemas.microsoft.com/office/drawing/2014/main" id="{63803A8A-DE72-484C-8B13-BC8B5A799597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5372408" y="889812"/>
                    <a:ext cx="741680" cy="741680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42" name="Rectangle 441">
                    <a:extLst>
                      <a:ext uri="{FF2B5EF4-FFF2-40B4-BE49-F238E27FC236}">
                        <a16:creationId xmlns:a16="http://schemas.microsoft.com/office/drawing/2014/main" id="{B90CDA74-603E-4749-9FB6-C7B67296DFA8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4858357" y="2166945"/>
                    <a:ext cx="741680" cy="741680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43" name="Rectangle 442">
                    <a:extLst>
                      <a:ext uri="{FF2B5EF4-FFF2-40B4-BE49-F238E27FC236}">
                        <a16:creationId xmlns:a16="http://schemas.microsoft.com/office/drawing/2014/main" id="{515B5030-284B-4D29-9C1F-0D389549B348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577407" y="2728349"/>
                    <a:ext cx="741680" cy="741680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44" name="Rectangle 443">
                    <a:extLst>
                      <a:ext uri="{FF2B5EF4-FFF2-40B4-BE49-F238E27FC236}">
                        <a16:creationId xmlns:a16="http://schemas.microsoft.com/office/drawing/2014/main" id="{F9382A24-B38E-42FE-800C-F7A4E2D07283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4467732" y="3084355"/>
                    <a:ext cx="741680" cy="741680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45" name="Rectangle 444">
                    <a:extLst>
                      <a:ext uri="{FF2B5EF4-FFF2-40B4-BE49-F238E27FC236}">
                        <a16:creationId xmlns:a16="http://schemas.microsoft.com/office/drawing/2014/main" id="{92B187EC-8782-4D52-8280-81B5B2DFF3E7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672876" y="3100236"/>
                    <a:ext cx="741680" cy="741680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46" name="Parallelogram 445">
                    <a:extLst>
                      <a:ext uri="{FF2B5EF4-FFF2-40B4-BE49-F238E27FC236}">
                        <a16:creationId xmlns:a16="http://schemas.microsoft.com/office/drawing/2014/main" id="{834669DB-72FC-4623-A5C0-B09C5F0810F2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4484719" y="762618"/>
                    <a:ext cx="1273386" cy="515163"/>
                  </a:xfrm>
                  <a:prstGeom prst="parallelogram">
                    <a:avLst>
                      <a:gd name="adj" fmla="val 99943"/>
                    </a:avLst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47" name="Parallelogram 446">
                    <a:extLst>
                      <a:ext uri="{FF2B5EF4-FFF2-40B4-BE49-F238E27FC236}">
                        <a16:creationId xmlns:a16="http://schemas.microsoft.com/office/drawing/2014/main" id="{25B0C98C-CF31-4784-B0ED-E5F45285D716}"/>
                      </a:ext>
                    </a:extLst>
                  </p:cNvPr>
                  <p:cNvSpPr/>
                  <p:nvPr/>
                </p:nvSpPr>
                <p:spPr>
                  <a:xfrm rot="16200000" flipH="1">
                    <a:off x="3950988" y="762618"/>
                    <a:ext cx="1273386" cy="515163"/>
                  </a:xfrm>
                  <a:prstGeom prst="parallelogram">
                    <a:avLst>
                      <a:gd name="adj" fmla="val 99943"/>
                    </a:avLst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48" name="Parallelogram 447">
                    <a:extLst>
                      <a:ext uri="{FF2B5EF4-FFF2-40B4-BE49-F238E27FC236}">
                        <a16:creationId xmlns:a16="http://schemas.microsoft.com/office/drawing/2014/main" id="{DAF4F157-4F59-4F7D-BDF5-EDB436B2EFF4}"/>
                      </a:ext>
                    </a:extLst>
                  </p:cNvPr>
                  <p:cNvSpPr/>
                  <p:nvPr/>
                </p:nvSpPr>
                <p:spPr>
                  <a:xfrm rot="16200000" flipH="1">
                    <a:off x="3950988" y="2538588"/>
                    <a:ext cx="1273386" cy="515163"/>
                  </a:xfrm>
                  <a:prstGeom prst="parallelogram">
                    <a:avLst>
                      <a:gd name="adj" fmla="val 99943"/>
                    </a:avLst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49" name="Parallelogram 448">
                    <a:extLst>
                      <a:ext uri="{FF2B5EF4-FFF2-40B4-BE49-F238E27FC236}">
                        <a16:creationId xmlns:a16="http://schemas.microsoft.com/office/drawing/2014/main" id="{574B3F73-A7E7-4C7D-93FB-BED2A165535E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673888" y="2564127"/>
                    <a:ext cx="1273386" cy="515163"/>
                  </a:xfrm>
                  <a:prstGeom prst="parallelogram">
                    <a:avLst>
                      <a:gd name="adj" fmla="val 99943"/>
                    </a:avLst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50" name="Parallelogram 449">
                    <a:extLst>
                      <a:ext uri="{FF2B5EF4-FFF2-40B4-BE49-F238E27FC236}">
                        <a16:creationId xmlns:a16="http://schemas.microsoft.com/office/drawing/2014/main" id="{A9EE2A54-4DD3-4831-85FA-F529E579D5A6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5219813" y="2545077"/>
                    <a:ext cx="1273386" cy="515163"/>
                  </a:xfrm>
                  <a:prstGeom prst="parallelogram">
                    <a:avLst>
                      <a:gd name="adj" fmla="val 99943"/>
                    </a:avLst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51" name="Parallelogram 450">
                    <a:extLst>
                      <a:ext uri="{FF2B5EF4-FFF2-40B4-BE49-F238E27FC236}">
                        <a16:creationId xmlns:a16="http://schemas.microsoft.com/office/drawing/2014/main" id="{9F6269D7-7D69-4539-9CA7-84C0A6DFE07C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4870447" y="2946420"/>
                    <a:ext cx="1273386" cy="515163"/>
                  </a:xfrm>
                  <a:prstGeom prst="parallelogram">
                    <a:avLst>
                      <a:gd name="adj" fmla="val 99943"/>
                    </a:avLst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52" name="Parallelogram 451">
                    <a:extLst>
                      <a:ext uri="{FF2B5EF4-FFF2-40B4-BE49-F238E27FC236}">
                        <a16:creationId xmlns:a16="http://schemas.microsoft.com/office/drawing/2014/main" id="{DDA9BFAD-F946-42DE-A461-59E7D0AEA17D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4845046" y="371479"/>
                    <a:ext cx="1273386" cy="515163"/>
                  </a:xfrm>
                  <a:prstGeom prst="parallelogram">
                    <a:avLst>
                      <a:gd name="adj" fmla="val 99943"/>
                    </a:avLst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  <p:sp>
                <p:nvSpPr>
                  <p:cNvPr id="453" name="Parallelogram 452">
                    <a:extLst>
                      <a:ext uri="{FF2B5EF4-FFF2-40B4-BE49-F238E27FC236}">
                        <a16:creationId xmlns:a16="http://schemas.microsoft.com/office/drawing/2014/main" id="{B56959B2-C4EF-4737-995B-382F42054F57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3050045" y="2187710"/>
                    <a:ext cx="1273386" cy="515163"/>
                  </a:xfrm>
                  <a:prstGeom prst="parallelogram">
                    <a:avLst>
                      <a:gd name="adj" fmla="val 99943"/>
                    </a:avLst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54" name="Parallelogram 453">
                    <a:extLst>
                      <a:ext uri="{FF2B5EF4-FFF2-40B4-BE49-F238E27FC236}">
                        <a16:creationId xmlns:a16="http://schemas.microsoft.com/office/drawing/2014/main" id="{4BBFBDED-8269-4776-9C50-8AFB4B4677F1}"/>
                      </a:ext>
                    </a:extLst>
                  </p:cNvPr>
                  <p:cNvSpPr/>
                  <p:nvPr/>
                </p:nvSpPr>
                <p:spPr>
                  <a:xfrm rot="18900000" flipH="1">
                    <a:off x="4861982" y="1638405"/>
                    <a:ext cx="1273386" cy="515163"/>
                  </a:xfrm>
                  <a:prstGeom prst="parallelogram">
                    <a:avLst>
                      <a:gd name="adj" fmla="val 99943"/>
                    </a:avLst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  <p:sp>
                <p:nvSpPr>
                  <p:cNvPr id="455" name="Parallelogram 454">
                    <a:extLst>
                      <a:ext uri="{FF2B5EF4-FFF2-40B4-BE49-F238E27FC236}">
                        <a16:creationId xmlns:a16="http://schemas.microsoft.com/office/drawing/2014/main" id="{CB04FC8C-281D-4B22-AE40-613DE003DE50}"/>
                      </a:ext>
                    </a:extLst>
                  </p:cNvPr>
                  <p:cNvSpPr/>
                  <p:nvPr/>
                </p:nvSpPr>
                <p:spPr>
                  <a:xfrm rot="18900000" flipH="1">
                    <a:off x="3050045" y="1640945"/>
                    <a:ext cx="1273386" cy="515163"/>
                  </a:xfrm>
                  <a:prstGeom prst="parallelogram">
                    <a:avLst>
                      <a:gd name="adj" fmla="val 99943"/>
                    </a:avLst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  <p:sp>
                <p:nvSpPr>
                  <p:cNvPr id="456" name="Rectangle 455">
                    <a:extLst>
                      <a:ext uri="{FF2B5EF4-FFF2-40B4-BE49-F238E27FC236}">
                        <a16:creationId xmlns:a16="http://schemas.microsoft.com/office/drawing/2014/main" id="{F0C5CF66-CA08-4390-ACBD-856802278470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3600567" y="5273912"/>
                    <a:ext cx="741680" cy="741680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57" name="Rectangle 456">
                    <a:extLst>
                      <a:ext uri="{FF2B5EF4-FFF2-40B4-BE49-F238E27FC236}">
                        <a16:creationId xmlns:a16="http://schemas.microsoft.com/office/drawing/2014/main" id="{9CAEB845-2829-44F6-8BB6-8BC53C799F1B}"/>
                      </a:ext>
                    </a:extLst>
                  </p:cNvPr>
                  <p:cNvSpPr/>
                  <p:nvPr/>
                </p:nvSpPr>
                <p:spPr>
                  <a:xfrm rot="8100000">
                    <a:off x="3961247" y="4367612"/>
                    <a:ext cx="741680" cy="741680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58" name="Rectangle 457">
                    <a:extLst>
                      <a:ext uri="{FF2B5EF4-FFF2-40B4-BE49-F238E27FC236}">
                        <a16:creationId xmlns:a16="http://schemas.microsoft.com/office/drawing/2014/main" id="{A44F38BF-B895-4F0C-A78B-7B4EB6122BE1}"/>
                      </a:ext>
                    </a:extLst>
                  </p:cNvPr>
                  <p:cNvSpPr/>
                  <p:nvPr/>
                </p:nvSpPr>
                <p:spPr>
                  <a:xfrm rot="8100000">
                    <a:off x="4474265" y="4901343"/>
                    <a:ext cx="741680" cy="741680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59" name="Rectangle 458">
                    <a:extLst>
                      <a:ext uri="{FF2B5EF4-FFF2-40B4-BE49-F238E27FC236}">
                        <a16:creationId xmlns:a16="http://schemas.microsoft.com/office/drawing/2014/main" id="{B02B49D5-A527-4517-B168-61FCD9D915D5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3560351" y="3478911"/>
                    <a:ext cx="741680" cy="741680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60" name="Rectangle 459">
                    <a:extLst>
                      <a:ext uri="{FF2B5EF4-FFF2-40B4-BE49-F238E27FC236}">
                        <a16:creationId xmlns:a16="http://schemas.microsoft.com/office/drawing/2014/main" id="{4B058D7B-E674-4432-863D-64110CF4D909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837484" y="3992962"/>
                    <a:ext cx="741680" cy="741680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61" name="Rectangle 460">
                    <a:extLst>
                      <a:ext uri="{FF2B5EF4-FFF2-40B4-BE49-F238E27FC236}">
                        <a16:creationId xmlns:a16="http://schemas.microsoft.com/office/drawing/2014/main" id="{B72B9BED-97D0-4A0B-AAAE-29EE9B622DDC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5390420" y="5273912"/>
                    <a:ext cx="741680" cy="741680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62" name="Rectangle 461">
                    <a:extLst>
                      <a:ext uri="{FF2B5EF4-FFF2-40B4-BE49-F238E27FC236}">
                        <a16:creationId xmlns:a16="http://schemas.microsoft.com/office/drawing/2014/main" id="{6A7A779F-0A64-4431-9C3D-7491EFB64F8C}"/>
                      </a:ext>
                    </a:extLst>
                  </p:cNvPr>
                  <p:cNvSpPr/>
                  <p:nvPr/>
                </p:nvSpPr>
                <p:spPr>
                  <a:xfrm rot="8100000">
                    <a:off x="5754893" y="4396287"/>
                    <a:ext cx="741680" cy="741680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63" name="Rectangle 462">
                    <a:extLst>
                      <a:ext uri="{FF2B5EF4-FFF2-40B4-BE49-F238E27FC236}">
                        <a16:creationId xmlns:a16="http://schemas.microsoft.com/office/drawing/2014/main" id="{13E07019-2979-41BA-8DF4-4941A33AD1D2}"/>
                      </a:ext>
                    </a:extLst>
                  </p:cNvPr>
                  <p:cNvSpPr/>
                  <p:nvPr/>
                </p:nvSpPr>
                <p:spPr>
                  <a:xfrm rot="8100000">
                    <a:off x="5770774" y="6178443"/>
                    <a:ext cx="741680" cy="741680"/>
                  </a:xfrm>
                  <a:prstGeom prst="rect">
                    <a:avLst/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64" name="Parallelogram 463">
                    <a:extLst>
                      <a:ext uri="{FF2B5EF4-FFF2-40B4-BE49-F238E27FC236}">
                        <a16:creationId xmlns:a16="http://schemas.microsoft.com/office/drawing/2014/main" id="{F3033DAA-C412-42F4-9FF1-445A26B35E48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3054045" y="4214005"/>
                    <a:ext cx="1273386" cy="515163"/>
                  </a:xfrm>
                  <a:prstGeom prst="parallelogram">
                    <a:avLst>
                      <a:gd name="adj" fmla="val 99943"/>
                    </a:avLst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65" name="Parallelogram 464">
                    <a:extLst>
                      <a:ext uri="{FF2B5EF4-FFF2-40B4-BE49-F238E27FC236}">
                        <a16:creationId xmlns:a16="http://schemas.microsoft.com/office/drawing/2014/main" id="{64BFD0F9-E544-41B4-85F2-3F0F6BB84E0B}"/>
                      </a:ext>
                    </a:extLst>
                  </p:cNvPr>
                  <p:cNvSpPr/>
                  <p:nvPr/>
                </p:nvSpPr>
                <p:spPr>
                  <a:xfrm rot="10800000" flipH="1">
                    <a:off x="3054045" y="4747736"/>
                    <a:ext cx="1273386" cy="515163"/>
                  </a:xfrm>
                  <a:prstGeom prst="parallelogram">
                    <a:avLst>
                      <a:gd name="adj" fmla="val 99943"/>
                    </a:avLst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66" name="Parallelogram 465">
                    <a:extLst>
                      <a:ext uri="{FF2B5EF4-FFF2-40B4-BE49-F238E27FC236}">
                        <a16:creationId xmlns:a16="http://schemas.microsoft.com/office/drawing/2014/main" id="{53428506-2D63-412F-B074-FF5EDE829150}"/>
                      </a:ext>
                    </a:extLst>
                  </p:cNvPr>
                  <p:cNvSpPr/>
                  <p:nvPr/>
                </p:nvSpPr>
                <p:spPr>
                  <a:xfrm rot="10800000" flipH="1">
                    <a:off x="4830015" y="4747736"/>
                    <a:ext cx="1273386" cy="515163"/>
                  </a:xfrm>
                  <a:prstGeom prst="parallelogram">
                    <a:avLst>
                      <a:gd name="adj" fmla="val 99943"/>
                    </a:avLst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67" name="Parallelogram 466">
                    <a:extLst>
                      <a:ext uri="{FF2B5EF4-FFF2-40B4-BE49-F238E27FC236}">
                        <a16:creationId xmlns:a16="http://schemas.microsoft.com/office/drawing/2014/main" id="{9FC47147-DDA6-48CC-867B-552CF56F1F5B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855554" y="6024836"/>
                    <a:ext cx="1273386" cy="515163"/>
                  </a:xfrm>
                  <a:prstGeom prst="parallelogram">
                    <a:avLst>
                      <a:gd name="adj" fmla="val 99943"/>
                    </a:avLst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68" name="Parallelogram 467">
                    <a:extLst>
                      <a:ext uri="{FF2B5EF4-FFF2-40B4-BE49-F238E27FC236}">
                        <a16:creationId xmlns:a16="http://schemas.microsoft.com/office/drawing/2014/main" id="{8ED325EC-7140-4367-BD25-5B85F6E7D746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836504" y="3478911"/>
                    <a:ext cx="1273386" cy="515163"/>
                  </a:xfrm>
                  <a:prstGeom prst="parallelogram">
                    <a:avLst>
                      <a:gd name="adj" fmla="val 99943"/>
                    </a:avLst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69" name="Parallelogram 468">
                    <a:extLst>
                      <a:ext uri="{FF2B5EF4-FFF2-40B4-BE49-F238E27FC236}">
                        <a16:creationId xmlns:a16="http://schemas.microsoft.com/office/drawing/2014/main" id="{B7EB5478-58D9-4E96-9887-ABB87EBAC896}"/>
                      </a:ext>
                    </a:extLst>
                  </p:cNvPr>
                  <p:cNvSpPr/>
                  <p:nvPr/>
                </p:nvSpPr>
                <p:spPr>
                  <a:xfrm rot="8100000">
                    <a:off x="5229380" y="3853678"/>
                    <a:ext cx="1273386" cy="515163"/>
                  </a:xfrm>
                  <a:prstGeom prst="parallelogram">
                    <a:avLst>
                      <a:gd name="adj" fmla="val 99943"/>
                    </a:avLst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70" name="Parallelogram 469">
                    <a:extLst>
                      <a:ext uri="{FF2B5EF4-FFF2-40B4-BE49-F238E27FC236}">
                        <a16:creationId xmlns:a16="http://schemas.microsoft.com/office/drawing/2014/main" id="{B52C655A-854D-41DD-875D-E122480C3291}"/>
                      </a:ext>
                    </a:extLst>
                  </p:cNvPr>
                  <p:cNvSpPr/>
                  <p:nvPr/>
                </p:nvSpPr>
                <p:spPr>
                  <a:xfrm rot="8100000">
                    <a:off x="2662906" y="3853678"/>
                    <a:ext cx="1273386" cy="515163"/>
                  </a:xfrm>
                  <a:prstGeom prst="parallelogram">
                    <a:avLst>
                      <a:gd name="adj" fmla="val 99943"/>
                    </a:avLst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  <p:sp>
                <p:nvSpPr>
                  <p:cNvPr id="471" name="Parallelogram 470">
                    <a:extLst>
                      <a:ext uri="{FF2B5EF4-FFF2-40B4-BE49-F238E27FC236}">
                        <a16:creationId xmlns:a16="http://schemas.microsoft.com/office/drawing/2014/main" id="{6872AFDB-2071-42B4-BEF4-5EB5DD22CF81}"/>
                      </a:ext>
                    </a:extLst>
                  </p:cNvPr>
                  <p:cNvSpPr/>
                  <p:nvPr/>
                </p:nvSpPr>
                <p:spPr>
                  <a:xfrm rot="8100000">
                    <a:off x="4479137" y="5648679"/>
                    <a:ext cx="1273386" cy="515163"/>
                  </a:xfrm>
                  <a:prstGeom prst="parallelogram">
                    <a:avLst>
                      <a:gd name="adj" fmla="val 99943"/>
                    </a:avLst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72" name="Parallelogram 471">
                    <a:extLst>
                      <a:ext uri="{FF2B5EF4-FFF2-40B4-BE49-F238E27FC236}">
                        <a16:creationId xmlns:a16="http://schemas.microsoft.com/office/drawing/2014/main" id="{C81D1663-ED58-4389-B56F-93582ECC054D}"/>
                      </a:ext>
                    </a:extLst>
                  </p:cNvPr>
                  <p:cNvSpPr/>
                  <p:nvPr/>
                </p:nvSpPr>
                <p:spPr>
                  <a:xfrm rot="13500000" flipH="1">
                    <a:off x="3929833" y="3853678"/>
                    <a:ext cx="1273386" cy="515163"/>
                  </a:xfrm>
                  <a:prstGeom prst="parallelogram">
                    <a:avLst>
                      <a:gd name="adj" fmla="val 99943"/>
                    </a:avLst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  <p:sp>
                <p:nvSpPr>
                  <p:cNvPr id="473" name="Parallelogram 472">
                    <a:extLst>
                      <a:ext uri="{FF2B5EF4-FFF2-40B4-BE49-F238E27FC236}">
                        <a16:creationId xmlns:a16="http://schemas.microsoft.com/office/drawing/2014/main" id="{4844D7EC-FAC0-4CF9-AE3B-C38D1AA48CD5}"/>
                      </a:ext>
                    </a:extLst>
                  </p:cNvPr>
                  <p:cNvSpPr/>
                  <p:nvPr/>
                </p:nvSpPr>
                <p:spPr>
                  <a:xfrm rot="13500000" flipH="1">
                    <a:off x="3932372" y="5648679"/>
                    <a:ext cx="1273386" cy="515163"/>
                  </a:xfrm>
                  <a:prstGeom prst="parallelogram">
                    <a:avLst>
                      <a:gd name="adj" fmla="val 99943"/>
                    </a:avLst>
                  </a:prstGeom>
                  <a:solidFill>
                    <a:schemeClr val="bg1"/>
                  </a:solidFill>
                  <a:ln w="38100" cap="rnd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</p:grpSp>
            <p:grpSp>
              <p:nvGrpSpPr>
                <p:cNvPr id="321" name="Group 320">
                  <a:extLst>
                    <a:ext uri="{FF2B5EF4-FFF2-40B4-BE49-F238E27FC236}">
                      <a16:creationId xmlns:a16="http://schemas.microsoft.com/office/drawing/2014/main" id="{478DD7C0-D1A0-4C7E-9559-3ABB83C133FC}"/>
                    </a:ext>
                  </a:extLst>
                </p:cNvPr>
                <p:cNvGrpSpPr/>
                <p:nvPr/>
              </p:nvGrpSpPr>
              <p:grpSpPr>
                <a:xfrm>
                  <a:off x="4703868" y="-168799"/>
                  <a:ext cx="7252681" cy="7251772"/>
                  <a:chOff x="2279609" y="-5851211"/>
                  <a:chExt cx="7593788" cy="19092220"/>
                </a:xfrm>
              </p:grpSpPr>
              <p:cxnSp>
                <p:nvCxnSpPr>
                  <p:cNvPr id="322" name="Straight Connector 321">
                    <a:extLst>
                      <a:ext uri="{FF2B5EF4-FFF2-40B4-BE49-F238E27FC236}">
                        <a16:creationId xmlns:a16="http://schemas.microsoft.com/office/drawing/2014/main" id="{7F6FE6BD-6029-460C-9F74-842343349F5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7428980" y="312908"/>
                    <a:ext cx="6809" cy="1926948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3" name="Straight Connector 322">
                    <a:extLst>
                      <a:ext uri="{FF2B5EF4-FFF2-40B4-BE49-F238E27FC236}">
                        <a16:creationId xmlns:a16="http://schemas.microsoft.com/office/drawing/2014/main" id="{EB26CF94-550C-4804-B34A-43B118BD3BF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627182" y="2250723"/>
                    <a:ext cx="783381" cy="1793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4" name="Straight Connector 323">
                    <a:extLst>
                      <a:ext uri="{FF2B5EF4-FFF2-40B4-BE49-F238E27FC236}">
                        <a16:creationId xmlns:a16="http://schemas.microsoft.com/office/drawing/2014/main" id="{3015D5B7-1913-41F4-B367-7D71705E9BE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864572" y="2257029"/>
                    <a:ext cx="564545" cy="1457293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5" name="Straight Connector 324">
                    <a:extLst>
                      <a:ext uri="{FF2B5EF4-FFF2-40B4-BE49-F238E27FC236}">
                        <a16:creationId xmlns:a16="http://schemas.microsoft.com/office/drawing/2014/main" id="{EDDF102D-AA2D-4559-BC7A-13DD0CF617F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066546" y="1662941"/>
                    <a:ext cx="3609" cy="4124992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6" name="Straight Connector 325">
                    <a:extLst>
                      <a:ext uri="{FF2B5EF4-FFF2-40B4-BE49-F238E27FC236}">
                        <a16:creationId xmlns:a16="http://schemas.microsoft.com/office/drawing/2014/main" id="{ACFE1AA3-B187-422C-B745-19EE81AD226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6862140" y="3704838"/>
                    <a:ext cx="555086" cy="1457552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7" name="Straight Connector 326">
                    <a:extLst>
                      <a:ext uri="{FF2B5EF4-FFF2-40B4-BE49-F238E27FC236}">
                        <a16:creationId xmlns:a16="http://schemas.microsoft.com/office/drawing/2014/main" id="{56CC5ACD-850F-4C93-8068-2C8097DF2A7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519626" y="7106074"/>
                    <a:ext cx="552787" cy="1326993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8" name="Straight Connector 327">
                    <a:extLst>
                      <a:ext uri="{FF2B5EF4-FFF2-40B4-BE49-F238E27FC236}">
                        <a16:creationId xmlns:a16="http://schemas.microsoft.com/office/drawing/2014/main" id="{B2BC2BBB-3A7C-43C0-8A18-87B4B4AD0CF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7426240" y="5150504"/>
                    <a:ext cx="0" cy="1990334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9" name="Straight Connector 328">
                    <a:extLst>
                      <a:ext uri="{FF2B5EF4-FFF2-40B4-BE49-F238E27FC236}">
                        <a16:creationId xmlns:a16="http://schemas.microsoft.com/office/drawing/2014/main" id="{2EA8A818-9D02-49B5-98A6-9C323E773D2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7972924" y="5648672"/>
                    <a:ext cx="763629" cy="9749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0" name="Straight Connector 329">
                    <a:extLst>
                      <a:ext uri="{FF2B5EF4-FFF2-40B4-BE49-F238E27FC236}">
                        <a16:creationId xmlns:a16="http://schemas.microsoft.com/office/drawing/2014/main" id="{451567AC-92E6-4048-AC37-EBDE37B030D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265837" y="8473625"/>
                    <a:ext cx="1558493" cy="104289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1" name="Straight Connector 330">
                    <a:extLst>
                      <a:ext uri="{FF2B5EF4-FFF2-40B4-BE49-F238E27FC236}">
                        <a16:creationId xmlns:a16="http://schemas.microsoft.com/office/drawing/2014/main" id="{CDC76047-7094-469E-8762-DE755AA5FEE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4747055" y="2252201"/>
                    <a:ext cx="518473" cy="1414872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2" name="Straight Connector 331">
                    <a:extLst>
                      <a:ext uri="{FF2B5EF4-FFF2-40B4-BE49-F238E27FC236}">
                        <a16:creationId xmlns:a16="http://schemas.microsoft.com/office/drawing/2014/main" id="{0F931DA1-5D15-481E-BBBC-71F1CC688E3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707668" y="3721071"/>
                    <a:ext cx="557861" cy="1395745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3" name="Straight Connector 332">
                    <a:extLst>
                      <a:ext uri="{FF2B5EF4-FFF2-40B4-BE49-F238E27FC236}">
                        <a16:creationId xmlns:a16="http://schemas.microsoft.com/office/drawing/2014/main" id="{F5EB1545-D143-4355-B040-5F072DBA622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756266" y="295677"/>
                    <a:ext cx="780978" cy="0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4" name="Straight Connector 333">
                    <a:extLst>
                      <a:ext uri="{FF2B5EF4-FFF2-40B4-BE49-F238E27FC236}">
                        <a16:creationId xmlns:a16="http://schemas.microsoft.com/office/drawing/2014/main" id="{BE51FADD-4072-4E88-A8D4-99CB7659AC4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392041" y="-1135411"/>
                    <a:ext cx="780978" cy="0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5" name="Straight Connector 334">
                    <a:extLst>
                      <a:ext uri="{FF2B5EF4-FFF2-40B4-BE49-F238E27FC236}">
                        <a16:creationId xmlns:a16="http://schemas.microsoft.com/office/drawing/2014/main" id="{8878CA37-4765-4A1D-AEFD-E55B2EDCA4C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4183398" y="-1126975"/>
                    <a:ext cx="555086" cy="1422312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6" name="Straight Connector 335">
                    <a:extLst>
                      <a:ext uri="{FF2B5EF4-FFF2-40B4-BE49-F238E27FC236}">
                        <a16:creationId xmlns:a16="http://schemas.microsoft.com/office/drawing/2014/main" id="{61C6A587-3394-427F-BE50-BDE6B9C4EF7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290519" y="-3092883"/>
                    <a:ext cx="2363" cy="1900612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7" name="Straight Connector 336">
                    <a:extLst>
                      <a:ext uri="{FF2B5EF4-FFF2-40B4-BE49-F238E27FC236}">
                        <a16:creationId xmlns:a16="http://schemas.microsoft.com/office/drawing/2014/main" id="{6641AF23-85FC-4C2E-A448-618F3C455E0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6830418" y="-3041001"/>
                    <a:ext cx="31722" cy="1890015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8" name="Straight Connector 337">
                    <a:extLst>
                      <a:ext uri="{FF2B5EF4-FFF2-40B4-BE49-F238E27FC236}">
                        <a16:creationId xmlns:a16="http://schemas.microsoft.com/office/drawing/2014/main" id="{C0546F6E-AB9A-4EA3-8227-6360FDC0869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282675" y="-3064133"/>
                    <a:ext cx="1558635" cy="45360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9" name="Straight Connector 338">
                    <a:extLst>
                      <a:ext uri="{FF2B5EF4-FFF2-40B4-BE49-F238E27FC236}">
                        <a16:creationId xmlns:a16="http://schemas.microsoft.com/office/drawing/2014/main" id="{A742059F-87DA-4D9C-B773-C1ED6228A2E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764861" y="-1066406"/>
                    <a:ext cx="539985" cy="1326053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0" name="Straight Connector 339">
                    <a:extLst>
                      <a:ext uri="{FF2B5EF4-FFF2-40B4-BE49-F238E27FC236}">
                        <a16:creationId xmlns:a16="http://schemas.microsoft.com/office/drawing/2014/main" id="{8A37FDF2-7D2F-4BE3-9067-09AD665A145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6066826" y="-1079172"/>
                    <a:ext cx="556663" cy="1406863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1" name="Straight Connector 340">
                    <a:extLst>
                      <a:ext uri="{FF2B5EF4-FFF2-40B4-BE49-F238E27FC236}">
                        <a16:creationId xmlns:a16="http://schemas.microsoft.com/office/drawing/2014/main" id="{DF3AB90E-8CA3-4B6C-9606-1C93095CEDA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3403298" y="5643133"/>
                    <a:ext cx="750672" cy="81792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2" name="Straight Connector 341">
                    <a:extLst>
                      <a:ext uri="{FF2B5EF4-FFF2-40B4-BE49-F238E27FC236}">
                        <a16:creationId xmlns:a16="http://schemas.microsoft.com/office/drawing/2014/main" id="{21C9D01A-4F90-4C1D-8BA1-5160F0523FE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860856" y="5637559"/>
                    <a:ext cx="555818" cy="1445884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3" name="Straight Connector 342">
                    <a:extLst>
                      <a:ext uri="{FF2B5EF4-FFF2-40B4-BE49-F238E27FC236}">
                        <a16:creationId xmlns:a16="http://schemas.microsoft.com/office/drawing/2014/main" id="{B1A11C14-327C-441F-A11A-156B7DA46FE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815533" y="3671453"/>
                    <a:ext cx="562465" cy="1518111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4" name="Straight Connector 343">
                    <a:extLst>
                      <a:ext uri="{FF2B5EF4-FFF2-40B4-BE49-F238E27FC236}">
                        <a16:creationId xmlns:a16="http://schemas.microsoft.com/office/drawing/2014/main" id="{4DA4CDED-81FB-463B-827F-8455DB90031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3416674" y="1750467"/>
                    <a:ext cx="773434" cy="13912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5" name="Straight Connector 344">
                    <a:extLst>
                      <a:ext uri="{FF2B5EF4-FFF2-40B4-BE49-F238E27FC236}">
                        <a16:creationId xmlns:a16="http://schemas.microsoft.com/office/drawing/2014/main" id="{992E1819-7852-4BBB-AAE3-BAD20C3CDDD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179700" y="1876344"/>
                    <a:ext cx="6087" cy="1847061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6" name="Straight Connector 345">
                    <a:extLst>
                      <a:ext uri="{FF2B5EF4-FFF2-40B4-BE49-F238E27FC236}">
                        <a16:creationId xmlns:a16="http://schemas.microsoft.com/office/drawing/2014/main" id="{D915B171-DFF5-43C6-92A1-2FC4CF6DCC0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403298" y="1801144"/>
                    <a:ext cx="6087" cy="1847061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7" name="Straight Connector 346">
                    <a:extLst>
                      <a:ext uri="{FF2B5EF4-FFF2-40B4-BE49-F238E27FC236}">
                        <a16:creationId xmlns:a16="http://schemas.microsoft.com/office/drawing/2014/main" id="{5A2F81F9-B423-4DB8-8030-41FA262C075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4169794" y="3799503"/>
                    <a:ext cx="550271" cy="1245611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8" name="Straight Connector 347">
                    <a:extLst>
                      <a:ext uri="{FF2B5EF4-FFF2-40B4-BE49-F238E27FC236}">
                        <a16:creationId xmlns:a16="http://schemas.microsoft.com/office/drawing/2014/main" id="{2F4AF904-88CD-43B5-9165-97AC65D9A8A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803270" y="-1129308"/>
                    <a:ext cx="564545" cy="1457294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9" name="Straight Connector 348">
                    <a:extLst>
                      <a:ext uri="{FF2B5EF4-FFF2-40B4-BE49-F238E27FC236}">
                        <a16:creationId xmlns:a16="http://schemas.microsoft.com/office/drawing/2014/main" id="{85D0DF1C-360D-46E3-BDC8-067C85416CD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2826370" y="350999"/>
                    <a:ext cx="4826" cy="2020474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0" name="Straight Connector 349">
                    <a:extLst>
                      <a:ext uri="{FF2B5EF4-FFF2-40B4-BE49-F238E27FC236}">
                        <a16:creationId xmlns:a16="http://schemas.microsoft.com/office/drawing/2014/main" id="{68AC61E2-B73C-4A44-8C74-B0FB075128A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2283968" y="3771226"/>
                    <a:ext cx="539554" cy="1391164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1" name="Straight Connector 350">
                    <a:extLst>
                      <a:ext uri="{FF2B5EF4-FFF2-40B4-BE49-F238E27FC236}">
                        <a16:creationId xmlns:a16="http://schemas.microsoft.com/office/drawing/2014/main" id="{F07715BC-A214-41AF-A902-0F38110F267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279609" y="2382342"/>
                    <a:ext cx="557977" cy="1314809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2" name="Straight Connector 351">
                    <a:extLst>
                      <a:ext uri="{FF2B5EF4-FFF2-40B4-BE49-F238E27FC236}">
                        <a16:creationId xmlns:a16="http://schemas.microsoft.com/office/drawing/2014/main" id="{C90D2E53-24EB-47EC-87F9-3ADBD88C385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831809" y="5134575"/>
                    <a:ext cx="6087" cy="1847061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3" name="Straight Connector 352">
                    <a:extLst>
                      <a:ext uri="{FF2B5EF4-FFF2-40B4-BE49-F238E27FC236}">
                        <a16:creationId xmlns:a16="http://schemas.microsoft.com/office/drawing/2014/main" id="{DC40A10E-EA79-4889-93BD-679DE3327BA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852945" y="7086535"/>
                    <a:ext cx="780978" cy="0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4" name="Straight Connector 353">
                    <a:extLst>
                      <a:ext uri="{FF2B5EF4-FFF2-40B4-BE49-F238E27FC236}">
                        <a16:creationId xmlns:a16="http://schemas.microsoft.com/office/drawing/2014/main" id="{E35AD5AB-BF7A-4A0A-885D-2C886E2773E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707156" y="5218532"/>
                    <a:ext cx="6087" cy="1847061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5" name="Straight Connector 354">
                    <a:extLst>
                      <a:ext uri="{FF2B5EF4-FFF2-40B4-BE49-F238E27FC236}">
                        <a16:creationId xmlns:a16="http://schemas.microsoft.com/office/drawing/2014/main" id="{4D1D106E-18CC-4E60-A3BB-5981C0A32D3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710602" y="8467709"/>
                    <a:ext cx="594316" cy="1426678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6" name="Straight Connector 355">
                    <a:extLst>
                      <a:ext uri="{FF2B5EF4-FFF2-40B4-BE49-F238E27FC236}">
                        <a16:creationId xmlns:a16="http://schemas.microsoft.com/office/drawing/2014/main" id="{45F3D773-84B9-4590-BA60-717D78E2374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6871154" y="-1107293"/>
                    <a:ext cx="555086" cy="1457552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7" name="Straight Connector 356">
                    <a:extLst>
                      <a:ext uri="{FF2B5EF4-FFF2-40B4-BE49-F238E27FC236}">
                        <a16:creationId xmlns:a16="http://schemas.microsoft.com/office/drawing/2014/main" id="{CD98C690-595A-415E-9517-D247D7D6C51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426760" y="324100"/>
                    <a:ext cx="576509" cy="1477593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8" name="Straight Connector 357">
                    <a:extLst>
                      <a:ext uri="{FF2B5EF4-FFF2-40B4-BE49-F238E27FC236}">
                        <a16:creationId xmlns:a16="http://schemas.microsoft.com/office/drawing/2014/main" id="{1E424668-569C-4D62-B1C3-17D7C907329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8737197" y="3648207"/>
                    <a:ext cx="8128" cy="1958014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9" name="Straight Connector 358">
                    <a:extLst>
                      <a:ext uri="{FF2B5EF4-FFF2-40B4-BE49-F238E27FC236}">
                        <a16:creationId xmlns:a16="http://schemas.microsoft.com/office/drawing/2014/main" id="{AACA09E6-7464-4F75-B236-217BF99EDC1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4128218" y="5702552"/>
                    <a:ext cx="550271" cy="1245611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0" name="Straight Connector 359">
                    <a:extLst>
                      <a:ext uri="{FF2B5EF4-FFF2-40B4-BE49-F238E27FC236}">
                        <a16:creationId xmlns:a16="http://schemas.microsoft.com/office/drawing/2014/main" id="{A5FA012E-D243-4238-B988-66E8EFA7038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2860653" y="7091607"/>
                    <a:ext cx="571917" cy="1474270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1" name="Straight Connector 360">
                    <a:extLst>
                      <a:ext uri="{FF2B5EF4-FFF2-40B4-BE49-F238E27FC236}">
                        <a16:creationId xmlns:a16="http://schemas.microsoft.com/office/drawing/2014/main" id="{0C321CA4-3305-4692-880E-F6974B6F610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816479" y="7136767"/>
                    <a:ext cx="600379" cy="1436700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2" name="Straight Connector 361">
                    <a:extLst>
                      <a:ext uri="{FF2B5EF4-FFF2-40B4-BE49-F238E27FC236}">
                        <a16:creationId xmlns:a16="http://schemas.microsoft.com/office/drawing/2014/main" id="{14C4A8C7-0B6E-44BB-B3D9-95250CBB883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8750271" y="317392"/>
                    <a:ext cx="564545" cy="1457294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3" name="Straight Connector 362">
                    <a:extLst>
                      <a:ext uri="{FF2B5EF4-FFF2-40B4-BE49-F238E27FC236}">
                        <a16:creationId xmlns:a16="http://schemas.microsoft.com/office/drawing/2014/main" id="{51E1853F-BFB1-476A-811B-F23802F9C00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525839" y="5787932"/>
                    <a:ext cx="531717" cy="1347663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4" name="Straight Connector 363">
                    <a:extLst>
                      <a:ext uri="{FF2B5EF4-FFF2-40B4-BE49-F238E27FC236}">
                        <a16:creationId xmlns:a16="http://schemas.microsoft.com/office/drawing/2014/main" id="{28ED01A6-73CF-487A-9C50-CECE307F6EB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750189" y="2264406"/>
                    <a:ext cx="780978" cy="0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5" name="Straight Connector 364">
                    <a:extLst>
                      <a:ext uri="{FF2B5EF4-FFF2-40B4-BE49-F238E27FC236}">
                        <a16:creationId xmlns:a16="http://schemas.microsoft.com/office/drawing/2014/main" id="{7E0D007A-83EF-4C3C-B3E1-E37A04CC482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3637046" y="7091607"/>
                    <a:ext cx="1075034" cy="2797235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6" name="Straight Connector 365">
                    <a:extLst>
                      <a:ext uri="{FF2B5EF4-FFF2-40B4-BE49-F238E27FC236}">
                        <a16:creationId xmlns:a16="http://schemas.microsoft.com/office/drawing/2014/main" id="{128A54CC-394E-4506-8A5A-05289D927AB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079834" y="2257030"/>
                    <a:ext cx="558787" cy="1474086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7" name="Straight Connector 366">
                    <a:extLst>
                      <a:ext uri="{FF2B5EF4-FFF2-40B4-BE49-F238E27FC236}">
                        <a16:creationId xmlns:a16="http://schemas.microsoft.com/office/drawing/2014/main" id="{B0D9ECAB-E038-4458-9C8F-FBE32DF399A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7964542" y="7029021"/>
                    <a:ext cx="564545" cy="1457294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8" name="Straight Connector 367">
                    <a:extLst>
                      <a:ext uri="{FF2B5EF4-FFF2-40B4-BE49-F238E27FC236}">
                        <a16:creationId xmlns:a16="http://schemas.microsoft.com/office/drawing/2014/main" id="{2C08B544-EB51-491C-A70E-A7552664A16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7963581" y="5709568"/>
                    <a:ext cx="552787" cy="1326993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9" name="Straight Connector 368">
                    <a:extLst>
                      <a:ext uri="{FF2B5EF4-FFF2-40B4-BE49-F238E27FC236}">
                        <a16:creationId xmlns:a16="http://schemas.microsoft.com/office/drawing/2014/main" id="{21EABBC7-6CE6-482A-9692-83D0D586BF2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7415501" y="7149001"/>
                    <a:ext cx="552787" cy="1326993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0" name="Straight Connector 369">
                    <a:extLst>
                      <a:ext uri="{FF2B5EF4-FFF2-40B4-BE49-F238E27FC236}">
                        <a16:creationId xmlns:a16="http://schemas.microsoft.com/office/drawing/2014/main" id="{8CA52AFA-141B-4909-9A65-AEE67E8AAA1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729337" y="-4450863"/>
                    <a:ext cx="780978" cy="0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1" name="Straight Connector 370">
                    <a:extLst>
                      <a:ext uri="{FF2B5EF4-FFF2-40B4-BE49-F238E27FC236}">
                        <a16:creationId xmlns:a16="http://schemas.microsoft.com/office/drawing/2014/main" id="{D840C630-06B0-4929-A3EA-E1ACABD3F5A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400947" y="-3009340"/>
                    <a:ext cx="6087" cy="1847062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2" name="Straight Connector 371">
                    <a:extLst>
                      <a:ext uri="{FF2B5EF4-FFF2-40B4-BE49-F238E27FC236}">
                        <a16:creationId xmlns:a16="http://schemas.microsoft.com/office/drawing/2014/main" id="{CF5D9B71-FEF1-49B0-B0A2-3BB70466BF9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414230" y="-2973948"/>
                    <a:ext cx="780978" cy="0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3" name="Straight Connector 372">
                    <a:extLst>
                      <a:ext uri="{FF2B5EF4-FFF2-40B4-BE49-F238E27FC236}">
                        <a16:creationId xmlns:a16="http://schemas.microsoft.com/office/drawing/2014/main" id="{3575C0A2-F4DA-4959-9E21-52A9FF07995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209145" y="-4401978"/>
                    <a:ext cx="507081" cy="1405165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4" name="Straight Connector 373">
                    <a:extLst>
                      <a:ext uri="{FF2B5EF4-FFF2-40B4-BE49-F238E27FC236}">
                        <a16:creationId xmlns:a16="http://schemas.microsoft.com/office/drawing/2014/main" id="{4CD7954A-5310-4FED-8DA1-A898687AF84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543374" y="-5851211"/>
                    <a:ext cx="507081" cy="1405165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5" name="Straight Connector 374">
                    <a:extLst>
                      <a:ext uri="{FF2B5EF4-FFF2-40B4-BE49-F238E27FC236}">
                        <a16:creationId xmlns:a16="http://schemas.microsoft.com/office/drawing/2014/main" id="{DC3A27F1-3F5F-494C-A660-93FC3873E2A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6061011" y="-5811369"/>
                    <a:ext cx="551753" cy="1387344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6" name="Straight Connector 375">
                    <a:extLst>
                      <a:ext uri="{FF2B5EF4-FFF2-40B4-BE49-F238E27FC236}">
                        <a16:creationId xmlns:a16="http://schemas.microsoft.com/office/drawing/2014/main" id="{93186FE0-F59D-4C97-AD9A-819A29C214E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612764" y="-4397121"/>
                    <a:ext cx="780978" cy="0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7" name="Straight Connector 376">
                    <a:extLst>
                      <a:ext uri="{FF2B5EF4-FFF2-40B4-BE49-F238E27FC236}">
                        <a16:creationId xmlns:a16="http://schemas.microsoft.com/office/drawing/2014/main" id="{810BBB5A-D72F-4DE5-96D4-4EEC3688EE8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7444400" y="-4383654"/>
                    <a:ext cx="551753" cy="1387344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8" name="Straight Connector 377">
                    <a:extLst>
                      <a:ext uri="{FF2B5EF4-FFF2-40B4-BE49-F238E27FC236}">
                        <a16:creationId xmlns:a16="http://schemas.microsoft.com/office/drawing/2014/main" id="{87D3C475-9AD0-4366-88AE-5E7573F47AA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7968478" y="-3014255"/>
                    <a:ext cx="780978" cy="0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9" name="Straight Connector 378">
                    <a:extLst>
                      <a:ext uri="{FF2B5EF4-FFF2-40B4-BE49-F238E27FC236}">
                        <a16:creationId xmlns:a16="http://schemas.microsoft.com/office/drawing/2014/main" id="{F57D03E0-B379-442E-810F-A1A6D0E0397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738444" y="-2908078"/>
                    <a:ext cx="6087" cy="1847062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0" name="Straight Connector 379">
                    <a:extLst>
                      <a:ext uri="{FF2B5EF4-FFF2-40B4-BE49-F238E27FC236}">
                        <a16:creationId xmlns:a16="http://schemas.microsoft.com/office/drawing/2014/main" id="{AB580C44-D895-41A5-9069-56A2A49451F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743174" y="-1046452"/>
                    <a:ext cx="575059" cy="1359360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1" name="Straight Connector 380">
                    <a:extLst>
                      <a:ext uri="{FF2B5EF4-FFF2-40B4-BE49-F238E27FC236}">
                        <a16:creationId xmlns:a16="http://schemas.microsoft.com/office/drawing/2014/main" id="{069B370C-D70F-4919-8B99-48FA87FC3A9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9326548" y="389119"/>
                    <a:ext cx="6087" cy="1847062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2" name="Straight Connector 381">
                    <a:extLst>
                      <a:ext uri="{FF2B5EF4-FFF2-40B4-BE49-F238E27FC236}">
                        <a16:creationId xmlns:a16="http://schemas.microsoft.com/office/drawing/2014/main" id="{EF01E0A4-D0D7-4759-A450-40D3F86AADD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327506" y="2259689"/>
                    <a:ext cx="545891" cy="1400882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3" name="Straight Connector 382">
                    <a:extLst>
                      <a:ext uri="{FF2B5EF4-FFF2-40B4-BE49-F238E27FC236}">
                        <a16:creationId xmlns:a16="http://schemas.microsoft.com/office/drawing/2014/main" id="{FF138651-3514-4217-9F74-80AF9346885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9305875" y="3672884"/>
                    <a:ext cx="564545" cy="1457294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4" name="Straight Connector 383">
                    <a:extLst>
                      <a:ext uri="{FF2B5EF4-FFF2-40B4-BE49-F238E27FC236}">
                        <a16:creationId xmlns:a16="http://schemas.microsoft.com/office/drawing/2014/main" id="{9A358D85-DA4E-4CB8-B767-2C8260787E9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9312517" y="5048920"/>
                    <a:ext cx="18336" cy="2039480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5" name="Straight Connector 384">
                    <a:extLst>
                      <a:ext uri="{FF2B5EF4-FFF2-40B4-BE49-F238E27FC236}">
                        <a16:creationId xmlns:a16="http://schemas.microsoft.com/office/drawing/2014/main" id="{62B5F070-55E7-422E-AEE3-EE06BB05DB5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8751139" y="7088890"/>
                    <a:ext cx="564545" cy="1457294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6" name="Straight Connector 385">
                    <a:extLst>
                      <a:ext uri="{FF2B5EF4-FFF2-40B4-BE49-F238E27FC236}">
                        <a16:creationId xmlns:a16="http://schemas.microsoft.com/office/drawing/2014/main" id="{8B3F3C61-41CF-4D78-AE72-87230EDEFE5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761508" y="8516215"/>
                    <a:ext cx="0" cy="1914632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7" name="Straight Connector 386">
                    <a:extLst>
                      <a:ext uri="{FF2B5EF4-FFF2-40B4-BE49-F238E27FC236}">
                        <a16:creationId xmlns:a16="http://schemas.microsoft.com/office/drawing/2014/main" id="{B531652C-3287-4E9B-8E5A-6C4FB2B0851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7963161" y="10386653"/>
                    <a:ext cx="812383" cy="44194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8" name="Straight Connector 387">
                    <a:extLst>
                      <a:ext uri="{FF2B5EF4-FFF2-40B4-BE49-F238E27FC236}">
                        <a16:creationId xmlns:a16="http://schemas.microsoft.com/office/drawing/2014/main" id="{BD3F2FA5-FD04-4AA6-AF3F-19AC85EC002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423440" y="8569152"/>
                    <a:ext cx="6087" cy="1847062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9" name="Straight Connector 388">
                    <a:extLst>
                      <a:ext uri="{FF2B5EF4-FFF2-40B4-BE49-F238E27FC236}">
                        <a16:creationId xmlns:a16="http://schemas.microsoft.com/office/drawing/2014/main" id="{C51AB4EA-539D-45B9-BA6F-8E424437724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412902" y="10483568"/>
                    <a:ext cx="780978" cy="0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0" name="Straight Connector 389">
                    <a:extLst>
                      <a:ext uri="{FF2B5EF4-FFF2-40B4-BE49-F238E27FC236}">
                        <a16:creationId xmlns:a16="http://schemas.microsoft.com/office/drawing/2014/main" id="{1B58FBC5-CCC4-47C3-9D77-44C5C462404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7427888" y="10393109"/>
                    <a:ext cx="564545" cy="1457294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1" name="Straight Connector 390">
                    <a:extLst>
                      <a:ext uri="{FF2B5EF4-FFF2-40B4-BE49-F238E27FC236}">
                        <a16:creationId xmlns:a16="http://schemas.microsoft.com/office/drawing/2014/main" id="{334FE954-1E31-4C4F-85DD-6ECEBDB4F54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6612764" y="11873829"/>
                    <a:ext cx="812383" cy="44194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2" name="Straight Connector 391">
                    <a:extLst>
                      <a:ext uri="{FF2B5EF4-FFF2-40B4-BE49-F238E27FC236}">
                        <a16:creationId xmlns:a16="http://schemas.microsoft.com/office/drawing/2014/main" id="{FF3D5BA8-8394-4AC8-987A-FAC1002132E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4730043" y="11854371"/>
                    <a:ext cx="812383" cy="44194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3" name="Straight Connector 392">
                    <a:extLst>
                      <a:ext uri="{FF2B5EF4-FFF2-40B4-BE49-F238E27FC236}">
                        <a16:creationId xmlns:a16="http://schemas.microsoft.com/office/drawing/2014/main" id="{613954F0-1C13-49FD-BC9C-9D776CDFEBA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4189776" y="10556873"/>
                    <a:ext cx="501250" cy="1295500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4" name="Straight Connector 393">
                    <a:extLst>
                      <a:ext uri="{FF2B5EF4-FFF2-40B4-BE49-F238E27FC236}">
                        <a16:creationId xmlns:a16="http://schemas.microsoft.com/office/drawing/2014/main" id="{D5A22F54-FF0E-4C8C-B5EB-8F8D5F82EBA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559382" y="11873829"/>
                    <a:ext cx="501250" cy="1295500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5" name="Straight Connector 394">
                    <a:extLst>
                      <a:ext uri="{FF2B5EF4-FFF2-40B4-BE49-F238E27FC236}">
                        <a16:creationId xmlns:a16="http://schemas.microsoft.com/office/drawing/2014/main" id="{3CA5775E-E2FF-4439-8E6A-23377798B0F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075734" y="11854371"/>
                    <a:ext cx="559085" cy="1386638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6" name="Straight Connector 395">
                    <a:extLst>
                      <a:ext uri="{FF2B5EF4-FFF2-40B4-BE49-F238E27FC236}">
                        <a16:creationId xmlns:a16="http://schemas.microsoft.com/office/drawing/2014/main" id="{2CBD85F7-3ED7-4DF9-BF64-E0A1A3CC32F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8011509" y="1757428"/>
                    <a:ext cx="763629" cy="9749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7" name="Straight Connector 396">
                    <a:extLst>
                      <a:ext uri="{FF2B5EF4-FFF2-40B4-BE49-F238E27FC236}">
                        <a16:creationId xmlns:a16="http://schemas.microsoft.com/office/drawing/2014/main" id="{B9F452F4-F8CD-44A9-9707-1AF60AF2149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075592" y="411647"/>
                    <a:ext cx="545536" cy="1231466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8" name="Straight Connector 397">
                    <a:extLst>
                      <a:ext uri="{FF2B5EF4-FFF2-40B4-BE49-F238E27FC236}">
                        <a16:creationId xmlns:a16="http://schemas.microsoft.com/office/drawing/2014/main" id="{8AFADDE4-B9E9-4453-BE58-0D792450F51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518074" y="-1102146"/>
                    <a:ext cx="564545" cy="1457294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9" name="Straight Connector 398">
                    <a:extLst>
                      <a:ext uri="{FF2B5EF4-FFF2-40B4-BE49-F238E27FC236}">
                        <a16:creationId xmlns:a16="http://schemas.microsoft.com/office/drawing/2014/main" id="{28E7AD8F-3563-4BB3-A2C4-DB7BF65496E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543319" y="2275380"/>
                    <a:ext cx="518473" cy="1414872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0" name="Straight Connector 399">
                    <a:extLst>
                      <a:ext uri="{FF2B5EF4-FFF2-40B4-BE49-F238E27FC236}">
                        <a16:creationId xmlns:a16="http://schemas.microsoft.com/office/drawing/2014/main" id="{AEA567E8-C0AD-4621-9DE9-C72795F0A4C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8737197" y="1773714"/>
                    <a:ext cx="8128" cy="1958015"/>
                  </a:xfrm>
                  <a:prstGeom prst="line">
                    <a:avLst/>
                  </a:prstGeom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</p:grpSp>
    </p:spTree>
    <p:extLst>
      <p:ext uri="{BB962C8B-B14F-4D97-AF65-F5344CB8AC3E}">
        <p14:creationId xmlns:p14="http://schemas.microsoft.com/office/powerpoint/2010/main" val="1584301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7922481-992C-4CFE-8A2C-133636BFCD5E}"/>
              </a:ext>
            </a:extLst>
          </p:cNvPr>
          <p:cNvGrpSpPr/>
          <p:nvPr/>
        </p:nvGrpSpPr>
        <p:grpSpPr>
          <a:xfrm>
            <a:off x="4703868" y="-168799"/>
            <a:ext cx="7252681" cy="7251772"/>
            <a:chOff x="4703868" y="-168799"/>
            <a:chExt cx="7252681" cy="725177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0731018-9B2D-43F6-B240-FD81FF1F756F}"/>
                </a:ext>
              </a:extLst>
            </p:cNvPr>
            <p:cNvGrpSpPr/>
            <p:nvPr/>
          </p:nvGrpSpPr>
          <p:grpSpPr>
            <a:xfrm>
              <a:off x="4861357" y="-7632"/>
              <a:ext cx="6935285" cy="6940695"/>
              <a:chOff x="2662906" y="-7632"/>
              <a:chExt cx="6935285" cy="6940695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FF79358-B025-4B18-8563-D9351DEB2941}"/>
                  </a:ext>
                </a:extLst>
              </p:cNvPr>
              <p:cNvSpPr/>
              <p:nvPr/>
            </p:nvSpPr>
            <p:spPr>
              <a:xfrm rot="5400000">
                <a:off x="7942012" y="5253722"/>
                <a:ext cx="741680" cy="741680"/>
              </a:xfrm>
              <a:prstGeom prst="rect">
                <a:avLst/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97F59DD-E3DC-4963-860C-11FA9E518DA0}"/>
                  </a:ext>
                </a:extLst>
              </p:cNvPr>
              <p:cNvSpPr/>
              <p:nvPr/>
            </p:nvSpPr>
            <p:spPr>
              <a:xfrm rot="2700000">
                <a:off x="7035712" y="4893042"/>
                <a:ext cx="741680" cy="741680"/>
              </a:xfrm>
              <a:prstGeom prst="rect">
                <a:avLst/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FF28280-DD6B-4A34-8F99-0212A7E10717}"/>
                  </a:ext>
                </a:extLst>
              </p:cNvPr>
              <p:cNvSpPr/>
              <p:nvPr/>
            </p:nvSpPr>
            <p:spPr>
              <a:xfrm rot="2700000">
                <a:off x="7569443" y="4380024"/>
                <a:ext cx="741680" cy="741680"/>
              </a:xfrm>
              <a:prstGeom prst="rect">
                <a:avLst/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A1591F6-9B55-4063-988E-C012EC262ABE}"/>
                  </a:ext>
                </a:extLst>
              </p:cNvPr>
              <p:cNvSpPr/>
              <p:nvPr/>
            </p:nvSpPr>
            <p:spPr>
              <a:xfrm rot="5400000">
                <a:off x="6138544" y="5293938"/>
                <a:ext cx="741680" cy="741680"/>
              </a:xfrm>
              <a:prstGeom prst="rect">
                <a:avLst/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8869676-814B-4B11-AA41-EB7520C0F362}"/>
                  </a:ext>
                </a:extLst>
              </p:cNvPr>
              <p:cNvSpPr/>
              <p:nvPr/>
            </p:nvSpPr>
            <p:spPr>
              <a:xfrm rot="5400000">
                <a:off x="6661062" y="4016805"/>
                <a:ext cx="741680" cy="741680"/>
              </a:xfrm>
              <a:prstGeom prst="rect">
                <a:avLst/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2F67BA8-68F3-48BE-B1A7-789435D0CD65}"/>
                  </a:ext>
                </a:extLst>
              </p:cNvPr>
              <p:cNvSpPr/>
              <p:nvPr/>
            </p:nvSpPr>
            <p:spPr>
              <a:xfrm rot="5400000">
                <a:off x="7942012" y="3455402"/>
                <a:ext cx="741680" cy="741680"/>
              </a:xfrm>
              <a:prstGeom prst="rect">
                <a:avLst/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5A5B0F5-AAA3-471E-A212-69030D153364}"/>
                  </a:ext>
                </a:extLst>
              </p:cNvPr>
              <p:cNvSpPr/>
              <p:nvPr/>
            </p:nvSpPr>
            <p:spPr>
              <a:xfrm rot="2700000">
                <a:off x="7051687" y="3099400"/>
                <a:ext cx="741680" cy="741680"/>
              </a:xfrm>
              <a:prstGeom prst="rect">
                <a:avLst/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C940C68-941E-4670-8E1B-EC2300212ABE}"/>
                  </a:ext>
                </a:extLst>
              </p:cNvPr>
              <p:cNvSpPr/>
              <p:nvPr/>
            </p:nvSpPr>
            <p:spPr>
              <a:xfrm rot="2700000">
                <a:off x="8846543" y="3083515"/>
                <a:ext cx="741680" cy="741680"/>
              </a:xfrm>
              <a:prstGeom prst="rect">
                <a:avLst/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" name="Parallelogram 12">
                <a:extLst>
                  <a:ext uri="{FF2B5EF4-FFF2-40B4-BE49-F238E27FC236}">
                    <a16:creationId xmlns:a16="http://schemas.microsoft.com/office/drawing/2014/main" id="{7BC1B158-21A0-4A6B-A877-F29A404655CB}"/>
                  </a:ext>
                </a:extLst>
              </p:cNvPr>
              <p:cNvSpPr/>
              <p:nvPr/>
            </p:nvSpPr>
            <p:spPr>
              <a:xfrm rot="5400000">
                <a:off x="6511460" y="5664583"/>
                <a:ext cx="1273386" cy="515163"/>
              </a:xfrm>
              <a:prstGeom prst="parallelogram">
                <a:avLst>
                  <a:gd name="adj" fmla="val 99943"/>
                </a:avLst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" name="Parallelogram 13">
                <a:extLst>
                  <a:ext uri="{FF2B5EF4-FFF2-40B4-BE49-F238E27FC236}">
                    <a16:creationId xmlns:a16="http://schemas.microsoft.com/office/drawing/2014/main" id="{9A780D18-071E-48C6-80F4-D1A154FC9D41}"/>
                  </a:ext>
                </a:extLst>
              </p:cNvPr>
              <p:cNvSpPr/>
              <p:nvPr/>
            </p:nvSpPr>
            <p:spPr>
              <a:xfrm rot="5400000" flipH="1">
                <a:off x="7036724" y="5647649"/>
                <a:ext cx="1273386" cy="515163"/>
              </a:xfrm>
              <a:prstGeom prst="parallelogram">
                <a:avLst>
                  <a:gd name="adj" fmla="val 99943"/>
                </a:avLst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" name="Parallelogram 14">
                <a:extLst>
                  <a:ext uri="{FF2B5EF4-FFF2-40B4-BE49-F238E27FC236}">
                    <a16:creationId xmlns:a16="http://schemas.microsoft.com/office/drawing/2014/main" id="{6D03B942-C49B-4F4D-93D7-BADC9F60C5B2}"/>
                  </a:ext>
                </a:extLst>
              </p:cNvPr>
              <p:cNvSpPr/>
              <p:nvPr/>
            </p:nvSpPr>
            <p:spPr>
              <a:xfrm rot="5400000" flipH="1">
                <a:off x="7036724" y="3871679"/>
                <a:ext cx="1273386" cy="515163"/>
              </a:xfrm>
              <a:prstGeom prst="parallelogram">
                <a:avLst>
                  <a:gd name="adj" fmla="val 99943"/>
                </a:avLst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" name="Parallelogram 15">
                <a:extLst>
                  <a:ext uri="{FF2B5EF4-FFF2-40B4-BE49-F238E27FC236}">
                    <a16:creationId xmlns:a16="http://schemas.microsoft.com/office/drawing/2014/main" id="{D3D85E02-7B1D-4124-B1C9-A0D0201ED014}"/>
                  </a:ext>
                </a:extLst>
              </p:cNvPr>
              <p:cNvSpPr/>
              <p:nvPr/>
            </p:nvSpPr>
            <p:spPr>
              <a:xfrm rot="5400000">
                <a:off x="8313824" y="3846140"/>
                <a:ext cx="1273386" cy="515163"/>
              </a:xfrm>
              <a:prstGeom prst="parallelogram">
                <a:avLst>
                  <a:gd name="adj" fmla="val 99943"/>
                </a:avLst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" name="Parallelogram 16">
                <a:extLst>
                  <a:ext uri="{FF2B5EF4-FFF2-40B4-BE49-F238E27FC236}">
                    <a16:creationId xmlns:a16="http://schemas.microsoft.com/office/drawing/2014/main" id="{DC5A0FEB-DCB7-48F4-B463-4970ADF79D81}"/>
                  </a:ext>
                </a:extLst>
              </p:cNvPr>
              <p:cNvSpPr/>
              <p:nvPr/>
            </p:nvSpPr>
            <p:spPr>
              <a:xfrm rot="5400000">
                <a:off x="5767899" y="3865190"/>
                <a:ext cx="1273386" cy="515163"/>
              </a:xfrm>
              <a:prstGeom prst="parallelogram">
                <a:avLst>
                  <a:gd name="adj" fmla="val 99943"/>
                </a:avLst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" name="Parallelogram 17">
                <a:extLst>
                  <a:ext uri="{FF2B5EF4-FFF2-40B4-BE49-F238E27FC236}">
                    <a16:creationId xmlns:a16="http://schemas.microsoft.com/office/drawing/2014/main" id="{7E3A7BE7-0476-4A0E-BC2B-2886FF0F76DA}"/>
                  </a:ext>
                </a:extLst>
              </p:cNvPr>
              <p:cNvSpPr/>
              <p:nvPr/>
            </p:nvSpPr>
            <p:spPr>
              <a:xfrm rot="2700000">
                <a:off x="6134199" y="3480781"/>
                <a:ext cx="1273386" cy="515163"/>
              </a:xfrm>
              <a:prstGeom prst="parallelogram">
                <a:avLst>
                  <a:gd name="adj" fmla="val 99943"/>
                </a:avLst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" name="Parallelogram 18">
                <a:extLst>
                  <a:ext uri="{FF2B5EF4-FFF2-40B4-BE49-F238E27FC236}">
                    <a16:creationId xmlns:a16="http://schemas.microsoft.com/office/drawing/2014/main" id="{2DCA1708-31D4-4DD6-B61E-9EF2D47DF589}"/>
                  </a:ext>
                </a:extLst>
              </p:cNvPr>
              <p:cNvSpPr/>
              <p:nvPr/>
            </p:nvSpPr>
            <p:spPr>
              <a:xfrm rot="2700000">
                <a:off x="6142666" y="6038788"/>
                <a:ext cx="1273386" cy="515163"/>
              </a:xfrm>
              <a:prstGeom prst="parallelogram">
                <a:avLst>
                  <a:gd name="adj" fmla="val 99943"/>
                </a:avLst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20" name="Parallelogram 19">
                <a:extLst>
                  <a:ext uri="{FF2B5EF4-FFF2-40B4-BE49-F238E27FC236}">
                    <a16:creationId xmlns:a16="http://schemas.microsoft.com/office/drawing/2014/main" id="{AA418635-72C8-46F4-B05D-EB9172BA9C6D}"/>
                  </a:ext>
                </a:extLst>
              </p:cNvPr>
              <p:cNvSpPr/>
              <p:nvPr/>
            </p:nvSpPr>
            <p:spPr>
              <a:xfrm rot="2700000">
                <a:off x="7937667" y="4222557"/>
                <a:ext cx="1273386" cy="515163"/>
              </a:xfrm>
              <a:prstGeom prst="parallelogram">
                <a:avLst>
                  <a:gd name="adj" fmla="val 99943"/>
                </a:avLst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1" name="Parallelogram 20">
                <a:extLst>
                  <a:ext uri="{FF2B5EF4-FFF2-40B4-BE49-F238E27FC236}">
                    <a16:creationId xmlns:a16="http://schemas.microsoft.com/office/drawing/2014/main" id="{FE81C62E-9D86-417A-96AA-691600C341E2}"/>
                  </a:ext>
                </a:extLst>
              </p:cNvPr>
              <p:cNvSpPr/>
              <p:nvPr/>
            </p:nvSpPr>
            <p:spPr>
              <a:xfrm rot="8100000" flipH="1">
                <a:off x="6142666" y="4771861"/>
                <a:ext cx="1273386" cy="515163"/>
              </a:xfrm>
              <a:prstGeom prst="parallelogram">
                <a:avLst>
                  <a:gd name="adj" fmla="val 99943"/>
                </a:avLst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22" name="Parallelogram 21">
                <a:extLst>
                  <a:ext uri="{FF2B5EF4-FFF2-40B4-BE49-F238E27FC236}">
                    <a16:creationId xmlns:a16="http://schemas.microsoft.com/office/drawing/2014/main" id="{2340D5B2-99EB-4E54-99D7-D7085F802197}"/>
                  </a:ext>
                </a:extLst>
              </p:cNvPr>
              <p:cNvSpPr/>
              <p:nvPr/>
            </p:nvSpPr>
            <p:spPr>
              <a:xfrm rot="8100000" flipH="1">
                <a:off x="7937667" y="4769322"/>
                <a:ext cx="1273386" cy="515163"/>
              </a:xfrm>
              <a:prstGeom prst="parallelogram">
                <a:avLst>
                  <a:gd name="adj" fmla="val 99943"/>
                </a:avLst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0A8EF62-BA2E-49B4-A1B2-2AB89C1DA4D0}"/>
                  </a:ext>
                </a:extLst>
              </p:cNvPr>
              <p:cNvSpPr/>
              <p:nvPr/>
            </p:nvSpPr>
            <p:spPr>
              <a:xfrm>
                <a:off x="7918850" y="909837"/>
                <a:ext cx="741680" cy="741680"/>
              </a:xfrm>
              <a:prstGeom prst="rect">
                <a:avLst/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B6804B5-F8C1-4B48-84BC-A925FF4800EA}"/>
                  </a:ext>
                </a:extLst>
              </p:cNvPr>
              <p:cNvSpPr/>
              <p:nvPr/>
            </p:nvSpPr>
            <p:spPr>
              <a:xfrm rot="18900000">
                <a:off x="7558170" y="1816137"/>
                <a:ext cx="741680" cy="741680"/>
              </a:xfrm>
              <a:prstGeom prst="rect">
                <a:avLst/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1465DA1D-72DF-4095-BB8B-67705F71A4B7}"/>
                  </a:ext>
                </a:extLst>
              </p:cNvPr>
              <p:cNvSpPr/>
              <p:nvPr/>
            </p:nvSpPr>
            <p:spPr>
              <a:xfrm rot="18900000">
                <a:off x="7045152" y="1282406"/>
                <a:ext cx="741680" cy="741680"/>
              </a:xfrm>
              <a:prstGeom prst="rect">
                <a:avLst/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063641A-8F0A-4AC0-8E8A-A3A09408918D}"/>
                  </a:ext>
                </a:extLst>
              </p:cNvPr>
              <p:cNvSpPr/>
              <p:nvPr/>
            </p:nvSpPr>
            <p:spPr>
              <a:xfrm>
                <a:off x="7959066" y="2704838"/>
                <a:ext cx="741680" cy="741680"/>
              </a:xfrm>
              <a:prstGeom prst="rect">
                <a:avLst/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98FC463A-98D0-472B-A721-FA47B96AE5FB}"/>
                  </a:ext>
                </a:extLst>
              </p:cNvPr>
              <p:cNvSpPr/>
              <p:nvPr/>
            </p:nvSpPr>
            <p:spPr>
              <a:xfrm>
                <a:off x="6681933" y="2190787"/>
                <a:ext cx="741680" cy="741680"/>
              </a:xfrm>
              <a:prstGeom prst="rect">
                <a:avLst/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9D4802B9-3A2F-4D2E-9463-EBFF1520C0F2}"/>
                  </a:ext>
                </a:extLst>
              </p:cNvPr>
              <p:cNvSpPr/>
              <p:nvPr/>
            </p:nvSpPr>
            <p:spPr>
              <a:xfrm>
                <a:off x="6120530" y="909837"/>
                <a:ext cx="741680" cy="741680"/>
              </a:xfrm>
              <a:prstGeom prst="rect">
                <a:avLst/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5B798A8-2055-4D62-8AB7-EFE869CF4C76}"/>
                  </a:ext>
                </a:extLst>
              </p:cNvPr>
              <p:cNvSpPr/>
              <p:nvPr/>
            </p:nvSpPr>
            <p:spPr>
              <a:xfrm rot="18900000">
                <a:off x="5764524" y="1800162"/>
                <a:ext cx="741680" cy="741680"/>
              </a:xfrm>
              <a:prstGeom prst="rect">
                <a:avLst/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24658F00-A8A4-417E-B19E-0D3C41D8403D}"/>
                  </a:ext>
                </a:extLst>
              </p:cNvPr>
              <p:cNvSpPr/>
              <p:nvPr/>
            </p:nvSpPr>
            <p:spPr>
              <a:xfrm rot="18900000">
                <a:off x="5748643" y="5306"/>
                <a:ext cx="741680" cy="741680"/>
              </a:xfrm>
              <a:prstGeom prst="rect">
                <a:avLst/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1" name="Parallelogram 30">
                <a:extLst>
                  <a:ext uri="{FF2B5EF4-FFF2-40B4-BE49-F238E27FC236}">
                    <a16:creationId xmlns:a16="http://schemas.microsoft.com/office/drawing/2014/main" id="{1D5C619A-2F26-445D-B21D-C03334FBC717}"/>
                  </a:ext>
                </a:extLst>
              </p:cNvPr>
              <p:cNvSpPr/>
              <p:nvPr/>
            </p:nvSpPr>
            <p:spPr>
              <a:xfrm>
                <a:off x="7933666" y="2196261"/>
                <a:ext cx="1273386" cy="515163"/>
              </a:xfrm>
              <a:prstGeom prst="parallelogram">
                <a:avLst>
                  <a:gd name="adj" fmla="val 99943"/>
                </a:avLst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2" name="Parallelogram 31">
                <a:extLst>
                  <a:ext uri="{FF2B5EF4-FFF2-40B4-BE49-F238E27FC236}">
                    <a16:creationId xmlns:a16="http://schemas.microsoft.com/office/drawing/2014/main" id="{257FB9B4-7E23-4C2C-951F-C859442D4D1F}"/>
                  </a:ext>
                </a:extLst>
              </p:cNvPr>
              <p:cNvSpPr/>
              <p:nvPr/>
            </p:nvSpPr>
            <p:spPr>
              <a:xfrm flipH="1">
                <a:off x="7933666" y="1662530"/>
                <a:ext cx="1273386" cy="515163"/>
              </a:xfrm>
              <a:prstGeom prst="parallelogram">
                <a:avLst>
                  <a:gd name="adj" fmla="val 99943"/>
                </a:avLst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3" name="Parallelogram 32">
                <a:extLst>
                  <a:ext uri="{FF2B5EF4-FFF2-40B4-BE49-F238E27FC236}">
                    <a16:creationId xmlns:a16="http://schemas.microsoft.com/office/drawing/2014/main" id="{37FE4962-4438-4E0D-874E-1F6DA7D71AA2}"/>
                  </a:ext>
                </a:extLst>
              </p:cNvPr>
              <p:cNvSpPr/>
              <p:nvPr/>
            </p:nvSpPr>
            <p:spPr>
              <a:xfrm flipH="1">
                <a:off x="6157696" y="1662530"/>
                <a:ext cx="1273386" cy="515163"/>
              </a:xfrm>
              <a:prstGeom prst="parallelogram">
                <a:avLst>
                  <a:gd name="adj" fmla="val 99943"/>
                </a:avLst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4" name="Parallelogram 33">
                <a:extLst>
                  <a:ext uri="{FF2B5EF4-FFF2-40B4-BE49-F238E27FC236}">
                    <a16:creationId xmlns:a16="http://schemas.microsoft.com/office/drawing/2014/main" id="{934E6E18-9D92-4278-8236-557E9C2442D1}"/>
                  </a:ext>
                </a:extLst>
              </p:cNvPr>
              <p:cNvSpPr/>
              <p:nvPr/>
            </p:nvSpPr>
            <p:spPr>
              <a:xfrm>
                <a:off x="6132157" y="385430"/>
                <a:ext cx="1273386" cy="515163"/>
              </a:xfrm>
              <a:prstGeom prst="parallelogram">
                <a:avLst>
                  <a:gd name="adj" fmla="val 99943"/>
                </a:avLst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5" name="Parallelogram 34">
                <a:extLst>
                  <a:ext uri="{FF2B5EF4-FFF2-40B4-BE49-F238E27FC236}">
                    <a16:creationId xmlns:a16="http://schemas.microsoft.com/office/drawing/2014/main" id="{78BC2ADF-B059-47AC-BB3F-EDA4F5F67A95}"/>
                  </a:ext>
                </a:extLst>
              </p:cNvPr>
              <p:cNvSpPr/>
              <p:nvPr/>
            </p:nvSpPr>
            <p:spPr>
              <a:xfrm>
                <a:off x="6151207" y="2948289"/>
                <a:ext cx="1273386" cy="515163"/>
              </a:xfrm>
              <a:prstGeom prst="parallelogram">
                <a:avLst>
                  <a:gd name="adj" fmla="val 99943"/>
                </a:avLst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6" name="Parallelogram 35">
                <a:extLst>
                  <a:ext uri="{FF2B5EF4-FFF2-40B4-BE49-F238E27FC236}">
                    <a16:creationId xmlns:a16="http://schemas.microsoft.com/office/drawing/2014/main" id="{8B19DE33-85BE-4366-848A-B2EDA7DE5683}"/>
                  </a:ext>
                </a:extLst>
              </p:cNvPr>
              <p:cNvSpPr/>
              <p:nvPr/>
            </p:nvSpPr>
            <p:spPr>
              <a:xfrm rot="18900000">
                <a:off x="5758331" y="2556588"/>
                <a:ext cx="1273386" cy="515163"/>
              </a:xfrm>
              <a:prstGeom prst="parallelogram">
                <a:avLst>
                  <a:gd name="adj" fmla="val 99943"/>
                </a:avLst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7" name="Parallelogram 36">
                <a:extLst>
                  <a:ext uri="{FF2B5EF4-FFF2-40B4-BE49-F238E27FC236}">
                    <a16:creationId xmlns:a16="http://schemas.microsoft.com/office/drawing/2014/main" id="{045073E7-0F28-4822-A723-5FE3D748F9DA}"/>
                  </a:ext>
                </a:extLst>
              </p:cNvPr>
              <p:cNvSpPr/>
              <p:nvPr/>
            </p:nvSpPr>
            <p:spPr>
              <a:xfrm rot="18900000">
                <a:off x="8324805" y="2556588"/>
                <a:ext cx="1273386" cy="515163"/>
              </a:xfrm>
              <a:prstGeom prst="parallelogram">
                <a:avLst>
                  <a:gd name="adj" fmla="val 99943"/>
                </a:avLst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38" name="Parallelogram 37">
                <a:extLst>
                  <a:ext uri="{FF2B5EF4-FFF2-40B4-BE49-F238E27FC236}">
                    <a16:creationId xmlns:a16="http://schemas.microsoft.com/office/drawing/2014/main" id="{ED02B445-DD87-4E00-8E1B-65989EB1B138}"/>
                  </a:ext>
                </a:extLst>
              </p:cNvPr>
              <p:cNvSpPr/>
              <p:nvPr/>
            </p:nvSpPr>
            <p:spPr>
              <a:xfrm rot="18900000">
                <a:off x="6508574" y="761587"/>
                <a:ext cx="1273386" cy="515163"/>
              </a:xfrm>
              <a:prstGeom prst="parallelogram">
                <a:avLst>
                  <a:gd name="adj" fmla="val 99943"/>
                </a:avLst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9" name="Parallelogram 38">
                <a:extLst>
                  <a:ext uri="{FF2B5EF4-FFF2-40B4-BE49-F238E27FC236}">
                    <a16:creationId xmlns:a16="http://schemas.microsoft.com/office/drawing/2014/main" id="{7FB48F24-BC52-4A18-9641-BBA28E9270B0}"/>
                  </a:ext>
                </a:extLst>
              </p:cNvPr>
              <p:cNvSpPr/>
              <p:nvPr/>
            </p:nvSpPr>
            <p:spPr>
              <a:xfrm rot="2700000" flipH="1">
                <a:off x="7057878" y="2556588"/>
                <a:ext cx="1273386" cy="515163"/>
              </a:xfrm>
              <a:prstGeom prst="parallelogram">
                <a:avLst>
                  <a:gd name="adj" fmla="val 99943"/>
                </a:avLst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40" name="Parallelogram 39">
                <a:extLst>
                  <a:ext uri="{FF2B5EF4-FFF2-40B4-BE49-F238E27FC236}">
                    <a16:creationId xmlns:a16="http://schemas.microsoft.com/office/drawing/2014/main" id="{0F890812-443A-4DCC-9AD8-753B84E3FA15}"/>
                  </a:ext>
                </a:extLst>
              </p:cNvPr>
              <p:cNvSpPr/>
              <p:nvPr/>
            </p:nvSpPr>
            <p:spPr>
              <a:xfrm rot="2700000" flipH="1">
                <a:off x="7055339" y="761587"/>
                <a:ext cx="1273386" cy="515163"/>
              </a:xfrm>
              <a:prstGeom prst="parallelogram">
                <a:avLst>
                  <a:gd name="adj" fmla="val 99943"/>
                </a:avLst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C7132C1D-D397-45FD-AB1A-7A281E6DE93B}"/>
                  </a:ext>
                </a:extLst>
              </p:cNvPr>
              <p:cNvSpPr/>
              <p:nvPr/>
            </p:nvSpPr>
            <p:spPr>
              <a:xfrm rot="16200000">
                <a:off x="3577407" y="930029"/>
                <a:ext cx="741680" cy="741680"/>
              </a:xfrm>
              <a:prstGeom prst="rect">
                <a:avLst/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1A39E900-E377-4C66-AFB1-A5FB5E2BBF0F}"/>
                  </a:ext>
                </a:extLst>
              </p:cNvPr>
              <p:cNvSpPr/>
              <p:nvPr/>
            </p:nvSpPr>
            <p:spPr>
              <a:xfrm rot="13500000">
                <a:off x="4483707" y="1290709"/>
                <a:ext cx="741680" cy="741680"/>
              </a:xfrm>
              <a:prstGeom prst="rect">
                <a:avLst/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29E6A13A-DD49-46C0-B49F-6592CE7C1ABD}"/>
                  </a:ext>
                </a:extLst>
              </p:cNvPr>
              <p:cNvSpPr/>
              <p:nvPr/>
            </p:nvSpPr>
            <p:spPr>
              <a:xfrm rot="13500000">
                <a:off x="3949976" y="1803727"/>
                <a:ext cx="741680" cy="741680"/>
              </a:xfrm>
              <a:prstGeom prst="rect">
                <a:avLst/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A19FE09B-A3FC-4308-AF4B-F16B5C41A7D2}"/>
                  </a:ext>
                </a:extLst>
              </p:cNvPr>
              <p:cNvSpPr/>
              <p:nvPr/>
            </p:nvSpPr>
            <p:spPr>
              <a:xfrm rot="16200000">
                <a:off x="5372408" y="889812"/>
                <a:ext cx="741680" cy="741680"/>
              </a:xfrm>
              <a:prstGeom prst="rect">
                <a:avLst/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EA6E7C00-D3C1-4CBA-9CAD-F9D832B7BBE0}"/>
                  </a:ext>
                </a:extLst>
              </p:cNvPr>
              <p:cNvSpPr/>
              <p:nvPr/>
            </p:nvSpPr>
            <p:spPr>
              <a:xfrm rot="16200000">
                <a:off x="4858357" y="2166945"/>
                <a:ext cx="741680" cy="741680"/>
              </a:xfrm>
              <a:prstGeom prst="rect">
                <a:avLst/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7A46C0D7-6528-45C1-B22D-FFD737037C3E}"/>
                  </a:ext>
                </a:extLst>
              </p:cNvPr>
              <p:cNvSpPr/>
              <p:nvPr/>
            </p:nvSpPr>
            <p:spPr>
              <a:xfrm rot="16200000">
                <a:off x="3577407" y="2728349"/>
                <a:ext cx="741680" cy="741680"/>
              </a:xfrm>
              <a:prstGeom prst="rect">
                <a:avLst/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B420F087-5CDA-4489-BCAA-CED6D320E5D7}"/>
                  </a:ext>
                </a:extLst>
              </p:cNvPr>
              <p:cNvSpPr/>
              <p:nvPr/>
            </p:nvSpPr>
            <p:spPr>
              <a:xfrm rot="13500000">
                <a:off x="4467732" y="3084355"/>
                <a:ext cx="741680" cy="741680"/>
              </a:xfrm>
              <a:prstGeom prst="rect">
                <a:avLst/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2AC4949B-EE4D-40E5-95C5-6C99D1D95762}"/>
                  </a:ext>
                </a:extLst>
              </p:cNvPr>
              <p:cNvSpPr/>
              <p:nvPr/>
            </p:nvSpPr>
            <p:spPr>
              <a:xfrm rot="13500000">
                <a:off x="2672876" y="3100236"/>
                <a:ext cx="741680" cy="741680"/>
              </a:xfrm>
              <a:prstGeom prst="rect">
                <a:avLst/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9" name="Parallelogram 48">
                <a:extLst>
                  <a:ext uri="{FF2B5EF4-FFF2-40B4-BE49-F238E27FC236}">
                    <a16:creationId xmlns:a16="http://schemas.microsoft.com/office/drawing/2014/main" id="{81E77EB5-F1BE-4B20-8A92-087FDEA49471}"/>
                  </a:ext>
                </a:extLst>
              </p:cNvPr>
              <p:cNvSpPr/>
              <p:nvPr/>
            </p:nvSpPr>
            <p:spPr>
              <a:xfrm rot="16200000">
                <a:off x="4484719" y="762618"/>
                <a:ext cx="1273386" cy="515163"/>
              </a:xfrm>
              <a:prstGeom prst="parallelogram">
                <a:avLst>
                  <a:gd name="adj" fmla="val 99943"/>
                </a:avLst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0" name="Parallelogram 49">
                <a:extLst>
                  <a:ext uri="{FF2B5EF4-FFF2-40B4-BE49-F238E27FC236}">
                    <a16:creationId xmlns:a16="http://schemas.microsoft.com/office/drawing/2014/main" id="{B22CF322-3D5F-4052-BDF6-3C4442833D7F}"/>
                  </a:ext>
                </a:extLst>
              </p:cNvPr>
              <p:cNvSpPr/>
              <p:nvPr/>
            </p:nvSpPr>
            <p:spPr>
              <a:xfrm rot="16200000" flipH="1">
                <a:off x="3950988" y="762618"/>
                <a:ext cx="1273386" cy="515163"/>
              </a:xfrm>
              <a:prstGeom prst="parallelogram">
                <a:avLst>
                  <a:gd name="adj" fmla="val 99943"/>
                </a:avLst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1" name="Parallelogram 50">
                <a:extLst>
                  <a:ext uri="{FF2B5EF4-FFF2-40B4-BE49-F238E27FC236}">
                    <a16:creationId xmlns:a16="http://schemas.microsoft.com/office/drawing/2014/main" id="{B40613D9-029F-483D-A4B7-80E0113AAE53}"/>
                  </a:ext>
                </a:extLst>
              </p:cNvPr>
              <p:cNvSpPr/>
              <p:nvPr/>
            </p:nvSpPr>
            <p:spPr>
              <a:xfrm rot="16200000" flipH="1">
                <a:off x="3950988" y="2538588"/>
                <a:ext cx="1273386" cy="515163"/>
              </a:xfrm>
              <a:prstGeom prst="parallelogram">
                <a:avLst>
                  <a:gd name="adj" fmla="val 99943"/>
                </a:avLst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2" name="Parallelogram 51">
                <a:extLst>
                  <a:ext uri="{FF2B5EF4-FFF2-40B4-BE49-F238E27FC236}">
                    <a16:creationId xmlns:a16="http://schemas.microsoft.com/office/drawing/2014/main" id="{FF9C4087-7D97-417B-B10E-F1FEBC45C64B}"/>
                  </a:ext>
                </a:extLst>
              </p:cNvPr>
              <p:cNvSpPr/>
              <p:nvPr/>
            </p:nvSpPr>
            <p:spPr>
              <a:xfrm rot="16200000">
                <a:off x="2673888" y="2564127"/>
                <a:ext cx="1273386" cy="515163"/>
              </a:xfrm>
              <a:prstGeom prst="parallelogram">
                <a:avLst>
                  <a:gd name="adj" fmla="val 99943"/>
                </a:avLst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3" name="Parallelogram 52">
                <a:extLst>
                  <a:ext uri="{FF2B5EF4-FFF2-40B4-BE49-F238E27FC236}">
                    <a16:creationId xmlns:a16="http://schemas.microsoft.com/office/drawing/2014/main" id="{1B9AA933-64D6-4173-9A5D-D04C12815770}"/>
                  </a:ext>
                </a:extLst>
              </p:cNvPr>
              <p:cNvSpPr/>
              <p:nvPr/>
            </p:nvSpPr>
            <p:spPr>
              <a:xfrm rot="16200000">
                <a:off x="5219813" y="2545077"/>
                <a:ext cx="1273386" cy="515163"/>
              </a:xfrm>
              <a:prstGeom prst="parallelogram">
                <a:avLst>
                  <a:gd name="adj" fmla="val 99943"/>
                </a:avLst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4" name="Parallelogram 53">
                <a:extLst>
                  <a:ext uri="{FF2B5EF4-FFF2-40B4-BE49-F238E27FC236}">
                    <a16:creationId xmlns:a16="http://schemas.microsoft.com/office/drawing/2014/main" id="{A4490AD2-0DDD-470C-882D-922BB0E1C6C4}"/>
                  </a:ext>
                </a:extLst>
              </p:cNvPr>
              <p:cNvSpPr/>
              <p:nvPr/>
            </p:nvSpPr>
            <p:spPr>
              <a:xfrm rot="13500000">
                <a:off x="4870447" y="2946420"/>
                <a:ext cx="1273386" cy="515163"/>
              </a:xfrm>
              <a:prstGeom prst="parallelogram">
                <a:avLst>
                  <a:gd name="adj" fmla="val 99943"/>
                </a:avLst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5" name="Parallelogram 54">
                <a:extLst>
                  <a:ext uri="{FF2B5EF4-FFF2-40B4-BE49-F238E27FC236}">
                    <a16:creationId xmlns:a16="http://schemas.microsoft.com/office/drawing/2014/main" id="{A44EF3F0-47BE-4B0D-A4BE-4B328A7687B6}"/>
                  </a:ext>
                </a:extLst>
              </p:cNvPr>
              <p:cNvSpPr/>
              <p:nvPr/>
            </p:nvSpPr>
            <p:spPr>
              <a:xfrm rot="13500000">
                <a:off x="4845046" y="371479"/>
                <a:ext cx="1273386" cy="515163"/>
              </a:xfrm>
              <a:prstGeom prst="parallelogram">
                <a:avLst>
                  <a:gd name="adj" fmla="val 99943"/>
                </a:avLst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56" name="Parallelogram 55">
                <a:extLst>
                  <a:ext uri="{FF2B5EF4-FFF2-40B4-BE49-F238E27FC236}">
                    <a16:creationId xmlns:a16="http://schemas.microsoft.com/office/drawing/2014/main" id="{F6B7EA71-849F-4E38-9E12-44EF6EE42015}"/>
                  </a:ext>
                </a:extLst>
              </p:cNvPr>
              <p:cNvSpPr/>
              <p:nvPr/>
            </p:nvSpPr>
            <p:spPr>
              <a:xfrm rot="13500000">
                <a:off x="3050045" y="2187710"/>
                <a:ext cx="1273386" cy="515163"/>
              </a:xfrm>
              <a:prstGeom prst="parallelogram">
                <a:avLst>
                  <a:gd name="adj" fmla="val 99943"/>
                </a:avLst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7" name="Parallelogram 56">
                <a:extLst>
                  <a:ext uri="{FF2B5EF4-FFF2-40B4-BE49-F238E27FC236}">
                    <a16:creationId xmlns:a16="http://schemas.microsoft.com/office/drawing/2014/main" id="{B79D8645-6C5E-4F21-B5F1-62377960C8B1}"/>
                  </a:ext>
                </a:extLst>
              </p:cNvPr>
              <p:cNvSpPr/>
              <p:nvPr/>
            </p:nvSpPr>
            <p:spPr>
              <a:xfrm rot="18900000" flipH="1">
                <a:off x="4861982" y="1638405"/>
                <a:ext cx="1273386" cy="515163"/>
              </a:xfrm>
              <a:prstGeom prst="parallelogram">
                <a:avLst>
                  <a:gd name="adj" fmla="val 99943"/>
                </a:avLst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58" name="Parallelogram 57">
                <a:extLst>
                  <a:ext uri="{FF2B5EF4-FFF2-40B4-BE49-F238E27FC236}">
                    <a16:creationId xmlns:a16="http://schemas.microsoft.com/office/drawing/2014/main" id="{CC81CFFD-E124-43CE-A95E-D6A064090F9F}"/>
                  </a:ext>
                </a:extLst>
              </p:cNvPr>
              <p:cNvSpPr/>
              <p:nvPr/>
            </p:nvSpPr>
            <p:spPr>
              <a:xfrm rot="18900000" flipH="1">
                <a:off x="3050045" y="1640945"/>
                <a:ext cx="1273386" cy="515163"/>
              </a:xfrm>
              <a:prstGeom prst="parallelogram">
                <a:avLst>
                  <a:gd name="adj" fmla="val 99943"/>
                </a:avLst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94148FB4-DAA9-4B5C-97FA-8C7CA26DA732}"/>
                  </a:ext>
                </a:extLst>
              </p:cNvPr>
              <p:cNvSpPr/>
              <p:nvPr/>
            </p:nvSpPr>
            <p:spPr>
              <a:xfrm rot="10800000">
                <a:off x="3600567" y="5273912"/>
                <a:ext cx="741680" cy="741680"/>
              </a:xfrm>
              <a:prstGeom prst="rect">
                <a:avLst/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55EC50F4-ED38-46BF-92AA-B46D7777E870}"/>
                  </a:ext>
                </a:extLst>
              </p:cNvPr>
              <p:cNvSpPr/>
              <p:nvPr/>
            </p:nvSpPr>
            <p:spPr>
              <a:xfrm rot="8100000">
                <a:off x="3961247" y="4367612"/>
                <a:ext cx="741680" cy="741680"/>
              </a:xfrm>
              <a:prstGeom prst="rect">
                <a:avLst/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48E00AE3-E36C-4401-93A5-C00A077C609C}"/>
                  </a:ext>
                </a:extLst>
              </p:cNvPr>
              <p:cNvSpPr/>
              <p:nvPr/>
            </p:nvSpPr>
            <p:spPr>
              <a:xfrm rot="8100000">
                <a:off x="4474265" y="4901343"/>
                <a:ext cx="741680" cy="741680"/>
              </a:xfrm>
              <a:prstGeom prst="rect">
                <a:avLst/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A3D39441-F887-4108-9CEE-E9B558BAA60B}"/>
                  </a:ext>
                </a:extLst>
              </p:cNvPr>
              <p:cNvSpPr/>
              <p:nvPr/>
            </p:nvSpPr>
            <p:spPr>
              <a:xfrm rot="10800000">
                <a:off x="3560351" y="3478911"/>
                <a:ext cx="741680" cy="741680"/>
              </a:xfrm>
              <a:prstGeom prst="rect">
                <a:avLst/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8429EA65-0F0A-449E-8C27-EE20A4CE866B}"/>
                  </a:ext>
                </a:extLst>
              </p:cNvPr>
              <p:cNvSpPr/>
              <p:nvPr/>
            </p:nvSpPr>
            <p:spPr>
              <a:xfrm rot="10800000">
                <a:off x="4837484" y="3992962"/>
                <a:ext cx="741680" cy="741680"/>
              </a:xfrm>
              <a:prstGeom prst="rect">
                <a:avLst/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9F40BC6D-0975-40A5-BC70-6E319CC91899}"/>
                  </a:ext>
                </a:extLst>
              </p:cNvPr>
              <p:cNvSpPr/>
              <p:nvPr/>
            </p:nvSpPr>
            <p:spPr>
              <a:xfrm rot="10800000">
                <a:off x="5390420" y="5273912"/>
                <a:ext cx="741680" cy="741680"/>
              </a:xfrm>
              <a:prstGeom prst="rect">
                <a:avLst/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AE376A4E-FA2C-44F3-BF60-EE03862F235A}"/>
                  </a:ext>
                </a:extLst>
              </p:cNvPr>
              <p:cNvSpPr/>
              <p:nvPr/>
            </p:nvSpPr>
            <p:spPr>
              <a:xfrm rot="8100000">
                <a:off x="5754893" y="4396287"/>
                <a:ext cx="741680" cy="741680"/>
              </a:xfrm>
              <a:prstGeom prst="rect">
                <a:avLst/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5EB7D63F-3578-4409-8C5A-8BA0138948E9}"/>
                  </a:ext>
                </a:extLst>
              </p:cNvPr>
              <p:cNvSpPr/>
              <p:nvPr/>
            </p:nvSpPr>
            <p:spPr>
              <a:xfrm rot="8100000">
                <a:off x="5770774" y="6178443"/>
                <a:ext cx="741680" cy="741680"/>
              </a:xfrm>
              <a:prstGeom prst="rect">
                <a:avLst/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7" name="Parallelogram 66">
                <a:extLst>
                  <a:ext uri="{FF2B5EF4-FFF2-40B4-BE49-F238E27FC236}">
                    <a16:creationId xmlns:a16="http://schemas.microsoft.com/office/drawing/2014/main" id="{A1388E73-A007-401A-9717-5D34256014AB}"/>
                  </a:ext>
                </a:extLst>
              </p:cNvPr>
              <p:cNvSpPr/>
              <p:nvPr/>
            </p:nvSpPr>
            <p:spPr>
              <a:xfrm rot="10800000">
                <a:off x="3054045" y="4214005"/>
                <a:ext cx="1273386" cy="515163"/>
              </a:xfrm>
              <a:prstGeom prst="parallelogram">
                <a:avLst>
                  <a:gd name="adj" fmla="val 99943"/>
                </a:avLst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8" name="Parallelogram 67">
                <a:extLst>
                  <a:ext uri="{FF2B5EF4-FFF2-40B4-BE49-F238E27FC236}">
                    <a16:creationId xmlns:a16="http://schemas.microsoft.com/office/drawing/2014/main" id="{15B92E9A-EA11-4FBD-B565-CF876B28B574}"/>
                  </a:ext>
                </a:extLst>
              </p:cNvPr>
              <p:cNvSpPr/>
              <p:nvPr/>
            </p:nvSpPr>
            <p:spPr>
              <a:xfrm rot="10800000" flipH="1">
                <a:off x="3054045" y="4747736"/>
                <a:ext cx="1273386" cy="515163"/>
              </a:xfrm>
              <a:prstGeom prst="parallelogram">
                <a:avLst>
                  <a:gd name="adj" fmla="val 99943"/>
                </a:avLst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9" name="Parallelogram 68">
                <a:extLst>
                  <a:ext uri="{FF2B5EF4-FFF2-40B4-BE49-F238E27FC236}">
                    <a16:creationId xmlns:a16="http://schemas.microsoft.com/office/drawing/2014/main" id="{27D90C20-7C3B-4B9C-9428-A520879DA309}"/>
                  </a:ext>
                </a:extLst>
              </p:cNvPr>
              <p:cNvSpPr/>
              <p:nvPr/>
            </p:nvSpPr>
            <p:spPr>
              <a:xfrm rot="10800000" flipH="1">
                <a:off x="4830015" y="4747736"/>
                <a:ext cx="1273386" cy="515163"/>
              </a:xfrm>
              <a:prstGeom prst="parallelogram">
                <a:avLst>
                  <a:gd name="adj" fmla="val 99943"/>
                </a:avLst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" name="Parallelogram 69">
                <a:extLst>
                  <a:ext uri="{FF2B5EF4-FFF2-40B4-BE49-F238E27FC236}">
                    <a16:creationId xmlns:a16="http://schemas.microsoft.com/office/drawing/2014/main" id="{23625A14-3251-4343-A0BB-7B8B97DC3F79}"/>
                  </a:ext>
                </a:extLst>
              </p:cNvPr>
              <p:cNvSpPr/>
              <p:nvPr/>
            </p:nvSpPr>
            <p:spPr>
              <a:xfrm rot="10800000">
                <a:off x="4855554" y="6024836"/>
                <a:ext cx="1273386" cy="515163"/>
              </a:xfrm>
              <a:prstGeom prst="parallelogram">
                <a:avLst>
                  <a:gd name="adj" fmla="val 99943"/>
                </a:avLst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1" name="Parallelogram 70">
                <a:extLst>
                  <a:ext uri="{FF2B5EF4-FFF2-40B4-BE49-F238E27FC236}">
                    <a16:creationId xmlns:a16="http://schemas.microsoft.com/office/drawing/2014/main" id="{5F9F5C2C-58FC-4680-B2B4-1A917B660A22}"/>
                  </a:ext>
                </a:extLst>
              </p:cNvPr>
              <p:cNvSpPr/>
              <p:nvPr/>
            </p:nvSpPr>
            <p:spPr>
              <a:xfrm rot="10800000">
                <a:off x="4836504" y="3478911"/>
                <a:ext cx="1273386" cy="515163"/>
              </a:xfrm>
              <a:prstGeom prst="parallelogram">
                <a:avLst>
                  <a:gd name="adj" fmla="val 99943"/>
                </a:avLst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2" name="Parallelogram 71">
                <a:extLst>
                  <a:ext uri="{FF2B5EF4-FFF2-40B4-BE49-F238E27FC236}">
                    <a16:creationId xmlns:a16="http://schemas.microsoft.com/office/drawing/2014/main" id="{D777C7A3-A3E1-4275-862C-691D14374B7B}"/>
                  </a:ext>
                </a:extLst>
              </p:cNvPr>
              <p:cNvSpPr/>
              <p:nvPr/>
            </p:nvSpPr>
            <p:spPr>
              <a:xfrm rot="8100000">
                <a:off x="5229380" y="3853678"/>
                <a:ext cx="1273386" cy="515163"/>
              </a:xfrm>
              <a:prstGeom prst="parallelogram">
                <a:avLst>
                  <a:gd name="adj" fmla="val 99943"/>
                </a:avLst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3" name="Parallelogram 72">
                <a:extLst>
                  <a:ext uri="{FF2B5EF4-FFF2-40B4-BE49-F238E27FC236}">
                    <a16:creationId xmlns:a16="http://schemas.microsoft.com/office/drawing/2014/main" id="{D6BD7850-DC28-4B9D-9588-25A1C0CE7185}"/>
                  </a:ext>
                </a:extLst>
              </p:cNvPr>
              <p:cNvSpPr/>
              <p:nvPr/>
            </p:nvSpPr>
            <p:spPr>
              <a:xfrm rot="8100000">
                <a:off x="2662906" y="3853678"/>
                <a:ext cx="1273386" cy="515163"/>
              </a:xfrm>
              <a:prstGeom prst="parallelogram">
                <a:avLst>
                  <a:gd name="adj" fmla="val 99943"/>
                </a:avLst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74" name="Parallelogram 73">
                <a:extLst>
                  <a:ext uri="{FF2B5EF4-FFF2-40B4-BE49-F238E27FC236}">
                    <a16:creationId xmlns:a16="http://schemas.microsoft.com/office/drawing/2014/main" id="{599E2300-10F7-4A35-9B28-EE1C2AFC2D62}"/>
                  </a:ext>
                </a:extLst>
              </p:cNvPr>
              <p:cNvSpPr/>
              <p:nvPr/>
            </p:nvSpPr>
            <p:spPr>
              <a:xfrm rot="8100000">
                <a:off x="4479137" y="5648679"/>
                <a:ext cx="1273386" cy="515163"/>
              </a:xfrm>
              <a:prstGeom prst="parallelogram">
                <a:avLst>
                  <a:gd name="adj" fmla="val 99943"/>
                </a:avLst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" name="Parallelogram 74">
                <a:extLst>
                  <a:ext uri="{FF2B5EF4-FFF2-40B4-BE49-F238E27FC236}">
                    <a16:creationId xmlns:a16="http://schemas.microsoft.com/office/drawing/2014/main" id="{EA26F209-E9DB-443F-A989-87868158F173}"/>
                  </a:ext>
                </a:extLst>
              </p:cNvPr>
              <p:cNvSpPr/>
              <p:nvPr/>
            </p:nvSpPr>
            <p:spPr>
              <a:xfrm rot="13500000" flipH="1">
                <a:off x="3929833" y="3853678"/>
                <a:ext cx="1273386" cy="515163"/>
              </a:xfrm>
              <a:prstGeom prst="parallelogram">
                <a:avLst>
                  <a:gd name="adj" fmla="val 99943"/>
                </a:avLst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76" name="Parallelogram 75">
                <a:extLst>
                  <a:ext uri="{FF2B5EF4-FFF2-40B4-BE49-F238E27FC236}">
                    <a16:creationId xmlns:a16="http://schemas.microsoft.com/office/drawing/2014/main" id="{5EA80AA7-42DD-4929-BC69-3C0565B56BC9}"/>
                  </a:ext>
                </a:extLst>
              </p:cNvPr>
              <p:cNvSpPr/>
              <p:nvPr/>
            </p:nvSpPr>
            <p:spPr>
              <a:xfrm rot="13500000" flipH="1">
                <a:off x="3932372" y="5648679"/>
                <a:ext cx="1273386" cy="515163"/>
              </a:xfrm>
              <a:prstGeom prst="parallelogram">
                <a:avLst>
                  <a:gd name="adj" fmla="val 99943"/>
                </a:avLst>
              </a:prstGeom>
              <a:solidFill>
                <a:schemeClr val="bg1"/>
              </a:solidFill>
              <a:ln w="38100" cap="rnd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DD19325F-2F2D-40E3-85C6-2E60277F7AC0}"/>
                </a:ext>
              </a:extLst>
            </p:cNvPr>
            <p:cNvGrpSpPr/>
            <p:nvPr/>
          </p:nvGrpSpPr>
          <p:grpSpPr>
            <a:xfrm>
              <a:off x="4703868" y="-168799"/>
              <a:ext cx="7252681" cy="7251772"/>
              <a:chOff x="2279609" y="-5851211"/>
              <a:chExt cx="7593788" cy="19092220"/>
            </a:xfrm>
          </p:grpSpPr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966B6B5B-D2A9-47B6-9D38-1FAE75AE362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28980" y="312908"/>
                <a:ext cx="6809" cy="1926948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5892B150-3180-488A-8002-4B185938C52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627182" y="2250723"/>
                <a:ext cx="783381" cy="1793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F10DABAA-66E0-47D0-93E4-B774BBEFE91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64572" y="2257029"/>
                <a:ext cx="564545" cy="1457293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2B549E5F-F885-401F-9899-137665748F0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66546" y="1662941"/>
                <a:ext cx="3609" cy="4124992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1831FA7F-4F69-4F16-98C4-FF02F7D3327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862140" y="3704838"/>
                <a:ext cx="555086" cy="1457552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30D7272E-50C1-4BD1-BA4C-29CFB086290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519626" y="7106074"/>
                <a:ext cx="552787" cy="1326993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346E09E6-F63E-40E3-8319-CF47EEF16D6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426240" y="5150504"/>
                <a:ext cx="0" cy="1990334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0EA1DD61-3F5C-44E9-AF3E-05114ED4BA1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972924" y="5648672"/>
                <a:ext cx="763629" cy="9749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F36ADAC0-38AD-436F-8657-693CE1EDB0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265837" y="8473625"/>
                <a:ext cx="1558493" cy="104289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205FC834-591E-4B5A-A120-89D96F74640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747055" y="2252201"/>
                <a:ext cx="518473" cy="1414872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238AF7B8-09FD-4A9F-90D9-AC13E6EA826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07668" y="3721071"/>
                <a:ext cx="557861" cy="1395745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D16DCD26-36F1-47E7-9086-519A5650BBF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56266" y="295677"/>
                <a:ext cx="780978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F2B14FE3-59A1-4A2C-8A64-0F5569168D5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392041" y="-1135411"/>
                <a:ext cx="780978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9083AAC6-79BA-4970-BA43-9745B4B3AE1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183398" y="-1126975"/>
                <a:ext cx="555086" cy="1422312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83812434-FBBF-4F07-8023-C3A775DA65E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290519" y="-3092883"/>
                <a:ext cx="2363" cy="1900612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93539BE7-FA3C-44EF-9266-2ECFB6356BC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830418" y="-3041001"/>
                <a:ext cx="31722" cy="1890015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6F5B8821-9EC1-4E39-9C8C-B276F86087F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282675" y="-3064133"/>
                <a:ext cx="1558635" cy="4536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92565378-0906-421C-B3EF-E1D16CA03D6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764861" y="-1066406"/>
                <a:ext cx="539985" cy="1326053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DF188E42-B9E0-4B34-A97A-1581B33B60E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066826" y="-1079172"/>
                <a:ext cx="556663" cy="1406863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B73428DC-84A8-488E-8136-4F374820A93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403298" y="5643133"/>
                <a:ext cx="750672" cy="81792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B09DE145-B3B7-45A0-8B71-BE0B97EE034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60856" y="5637559"/>
                <a:ext cx="555818" cy="1445884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CEFE9C55-8690-4EF1-9F25-42E73DE97E8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15533" y="3671453"/>
                <a:ext cx="562465" cy="1518111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F5075681-7057-46F6-A875-6C7551F28A3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416674" y="1750467"/>
                <a:ext cx="773434" cy="13912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F2CE3D09-8F2D-4B6C-BFDE-91175D36CBC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179700" y="1876344"/>
                <a:ext cx="6087" cy="1847061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2F5E7A33-43B9-49A7-9DD9-FA0B765B16E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03298" y="1801144"/>
                <a:ext cx="6087" cy="1847061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50ABC000-F54B-48B0-88E5-DF48F4E93DC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169794" y="3799503"/>
                <a:ext cx="550271" cy="1245611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156A9584-0965-4FB5-BAAC-10B48C002CE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03270" y="-1129308"/>
                <a:ext cx="564545" cy="1457294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FC4F5944-A17C-493B-8767-E1ADA9FCB4B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826370" y="350999"/>
                <a:ext cx="4826" cy="2020474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BD6B6452-0607-4734-B92F-43C507626C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283968" y="3771226"/>
                <a:ext cx="539554" cy="1391164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1E690E61-0DE5-4330-9919-51B7F37CB5F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279609" y="2382342"/>
                <a:ext cx="557977" cy="1314809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FEBDF0E2-7A08-47B0-9233-ED687A0B344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31809" y="5134575"/>
                <a:ext cx="6087" cy="1847061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6F291C55-8E99-4143-A3B5-1AC925B0C63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52945" y="7086535"/>
                <a:ext cx="780978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18728886-79BC-48F2-A033-B7EA8FF779D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707156" y="5218532"/>
                <a:ext cx="6087" cy="1847061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66F58307-D5A1-48D8-AF20-9F593EE5511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10602" y="8467709"/>
                <a:ext cx="594316" cy="1426678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9784C01C-2A1C-421A-AC38-02A2CE73D18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871154" y="-1107293"/>
                <a:ext cx="555086" cy="1457552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FEF5522A-B6E8-4FAB-80C8-81F9624A48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26760" y="324100"/>
                <a:ext cx="576509" cy="1477593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33BE6D75-EF85-4D0E-86A1-0AB5E22B955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37197" y="3648207"/>
                <a:ext cx="8128" cy="1958014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>
                <a:extLst>
                  <a:ext uri="{FF2B5EF4-FFF2-40B4-BE49-F238E27FC236}">
                    <a16:creationId xmlns:a16="http://schemas.microsoft.com/office/drawing/2014/main" id="{AFFE6247-C9DD-4BB6-BB2F-8EF9DDFE6A4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128218" y="5702552"/>
                <a:ext cx="550271" cy="1245611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F70BE865-E16B-43A9-9C8B-90A16C31E8B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860653" y="7091607"/>
                <a:ext cx="571917" cy="147427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F80A800A-A68B-487F-99FE-243EAA2489F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816479" y="7136767"/>
                <a:ext cx="600379" cy="143670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70806C7E-2041-4677-8A94-50766F896A7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50271" y="317392"/>
                <a:ext cx="564545" cy="1457294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>
                <a:extLst>
                  <a:ext uri="{FF2B5EF4-FFF2-40B4-BE49-F238E27FC236}">
                    <a16:creationId xmlns:a16="http://schemas.microsoft.com/office/drawing/2014/main" id="{7CC2D0DA-2483-4CB1-97FD-9119325695C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525839" y="5787932"/>
                <a:ext cx="531717" cy="1347663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>
                <a:extLst>
                  <a:ext uri="{FF2B5EF4-FFF2-40B4-BE49-F238E27FC236}">
                    <a16:creationId xmlns:a16="http://schemas.microsoft.com/office/drawing/2014/main" id="{333460F9-D6AE-4D05-A5EB-87744FE995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50189" y="2264406"/>
                <a:ext cx="780978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>
                <a:extLst>
                  <a:ext uri="{FF2B5EF4-FFF2-40B4-BE49-F238E27FC236}">
                    <a16:creationId xmlns:a16="http://schemas.microsoft.com/office/drawing/2014/main" id="{B51507ED-49B6-4C41-B938-9596223AB65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637046" y="7091607"/>
                <a:ext cx="1075034" cy="2797235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Connector 143">
                <a:extLst>
                  <a:ext uri="{FF2B5EF4-FFF2-40B4-BE49-F238E27FC236}">
                    <a16:creationId xmlns:a16="http://schemas.microsoft.com/office/drawing/2014/main" id="{D17D7A2F-9605-489E-BCA2-5D2F80162F5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79834" y="2257030"/>
                <a:ext cx="558787" cy="1474086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420BB661-1E44-4C1E-8D55-DAD7465319D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964542" y="7029021"/>
                <a:ext cx="564545" cy="1457294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Straight Connector 145">
                <a:extLst>
                  <a:ext uri="{FF2B5EF4-FFF2-40B4-BE49-F238E27FC236}">
                    <a16:creationId xmlns:a16="http://schemas.microsoft.com/office/drawing/2014/main" id="{6010DA67-A586-4517-B495-B3CA7A7AEB3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963581" y="5709568"/>
                <a:ext cx="552787" cy="1326993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Straight Connector 146">
                <a:extLst>
                  <a:ext uri="{FF2B5EF4-FFF2-40B4-BE49-F238E27FC236}">
                    <a16:creationId xmlns:a16="http://schemas.microsoft.com/office/drawing/2014/main" id="{F998CD57-EF50-40A7-93DB-57A2656CEB0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415501" y="7149001"/>
                <a:ext cx="552787" cy="1326993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6B567949-DE98-464B-911B-BC447FF9BA3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29337" y="-4450863"/>
                <a:ext cx="780978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>
                <a:extLst>
                  <a:ext uri="{FF2B5EF4-FFF2-40B4-BE49-F238E27FC236}">
                    <a16:creationId xmlns:a16="http://schemas.microsoft.com/office/drawing/2014/main" id="{8202515F-1448-479C-A979-1247B9687EF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00947" y="-3009340"/>
                <a:ext cx="6087" cy="1847062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>
                <a:extLst>
                  <a:ext uri="{FF2B5EF4-FFF2-40B4-BE49-F238E27FC236}">
                    <a16:creationId xmlns:a16="http://schemas.microsoft.com/office/drawing/2014/main" id="{47E6A5EA-E819-44F2-A362-B451DDE6F55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14230" y="-2973948"/>
                <a:ext cx="780978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>
                <a:extLst>
                  <a:ext uri="{FF2B5EF4-FFF2-40B4-BE49-F238E27FC236}">
                    <a16:creationId xmlns:a16="http://schemas.microsoft.com/office/drawing/2014/main" id="{98AA00A5-308C-4F97-BFD8-C98248AFCCB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09145" y="-4401978"/>
                <a:ext cx="507081" cy="1405165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Straight Connector 158">
                <a:extLst>
                  <a:ext uri="{FF2B5EF4-FFF2-40B4-BE49-F238E27FC236}">
                    <a16:creationId xmlns:a16="http://schemas.microsoft.com/office/drawing/2014/main" id="{A77F91E0-8550-405A-9C88-CD8BDF48C92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543374" y="-5851211"/>
                <a:ext cx="507081" cy="1405165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Straight Connector 159">
                <a:extLst>
                  <a:ext uri="{FF2B5EF4-FFF2-40B4-BE49-F238E27FC236}">
                    <a16:creationId xmlns:a16="http://schemas.microsoft.com/office/drawing/2014/main" id="{5EBE5038-2187-4586-802D-4BDA579CDA0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061011" y="-5811369"/>
                <a:ext cx="551753" cy="1387344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Straight Connector 161">
                <a:extLst>
                  <a:ext uri="{FF2B5EF4-FFF2-40B4-BE49-F238E27FC236}">
                    <a16:creationId xmlns:a16="http://schemas.microsoft.com/office/drawing/2014/main" id="{8091E3D3-5BE7-45E7-B330-F1C99EFBF3A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612764" y="-4397121"/>
                <a:ext cx="780978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C996C03C-9462-4D60-B12D-C30B40E9948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444400" y="-4383654"/>
                <a:ext cx="551753" cy="1387344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6F81C2EF-98CA-4D5A-857C-16D8CE59806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968478" y="-3014255"/>
                <a:ext cx="780978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F523BBA9-4AA5-49DD-B1C8-BCC68EBDB26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738444" y="-2908078"/>
                <a:ext cx="6087" cy="1847062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61F98151-0A38-429C-A897-8ACD3BBFE1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43174" y="-1046452"/>
                <a:ext cx="575059" cy="135936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BD38AC79-F291-4AB5-8712-64DDE817C22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326548" y="389119"/>
                <a:ext cx="6087" cy="1847062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Straight Connector 174">
                <a:extLst>
                  <a:ext uri="{FF2B5EF4-FFF2-40B4-BE49-F238E27FC236}">
                    <a16:creationId xmlns:a16="http://schemas.microsoft.com/office/drawing/2014/main" id="{8CFE7A26-04C5-453D-A873-892CC13CE1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27506" y="2259689"/>
                <a:ext cx="545891" cy="1400882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25C133F2-2433-4938-960C-0C4FA1ABEA4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305875" y="3672884"/>
                <a:ext cx="564545" cy="1457294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Straight Connector 177">
                <a:extLst>
                  <a:ext uri="{FF2B5EF4-FFF2-40B4-BE49-F238E27FC236}">
                    <a16:creationId xmlns:a16="http://schemas.microsoft.com/office/drawing/2014/main" id="{C12ACE2B-315D-440A-9439-B4721812F1F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312517" y="5048920"/>
                <a:ext cx="18336" cy="203948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Straight Connector 178">
                <a:extLst>
                  <a:ext uri="{FF2B5EF4-FFF2-40B4-BE49-F238E27FC236}">
                    <a16:creationId xmlns:a16="http://schemas.microsoft.com/office/drawing/2014/main" id="{466BAB6B-D462-400A-8B84-BDB451F82DE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51139" y="7088890"/>
                <a:ext cx="564545" cy="1457294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Straight Connector 179">
                <a:extLst>
                  <a:ext uri="{FF2B5EF4-FFF2-40B4-BE49-F238E27FC236}">
                    <a16:creationId xmlns:a16="http://schemas.microsoft.com/office/drawing/2014/main" id="{070EEDCF-1F93-4717-A88E-A92BC5484F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61508" y="8516215"/>
                <a:ext cx="0" cy="1914632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>
                <a:extLst>
                  <a:ext uri="{FF2B5EF4-FFF2-40B4-BE49-F238E27FC236}">
                    <a16:creationId xmlns:a16="http://schemas.microsoft.com/office/drawing/2014/main" id="{8A96B29A-1CFC-4967-BE98-CEF168C42B6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963161" y="10386653"/>
                <a:ext cx="812383" cy="44194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>
                <a:extLst>
                  <a:ext uri="{FF2B5EF4-FFF2-40B4-BE49-F238E27FC236}">
                    <a16:creationId xmlns:a16="http://schemas.microsoft.com/office/drawing/2014/main" id="{9DA43C44-49EE-4DF4-A67F-7DDB9DF233C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23440" y="8569152"/>
                <a:ext cx="6087" cy="1847062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>
                <a:extLst>
                  <a:ext uri="{FF2B5EF4-FFF2-40B4-BE49-F238E27FC236}">
                    <a16:creationId xmlns:a16="http://schemas.microsoft.com/office/drawing/2014/main" id="{C5F9F1AD-DB25-43B2-92FA-E126E74F1DE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12902" y="10483568"/>
                <a:ext cx="780978" cy="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>
                <a:extLst>
                  <a:ext uri="{FF2B5EF4-FFF2-40B4-BE49-F238E27FC236}">
                    <a16:creationId xmlns:a16="http://schemas.microsoft.com/office/drawing/2014/main" id="{763A7053-C98E-40C7-B2AC-33FA3E0E8D8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27888" y="10393109"/>
                <a:ext cx="564545" cy="1457294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Straight Connector 190">
                <a:extLst>
                  <a:ext uri="{FF2B5EF4-FFF2-40B4-BE49-F238E27FC236}">
                    <a16:creationId xmlns:a16="http://schemas.microsoft.com/office/drawing/2014/main" id="{5BAD8F62-9915-418D-90DD-1D33980735E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612764" y="11873829"/>
                <a:ext cx="812383" cy="44194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Straight Connector 191">
                <a:extLst>
                  <a:ext uri="{FF2B5EF4-FFF2-40B4-BE49-F238E27FC236}">
                    <a16:creationId xmlns:a16="http://schemas.microsoft.com/office/drawing/2014/main" id="{2D00DA2E-FC75-420C-9B46-90D13E1F5D0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730043" y="11854371"/>
                <a:ext cx="812383" cy="44194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Straight Connector 192">
                <a:extLst>
                  <a:ext uri="{FF2B5EF4-FFF2-40B4-BE49-F238E27FC236}">
                    <a16:creationId xmlns:a16="http://schemas.microsoft.com/office/drawing/2014/main" id="{AA3CEBBB-FA25-4DBC-9C93-F773FEF8CDA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189776" y="10556873"/>
                <a:ext cx="501250" cy="129550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Straight Connector 194">
                <a:extLst>
                  <a:ext uri="{FF2B5EF4-FFF2-40B4-BE49-F238E27FC236}">
                    <a16:creationId xmlns:a16="http://schemas.microsoft.com/office/drawing/2014/main" id="{438F89A8-76F5-4324-870A-48D0ED12BDF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559382" y="11873829"/>
                <a:ext cx="501250" cy="129550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Straight Connector 195">
                <a:extLst>
                  <a:ext uri="{FF2B5EF4-FFF2-40B4-BE49-F238E27FC236}">
                    <a16:creationId xmlns:a16="http://schemas.microsoft.com/office/drawing/2014/main" id="{931D8309-43BC-4E48-AA13-C6F415487B0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75734" y="11854371"/>
                <a:ext cx="559085" cy="1386638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8" name="Straight Connector 227">
                <a:extLst>
                  <a:ext uri="{FF2B5EF4-FFF2-40B4-BE49-F238E27FC236}">
                    <a16:creationId xmlns:a16="http://schemas.microsoft.com/office/drawing/2014/main" id="{B7309BF1-9B65-40DC-B240-FABBA52FF38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532446" y="349096"/>
                <a:ext cx="763629" cy="9749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Straight Connector 160">
                <a:extLst>
                  <a:ext uri="{FF2B5EF4-FFF2-40B4-BE49-F238E27FC236}">
                    <a16:creationId xmlns:a16="http://schemas.microsoft.com/office/drawing/2014/main" id="{FC89813C-A27A-4A1D-A8AD-008146B852C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75592" y="411647"/>
                <a:ext cx="545536" cy="1231466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B0C37A5A-A958-49A5-800A-ADC96D7F6AA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18074" y="-1102146"/>
                <a:ext cx="564545" cy="1457294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9E33EE05-E2F6-4EC7-9A0D-D9ABB88DBA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543319" y="2275380"/>
                <a:ext cx="518473" cy="1414872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7A62AEEA-E7E1-471C-9DAF-6741A81CC39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37197" y="1773714"/>
                <a:ext cx="8128" cy="1958015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3CF9C60D-CBEC-483A-ABCC-17665E7166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992689" y="328373"/>
                <a:ext cx="564545" cy="1457294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88" name="Picture 87">
            <a:extLst>
              <a:ext uri="{FF2B5EF4-FFF2-40B4-BE49-F238E27FC236}">
                <a16:creationId xmlns:a16="http://schemas.microsoft.com/office/drawing/2014/main" id="{8382EEDE-5841-4F7E-BE9D-B488199E7F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36862" y="-22786"/>
            <a:ext cx="4959605" cy="4953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701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D4A5693-913A-4CEC-BBCD-0CDB59287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63992" y="-1470018"/>
            <a:ext cx="9198082" cy="91159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ED75AD-C86C-4147-908F-AEB3F54C25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7911" y="-2455268"/>
            <a:ext cx="10696234" cy="11768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607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roup 126">
            <a:extLst>
              <a:ext uri="{FF2B5EF4-FFF2-40B4-BE49-F238E27FC236}">
                <a16:creationId xmlns:a16="http://schemas.microsoft.com/office/drawing/2014/main" id="{75DA0BA1-62F2-46F7-87C7-D6F4BDA7ABA7}"/>
              </a:ext>
            </a:extLst>
          </p:cNvPr>
          <p:cNvGrpSpPr/>
          <p:nvPr/>
        </p:nvGrpSpPr>
        <p:grpSpPr>
          <a:xfrm>
            <a:off x="2662906" y="-7632"/>
            <a:ext cx="6935285" cy="6940695"/>
            <a:chOff x="2662906" y="-7632"/>
            <a:chExt cx="6935285" cy="6940695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308738E-B55F-4EF5-8BE2-2E794EA8F27A}"/>
                </a:ext>
              </a:extLst>
            </p:cNvPr>
            <p:cNvSpPr/>
            <p:nvPr/>
          </p:nvSpPr>
          <p:spPr>
            <a:xfrm rot="5400000">
              <a:off x="7942012" y="5253722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3E9829C-8BCC-44B2-8F19-ECB4FD605FAB}"/>
                </a:ext>
              </a:extLst>
            </p:cNvPr>
            <p:cNvSpPr/>
            <p:nvPr/>
          </p:nvSpPr>
          <p:spPr>
            <a:xfrm rot="2700000">
              <a:off x="7035712" y="4893042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E4BAD3D-8D48-4FC3-B89B-1AEE454F7EBC}"/>
                </a:ext>
              </a:extLst>
            </p:cNvPr>
            <p:cNvSpPr/>
            <p:nvPr/>
          </p:nvSpPr>
          <p:spPr>
            <a:xfrm rot="2700000">
              <a:off x="7569443" y="4380024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9C196756-3437-4CED-90C8-1733F7FAB6B8}"/>
                </a:ext>
              </a:extLst>
            </p:cNvPr>
            <p:cNvSpPr/>
            <p:nvPr/>
          </p:nvSpPr>
          <p:spPr>
            <a:xfrm rot="5400000">
              <a:off x="6147011" y="5293938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AF651D46-C9E5-40C2-846F-940B3CE1090C}"/>
                </a:ext>
              </a:extLst>
            </p:cNvPr>
            <p:cNvSpPr/>
            <p:nvPr/>
          </p:nvSpPr>
          <p:spPr>
            <a:xfrm rot="5400000">
              <a:off x="6661062" y="4016805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B6657308-8AB9-4648-9515-845027AD0B89}"/>
                </a:ext>
              </a:extLst>
            </p:cNvPr>
            <p:cNvSpPr/>
            <p:nvPr/>
          </p:nvSpPr>
          <p:spPr>
            <a:xfrm rot="5400000">
              <a:off x="7942012" y="3455402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5C874042-8911-486D-9F88-730C20FB00C6}"/>
                </a:ext>
              </a:extLst>
            </p:cNvPr>
            <p:cNvSpPr/>
            <p:nvPr/>
          </p:nvSpPr>
          <p:spPr>
            <a:xfrm rot="2700000">
              <a:off x="7051687" y="3099400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2F9A62A-0190-4955-8DAC-207015544516}"/>
                </a:ext>
              </a:extLst>
            </p:cNvPr>
            <p:cNvSpPr/>
            <p:nvPr/>
          </p:nvSpPr>
          <p:spPr>
            <a:xfrm rot="2700000">
              <a:off x="8846543" y="3083515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4" name="Parallelogram 43">
              <a:extLst>
                <a:ext uri="{FF2B5EF4-FFF2-40B4-BE49-F238E27FC236}">
                  <a16:creationId xmlns:a16="http://schemas.microsoft.com/office/drawing/2014/main" id="{4EF2B700-6C3E-489A-83B2-BDE0790DAF78}"/>
                </a:ext>
              </a:extLst>
            </p:cNvPr>
            <p:cNvSpPr/>
            <p:nvPr/>
          </p:nvSpPr>
          <p:spPr>
            <a:xfrm rot="5400000">
              <a:off x="6502993" y="5647649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6" name="Parallelogram 45">
              <a:extLst>
                <a:ext uri="{FF2B5EF4-FFF2-40B4-BE49-F238E27FC236}">
                  <a16:creationId xmlns:a16="http://schemas.microsoft.com/office/drawing/2014/main" id="{6C2DCA9F-9ABA-40E6-93C4-E30BDCB185D3}"/>
                </a:ext>
              </a:extLst>
            </p:cNvPr>
            <p:cNvSpPr/>
            <p:nvPr/>
          </p:nvSpPr>
          <p:spPr>
            <a:xfrm rot="5400000" flipH="1">
              <a:off x="7036724" y="5647649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7" name="Parallelogram 46">
              <a:extLst>
                <a:ext uri="{FF2B5EF4-FFF2-40B4-BE49-F238E27FC236}">
                  <a16:creationId xmlns:a16="http://schemas.microsoft.com/office/drawing/2014/main" id="{69CBD02E-1D9F-4B58-870A-A502FAD3DD43}"/>
                </a:ext>
              </a:extLst>
            </p:cNvPr>
            <p:cNvSpPr/>
            <p:nvPr/>
          </p:nvSpPr>
          <p:spPr>
            <a:xfrm rot="5400000" flipH="1">
              <a:off x="7036724" y="3871679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8" name="Parallelogram 47">
              <a:extLst>
                <a:ext uri="{FF2B5EF4-FFF2-40B4-BE49-F238E27FC236}">
                  <a16:creationId xmlns:a16="http://schemas.microsoft.com/office/drawing/2014/main" id="{5E9CD30C-5741-4174-BD9B-F421D8CB7FA6}"/>
                </a:ext>
              </a:extLst>
            </p:cNvPr>
            <p:cNvSpPr/>
            <p:nvPr/>
          </p:nvSpPr>
          <p:spPr>
            <a:xfrm rot="5400000">
              <a:off x="8313824" y="3846140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9" name="Parallelogram 48">
              <a:extLst>
                <a:ext uri="{FF2B5EF4-FFF2-40B4-BE49-F238E27FC236}">
                  <a16:creationId xmlns:a16="http://schemas.microsoft.com/office/drawing/2014/main" id="{316E51D4-489A-4548-867B-C8D8B8B32EEA}"/>
                </a:ext>
              </a:extLst>
            </p:cNvPr>
            <p:cNvSpPr/>
            <p:nvPr/>
          </p:nvSpPr>
          <p:spPr>
            <a:xfrm rot="5400000">
              <a:off x="5767899" y="3865190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0" name="Parallelogram 49">
              <a:extLst>
                <a:ext uri="{FF2B5EF4-FFF2-40B4-BE49-F238E27FC236}">
                  <a16:creationId xmlns:a16="http://schemas.microsoft.com/office/drawing/2014/main" id="{2401CD16-782B-49F3-8E28-E1BA0AAF78C5}"/>
                </a:ext>
              </a:extLst>
            </p:cNvPr>
            <p:cNvSpPr/>
            <p:nvPr/>
          </p:nvSpPr>
          <p:spPr>
            <a:xfrm rot="2700000">
              <a:off x="6142666" y="3472314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1" name="Parallelogram 50">
              <a:extLst>
                <a:ext uri="{FF2B5EF4-FFF2-40B4-BE49-F238E27FC236}">
                  <a16:creationId xmlns:a16="http://schemas.microsoft.com/office/drawing/2014/main" id="{DD3874FD-14BF-46AB-A165-FBFA28E2BD59}"/>
                </a:ext>
              </a:extLst>
            </p:cNvPr>
            <p:cNvSpPr/>
            <p:nvPr/>
          </p:nvSpPr>
          <p:spPr>
            <a:xfrm rot="2700000">
              <a:off x="6142666" y="603878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53" name="Parallelogram 52">
              <a:extLst>
                <a:ext uri="{FF2B5EF4-FFF2-40B4-BE49-F238E27FC236}">
                  <a16:creationId xmlns:a16="http://schemas.microsoft.com/office/drawing/2014/main" id="{E79113F1-E65D-4DFB-B912-F332AE8C4093}"/>
                </a:ext>
              </a:extLst>
            </p:cNvPr>
            <p:cNvSpPr/>
            <p:nvPr/>
          </p:nvSpPr>
          <p:spPr>
            <a:xfrm rot="2700000">
              <a:off x="7937667" y="4222557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4" name="Parallelogram 53">
              <a:extLst>
                <a:ext uri="{FF2B5EF4-FFF2-40B4-BE49-F238E27FC236}">
                  <a16:creationId xmlns:a16="http://schemas.microsoft.com/office/drawing/2014/main" id="{DB4E062D-8F89-4A06-A7A1-67A2BFBD3829}"/>
                </a:ext>
              </a:extLst>
            </p:cNvPr>
            <p:cNvSpPr/>
            <p:nvPr/>
          </p:nvSpPr>
          <p:spPr>
            <a:xfrm rot="8100000" flipH="1">
              <a:off x="6142666" y="4771861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55" name="Parallelogram 54">
              <a:extLst>
                <a:ext uri="{FF2B5EF4-FFF2-40B4-BE49-F238E27FC236}">
                  <a16:creationId xmlns:a16="http://schemas.microsoft.com/office/drawing/2014/main" id="{81110975-403C-408E-889F-40E0783700FB}"/>
                </a:ext>
              </a:extLst>
            </p:cNvPr>
            <p:cNvSpPr/>
            <p:nvPr/>
          </p:nvSpPr>
          <p:spPr>
            <a:xfrm rot="8100000" flipH="1">
              <a:off x="7937667" y="4769322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0F429D4-81D5-4079-9D85-8ED44C6E208E}"/>
                </a:ext>
              </a:extLst>
            </p:cNvPr>
            <p:cNvSpPr/>
            <p:nvPr/>
          </p:nvSpPr>
          <p:spPr>
            <a:xfrm>
              <a:off x="7918850" y="909837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F29DBDAE-C7C3-4FA2-9F43-9C3B266AA8C3}"/>
                </a:ext>
              </a:extLst>
            </p:cNvPr>
            <p:cNvSpPr/>
            <p:nvPr/>
          </p:nvSpPr>
          <p:spPr>
            <a:xfrm rot="18900000">
              <a:off x="7558170" y="1816137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F61147D-87BF-4814-B7EF-8BBE160D356C}"/>
                </a:ext>
              </a:extLst>
            </p:cNvPr>
            <p:cNvSpPr/>
            <p:nvPr/>
          </p:nvSpPr>
          <p:spPr>
            <a:xfrm rot="18900000">
              <a:off x="7045152" y="1282406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DC281CB-4673-4312-8CD6-0AF11445EEF5}"/>
                </a:ext>
              </a:extLst>
            </p:cNvPr>
            <p:cNvSpPr/>
            <p:nvPr/>
          </p:nvSpPr>
          <p:spPr>
            <a:xfrm>
              <a:off x="7959066" y="2704838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F9950A0-C657-48DA-ABB7-CCAC4C2FB4AF}"/>
                </a:ext>
              </a:extLst>
            </p:cNvPr>
            <p:cNvSpPr/>
            <p:nvPr/>
          </p:nvSpPr>
          <p:spPr>
            <a:xfrm>
              <a:off x="6681933" y="2190787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23D9F1BF-8F83-4C4D-A25D-99ABBFA88A0D}"/>
                </a:ext>
              </a:extLst>
            </p:cNvPr>
            <p:cNvSpPr/>
            <p:nvPr/>
          </p:nvSpPr>
          <p:spPr>
            <a:xfrm>
              <a:off x="6120530" y="909837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645BA8F9-ABB0-4DCC-B7FE-98597420E60E}"/>
                </a:ext>
              </a:extLst>
            </p:cNvPr>
            <p:cNvSpPr/>
            <p:nvPr/>
          </p:nvSpPr>
          <p:spPr>
            <a:xfrm rot="18900000">
              <a:off x="5764524" y="1800162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972ACD2F-0892-45AE-B611-1B6235269F67}"/>
                </a:ext>
              </a:extLst>
            </p:cNvPr>
            <p:cNvSpPr/>
            <p:nvPr/>
          </p:nvSpPr>
          <p:spPr>
            <a:xfrm rot="18900000">
              <a:off x="5748643" y="5306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" name="Parallelogram 66">
              <a:extLst>
                <a:ext uri="{FF2B5EF4-FFF2-40B4-BE49-F238E27FC236}">
                  <a16:creationId xmlns:a16="http://schemas.microsoft.com/office/drawing/2014/main" id="{BB9DD1AF-BAA4-48A7-9DCC-5AB4EDE1D36E}"/>
                </a:ext>
              </a:extLst>
            </p:cNvPr>
            <p:cNvSpPr/>
            <p:nvPr/>
          </p:nvSpPr>
          <p:spPr>
            <a:xfrm>
              <a:off x="7933666" y="2196261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" name="Parallelogram 68">
              <a:extLst>
                <a:ext uri="{FF2B5EF4-FFF2-40B4-BE49-F238E27FC236}">
                  <a16:creationId xmlns:a16="http://schemas.microsoft.com/office/drawing/2014/main" id="{A2394DF8-5734-4463-89B9-7C5EAD4BD25F}"/>
                </a:ext>
              </a:extLst>
            </p:cNvPr>
            <p:cNvSpPr/>
            <p:nvPr/>
          </p:nvSpPr>
          <p:spPr>
            <a:xfrm flipH="1">
              <a:off x="7933666" y="1662530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0" name="Parallelogram 69">
              <a:extLst>
                <a:ext uri="{FF2B5EF4-FFF2-40B4-BE49-F238E27FC236}">
                  <a16:creationId xmlns:a16="http://schemas.microsoft.com/office/drawing/2014/main" id="{C43C646B-0C02-4D5E-B071-72292001E488}"/>
                </a:ext>
              </a:extLst>
            </p:cNvPr>
            <p:cNvSpPr/>
            <p:nvPr/>
          </p:nvSpPr>
          <p:spPr>
            <a:xfrm flipH="1">
              <a:off x="6157696" y="1662530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1" name="Parallelogram 70">
              <a:extLst>
                <a:ext uri="{FF2B5EF4-FFF2-40B4-BE49-F238E27FC236}">
                  <a16:creationId xmlns:a16="http://schemas.microsoft.com/office/drawing/2014/main" id="{3AA6B043-2F32-4DEF-9C7C-70DD063F439B}"/>
                </a:ext>
              </a:extLst>
            </p:cNvPr>
            <p:cNvSpPr/>
            <p:nvPr/>
          </p:nvSpPr>
          <p:spPr>
            <a:xfrm>
              <a:off x="6132157" y="385430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2" name="Parallelogram 71">
              <a:extLst>
                <a:ext uri="{FF2B5EF4-FFF2-40B4-BE49-F238E27FC236}">
                  <a16:creationId xmlns:a16="http://schemas.microsoft.com/office/drawing/2014/main" id="{52EE399F-58A2-4597-8C23-06D622ED8538}"/>
                </a:ext>
              </a:extLst>
            </p:cNvPr>
            <p:cNvSpPr/>
            <p:nvPr/>
          </p:nvSpPr>
          <p:spPr>
            <a:xfrm>
              <a:off x="6151207" y="2931355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" name="Parallelogram 72">
              <a:extLst>
                <a:ext uri="{FF2B5EF4-FFF2-40B4-BE49-F238E27FC236}">
                  <a16:creationId xmlns:a16="http://schemas.microsoft.com/office/drawing/2014/main" id="{8C898F89-B942-453B-B8BA-0BE5033C0621}"/>
                </a:ext>
              </a:extLst>
            </p:cNvPr>
            <p:cNvSpPr/>
            <p:nvPr/>
          </p:nvSpPr>
          <p:spPr>
            <a:xfrm rot="18900000">
              <a:off x="5758331" y="255658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" name="Parallelogram 73">
              <a:extLst>
                <a:ext uri="{FF2B5EF4-FFF2-40B4-BE49-F238E27FC236}">
                  <a16:creationId xmlns:a16="http://schemas.microsoft.com/office/drawing/2014/main" id="{8BE934BD-3235-4F77-8366-C2180A004E05}"/>
                </a:ext>
              </a:extLst>
            </p:cNvPr>
            <p:cNvSpPr/>
            <p:nvPr/>
          </p:nvSpPr>
          <p:spPr>
            <a:xfrm rot="18900000">
              <a:off x="8324805" y="255658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76" name="Parallelogram 75">
              <a:extLst>
                <a:ext uri="{FF2B5EF4-FFF2-40B4-BE49-F238E27FC236}">
                  <a16:creationId xmlns:a16="http://schemas.microsoft.com/office/drawing/2014/main" id="{8CF3331D-DB95-4143-AC59-EA7EFF970EF3}"/>
                </a:ext>
              </a:extLst>
            </p:cNvPr>
            <p:cNvSpPr/>
            <p:nvPr/>
          </p:nvSpPr>
          <p:spPr>
            <a:xfrm rot="18900000">
              <a:off x="6508574" y="761587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7" name="Parallelogram 76">
              <a:extLst>
                <a:ext uri="{FF2B5EF4-FFF2-40B4-BE49-F238E27FC236}">
                  <a16:creationId xmlns:a16="http://schemas.microsoft.com/office/drawing/2014/main" id="{B57EEBFF-1528-4F09-BE28-2B298E09E880}"/>
                </a:ext>
              </a:extLst>
            </p:cNvPr>
            <p:cNvSpPr/>
            <p:nvPr/>
          </p:nvSpPr>
          <p:spPr>
            <a:xfrm rot="2700000" flipH="1">
              <a:off x="7057878" y="255658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78" name="Parallelogram 77">
              <a:extLst>
                <a:ext uri="{FF2B5EF4-FFF2-40B4-BE49-F238E27FC236}">
                  <a16:creationId xmlns:a16="http://schemas.microsoft.com/office/drawing/2014/main" id="{24CAD0C7-488C-42B3-8571-997C3BC0CE52}"/>
                </a:ext>
              </a:extLst>
            </p:cNvPr>
            <p:cNvSpPr/>
            <p:nvPr/>
          </p:nvSpPr>
          <p:spPr>
            <a:xfrm rot="2700000" flipH="1">
              <a:off x="7055339" y="761587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B68FCD54-AFF1-4E24-95B1-C60B32033119}"/>
                </a:ext>
              </a:extLst>
            </p:cNvPr>
            <p:cNvSpPr/>
            <p:nvPr/>
          </p:nvSpPr>
          <p:spPr>
            <a:xfrm rot="16200000">
              <a:off x="3577407" y="930029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D6B738E3-6822-4199-A726-CB3081117610}"/>
                </a:ext>
              </a:extLst>
            </p:cNvPr>
            <p:cNvSpPr/>
            <p:nvPr/>
          </p:nvSpPr>
          <p:spPr>
            <a:xfrm rot="13500000">
              <a:off x="4483707" y="1290709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8330C626-8178-406A-A7FF-51EE7BD2ED80}"/>
                </a:ext>
              </a:extLst>
            </p:cNvPr>
            <p:cNvSpPr/>
            <p:nvPr/>
          </p:nvSpPr>
          <p:spPr>
            <a:xfrm rot="13500000">
              <a:off x="3949976" y="1803727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9E0BAA73-1ABA-4685-A004-7AD361919548}"/>
                </a:ext>
              </a:extLst>
            </p:cNvPr>
            <p:cNvSpPr/>
            <p:nvPr/>
          </p:nvSpPr>
          <p:spPr>
            <a:xfrm rot="16200000">
              <a:off x="5372408" y="889812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39AB7D8E-CE06-4FD2-A38E-2503560B48BC}"/>
                </a:ext>
              </a:extLst>
            </p:cNvPr>
            <p:cNvSpPr/>
            <p:nvPr/>
          </p:nvSpPr>
          <p:spPr>
            <a:xfrm rot="16200000">
              <a:off x="4858357" y="2166945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9848B951-58FE-412A-B1B2-C5F5E1ED7BCF}"/>
                </a:ext>
              </a:extLst>
            </p:cNvPr>
            <p:cNvSpPr/>
            <p:nvPr/>
          </p:nvSpPr>
          <p:spPr>
            <a:xfrm rot="16200000">
              <a:off x="3577407" y="2728349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620BA21E-11BF-4790-B8CF-5BC9336C73B9}"/>
                </a:ext>
              </a:extLst>
            </p:cNvPr>
            <p:cNvSpPr/>
            <p:nvPr/>
          </p:nvSpPr>
          <p:spPr>
            <a:xfrm rot="13500000">
              <a:off x="4467732" y="3084355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6DC72366-B359-423F-AAED-E7F1525C3E54}"/>
                </a:ext>
              </a:extLst>
            </p:cNvPr>
            <p:cNvSpPr/>
            <p:nvPr/>
          </p:nvSpPr>
          <p:spPr>
            <a:xfrm rot="13500000">
              <a:off x="2672876" y="3100236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0" name="Parallelogram 89">
              <a:extLst>
                <a:ext uri="{FF2B5EF4-FFF2-40B4-BE49-F238E27FC236}">
                  <a16:creationId xmlns:a16="http://schemas.microsoft.com/office/drawing/2014/main" id="{9CA68BCA-5B66-4BD0-96FF-61F7146B9158}"/>
                </a:ext>
              </a:extLst>
            </p:cNvPr>
            <p:cNvSpPr/>
            <p:nvPr/>
          </p:nvSpPr>
          <p:spPr>
            <a:xfrm rot="16200000">
              <a:off x="4484719" y="76261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2" name="Parallelogram 91">
              <a:extLst>
                <a:ext uri="{FF2B5EF4-FFF2-40B4-BE49-F238E27FC236}">
                  <a16:creationId xmlns:a16="http://schemas.microsoft.com/office/drawing/2014/main" id="{ADA77CA3-B32D-4D4B-B8FF-32E7A19DA37A}"/>
                </a:ext>
              </a:extLst>
            </p:cNvPr>
            <p:cNvSpPr/>
            <p:nvPr/>
          </p:nvSpPr>
          <p:spPr>
            <a:xfrm rot="16200000" flipH="1">
              <a:off x="3950988" y="76261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3" name="Parallelogram 92">
              <a:extLst>
                <a:ext uri="{FF2B5EF4-FFF2-40B4-BE49-F238E27FC236}">
                  <a16:creationId xmlns:a16="http://schemas.microsoft.com/office/drawing/2014/main" id="{6A355BBB-94A7-4672-BB9C-CEEC81264521}"/>
                </a:ext>
              </a:extLst>
            </p:cNvPr>
            <p:cNvSpPr/>
            <p:nvPr/>
          </p:nvSpPr>
          <p:spPr>
            <a:xfrm rot="16200000" flipH="1">
              <a:off x="3950988" y="253858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4" name="Parallelogram 93">
              <a:extLst>
                <a:ext uri="{FF2B5EF4-FFF2-40B4-BE49-F238E27FC236}">
                  <a16:creationId xmlns:a16="http://schemas.microsoft.com/office/drawing/2014/main" id="{D84B3589-15C8-42DE-B848-A14B0E920D3F}"/>
                </a:ext>
              </a:extLst>
            </p:cNvPr>
            <p:cNvSpPr/>
            <p:nvPr/>
          </p:nvSpPr>
          <p:spPr>
            <a:xfrm rot="16200000">
              <a:off x="2673888" y="2564127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5" name="Parallelogram 94">
              <a:extLst>
                <a:ext uri="{FF2B5EF4-FFF2-40B4-BE49-F238E27FC236}">
                  <a16:creationId xmlns:a16="http://schemas.microsoft.com/office/drawing/2014/main" id="{6CD6BB31-D40E-4824-8DAC-C44C19C41A9F}"/>
                </a:ext>
              </a:extLst>
            </p:cNvPr>
            <p:cNvSpPr/>
            <p:nvPr/>
          </p:nvSpPr>
          <p:spPr>
            <a:xfrm rot="16200000">
              <a:off x="5219813" y="2545077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6" name="Parallelogram 95">
              <a:extLst>
                <a:ext uri="{FF2B5EF4-FFF2-40B4-BE49-F238E27FC236}">
                  <a16:creationId xmlns:a16="http://schemas.microsoft.com/office/drawing/2014/main" id="{3ADD40DB-1E52-4FD6-8F2F-C826E128B4AC}"/>
                </a:ext>
              </a:extLst>
            </p:cNvPr>
            <p:cNvSpPr/>
            <p:nvPr/>
          </p:nvSpPr>
          <p:spPr>
            <a:xfrm rot="13500000">
              <a:off x="4845046" y="2937953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7" name="Parallelogram 96">
              <a:extLst>
                <a:ext uri="{FF2B5EF4-FFF2-40B4-BE49-F238E27FC236}">
                  <a16:creationId xmlns:a16="http://schemas.microsoft.com/office/drawing/2014/main" id="{A7C4B76C-FD79-43B5-AEE3-E58E90E4D8FB}"/>
                </a:ext>
              </a:extLst>
            </p:cNvPr>
            <p:cNvSpPr/>
            <p:nvPr/>
          </p:nvSpPr>
          <p:spPr>
            <a:xfrm rot="13500000">
              <a:off x="4845046" y="371479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99" name="Parallelogram 98">
              <a:extLst>
                <a:ext uri="{FF2B5EF4-FFF2-40B4-BE49-F238E27FC236}">
                  <a16:creationId xmlns:a16="http://schemas.microsoft.com/office/drawing/2014/main" id="{7EA401D8-16B3-46F2-93E3-828C46D4983F}"/>
                </a:ext>
              </a:extLst>
            </p:cNvPr>
            <p:cNvSpPr/>
            <p:nvPr/>
          </p:nvSpPr>
          <p:spPr>
            <a:xfrm rot="13500000">
              <a:off x="3050045" y="2187710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0" name="Parallelogram 99">
              <a:extLst>
                <a:ext uri="{FF2B5EF4-FFF2-40B4-BE49-F238E27FC236}">
                  <a16:creationId xmlns:a16="http://schemas.microsoft.com/office/drawing/2014/main" id="{20AC8347-799F-4DD3-A8D6-5D737AE0939D}"/>
                </a:ext>
              </a:extLst>
            </p:cNvPr>
            <p:cNvSpPr/>
            <p:nvPr/>
          </p:nvSpPr>
          <p:spPr>
            <a:xfrm rot="18900000" flipH="1">
              <a:off x="4861982" y="1638405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01" name="Parallelogram 100">
              <a:extLst>
                <a:ext uri="{FF2B5EF4-FFF2-40B4-BE49-F238E27FC236}">
                  <a16:creationId xmlns:a16="http://schemas.microsoft.com/office/drawing/2014/main" id="{759A1F02-5DA5-4BA6-855E-9B135E3D9C9A}"/>
                </a:ext>
              </a:extLst>
            </p:cNvPr>
            <p:cNvSpPr/>
            <p:nvPr/>
          </p:nvSpPr>
          <p:spPr>
            <a:xfrm rot="18900000" flipH="1">
              <a:off x="3050045" y="1640945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4884A9B2-2CE4-4FCA-8D4B-BA37608E9682}"/>
                </a:ext>
              </a:extLst>
            </p:cNvPr>
            <p:cNvSpPr/>
            <p:nvPr/>
          </p:nvSpPr>
          <p:spPr>
            <a:xfrm rot="10800000">
              <a:off x="3600567" y="5273912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D4FFD386-1938-4780-8191-C48C73D8D01F}"/>
                </a:ext>
              </a:extLst>
            </p:cNvPr>
            <p:cNvSpPr/>
            <p:nvPr/>
          </p:nvSpPr>
          <p:spPr>
            <a:xfrm rot="8100000">
              <a:off x="3961247" y="4367612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2ABEA9C9-F61C-4BB3-A4B7-B3B5FF975497}"/>
                </a:ext>
              </a:extLst>
            </p:cNvPr>
            <p:cNvSpPr/>
            <p:nvPr/>
          </p:nvSpPr>
          <p:spPr>
            <a:xfrm rot="8100000">
              <a:off x="4474265" y="4901343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B766365E-FAA5-4F76-BA51-D825D1A9B46D}"/>
                </a:ext>
              </a:extLst>
            </p:cNvPr>
            <p:cNvSpPr/>
            <p:nvPr/>
          </p:nvSpPr>
          <p:spPr>
            <a:xfrm rot="10800000">
              <a:off x="3560351" y="3478911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C1C1230D-4DD3-4C91-B9E5-9A347C2CD7F7}"/>
                </a:ext>
              </a:extLst>
            </p:cNvPr>
            <p:cNvSpPr/>
            <p:nvPr/>
          </p:nvSpPr>
          <p:spPr>
            <a:xfrm rot="10800000">
              <a:off x="4837484" y="3992962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FF263D5F-4300-42A8-9170-80809CC30658}"/>
                </a:ext>
              </a:extLst>
            </p:cNvPr>
            <p:cNvSpPr/>
            <p:nvPr/>
          </p:nvSpPr>
          <p:spPr>
            <a:xfrm rot="10800000">
              <a:off x="5398887" y="5273912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AF1A3337-C76E-44A8-91C7-20B5105EF25E}"/>
                </a:ext>
              </a:extLst>
            </p:cNvPr>
            <p:cNvSpPr/>
            <p:nvPr/>
          </p:nvSpPr>
          <p:spPr>
            <a:xfrm rot="8100000">
              <a:off x="5754893" y="4383587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475E086E-0DED-48F4-9979-AFDECF98C4EB}"/>
                </a:ext>
              </a:extLst>
            </p:cNvPr>
            <p:cNvSpPr/>
            <p:nvPr/>
          </p:nvSpPr>
          <p:spPr>
            <a:xfrm rot="8100000">
              <a:off x="5770774" y="6178443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13" name="Parallelogram 112">
              <a:extLst>
                <a:ext uri="{FF2B5EF4-FFF2-40B4-BE49-F238E27FC236}">
                  <a16:creationId xmlns:a16="http://schemas.microsoft.com/office/drawing/2014/main" id="{447246FA-B07E-4134-A8D5-F554E3D7D70A}"/>
                </a:ext>
              </a:extLst>
            </p:cNvPr>
            <p:cNvSpPr/>
            <p:nvPr/>
          </p:nvSpPr>
          <p:spPr>
            <a:xfrm rot="10800000">
              <a:off x="3054045" y="4214005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15" name="Parallelogram 114">
              <a:extLst>
                <a:ext uri="{FF2B5EF4-FFF2-40B4-BE49-F238E27FC236}">
                  <a16:creationId xmlns:a16="http://schemas.microsoft.com/office/drawing/2014/main" id="{BF832D14-B72E-48D6-A92F-9752C0665FD1}"/>
                </a:ext>
              </a:extLst>
            </p:cNvPr>
            <p:cNvSpPr/>
            <p:nvPr/>
          </p:nvSpPr>
          <p:spPr>
            <a:xfrm rot="10800000" flipH="1">
              <a:off x="3054045" y="4747736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16" name="Parallelogram 115">
              <a:extLst>
                <a:ext uri="{FF2B5EF4-FFF2-40B4-BE49-F238E27FC236}">
                  <a16:creationId xmlns:a16="http://schemas.microsoft.com/office/drawing/2014/main" id="{E63FE623-F35A-473E-B291-13889F0003A2}"/>
                </a:ext>
              </a:extLst>
            </p:cNvPr>
            <p:cNvSpPr/>
            <p:nvPr/>
          </p:nvSpPr>
          <p:spPr>
            <a:xfrm rot="10800000" flipH="1">
              <a:off x="4830015" y="4747736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17" name="Parallelogram 116">
              <a:extLst>
                <a:ext uri="{FF2B5EF4-FFF2-40B4-BE49-F238E27FC236}">
                  <a16:creationId xmlns:a16="http://schemas.microsoft.com/office/drawing/2014/main" id="{B8292719-8EAF-41CE-AF6E-9FCD8271FD07}"/>
                </a:ext>
              </a:extLst>
            </p:cNvPr>
            <p:cNvSpPr/>
            <p:nvPr/>
          </p:nvSpPr>
          <p:spPr>
            <a:xfrm rot="10800000">
              <a:off x="4855554" y="6024836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18" name="Parallelogram 117">
              <a:extLst>
                <a:ext uri="{FF2B5EF4-FFF2-40B4-BE49-F238E27FC236}">
                  <a16:creationId xmlns:a16="http://schemas.microsoft.com/office/drawing/2014/main" id="{7F213DC0-9F35-4BEA-94E4-5F9A2BA629BE}"/>
                </a:ext>
              </a:extLst>
            </p:cNvPr>
            <p:cNvSpPr/>
            <p:nvPr/>
          </p:nvSpPr>
          <p:spPr>
            <a:xfrm rot="10800000">
              <a:off x="4836504" y="3478911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19" name="Parallelogram 118">
              <a:extLst>
                <a:ext uri="{FF2B5EF4-FFF2-40B4-BE49-F238E27FC236}">
                  <a16:creationId xmlns:a16="http://schemas.microsoft.com/office/drawing/2014/main" id="{34C45BE7-2F0B-43C2-8E8D-0109076CE57D}"/>
                </a:ext>
              </a:extLst>
            </p:cNvPr>
            <p:cNvSpPr/>
            <p:nvPr/>
          </p:nvSpPr>
          <p:spPr>
            <a:xfrm rot="8100000">
              <a:off x="5229380" y="385367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0" name="Parallelogram 119">
              <a:extLst>
                <a:ext uri="{FF2B5EF4-FFF2-40B4-BE49-F238E27FC236}">
                  <a16:creationId xmlns:a16="http://schemas.microsoft.com/office/drawing/2014/main" id="{C8C246EA-E5A8-415D-8525-30D71DA0E58E}"/>
                </a:ext>
              </a:extLst>
            </p:cNvPr>
            <p:cNvSpPr/>
            <p:nvPr/>
          </p:nvSpPr>
          <p:spPr>
            <a:xfrm rot="8100000">
              <a:off x="2662906" y="385367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22" name="Parallelogram 121">
              <a:extLst>
                <a:ext uri="{FF2B5EF4-FFF2-40B4-BE49-F238E27FC236}">
                  <a16:creationId xmlns:a16="http://schemas.microsoft.com/office/drawing/2014/main" id="{EC64A70B-19B2-4894-B87C-A6A5C07E92ED}"/>
                </a:ext>
              </a:extLst>
            </p:cNvPr>
            <p:cNvSpPr/>
            <p:nvPr/>
          </p:nvSpPr>
          <p:spPr>
            <a:xfrm rot="8100000">
              <a:off x="4479137" y="5648679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3" name="Parallelogram 122">
              <a:extLst>
                <a:ext uri="{FF2B5EF4-FFF2-40B4-BE49-F238E27FC236}">
                  <a16:creationId xmlns:a16="http://schemas.microsoft.com/office/drawing/2014/main" id="{1F038164-43E1-4940-BE49-495B4E256012}"/>
                </a:ext>
              </a:extLst>
            </p:cNvPr>
            <p:cNvSpPr/>
            <p:nvPr/>
          </p:nvSpPr>
          <p:spPr>
            <a:xfrm rot="13500000" flipH="1">
              <a:off x="3929833" y="385367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24" name="Parallelogram 123">
              <a:extLst>
                <a:ext uri="{FF2B5EF4-FFF2-40B4-BE49-F238E27FC236}">
                  <a16:creationId xmlns:a16="http://schemas.microsoft.com/office/drawing/2014/main" id="{2FF0049A-DD8C-4B61-BD1C-E31CA38DA313}"/>
                </a:ext>
              </a:extLst>
            </p:cNvPr>
            <p:cNvSpPr/>
            <p:nvPr/>
          </p:nvSpPr>
          <p:spPr>
            <a:xfrm rot="13500000" flipH="1">
              <a:off x="3932372" y="5648679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</p:grpSp>
      <p:pic>
        <p:nvPicPr>
          <p:cNvPr id="129" name="Picture 128">
            <a:extLst>
              <a:ext uri="{FF2B5EF4-FFF2-40B4-BE49-F238E27FC236}">
                <a16:creationId xmlns:a16="http://schemas.microsoft.com/office/drawing/2014/main" id="{EB1C9048-2FC7-4DEE-A83B-E8D03E3E7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43012" y="5788329"/>
            <a:ext cx="4978656" cy="4934204"/>
          </a:xfrm>
          <a:prstGeom prst="rect">
            <a:avLst/>
          </a:prstGeom>
        </p:spPr>
      </p:pic>
      <p:grpSp>
        <p:nvGrpSpPr>
          <p:cNvPr id="132" name="Group 131">
            <a:extLst>
              <a:ext uri="{FF2B5EF4-FFF2-40B4-BE49-F238E27FC236}">
                <a16:creationId xmlns:a16="http://schemas.microsoft.com/office/drawing/2014/main" id="{25414FC3-C134-4130-B8CA-CCDA37DEDB32}"/>
              </a:ext>
            </a:extLst>
          </p:cNvPr>
          <p:cNvGrpSpPr/>
          <p:nvPr/>
        </p:nvGrpSpPr>
        <p:grpSpPr>
          <a:xfrm>
            <a:off x="2505417" y="882158"/>
            <a:ext cx="6710004" cy="4424975"/>
            <a:chOff x="2279609" y="-3084287"/>
            <a:chExt cx="7025588" cy="11649922"/>
          </a:xfrm>
        </p:grpSpPr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F8E92E74-93CE-4402-BCA3-3D32ACD6DC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22708" y="312908"/>
              <a:ext cx="6809" cy="1926947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BECE1553-11F0-4777-9711-800EA8D494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27182" y="2250723"/>
              <a:ext cx="783381" cy="1793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759EBF5B-1F65-439D-A007-195239E8B5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64572" y="2257029"/>
              <a:ext cx="564545" cy="1457293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C77F56DC-DE4C-4507-B725-584B28E0EE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2635" y="264851"/>
              <a:ext cx="513925" cy="1474467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FBCAB974-7BBF-4CBA-94E4-5630E98948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66546" y="1773792"/>
              <a:ext cx="36089" cy="401414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2296D2F5-7F79-4995-B54B-68ED19B394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52209" y="5162632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2896318E-E3D5-438F-9095-AEAD098BBBD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96448" y="3705083"/>
              <a:ext cx="555086" cy="145755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E9083B9F-7F49-48B5-AE56-AE43B819E3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69922" y="5813844"/>
              <a:ext cx="552787" cy="1326993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ECB47DD9-35A5-4050-9381-4574C05A5F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45413" y="5150503"/>
              <a:ext cx="0" cy="199033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38D37569-74C3-4B68-9C90-A56FC5A81E3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72923" y="3676262"/>
              <a:ext cx="812383" cy="441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77641F4C-671E-42A6-B7F5-8752E1EE5D8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41917" y="1705503"/>
              <a:ext cx="720629" cy="5309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2495E811-7C4D-4BAB-8E21-50641726A9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78974" y="1739548"/>
              <a:ext cx="6087" cy="184706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6628908D-6D70-4E01-9D94-FD3A543343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05645" y="289489"/>
              <a:ext cx="812383" cy="441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F2708915-D57F-4E2C-8788-E899F10EE26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69036" y="-1067762"/>
              <a:ext cx="1154738" cy="279950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4AFAF53C-AF05-4006-8241-4E81B49182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60907" y="-1067762"/>
              <a:ext cx="516165" cy="1319903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E6C0EB54-9414-4D95-8E8D-4A623D66CE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95724" y="338169"/>
              <a:ext cx="809473" cy="6095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7080C0CC-B1D2-4ACE-91A9-D3CC31696F1E}"/>
                </a:ext>
              </a:extLst>
            </p:cNvPr>
            <p:cNvCxnSpPr>
              <a:cxnSpLocks/>
            </p:cNvCxnSpPr>
            <p:nvPr/>
          </p:nvCxnSpPr>
          <p:spPr>
            <a:xfrm>
              <a:off x="7963159" y="-1071809"/>
              <a:ext cx="530923" cy="150820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4E542CD4-ED2B-49B8-B20E-DDC8A6A579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88150" y="7167668"/>
              <a:ext cx="484882" cy="1397967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A1367A1C-8A9B-432D-80A3-1BEC1033EF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16759" y="7134621"/>
              <a:ext cx="550271" cy="124561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D6D378E7-7B44-449E-B63F-6669D5577D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50188" y="7167668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CAFE8F18-D707-49E2-B4A8-B693C4243A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06112" y="5139417"/>
              <a:ext cx="6087" cy="184706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C1A1DC79-554A-4999-9FDC-D0778D9CFF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24209" y="432988"/>
              <a:ext cx="6087" cy="184706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12B97F58-05DF-4CCA-8A29-B29B8C2E626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33998" y="2454933"/>
              <a:ext cx="550271" cy="124561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2F420416-07AD-4646-BF67-E84A416DD6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7668" y="3659523"/>
              <a:ext cx="564545" cy="14572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8480A6DC-4F2E-4A8A-89A5-03C72D5421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1788" y="350996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F9304E04-7850-4F80-A2A4-98A35AD1D8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39615" y="-1240732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D1AD377D-5239-4F89-862E-DD486603DD5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01179" y="-1190652"/>
              <a:ext cx="555086" cy="145755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A572D9AE-174C-4923-816F-9AD4990419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34264" y="-3009340"/>
              <a:ext cx="6087" cy="184706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56669AE7-8DE8-4828-ABB5-A98821B54A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4330" y="-3041004"/>
              <a:ext cx="6087" cy="184706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4F268425-2D93-40A3-801D-C67C951426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82673" y="-3064136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253F3421-2BCB-475A-B4B3-73CF3F18FD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6903" y="-3084287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0894DEBD-9402-4131-A45E-1E2EFAD100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00587" y="-2508607"/>
              <a:ext cx="507081" cy="1405165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43E537B5-FC07-49B7-991C-192006FB1C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80279" y="-1075347"/>
              <a:ext cx="600175" cy="1526477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4B296686-BCA0-4445-8B9C-3642E0DCC5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45720" y="-1071880"/>
              <a:ext cx="513925" cy="1474467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38E2E109-A01B-4E2B-B64C-977EF2F636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42476" y="-2448511"/>
              <a:ext cx="590492" cy="1352296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51646E10-5589-43B0-8374-37D404BAD0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80683" y="3827391"/>
              <a:ext cx="6087" cy="184706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31583951-4BA4-49EE-8087-B6C49061B2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29392" y="7107090"/>
              <a:ext cx="812383" cy="441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C258379C-1E50-4CC3-9489-2020AEDB1B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36716" y="5643815"/>
              <a:ext cx="564545" cy="14572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E2F25687-4DEA-4CEA-9023-416B8D712C5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37800" y="5621416"/>
              <a:ext cx="816170" cy="103507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34069FB2-EFCF-4CB6-8D17-D3A5AC5EA5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3961" y="5530825"/>
              <a:ext cx="484882" cy="1397967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>
              <a:extLst>
                <a:ext uri="{FF2B5EF4-FFF2-40B4-BE49-F238E27FC236}">
                  <a16:creationId xmlns:a16="http://schemas.microsoft.com/office/drawing/2014/main" id="{80258889-D356-4BF0-ADA5-60C54DF5D31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90561" y="5788757"/>
              <a:ext cx="471384" cy="115416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FE35BC67-18E5-49BA-9A9B-B7D632F46C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15533" y="3671453"/>
              <a:ext cx="562465" cy="151811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>
              <a:extLst>
                <a:ext uri="{FF2B5EF4-FFF2-40B4-BE49-F238E27FC236}">
                  <a16:creationId xmlns:a16="http://schemas.microsoft.com/office/drawing/2014/main" id="{93D9B3DB-3845-4C4A-9F74-49575803E9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45489" y="1739319"/>
              <a:ext cx="763682" cy="4474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4A32A85A-790B-43A7-A220-7508C64AE2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79700" y="1876344"/>
              <a:ext cx="6087" cy="184706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EC6DE397-9423-4821-ADA4-776BB4F286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3298" y="1801144"/>
              <a:ext cx="6087" cy="184706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8BDA7F3C-217B-4AE3-BB0E-241B78E000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69794" y="3799503"/>
              <a:ext cx="550271" cy="124561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275">
              <a:extLst>
                <a:ext uri="{FF2B5EF4-FFF2-40B4-BE49-F238E27FC236}">
                  <a16:creationId xmlns:a16="http://schemas.microsoft.com/office/drawing/2014/main" id="{0AC350DC-E811-4BA0-B867-A1838A4E2A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03270" y="-1129308"/>
              <a:ext cx="564545" cy="14572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66B18446-8F9A-4B60-AAF3-337B0B7B4E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0283" y="350996"/>
              <a:ext cx="6087" cy="184706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>
              <a:extLst>
                <a:ext uri="{FF2B5EF4-FFF2-40B4-BE49-F238E27FC236}">
                  <a16:creationId xmlns:a16="http://schemas.microsoft.com/office/drawing/2014/main" id="{81429B0E-6952-4DBB-B66E-4F1CDCF4A0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83967" y="3771224"/>
              <a:ext cx="550271" cy="124561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278">
              <a:extLst>
                <a:ext uri="{FF2B5EF4-FFF2-40B4-BE49-F238E27FC236}">
                  <a16:creationId xmlns:a16="http://schemas.microsoft.com/office/drawing/2014/main" id="{B7AE1F10-BE6B-43C4-B5BC-FA53D584C1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79609" y="2239855"/>
              <a:ext cx="564545" cy="14572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>
              <a:extLst>
                <a:ext uri="{FF2B5EF4-FFF2-40B4-BE49-F238E27FC236}">
                  <a16:creationId xmlns:a16="http://schemas.microsoft.com/office/drawing/2014/main" id="{EC28007B-74EE-4D65-9343-B522A58922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31809" y="5134575"/>
              <a:ext cx="6087" cy="184706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66834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roup 126">
            <a:extLst>
              <a:ext uri="{FF2B5EF4-FFF2-40B4-BE49-F238E27FC236}">
                <a16:creationId xmlns:a16="http://schemas.microsoft.com/office/drawing/2014/main" id="{75DA0BA1-62F2-46F7-87C7-D6F4BDA7ABA7}"/>
              </a:ext>
            </a:extLst>
          </p:cNvPr>
          <p:cNvGrpSpPr/>
          <p:nvPr/>
        </p:nvGrpSpPr>
        <p:grpSpPr>
          <a:xfrm>
            <a:off x="2662906" y="-7632"/>
            <a:ext cx="6935285" cy="6940695"/>
            <a:chOff x="2662906" y="-7632"/>
            <a:chExt cx="6935285" cy="6940695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308738E-B55F-4EF5-8BE2-2E794EA8F27A}"/>
                </a:ext>
              </a:extLst>
            </p:cNvPr>
            <p:cNvSpPr/>
            <p:nvPr/>
          </p:nvSpPr>
          <p:spPr>
            <a:xfrm rot="5400000">
              <a:off x="7942012" y="5253722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3E9829C-8BCC-44B2-8F19-ECB4FD605FAB}"/>
                </a:ext>
              </a:extLst>
            </p:cNvPr>
            <p:cNvSpPr/>
            <p:nvPr/>
          </p:nvSpPr>
          <p:spPr>
            <a:xfrm rot="2700000">
              <a:off x="7035712" y="4893042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E4BAD3D-8D48-4FC3-B89B-1AEE454F7EBC}"/>
                </a:ext>
              </a:extLst>
            </p:cNvPr>
            <p:cNvSpPr/>
            <p:nvPr/>
          </p:nvSpPr>
          <p:spPr>
            <a:xfrm rot="2700000">
              <a:off x="7569443" y="4380024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9C196756-3437-4CED-90C8-1733F7FAB6B8}"/>
                </a:ext>
              </a:extLst>
            </p:cNvPr>
            <p:cNvSpPr/>
            <p:nvPr/>
          </p:nvSpPr>
          <p:spPr>
            <a:xfrm rot="5400000">
              <a:off x="6147011" y="5293938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AF651D46-C9E5-40C2-846F-940B3CE1090C}"/>
                </a:ext>
              </a:extLst>
            </p:cNvPr>
            <p:cNvSpPr/>
            <p:nvPr/>
          </p:nvSpPr>
          <p:spPr>
            <a:xfrm rot="5400000">
              <a:off x="6661062" y="4016805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B6657308-8AB9-4648-9515-845027AD0B89}"/>
                </a:ext>
              </a:extLst>
            </p:cNvPr>
            <p:cNvSpPr/>
            <p:nvPr/>
          </p:nvSpPr>
          <p:spPr>
            <a:xfrm rot="5400000">
              <a:off x="7942012" y="3455402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5C874042-8911-486D-9F88-730C20FB00C6}"/>
                </a:ext>
              </a:extLst>
            </p:cNvPr>
            <p:cNvSpPr/>
            <p:nvPr/>
          </p:nvSpPr>
          <p:spPr>
            <a:xfrm rot="2700000">
              <a:off x="7051687" y="3099400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2F9A62A-0190-4955-8DAC-207015544516}"/>
                </a:ext>
              </a:extLst>
            </p:cNvPr>
            <p:cNvSpPr/>
            <p:nvPr/>
          </p:nvSpPr>
          <p:spPr>
            <a:xfrm rot="2700000">
              <a:off x="8846543" y="3083515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4" name="Parallelogram 43">
              <a:extLst>
                <a:ext uri="{FF2B5EF4-FFF2-40B4-BE49-F238E27FC236}">
                  <a16:creationId xmlns:a16="http://schemas.microsoft.com/office/drawing/2014/main" id="{4EF2B700-6C3E-489A-83B2-BDE0790DAF78}"/>
                </a:ext>
              </a:extLst>
            </p:cNvPr>
            <p:cNvSpPr/>
            <p:nvPr/>
          </p:nvSpPr>
          <p:spPr>
            <a:xfrm rot="5400000">
              <a:off x="6502993" y="5647649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6" name="Parallelogram 45">
              <a:extLst>
                <a:ext uri="{FF2B5EF4-FFF2-40B4-BE49-F238E27FC236}">
                  <a16:creationId xmlns:a16="http://schemas.microsoft.com/office/drawing/2014/main" id="{6C2DCA9F-9ABA-40E6-93C4-E30BDCB185D3}"/>
                </a:ext>
              </a:extLst>
            </p:cNvPr>
            <p:cNvSpPr/>
            <p:nvPr/>
          </p:nvSpPr>
          <p:spPr>
            <a:xfrm rot="5400000" flipH="1">
              <a:off x="7036724" y="5647649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7" name="Parallelogram 46">
              <a:extLst>
                <a:ext uri="{FF2B5EF4-FFF2-40B4-BE49-F238E27FC236}">
                  <a16:creationId xmlns:a16="http://schemas.microsoft.com/office/drawing/2014/main" id="{69CBD02E-1D9F-4B58-870A-A502FAD3DD43}"/>
                </a:ext>
              </a:extLst>
            </p:cNvPr>
            <p:cNvSpPr/>
            <p:nvPr/>
          </p:nvSpPr>
          <p:spPr>
            <a:xfrm rot="5400000" flipH="1">
              <a:off x="7036724" y="3871679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8" name="Parallelogram 47">
              <a:extLst>
                <a:ext uri="{FF2B5EF4-FFF2-40B4-BE49-F238E27FC236}">
                  <a16:creationId xmlns:a16="http://schemas.microsoft.com/office/drawing/2014/main" id="{5E9CD30C-5741-4174-BD9B-F421D8CB7FA6}"/>
                </a:ext>
              </a:extLst>
            </p:cNvPr>
            <p:cNvSpPr/>
            <p:nvPr/>
          </p:nvSpPr>
          <p:spPr>
            <a:xfrm rot="5400000">
              <a:off x="8313824" y="3846140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9" name="Parallelogram 48">
              <a:extLst>
                <a:ext uri="{FF2B5EF4-FFF2-40B4-BE49-F238E27FC236}">
                  <a16:creationId xmlns:a16="http://schemas.microsoft.com/office/drawing/2014/main" id="{316E51D4-489A-4548-867B-C8D8B8B32EEA}"/>
                </a:ext>
              </a:extLst>
            </p:cNvPr>
            <p:cNvSpPr/>
            <p:nvPr/>
          </p:nvSpPr>
          <p:spPr>
            <a:xfrm rot="5400000">
              <a:off x="5767899" y="3865190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0" name="Parallelogram 49">
              <a:extLst>
                <a:ext uri="{FF2B5EF4-FFF2-40B4-BE49-F238E27FC236}">
                  <a16:creationId xmlns:a16="http://schemas.microsoft.com/office/drawing/2014/main" id="{2401CD16-782B-49F3-8E28-E1BA0AAF78C5}"/>
                </a:ext>
              </a:extLst>
            </p:cNvPr>
            <p:cNvSpPr/>
            <p:nvPr/>
          </p:nvSpPr>
          <p:spPr>
            <a:xfrm rot="2700000">
              <a:off x="6142666" y="3472314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1" name="Parallelogram 50">
              <a:extLst>
                <a:ext uri="{FF2B5EF4-FFF2-40B4-BE49-F238E27FC236}">
                  <a16:creationId xmlns:a16="http://schemas.microsoft.com/office/drawing/2014/main" id="{DD3874FD-14BF-46AB-A165-FBFA28E2BD59}"/>
                </a:ext>
              </a:extLst>
            </p:cNvPr>
            <p:cNvSpPr/>
            <p:nvPr/>
          </p:nvSpPr>
          <p:spPr>
            <a:xfrm rot="2700000">
              <a:off x="6142666" y="603878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53" name="Parallelogram 52">
              <a:extLst>
                <a:ext uri="{FF2B5EF4-FFF2-40B4-BE49-F238E27FC236}">
                  <a16:creationId xmlns:a16="http://schemas.microsoft.com/office/drawing/2014/main" id="{E79113F1-E65D-4DFB-B912-F332AE8C4093}"/>
                </a:ext>
              </a:extLst>
            </p:cNvPr>
            <p:cNvSpPr/>
            <p:nvPr/>
          </p:nvSpPr>
          <p:spPr>
            <a:xfrm rot="2700000">
              <a:off x="7937667" y="4222557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4" name="Parallelogram 53">
              <a:extLst>
                <a:ext uri="{FF2B5EF4-FFF2-40B4-BE49-F238E27FC236}">
                  <a16:creationId xmlns:a16="http://schemas.microsoft.com/office/drawing/2014/main" id="{DB4E062D-8F89-4A06-A7A1-67A2BFBD3829}"/>
                </a:ext>
              </a:extLst>
            </p:cNvPr>
            <p:cNvSpPr/>
            <p:nvPr/>
          </p:nvSpPr>
          <p:spPr>
            <a:xfrm rot="8100000" flipH="1">
              <a:off x="6142666" y="4771861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55" name="Parallelogram 54">
              <a:extLst>
                <a:ext uri="{FF2B5EF4-FFF2-40B4-BE49-F238E27FC236}">
                  <a16:creationId xmlns:a16="http://schemas.microsoft.com/office/drawing/2014/main" id="{81110975-403C-408E-889F-40E0783700FB}"/>
                </a:ext>
              </a:extLst>
            </p:cNvPr>
            <p:cNvSpPr/>
            <p:nvPr/>
          </p:nvSpPr>
          <p:spPr>
            <a:xfrm rot="8100000" flipH="1">
              <a:off x="7937667" y="4769322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0F429D4-81D5-4079-9D85-8ED44C6E208E}"/>
                </a:ext>
              </a:extLst>
            </p:cNvPr>
            <p:cNvSpPr/>
            <p:nvPr/>
          </p:nvSpPr>
          <p:spPr>
            <a:xfrm>
              <a:off x="7918850" y="909837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F29DBDAE-C7C3-4FA2-9F43-9C3B266AA8C3}"/>
                </a:ext>
              </a:extLst>
            </p:cNvPr>
            <p:cNvSpPr/>
            <p:nvPr/>
          </p:nvSpPr>
          <p:spPr>
            <a:xfrm rot="18900000">
              <a:off x="7558170" y="1816137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F61147D-87BF-4814-B7EF-8BBE160D356C}"/>
                </a:ext>
              </a:extLst>
            </p:cNvPr>
            <p:cNvSpPr/>
            <p:nvPr/>
          </p:nvSpPr>
          <p:spPr>
            <a:xfrm rot="18900000">
              <a:off x="7045152" y="1282406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DC281CB-4673-4312-8CD6-0AF11445EEF5}"/>
                </a:ext>
              </a:extLst>
            </p:cNvPr>
            <p:cNvSpPr/>
            <p:nvPr/>
          </p:nvSpPr>
          <p:spPr>
            <a:xfrm>
              <a:off x="7959066" y="2704838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F9950A0-C657-48DA-ABB7-CCAC4C2FB4AF}"/>
                </a:ext>
              </a:extLst>
            </p:cNvPr>
            <p:cNvSpPr/>
            <p:nvPr/>
          </p:nvSpPr>
          <p:spPr>
            <a:xfrm>
              <a:off x="6681933" y="2190787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23D9F1BF-8F83-4C4D-A25D-99ABBFA88A0D}"/>
                </a:ext>
              </a:extLst>
            </p:cNvPr>
            <p:cNvSpPr/>
            <p:nvPr/>
          </p:nvSpPr>
          <p:spPr>
            <a:xfrm>
              <a:off x="6120530" y="909837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645BA8F9-ABB0-4DCC-B7FE-98597420E60E}"/>
                </a:ext>
              </a:extLst>
            </p:cNvPr>
            <p:cNvSpPr/>
            <p:nvPr/>
          </p:nvSpPr>
          <p:spPr>
            <a:xfrm rot="18900000">
              <a:off x="5764524" y="1800162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972ACD2F-0892-45AE-B611-1B6235269F67}"/>
                </a:ext>
              </a:extLst>
            </p:cNvPr>
            <p:cNvSpPr/>
            <p:nvPr/>
          </p:nvSpPr>
          <p:spPr>
            <a:xfrm rot="18900000">
              <a:off x="5748643" y="5306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" name="Parallelogram 66">
              <a:extLst>
                <a:ext uri="{FF2B5EF4-FFF2-40B4-BE49-F238E27FC236}">
                  <a16:creationId xmlns:a16="http://schemas.microsoft.com/office/drawing/2014/main" id="{BB9DD1AF-BAA4-48A7-9DCC-5AB4EDE1D36E}"/>
                </a:ext>
              </a:extLst>
            </p:cNvPr>
            <p:cNvSpPr/>
            <p:nvPr/>
          </p:nvSpPr>
          <p:spPr>
            <a:xfrm>
              <a:off x="7933666" y="2196261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" name="Parallelogram 68">
              <a:extLst>
                <a:ext uri="{FF2B5EF4-FFF2-40B4-BE49-F238E27FC236}">
                  <a16:creationId xmlns:a16="http://schemas.microsoft.com/office/drawing/2014/main" id="{A2394DF8-5734-4463-89B9-7C5EAD4BD25F}"/>
                </a:ext>
              </a:extLst>
            </p:cNvPr>
            <p:cNvSpPr/>
            <p:nvPr/>
          </p:nvSpPr>
          <p:spPr>
            <a:xfrm flipH="1">
              <a:off x="7933666" y="1662530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0" name="Parallelogram 69">
              <a:extLst>
                <a:ext uri="{FF2B5EF4-FFF2-40B4-BE49-F238E27FC236}">
                  <a16:creationId xmlns:a16="http://schemas.microsoft.com/office/drawing/2014/main" id="{C43C646B-0C02-4D5E-B071-72292001E488}"/>
                </a:ext>
              </a:extLst>
            </p:cNvPr>
            <p:cNvSpPr/>
            <p:nvPr/>
          </p:nvSpPr>
          <p:spPr>
            <a:xfrm flipH="1">
              <a:off x="6157696" y="1662530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1" name="Parallelogram 70">
              <a:extLst>
                <a:ext uri="{FF2B5EF4-FFF2-40B4-BE49-F238E27FC236}">
                  <a16:creationId xmlns:a16="http://schemas.microsoft.com/office/drawing/2014/main" id="{3AA6B043-2F32-4DEF-9C7C-70DD063F439B}"/>
                </a:ext>
              </a:extLst>
            </p:cNvPr>
            <p:cNvSpPr/>
            <p:nvPr/>
          </p:nvSpPr>
          <p:spPr>
            <a:xfrm>
              <a:off x="6132157" y="385430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2" name="Parallelogram 71">
              <a:extLst>
                <a:ext uri="{FF2B5EF4-FFF2-40B4-BE49-F238E27FC236}">
                  <a16:creationId xmlns:a16="http://schemas.microsoft.com/office/drawing/2014/main" id="{52EE399F-58A2-4597-8C23-06D622ED8538}"/>
                </a:ext>
              </a:extLst>
            </p:cNvPr>
            <p:cNvSpPr/>
            <p:nvPr/>
          </p:nvSpPr>
          <p:spPr>
            <a:xfrm>
              <a:off x="6151207" y="2931355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" name="Parallelogram 72">
              <a:extLst>
                <a:ext uri="{FF2B5EF4-FFF2-40B4-BE49-F238E27FC236}">
                  <a16:creationId xmlns:a16="http://schemas.microsoft.com/office/drawing/2014/main" id="{8C898F89-B942-453B-B8BA-0BE5033C0621}"/>
                </a:ext>
              </a:extLst>
            </p:cNvPr>
            <p:cNvSpPr/>
            <p:nvPr/>
          </p:nvSpPr>
          <p:spPr>
            <a:xfrm rot="18900000">
              <a:off x="5758331" y="255658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4" name="Parallelogram 73">
              <a:extLst>
                <a:ext uri="{FF2B5EF4-FFF2-40B4-BE49-F238E27FC236}">
                  <a16:creationId xmlns:a16="http://schemas.microsoft.com/office/drawing/2014/main" id="{8BE934BD-3235-4F77-8366-C2180A004E05}"/>
                </a:ext>
              </a:extLst>
            </p:cNvPr>
            <p:cNvSpPr/>
            <p:nvPr/>
          </p:nvSpPr>
          <p:spPr>
            <a:xfrm rot="18900000">
              <a:off x="8324805" y="255658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76" name="Parallelogram 75">
              <a:extLst>
                <a:ext uri="{FF2B5EF4-FFF2-40B4-BE49-F238E27FC236}">
                  <a16:creationId xmlns:a16="http://schemas.microsoft.com/office/drawing/2014/main" id="{8CF3331D-DB95-4143-AC59-EA7EFF970EF3}"/>
                </a:ext>
              </a:extLst>
            </p:cNvPr>
            <p:cNvSpPr/>
            <p:nvPr/>
          </p:nvSpPr>
          <p:spPr>
            <a:xfrm rot="18900000">
              <a:off x="6508574" y="761587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7" name="Parallelogram 76">
              <a:extLst>
                <a:ext uri="{FF2B5EF4-FFF2-40B4-BE49-F238E27FC236}">
                  <a16:creationId xmlns:a16="http://schemas.microsoft.com/office/drawing/2014/main" id="{B57EEBFF-1528-4F09-BE28-2B298E09E880}"/>
                </a:ext>
              </a:extLst>
            </p:cNvPr>
            <p:cNvSpPr/>
            <p:nvPr/>
          </p:nvSpPr>
          <p:spPr>
            <a:xfrm rot="2700000" flipH="1">
              <a:off x="7057878" y="255658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78" name="Parallelogram 77">
              <a:extLst>
                <a:ext uri="{FF2B5EF4-FFF2-40B4-BE49-F238E27FC236}">
                  <a16:creationId xmlns:a16="http://schemas.microsoft.com/office/drawing/2014/main" id="{24CAD0C7-488C-42B3-8571-997C3BC0CE52}"/>
                </a:ext>
              </a:extLst>
            </p:cNvPr>
            <p:cNvSpPr/>
            <p:nvPr/>
          </p:nvSpPr>
          <p:spPr>
            <a:xfrm rot="2700000" flipH="1">
              <a:off x="7055339" y="761587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B68FCD54-AFF1-4E24-95B1-C60B32033119}"/>
                </a:ext>
              </a:extLst>
            </p:cNvPr>
            <p:cNvSpPr/>
            <p:nvPr/>
          </p:nvSpPr>
          <p:spPr>
            <a:xfrm rot="16200000">
              <a:off x="3577407" y="930029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D6B738E3-6822-4199-A726-CB3081117610}"/>
                </a:ext>
              </a:extLst>
            </p:cNvPr>
            <p:cNvSpPr/>
            <p:nvPr/>
          </p:nvSpPr>
          <p:spPr>
            <a:xfrm rot="13500000">
              <a:off x="4483707" y="1290709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8330C626-8178-406A-A7FF-51EE7BD2ED80}"/>
                </a:ext>
              </a:extLst>
            </p:cNvPr>
            <p:cNvSpPr/>
            <p:nvPr/>
          </p:nvSpPr>
          <p:spPr>
            <a:xfrm rot="13500000">
              <a:off x="3949976" y="1803727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9E0BAA73-1ABA-4685-A004-7AD361919548}"/>
                </a:ext>
              </a:extLst>
            </p:cNvPr>
            <p:cNvSpPr/>
            <p:nvPr/>
          </p:nvSpPr>
          <p:spPr>
            <a:xfrm rot="16200000">
              <a:off x="5372408" y="889812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39AB7D8E-CE06-4FD2-A38E-2503560B48BC}"/>
                </a:ext>
              </a:extLst>
            </p:cNvPr>
            <p:cNvSpPr/>
            <p:nvPr/>
          </p:nvSpPr>
          <p:spPr>
            <a:xfrm rot="16200000">
              <a:off x="4858357" y="2166945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9848B951-58FE-412A-B1B2-C5F5E1ED7BCF}"/>
                </a:ext>
              </a:extLst>
            </p:cNvPr>
            <p:cNvSpPr/>
            <p:nvPr/>
          </p:nvSpPr>
          <p:spPr>
            <a:xfrm rot="16200000">
              <a:off x="3577407" y="2728349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620BA21E-11BF-4790-B8CF-5BC9336C73B9}"/>
                </a:ext>
              </a:extLst>
            </p:cNvPr>
            <p:cNvSpPr/>
            <p:nvPr/>
          </p:nvSpPr>
          <p:spPr>
            <a:xfrm rot="13500000">
              <a:off x="4467732" y="3084355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6DC72366-B359-423F-AAED-E7F1525C3E54}"/>
                </a:ext>
              </a:extLst>
            </p:cNvPr>
            <p:cNvSpPr/>
            <p:nvPr/>
          </p:nvSpPr>
          <p:spPr>
            <a:xfrm rot="13500000">
              <a:off x="2672876" y="3100236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0" name="Parallelogram 89">
              <a:extLst>
                <a:ext uri="{FF2B5EF4-FFF2-40B4-BE49-F238E27FC236}">
                  <a16:creationId xmlns:a16="http://schemas.microsoft.com/office/drawing/2014/main" id="{9CA68BCA-5B66-4BD0-96FF-61F7146B9158}"/>
                </a:ext>
              </a:extLst>
            </p:cNvPr>
            <p:cNvSpPr/>
            <p:nvPr/>
          </p:nvSpPr>
          <p:spPr>
            <a:xfrm rot="16200000">
              <a:off x="4484719" y="76261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2" name="Parallelogram 91">
              <a:extLst>
                <a:ext uri="{FF2B5EF4-FFF2-40B4-BE49-F238E27FC236}">
                  <a16:creationId xmlns:a16="http://schemas.microsoft.com/office/drawing/2014/main" id="{ADA77CA3-B32D-4D4B-B8FF-32E7A19DA37A}"/>
                </a:ext>
              </a:extLst>
            </p:cNvPr>
            <p:cNvSpPr/>
            <p:nvPr/>
          </p:nvSpPr>
          <p:spPr>
            <a:xfrm rot="16200000" flipH="1">
              <a:off x="3950988" y="76261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3" name="Parallelogram 92">
              <a:extLst>
                <a:ext uri="{FF2B5EF4-FFF2-40B4-BE49-F238E27FC236}">
                  <a16:creationId xmlns:a16="http://schemas.microsoft.com/office/drawing/2014/main" id="{6A355BBB-94A7-4672-BB9C-CEEC81264521}"/>
                </a:ext>
              </a:extLst>
            </p:cNvPr>
            <p:cNvSpPr/>
            <p:nvPr/>
          </p:nvSpPr>
          <p:spPr>
            <a:xfrm rot="16200000" flipH="1">
              <a:off x="3950988" y="253858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4" name="Parallelogram 93">
              <a:extLst>
                <a:ext uri="{FF2B5EF4-FFF2-40B4-BE49-F238E27FC236}">
                  <a16:creationId xmlns:a16="http://schemas.microsoft.com/office/drawing/2014/main" id="{D84B3589-15C8-42DE-B848-A14B0E920D3F}"/>
                </a:ext>
              </a:extLst>
            </p:cNvPr>
            <p:cNvSpPr/>
            <p:nvPr/>
          </p:nvSpPr>
          <p:spPr>
            <a:xfrm rot="16200000">
              <a:off x="2673888" y="2564127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5" name="Parallelogram 94">
              <a:extLst>
                <a:ext uri="{FF2B5EF4-FFF2-40B4-BE49-F238E27FC236}">
                  <a16:creationId xmlns:a16="http://schemas.microsoft.com/office/drawing/2014/main" id="{6CD6BB31-D40E-4824-8DAC-C44C19C41A9F}"/>
                </a:ext>
              </a:extLst>
            </p:cNvPr>
            <p:cNvSpPr/>
            <p:nvPr/>
          </p:nvSpPr>
          <p:spPr>
            <a:xfrm rot="16200000">
              <a:off x="5219813" y="2545077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6" name="Parallelogram 95">
              <a:extLst>
                <a:ext uri="{FF2B5EF4-FFF2-40B4-BE49-F238E27FC236}">
                  <a16:creationId xmlns:a16="http://schemas.microsoft.com/office/drawing/2014/main" id="{3ADD40DB-1E52-4FD6-8F2F-C826E128B4AC}"/>
                </a:ext>
              </a:extLst>
            </p:cNvPr>
            <p:cNvSpPr/>
            <p:nvPr/>
          </p:nvSpPr>
          <p:spPr>
            <a:xfrm rot="13500000">
              <a:off x="4845046" y="2937953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7" name="Parallelogram 96">
              <a:extLst>
                <a:ext uri="{FF2B5EF4-FFF2-40B4-BE49-F238E27FC236}">
                  <a16:creationId xmlns:a16="http://schemas.microsoft.com/office/drawing/2014/main" id="{A7C4B76C-FD79-43B5-AEE3-E58E90E4D8FB}"/>
                </a:ext>
              </a:extLst>
            </p:cNvPr>
            <p:cNvSpPr/>
            <p:nvPr/>
          </p:nvSpPr>
          <p:spPr>
            <a:xfrm rot="13500000">
              <a:off x="4845046" y="371479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99" name="Parallelogram 98">
              <a:extLst>
                <a:ext uri="{FF2B5EF4-FFF2-40B4-BE49-F238E27FC236}">
                  <a16:creationId xmlns:a16="http://schemas.microsoft.com/office/drawing/2014/main" id="{7EA401D8-16B3-46F2-93E3-828C46D4983F}"/>
                </a:ext>
              </a:extLst>
            </p:cNvPr>
            <p:cNvSpPr/>
            <p:nvPr/>
          </p:nvSpPr>
          <p:spPr>
            <a:xfrm rot="13500000">
              <a:off x="3050045" y="2187710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0" name="Parallelogram 99">
              <a:extLst>
                <a:ext uri="{FF2B5EF4-FFF2-40B4-BE49-F238E27FC236}">
                  <a16:creationId xmlns:a16="http://schemas.microsoft.com/office/drawing/2014/main" id="{20AC8347-799F-4DD3-A8D6-5D737AE0939D}"/>
                </a:ext>
              </a:extLst>
            </p:cNvPr>
            <p:cNvSpPr/>
            <p:nvPr/>
          </p:nvSpPr>
          <p:spPr>
            <a:xfrm rot="18900000" flipH="1">
              <a:off x="4861982" y="1638405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01" name="Parallelogram 100">
              <a:extLst>
                <a:ext uri="{FF2B5EF4-FFF2-40B4-BE49-F238E27FC236}">
                  <a16:creationId xmlns:a16="http://schemas.microsoft.com/office/drawing/2014/main" id="{759A1F02-5DA5-4BA6-855E-9B135E3D9C9A}"/>
                </a:ext>
              </a:extLst>
            </p:cNvPr>
            <p:cNvSpPr/>
            <p:nvPr/>
          </p:nvSpPr>
          <p:spPr>
            <a:xfrm rot="18900000" flipH="1">
              <a:off x="3050045" y="1640945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4884A9B2-2CE4-4FCA-8D4B-BA37608E9682}"/>
                </a:ext>
              </a:extLst>
            </p:cNvPr>
            <p:cNvSpPr/>
            <p:nvPr/>
          </p:nvSpPr>
          <p:spPr>
            <a:xfrm rot="10800000">
              <a:off x="3600567" y="5273912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D4FFD386-1938-4780-8191-C48C73D8D01F}"/>
                </a:ext>
              </a:extLst>
            </p:cNvPr>
            <p:cNvSpPr/>
            <p:nvPr/>
          </p:nvSpPr>
          <p:spPr>
            <a:xfrm rot="8100000">
              <a:off x="3961247" y="4367612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2ABEA9C9-F61C-4BB3-A4B7-B3B5FF975497}"/>
                </a:ext>
              </a:extLst>
            </p:cNvPr>
            <p:cNvSpPr/>
            <p:nvPr/>
          </p:nvSpPr>
          <p:spPr>
            <a:xfrm rot="8100000">
              <a:off x="4474265" y="4901343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B766365E-FAA5-4F76-BA51-D825D1A9B46D}"/>
                </a:ext>
              </a:extLst>
            </p:cNvPr>
            <p:cNvSpPr/>
            <p:nvPr/>
          </p:nvSpPr>
          <p:spPr>
            <a:xfrm rot="10800000">
              <a:off x="3560351" y="3478911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C1C1230D-4DD3-4C91-B9E5-9A347C2CD7F7}"/>
                </a:ext>
              </a:extLst>
            </p:cNvPr>
            <p:cNvSpPr/>
            <p:nvPr/>
          </p:nvSpPr>
          <p:spPr>
            <a:xfrm rot="10800000">
              <a:off x="4837484" y="3992962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FF263D5F-4300-42A8-9170-80809CC30658}"/>
                </a:ext>
              </a:extLst>
            </p:cNvPr>
            <p:cNvSpPr/>
            <p:nvPr/>
          </p:nvSpPr>
          <p:spPr>
            <a:xfrm rot="10800000">
              <a:off x="5398887" y="5273912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AF1A3337-C76E-44A8-91C7-20B5105EF25E}"/>
                </a:ext>
              </a:extLst>
            </p:cNvPr>
            <p:cNvSpPr/>
            <p:nvPr/>
          </p:nvSpPr>
          <p:spPr>
            <a:xfrm rot="8100000">
              <a:off x="5754893" y="4383587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475E086E-0DED-48F4-9979-AFDECF98C4EB}"/>
                </a:ext>
              </a:extLst>
            </p:cNvPr>
            <p:cNvSpPr/>
            <p:nvPr/>
          </p:nvSpPr>
          <p:spPr>
            <a:xfrm rot="8100000">
              <a:off x="5770774" y="6178443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13" name="Parallelogram 112">
              <a:extLst>
                <a:ext uri="{FF2B5EF4-FFF2-40B4-BE49-F238E27FC236}">
                  <a16:creationId xmlns:a16="http://schemas.microsoft.com/office/drawing/2014/main" id="{447246FA-B07E-4134-A8D5-F554E3D7D70A}"/>
                </a:ext>
              </a:extLst>
            </p:cNvPr>
            <p:cNvSpPr/>
            <p:nvPr/>
          </p:nvSpPr>
          <p:spPr>
            <a:xfrm rot="10800000">
              <a:off x="3054045" y="4214005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15" name="Parallelogram 114">
              <a:extLst>
                <a:ext uri="{FF2B5EF4-FFF2-40B4-BE49-F238E27FC236}">
                  <a16:creationId xmlns:a16="http://schemas.microsoft.com/office/drawing/2014/main" id="{BF832D14-B72E-48D6-A92F-9752C0665FD1}"/>
                </a:ext>
              </a:extLst>
            </p:cNvPr>
            <p:cNvSpPr/>
            <p:nvPr/>
          </p:nvSpPr>
          <p:spPr>
            <a:xfrm rot="10800000" flipH="1">
              <a:off x="3054045" y="4747736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16" name="Parallelogram 115">
              <a:extLst>
                <a:ext uri="{FF2B5EF4-FFF2-40B4-BE49-F238E27FC236}">
                  <a16:creationId xmlns:a16="http://schemas.microsoft.com/office/drawing/2014/main" id="{E63FE623-F35A-473E-B291-13889F0003A2}"/>
                </a:ext>
              </a:extLst>
            </p:cNvPr>
            <p:cNvSpPr/>
            <p:nvPr/>
          </p:nvSpPr>
          <p:spPr>
            <a:xfrm rot="10800000" flipH="1">
              <a:off x="4830015" y="4747736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17" name="Parallelogram 116">
              <a:extLst>
                <a:ext uri="{FF2B5EF4-FFF2-40B4-BE49-F238E27FC236}">
                  <a16:creationId xmlns:a16="http://schemas.microsoft.com/office/drawing/2014/main" id="{B8292719-8EAF-41CE-AF6E-9FCD8271FD07}"/>
                </a:ext>
              </a:extLst>
            </p:cNvPr>
            <p:cNvSpPr/>
            <p:nvPr/>
          </p:nvSpPr>
          <p:spPr>
            <a:xfrm rot="10800000">
              <a:off x="4855554" y="6024836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18" name="Parallelogram 117">
              <a:extLst>
                <a:ext uri="{FF2B5EF4-FFF2-40B4-BE49-F238E27FC236}">
                  <a16:creationId xmlns:a16="http://schemas.microsoft.com/office/drawing/2014/main" id="{7F213DC0-9F35-4BEA-94E4-5F9A2BA629BE}"/>
                </a:ext>
              </a:extLst>
            </p:cNvPr>
            <p:cNvSpPr/>
            <p:nvPr/>
          </p:nvSpPr>
          <p:spPr>
            <a:xfrm rot="10800000">
              <a:off x="4836504" y="3478911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19" name="Parallelogram 118">
              <a:extLst>
                <a:ext uri="{FF2B5EF4-FFF2-40B4-BE49-F238E27FC236}">
                  <a16:creationId xmlns:a16="http://schemas.microsoft.com/office/drawing/2014/main" id="{34C45BE7-2F0B-43C2-8E8D-0109076CE57D}"/>
                </a:ext>
              </a:extLst>
            </p:cNvPr>
            <p:cNvSpPr/>
            <p:nvPr/>
          </p:nvSpPr>
          <p:spPr>
            <a:xfrm rot="8100000">
              <a:off x="5229380" y="385367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0" name="Parallelogram 119">
              <a:extLst>
                <a:ext uri="{FF2B5EF4-FFF2-40B4-BE49-F238E27FC236}">
                  <a16:creationId xmlns:a16="http://schemas.microsoft.com/office/drawing/2014/main" id="{C8C246EA-E5A8-415D-8525-30D71DA0E58E}"/>
                </a:ext>
              </a:extLst>
            </p:cNvPr>
            <p:cNvSpPr/>
            <p:nvPr/>
          </p:nvSpPr>
          <p:spPr>
            <a:xfrm rot="8100000">
              <a:off x="2662906" y="385367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22" name="Parallelogram 121">
              <a:extLst>
                <a:ext uri="{FF2B5EF4-FFF2-40B4-BE49-F238E27FC236}">
                  <a16:creationId xmlns:a16="http://schemas.microsoft.com/office/drawing/2014/main" id="{EC64A70B-19B2-4894-B87C-A6A5C07E92ED}"/>
                </a:ext>
              </a:extLst>
            </p:cNvPr>
            <p:cNvSpPr/>
            <p:nvPr/>
          </p:nvSpPr>
          <p:spPr>
            <a:xfrm rot="8100000">
              <a:off x="4479137" y="5648679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3" name="Parallelogram 122">
              <a:extLst>
                <a:ext uri="{FF2B5EF4-FFF2-40B4-BE49-F238E27FC236}">
                  <a16:creationId xmlns:a16="http://schemas.microsoft.com/office/drawing/2014/main" id="{1F038164-43E1-4940-BE49-495B4E256012}"/>
                </a:ext>
              </a:extLst>
            </p:cNvPr>
            <p:cNvSpPr/>
            <p:nvPr/>
          </p:nvSpPr>
          <p:spPr>
            <a:xfrm rot="13500000" flipH="1">
              <a:off x="3929833" y="385367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24" name="Parallelogram 123">
              <a:extLst>
                <a:ext uri="{FF2B5EF4-FFF2-40B4-BE49-F238E27FC236}">
                  <a16:creationId xmlns:a16="http://schemas.microsoft.com/office/drawing/2014/main" id="{2FF0049A-DD8C-4B61-BD1C-E31CA38DA313}"/>
                </a:ext>
              </a:extLst>
            </p:cNvPr>
            <p:cNvSpPr/>
            <p:nvPr/>
          </p:nvSpPr>
          <p:spPr>
            <a:xfrm rot="13500000" flipH="1">
              <a:off x="3932372" y="5648679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</p:grpSp>
      <p:pic>
        <p:nvPicPr>
          <p:cNvPr id="129" name="Picture 128">
            <a:extLst>
              <a:ext uri="{FF2B5EF4-FFF2-40B4-BE49-F238E27FC236}">
                <a16:creationId xmlns:a16="http://schemas.microsoft.com/office/drawing/2014/main" id="{EB1C9048-2FC7-4DEE-A83B-E8D03E3E7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43012" y="5788329"/>
            <a:ext cx="4978656" cy="4934204"/>
          </a:xfrm>
          <a:prstGeom prst="rect">
            <a:avLst/>
          </a:prstGeom>
        </p:spPr>
      </p:pic>
      <p:grpSp>
        <p:nvGrpSpPr>
          <p:cNvPr id="132" name="Group 131">
            <a:extLst>
              <a:ext uri="{FF2B5EF4-FFF2-40B4-BE49-F238E27FC236}">
                <a16:creationId xmlns:a16="http://schemas.microsoft.com/office/drawing/2014/main" id="{25414FC3-C134-4130-B8CA-CCDA37DEDB32}"/>
              </a:ext>
            </a:extLst>
          </p:cNvPr>
          <p:cNvGrpSpPr/>
          <p:nvPr/>
        </p:nvGrpSpPr>
        <p:grpSpPr>
          <a:xfrm>
            <a:off x="2505417" y="882158"/>
            <a:ext cx="6710004" cy="4424975"/>
            <a:chOff x="2279609" y="-3084287"/>
            <a:chExt cx="7025588" cy="11649922"/>
          </a:xfrm>
        </p:grpSpPr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F8E92E74-93CE-4402-BCA3-3D32ACD6DC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22708" y="312908"/>
              <a:ext cx="6809" cy="1926947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BECE1553-11F0-4777-9711-800EA8D494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27182" y="2250723"/>
              <a:ext cx="783381" cy="1793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759EBF5B-1F65-439D-A007-195239E8B5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64572" y="2257029"/>
              <a:ext cx="564545" cy="1457293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C77F56DC-DE4C-4507-B725-584B28E0EE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2635" y="264851"/>
              <a:ext cx="513925" cy="1474467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FBCAB974-7BBF-4CBA-94E4-5630E98948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66546" y="1773792"/>
              <a:ext cx="36089" cy="401414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2296D2F5-7F79-4995-B54B-68ED19B394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52209" y="5162632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2896318E-E3D5-438F-9095-AEAD098BBBD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96448" y="3705083"/>
              <a:ext cx="555086" cy="145755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E9083B9F-7F49-48B5-AE56-AE43B819E3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69922" y="5813844"/>
              <a:ext cx="552787" cy="1326993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ECB47DD9-35A5-4050-9381-4574C05A5F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45413" y="5150503"/>
              <a:ext cx="0" cy="199033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38D37569-74C3-4B68-9C90-A56FC5A81E3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72923" y="5648673"/>
              <a:ext cx="812383" cy="441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77641F4C-671E-42A6-B7F5-8752E1EE5D8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41917" y="1705503"/>
              <a:ext cx="720629" cy="5309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2495E811-7C4D-4BAB-8E21-50641726A9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78974" y="1739548"/>
              <a:ext cx="6087" cy="184706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6628908D-6D70-4E01-9D94-FD3A543343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05645" y="289489"/>
              <a:ext cx="812383" cy="441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F2708915-D57F-4E2C-8788-E899F10EE26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69036" y="-1067762"/>
              <a:ext cx="1154738" cy="279950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4AFAF53C-AF05-4006-8241-4E81B49182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60907" y="-1067762"/>
              <a:ext cx="516165" cy="1319903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E6C0EB54-9414-4D95-8E8D-4A623D66CE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95724" y="338169"/>
              <a:ext cx="809473" cy="6095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7080C0CC-B1D2-4ACE-91A9-D3CC31696F1E}"/>
                </a:ext>
              </a:extLst>
            </p:cNvPr>
            <p:cNvCxnSpPr>
              <a:cxnSpLocks/>
            </p:cNvCxnSpPr>
            <p:nvPr/>
          </p:nvCxnSpPr>
          <p:spPr>
            <a:xfrm>
              <a:off x="7963159" y="-1071809"/>
              <a:ext cx="530923" cy="150820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4E542CD4-ED2B-49B8-B20E-DDC8A6A579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88150" y="7167668"/>
              <a:ext cx="484882" cy="1397967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A1367A1C-8A9B-432D-80A3-1BEC1033EF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16759" y="7134621"/>
              <a:ext cx="550271" cy="124561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D6D378E7-7B44-449E-B63F-6669D5577D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50188" y="7167668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C1A1DC79-554A-4999-9FDC-D0778D9CFF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24209" y="432988"/>
              <a:ext cx="6087" cy="184706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12B97F58-05DF-4CCA-8A29-B29B8C2E626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33998" y="2454933"/>
              <a:ext cx="550271" cy="124561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2F420416-07AD-4646-BF67-E84A416DD6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7668" y="3659523"/>
              <a:ext cx="564545" cy="14572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8480A6DC-4F2E-4A8A-89A5-03C72D5421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1788" y="350996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F9304E04-7850-4F80-A2A4-98A35AD1D8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39615" y="-1240732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D1AD377D-5239-4F89-862E-DD486603DD5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01179" y="-1190652"/>
              <a:ext cx="555086" cy="145755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A572D9AE-174C-4923-816F-9AD4990419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34264" y="-3009340"/>
              <a:ext cx="6087" cy="184706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56669AE7-8DE8-4828-ABB5-A98821B54A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4330" y="-3041004"/>
              <a:ext cx="6087" cy="184706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4F268425-2D93-40A3-801D-C67C951426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82673" y="-3064136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253F3421-2BCB-475A-B4B3-73CF3F18FD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6903" y="-3084287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0894DEBD-9402-4131-A45E-1E2EFAD100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00587" y="-2508607"/>
              <a:ext cx="507081" cy="1405165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43E537B5-FC07-49B7-991C-192006FB1C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80279" y="-1075347"/>
              <a:ext cx="600175" cy="1526477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4B296686-BCA0-4445-8B9C-3642E0DCC5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45720" y="-1071880"/>
              <a:ext cx="513925" cy="1474467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38E2E109-A01B-4E2B-B64C-977EF2F636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42476" y="-2448511"/>
              <a:ext cx="590492" cy="1352296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51646E10-5589-43B0-8374-37D404BAD0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78974" y="3827391"/>
              <a:ext cx="6087" cy="184706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31583951-4BA4-49EE-8087-B6C49061B2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29392" y="7107090"/>
              <a:ext cx="812383" cy="441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C258379C-1E50-4CC3-9489-2020AEDB1B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36716" y="5643815"/>
              <a:ext cx="564545" cy="14572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E2F25687-4DEA-4CEA-9023-416B8D712C5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37800" y="5621416"/>
              <a:ext cx="816170" cy="103507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34069FB2-EFCF-4CB6-8D17-D3A5AC5EA5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3961" y="5530825"/>
              <a:ext cx="484882" cy="1397967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FE35BC67-18E5-49BA-9A9B-B7D632F46C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15533" y="3671453"/>
              <a:ext cx="562465" cy="151811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>
              <a:extLst>
                <a:ext uri="{FF2B5EF4-FFF2-40B4-BE49-F238E27FC236}">
                  <a16:creationId xmlns:a16="http://schemas.microsoft.com/office/drawing/2014/main" id="{93D9B3DB-3845-4C4A-9F74-49575803E9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45489" y="1739319"/>
              <a:ext cx="763682" cy="4474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4A32A85A-790B-43A7-A220-7508C64AE2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79700" y="1876344"/>
              <a:ext cx="6087" cy="184706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EC6DE397-9423-4821-ADA4-776BB4F286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3298" y="1801144"/>
              <a:ext cx="6087" cy="184706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8BDA7F3C-217B-4AE3-BB0E-241B78E000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69794" y="3799503"/>
              <a:ext cx="550271" cy="124561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275">
              <a:extLst>
                <a:ext uri="{FF2B5EF4-FFF2-40B4-BE49-F238E27FC236}">
                  <a16:creationId xmlns:a16="http://schemas.microsoft.com/office/drawing/2014/main" id="{0AC350DC-E811-4BA0-B867-A1838A4E2A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03270" y="-1129308"/>
              <a:ext cx="564545" cy="14572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66B18446-8F9A-4B60-AAF3-337B0B7B4E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0283" y="350996"/>
              <a:ext cx="6087" cy="184706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>
              <a:extLst>
                <a:ext uri="{FF2B5EF4-FFF2-40B4-BE49-F238E27FC236}">
                  <a16:creationId xmlns:a16="http://schemas.microsoft.com/office/drawing/2014/main" id="{81429B0E-6952-4DBB-B66E-4F1CDCF4A0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83967" y="3771224"/>
              <a:ext cx="550271" cy="124561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278">
              <a:extLst>
                <a:ext uri="{FF2B5EF4-FFF2-40B4-BE49-F238E27FC236}">
                  <a16:creationId xmlns:a16="http://schemas.microsoft.com/office/drawing/2014/main" id="{B7AE1F10-BE6B-43C4-B5BC-FA53D584C1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79609" y="2239855"/>
              <a:ext cx="564545" cy="14572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>
              <a:extLst>
                <a:ext uri="{FF2B5EF4-FFF2-40B4-BE49-F238E27FC236}">
                  <a16:creationId xmlns:a16="http://schemas.microsoft.com/office/drawing/2014/main" id="{EC28007B-74EE-4D65-9343-B522A58922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31809" y="5134575"/>
              <a:ext cx="6087" cy="184706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1971F0F9-4FD1-44DE-A555-D18980C874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09386" y="8425016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2FA8CBB2-878A-4618-9ED8-5EE46FA6B9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03058" y="3897563"/>
              <a:ext cx="6087" cy="184706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3901828C-5FFD-4BB6-A232-5A775D6C1E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64226" y="7099208"/>
              <a:ext cx="564545" cy="14572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25338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0731018-9B2D-43F6-B240-FD81FF1F756F}"/>
              </a:ext>
            </a:extLst>
          </p:cNvPr>
          <p:cNvGrpSpPr/>
          <p:nvPr/>
        </p:nvGrpSpPr>
        <p:grpSpPr>
          <a:xfrm>
            <a:off x="2662906" y="-7632"/>
            <a:ext cx="6935285" cy="6940695"/>
            <a:chOff x="2662906" y="-7632"/>
            <a:chExt cx="6935285" cy="694069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FF79358-B025-4B18-8563-D9351DEB2941}"/>
                </a:ext>
              </a:extLst>
            </p:cNvPr>
            <p:cNvSpPr/>
            <p:nvPr/>
          </p:nvSpPr>
          <p:spPr>
            <a:xfrm rot="5400000">
              <a:off x="7942012" y="5253722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97F59DD-E3DC-4963-860C-11FA9E518DA0}"/>
                </a:ext>
              </a:extLst>
            </p:cNvPr>
            <p:cNvSpPr/>
            <p:nvPr/>
          </p:nvSpPr>
          <p:spPr>
            <a:xfrm rot="2700000">
              <a:off x="7035712" y="4893042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FF28280-DD6B-4A34-8F99-0212A7E10717}"/>
                </a:ext>
              </a:extLst>
            </p:cNvPr>
            <p:cNvSpPr/>
            <p:nvPr/>
          </p:nvSpPr>
          <p:spPr>
            <a:xfrm rot="2700000">
              <a:off x="7569443" y="4380024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A1591F6-9B55-4063-988E-C012EC262ABE}"/>
                </a:ext>
              </a:extLst>
            </p:cNvPr>
            <p:cNvSpPr/>
            <p:nvPr/>
          </p:nvSpPr>
          <p:spPr>
            <a:xfrm rot="5400000">
              <a:off x="6147011" y="5293938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8869676-814B-4B11-AA41-EB7520C0F362}"/>
                </a:ext>
              </a:extLst>
            </p:cNvPr>
            <p:cNvSpPr/>
            <p:nvPr/>
          </p:nvSpPr>
          <p:spPr>
            <a:xfrm rot="5400000">
              <a:off x="6661062" y="4016805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2F67BA8-68F3-48BE-B1A7-789435D0CD65}"/>
                </a:ext>
              </a:extLst>
            </p:cNvPr>
            <p:cNvSpPr/>
            <p:nvPr/>
          </p:nvSpPr>
          <p:spPr>
            <a:xfrm rot="5400000">
              <a:off x="7942012" y="3455402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5A5B0F5-AAA3-471E-A212-69030D153364}"/>
                </a:ext>
              </a:extLst>
            </p:cNvPr>
            <p:cNvSpPr/>
            <p:nvPr/>
          </p:nvSpPr>
          <p:spPr>
            <a:xfrm rot="2700000">
              <a:off x="7051687" y="3099400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C940C68-941E-4670-8E1B-EC2300212ABE}"/>
                </a:ext>
              </a:extLst>
            </p:cNvPr>
            <p:cNvSpPr/>
            <p:nvPr/>
          </p:nvSpPr>
          <p:spPr>
            <a:xfrm rot="2700000">
              <a:off x="8846543" y="3083515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7BC1B158-21A0-4A6B-A877-F29A404655CB}"/>
                </a:ext>
              </a:extLst>
            </p:cNvPr>
            <p:cNvSpPr/>
            <p:nvPr/>
          </p:nvSpPr>
          <p:spPr>
            <a:xfrm rot="5400000">
              <a:off x="6502993" y="5647649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9A780D18-071E-48C6-80F4-D1A154FC9D41}"/>
                </a:ext>
              </a:extLst>
            </p:cNvPr>
            <p:cNvSpPr/>
            <p:nvPr/>
          </p:nvSpPr>
          <p:spPr>
            <a:xfrm rot="5400000" flipH="1">
              <a:off x="7036724" y="5647649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6D03B942-C49B-4F4D-93D7-BADC9F60C5B2}"/>
                </a:ext>
              </a:extLst>
            </p:cNvPr>
            <p:cNvSpPr/>
            <p:nvPr/>
          </p:nvSpPr>
          <p:spPr>
            <a:xfrm rot="5400000" flipH="1">
              <a:off x="7036724" y="3871679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D3D85E02-7B1D-4124-B1C9-A0D0201ED014}"/>
                </a:ext>
              </a:extLst>
            </p:cNvPr>
            <p:cNvSpPr/>
            <p:nvPr/>
          </p:nvSpPr>
          <p:spPr>
            <a:xfrm rot="5400000">
              <a:off x="8313824" y="3846140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DC5A0FEB-DCB7-48F4-B463-4970ADF79D81}"/>
                </a:ext>
              </a:extLst>
            </p:cNvPr>
            <p:cNvSpPr/>
            <p:nvPr/>
          </p:nvSpPr>
          <p:spPr>
            <a:xfrm rot="5400000">
              <a:off x="5767899" y="3865190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7E3A7BE7-0476-4A0E-BC2B-2886FF0F76DA}"/>
                </a:ext>
              </a:extLst>
            </p:cNvPr>
            <p:cNvSpPr/>
            <p:nvPr/>
          </p:nvSpPr>
          <p:spPr>
            <a:xfrm rot="2700000">
              <a:off x="6142666" y="3472314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2DCA1708-31D4-4DD6-B61E-9EF2D47DF589}"/>
                </a:ext>
              </a:extLst>
            </p:cNvPr>
            <p:cNvSpPr/>
            <p:nvPr/>
          </p:nvSpPr>
          <p:spPr>
            <a:xfrm rot="2700000">
              <a:off x="6142666" y="603878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AA418635-72C8-46F4-B05D-EB9172BA9C6D}"/>
                </a:ext>
              </a:extLst>
            </p:cNvPr>
            <p:cNvSpPr/>
            <p:nvPr/>
          </p:nvSpPr>
          <p:spPr>
            <a:xfrm rot="2700000">
              <a:off x="7937667" y="4222557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FE81C62E-9D86-417A-96AA-691600C341E2}"/>
                </a:ext>
              </a:extLst>
            </p:cNvPr>
            <p:cNvSpPr/>
            <p:nvPr/>
          </p:nvSpPr>
          <p:spPr>
            <a:xfrm rot="8100000" flipH="1">
              <a:off x="6142666" y="4771861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2340D5B2-99EB-4E54-99D7-D7085F802197}"/>
                </a:ext>
              </a:extLst>
            </p:cNvPr>
            <p:cNvSpPr/>
            <p:nvPr/>
          </p:nvSpPr>
          <p:spPr>
            <a:xfrm rot="8100000" flipH="1">
              <a:off x="7937667" y="4769322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0A8EF62-BA2E-49B4-A1B2-2AB89C1DA4D0}"/>
                </a:ext>
              </a:extLst>
            </p:cNvPr>
            <p:cNvSpPr/>
            <p:nvPr/>
          </p:nvSpPr>
          <p:spPr>
            <a:xfrm>
              <a:off x="7918850" y="909837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B6804B5-F8C1-4B48-84BC-A925FF4800EA}"/>
                </a:ext>
              </a:extLst>
            </p:cNvPr>
            <p:cNvSpPr/>
            <p:nvPr/>
          </p:nvSpPr>
          <p:spPr>
            <a:xfrm rot="18900000">
              <a:off x="7558170" y="1816137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465DA1D-72DF-4095-BB8B-67705F71A4B7}"/>
                </a:ext>
              </a:extLst>
            </p:cNvPr>
            <p:cNvSpPr/>
            <p:nvPr/>
          </p:nvSpPr>
          <p:spPr>
            <a:xfrm rot="18900000">
              <a:off x="7045152" y="1282406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063641A-8F0A-4AC0-8E8A-A3A09408918D}"/>
                </a:ext>
              </a:extLst>
            </p:cNvPr>
            <p:cNvSpPr/>
            <p:nvPr/>
          </p:nvSpPr>
          <p:spPr>
            <a:xfrm>
              <a:off x="7959066" y="2704838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8FC463A-98D0-472B-A721-FA47B96AE5FB}"/>
                </a:ext>
              </a:extLst>
            </p:cNvPr>
            <p:cNvSpPr/>
            <p:nvPr/>
          </p:nvSpPr>
          <p:spPr>
            <a:xfrm>
              <a:off x="6681933" y="2190787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D4802B9-3A2F-4D2E-9463-EBFF1520C0F2}"/>
                </a:ext>
              </a:extLst>
            </p:cNvPr>
            <p:cNvSpPr/>
            <p:nvPr/>
          </p:nvSpPr>
          <p:spPr>
            <a:xfrm>
              <a:off x="6120530" y="909837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5B798A8-2055-4D62-8AB7-EFE869CF4C76}"/>
                </a:ext>
              </a:extLst>
            </p:cNvPr>
            <p:cNvSpPr/>
            <p:nvPr/>
          </p:nvSpPr>
          <p:spPr>
            <a:xfrm rot="18900000">
              <a:off x="5764524" y="1800162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4658F00-A8A4-417E-B19E-0D3C41D8403D}"/>
                </a:ext>
              </a:extLst>
            </p:cNvPr>
            <p:cNvSpPr/>
            <p:nvPr/>
          </p:nvSpPr>
          <p:spPr>
            <a:xfrm rot="18900000">
              <a:off x="5748643" y="5306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1D5C619A-2F26-445D-B21D-C03334FBC717}"/>
                </a:ext>
              </a:extLst>
            </p:cNvPr>
            <p:cNvSpPr/>
            <p:nvPr/>
          </p:nvSpPr>
          <p:spPr>
            <a:xfrm>
              <a:off x="7933666" y="2196261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257FB9B4-7E23-4C2C-951F-C859442D4D1F}"/>
                </a:ext>
              </a:extLst>
            </p:cNvPr>
            <p:cNvSpPr/>
            <p:nvPr/>
          </p:nvSpPr>
          <p:spPr>
            <a:xfrm flipH="1">
              <a:off x="7933666" y="1662530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37FE4962-4438-4E0D-874E-1F6DA7D71AA2}"/>
                </a:ext>
              </a:extLst>
            </p:cNvPr>
            <p:cNvSpPr/>
            <p:nvPr/>
          </p:nvSpPr>
          <p:spPr>
            <a:xfrm flipH="1">
              <a:off x="6157696" y="1662530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4" name="Parallelogram 33">
              <a:extLst>
                <a:ext uri="{FF2B5EF4-FFF2-40B4-BE49-F238E27FC236}">
                  <a16:creationId xmlns:a16="http://schemas.microsoft.com/office/drawing/2014/main" id="{934E6E18-9D92-4278-8236-557E9C2442D1}"/>
                </a:ext>
              </a:extLst>
            </p:cNvPr>
            <p:cNvSpPr/>
            <p:nvPr/>
          </p:nvSpPr>
          <p:spPr>
            <a:xfrm>
              <a:off x="6132157" y="385430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5" name="Parallelogram 34">
              <a:extLst>
                <a:ext uri="{FF2B5EF4-FFF2-40B4-BE49-F238E27FC236}">
                  <a16:creationId xmlns:a16="http://schemas.microsoft.com/office/drawing/2014/main" id="{78BC2ADF-B059-47AC-BB3F-EDA4F5F67A95}"/>
                </a:ext>
              </a:extLst>
            </p:cNvPr>
            <p:cNvSpPr/>
            <p:nvPr/>
          </p:nvSpPr>
          <p:spPr>
            <a:xfrm>
              <a:off x="6151207" y="2931355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6" name="Parallelogram 35">
              <a:extLst>
                <a:ext uri="{FF2B5EF4-FFF2-40B4-BE49-F238E27FC236}">
                  <a16:creationId xmlns:a16="http://schemas.microsoft.com/office/drawing/2014/main" id="{8B19DE33-85BE-4366-848A-B2EDA7DE5683}"/>
                </a:ext>
              </a:extLst>
            </p:cNvPr>
            <p:cNvSpPr/>
            <p:nvPr/>
          </p:nvSpPr>
          <p:spPr>
            <a:xfrm rot="18900000">
              <a:off x="5758331" y="255658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7" name="Parallelogram 36">
              <a:extLst>
                <a:ext uri="{FF2B5EF4-FFF2-40B4-BE49-F238E27FC236}">
                  <a16:creationId xmlns:a16="http://schemas.microsoft.com/office/drawing/2014/main" id="{045073E7-0F28-4822-A723-5FE3D748F9DA}"/>
                </a:ext>
              </a:extLst>
            </p:cNvPr>
            <p:cNvSpPr/>
            <p:nvPr/>
          </p:nvSpPr>
          <p:spPr>
            <a:xfrm rot="18900000">
              <a:off x="8324805" y="255658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38" name="Parallelogram 37">
              <a:extLst>
                <a:ext uri="{FF2B5EF4-FFF2-40B4-BE49-F238E27FC236}">
                  <a16:creationId xmlns:a16="http://schemas.microsoft.com/office/drawing/2014/main" id="{ED02B445-DD87-4E00-8E1B-65989EB1B138}"/>
                </a:ext>
              </a:extLst>
            </p:cNvPr>
            <p:cNvSpPr/>
            <p:nvPr/>
          </p:nvSpPr>
          <p:spPr>
            <a:xfrm rot="18900000">
              <a:off x="6508574" y="761587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9" name="Parallelogram 38">
              <a:extLst>
                <a:ext uri="{FF2B5EF4-FFF2-40B4-BE49-F238E27FC236}">
                  <a16:creationId xmlns:a16="http://schemas.microsoft.com/office/drawing/2014/main" id="{7FB48F24-BC52-4A18-9641-BBA28E9270B0}"/>
                </a:ext>
              </a:extLst>
            </p:cNvPr>
            <p:cNvSpPr/>
            <p:nvPr/>
          </p:nvSpPr>
          <p:spPr>
            <a:xfrm rot="2700000" flipH="1">
              <a:off x="7057878" y="255658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40" name="Parallelogram 39">
              <a:extLst>
                <a:ext uri="{FF2B5EF4-FFF2-40B4-BE49-F238E27FC236}">
                  <a16:creationId xmlns:a16="http://schemas.microsoft.com/office/drawing/2014/main" id="{0F890812-443A-4DCC-9AD8-753B84E3FA15}"/>
                </a:ext>
              </a:extLst>
            </p:cNvPr>
            <p:cNvSpPr/>
            <p:nvPr/>
          </p:nvSpPr>
          <p:spPr>
            <a:xfrm rot="2700000" flipH="1">
              <a:off x="7055339" y="761587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C7132C1D-D397-45FD-AB1A-7A281E6DE93B}"/>
                </a:ext>
              </a:extLst>
            </p:cNvPr>
            <p:cNvSpPr/>
            <p:nvPr/>
          </p:nvSpPr>
          <p:spPr>
            <a:xfrm rot="16200000">
              <a:off x="3577407" y="930029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A39E900-E377-4C66-AFB1-A5FB5E2BBF0F}"/>
                </a:ext>
              </a:extLst>
            </p:cNvPr>
            <p:cNvSpPr/>
            <p:nvPr/>
          </p:nvSpPr>
          <p:spPr>
            <a:xfrm rot="13500000">
              <a:off x="4483707" y="1290709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29E6A13A-DD49-46C0-B49F-6592CE7C1ABD}"/>
                </a:ext>
              </a:extLst>
            </p:cNvPr>
            <p:cNvSpPr/>
            <p:nvPr/>
          </p:nvSpPr>
          <p:spPr>
            <a:xfrm rot="13500000">
              <a:off x="3949976" y="1803727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19FE09B-A3FC-4308-AF4B-F16B5C41A7D2}"/>
                </a:ext>
              </a:extLst>
            </p:cNvPr>
            <p:cNvSpPr/>
            <p:nvPr/>
          </p:nvSpPr>
          <p:spPr>
            <a:xfrm rot="16200000">
              <a:off x="5372408" y="889812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A6E7C00-D3C1-4CBA-9CAD-F9D832B7BBE0}"/>
                </a:ext>
              </a:extLst>
            </p:cNvPr>
            <p:cNvSpPr/>
            <p:nvPr/>
          </p:nvSpPr>
          <p:spPr>
            <a:xfrm rot="16200000">
              <a:off x="4858357" y="2166945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7A46C0D7-6528-45C1-B22D-FFD737037C3E}"/>
                </a:ext>
              </a:extLst>
            </p:cNvPr>
            <p:cNvSpPr/>
            <p:nvPr/>
          </p:nvSpPr>
          <p:spPr>
            <a:xfrm rot="16200000">
              <a:off x="3577407" y="2728349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B420F087-5CDA-4489-BCAA-CED6D320E5D7}"/>
                </a:ext>
              </a:extLst>
            </p:cNvPr>
            <p:cNvSpPr/>
            <p:nvPr/>
          </p:nvSpPr>
          <p:spPr>
            <a:xfrm rot="13500000">
              <a:off x="4467732" y="3084355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2AC4949B-EE4D-40E5-95C5-6C99D1D95762}"/>
                </a:ext>
              </a:extLst>
            </p:cNvPr>
            <p:cNvSpPr/>
            <p:nvPr/>
          </p:nvSpPr>
          <p:spPr>
            <a:xfrm rot="13500000">
              <a:off x="2672876" y="3100236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9" name="Parallelogram 48">
              <a:extLst>
                <a:ext uri="{FF2B5EF4-FFF2-40B4-BE49-F238E27FC236}">
                  <a16:creationId xmlns:a16="http://schemas.microsoft.com/office/drawing/2014/main" id="{81E77EB5-F1BE-4B20-8A92-087FDEA49471}"/>
                </a:ext>
              </a:extLst>
            </p:cNvPr>
            <p:cNvSpPr/>
            <p:nvPr/>
          </p:nvSpPr>
          <p:spPr>
            <a:xfrm rot="16200000">
              <a:off x="4484719" y="76261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0" name="Parallelogram 49">
              <a:extLst>
                <a:ext uri="{FF2B5EF4-FFF2-40B4-BE49-F238E27FC236}">
                  <a16:creationId xmlns:a16="http://schemas.microsoft.com/office/drawing/2014/main" id="{B22CF322-3D5F-4052-BDF6-3C4442833D7F}"/>
                </a:ext>
              </a:extLst>
            </p:cNvPr>
            <p:cNvSpPr/>
            <p:nvPr/>
          </p:nvSpPr>
          <p:spPr>
            <a:xfrm rot="16200000" flipH="1">
              <a:off x="3950988" y="76261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1" name="Parallelogram 50">
              <a:extLst>
                <a:ext uri="{FF2B5EF4-FFF2-40B4-BE49-F238E27FC236}">
                  <a16:creationId xmlns:a16="http://schemas.microsoft.com/office/drawing/2014/main" id="{B40613D9-029F-483D-A4B7-80E0113AAE53}"/>
                </a:ext>
              </a:extLst>
            </p:cNvPr>
            <p:cNvSpPr/>
            <p:nvPr/>
          </p:nvSpPr>
          <p:spPr>
            <a:xfrm rot="16200000" flipH="1">
              <a:off x="3950988" y="253858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2" name="Parallelogram 51">
              <a:extLst>
                <a:ext uri="{FF2B5EF4-FFF2-40B4-BE49-F238E27FC236}">
                  <a16:creationId xmlns:a16="http://schemas.microsoft.com/office/drawing/2014/main" id="{FF9C4087-7D97-417B-B10E-F1FEBC45C64B}"/>
                </a:ext>
              </a:extLst>
            </p:cNvPr>
            <p:cNvSpPr/>
            <p:nvPr/>
          </p:nvSpPr>
          <p:spPr>
            <a:xfrm rot="16200000">
              <a:off x="2673888" y="2564127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3" name="Parallelogram 52">
              <a:extLst>
                <a:ext uri="{FF2B5EF4-FFF2-40B4-BE49-F238E27FC236}">
                  <a16:creationId xmlns:a16="http://schemas.microsoft.com/office/drawing/2014/main" id="{1B9AA933-64D6-4173-9A5D-D04C12815770}"/>
                </a:ext>
              </a:extLst>
            </p:cNvPr>
            <p:cNvSpPr/>
            <p:nvPr/>
          </p:nvSpPr>
          <p:spPr>
            <a:xfrm rot="16200000">
              <a:off x="5219813" y="2545077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4" name="Parallelogram 53">
              <a:extLst>
                <a:ext uri="{FF2B5EF4-FFF2-40B4-BE49-F238E27FC236}">
                  <a16:creationId xmlns:a16="http://schemas.microsoft.com/office/drawing/2014/main" id="{A4490AD2-0DDD-470C-882D-922BB0E1C6C4}"/>
                </a:ext>
              </a:extLst>
            </p:cNvPr>
            <p:cNvSpPr/>
            <p:nvPr/>
          </p:nvSpPr>
          <p:spPr>
            <a:xfrm rot="13500000">
              <a:off x="4845046" y="2937953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5" name="Parallelogram 54">
              <a:extLst>
                <a:ext uri="{FF2B5EF4-FFF2-40B4-BE49-F238E27FC236}">
                  <a16:creationId xmlns:a16="http://schemas.microsoft.com/office/drawing/2014/main" id="{A44EF3F0-47BE-4B0D-A4BE-4B328A7687B6}"/>
                </a:ext>
              </a:extLst>
            </p:cNvPr>
            <p:cNvSpPr/>
            <p:nvPr/>
          </p:nvSpPr>
          <p:spPr>
            <a:xfrm rot="13500000">
              <a:off x="4845046" y="371479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56" name="Parallelogram 55">
              <a:extLst>
                <a:ext uri="{FF2B5EF4-FFF2-40B4-BE49-F238E27FC236}">
                  <a16:creationId xmlns:a16="http://schemas.microsoft.com/office/drawing/2014/main" id="{F6B7EA71-849F-4E38-9E12-44EF6EE42015}"/>
                </a:ext>
              </a:extLst>
            </p:cNvPr>
            <p:cNvSpPr/>
            <p:nvPr/>
          </p:nvSpPr>
          <p:spPr>
            <a:xfrm rot="13500000">
              <a:off x="3050045" y="2187710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B79D8645-6C5E-4F21-B5F1-62377960C8B1}"/>
                </a:ext>
              </a:extLst>
            </p:cNvPr>
            <p:cNvSpPr/>
            <p:nvPr/>
          </p:nvSpPr>
          <p:spPr>
            <a:xfrm rot="18900000" flipH="1">
              <a:off x="4861982" y="1638405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CC81CFFD-E124-43CE-A95E-D6A064090F9F}"/>
                </a:ext>
              </a:extLst>
            </p:cNvPr>
            <p:cNvSpPr/>
            <p:nvPr/>
          </p:nvSpPr>
          <p:spPr>
            <a:xfrm rot="18900000" flipH="1">
              <a:off x="3050045" y="1640945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94148FB4-DAA9-4B5C-97FA-8C7CA26DA732}"/>
                </a:ext>
              </a:extLst>
            </p:cNvPr>
            <p:cNvSpPr/>
            <p:nvPr/>
          </p:nvSpPr>
          <p:spPr>
            <a:xfrm rot="10800000">
              <a:off x="3600567" y="5273912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55EC50F4-ED38-46BF-92AA-B46D7777E870}"/>
                </a:ext>
              </a:extLst>
            </p:cNvPr>
            <p:cNvSpPr/>
            <p:nvPr/>
          </p:nvSpPr>
          <p:spPr>
            <a:xfrm rot="8100000">
              <a:off x="3961247" y="4367612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48E00AE3-E36C-4401-93A5-C00A077C609C}"/>
                </a:ext>
              </a:extLst>
            </p:cNvPr>
            <p:cNvSpPr/>
            <p:nvPr/>
          </p:nvSpPr>
          <p:spPr>
            <a:xfrm rot="8100000">
              <a:off x="4474265" y="4901343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3D39441-F887-4108-9CEE-E9B558BAA60B}"/>
                </a:ext>
              </a:extLst>
            </p:cNvPr>
            <p:cNvSpPr/>
            <p:nvPr/>
          </p:nvSpPr>
          <p:spPr>
            <a:xfrm rot="10800000">
              <a:off x="3560351" y="3478911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8429EA65-0F0A-449E-8C27-EE20A4CE866B}"/>
                </a:ext>
              </a:extLst>
            </p:cNvPr>
            <p:cNvSpPr/>
            <p:nvPr/>
          </p:nvSpPr>
          <p:spPr>
            <a:xfrm rot="10800000">
              <a:off x="4837484" y="3992962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9F40BC6D-0975-40A5-BC70-6E319CC91899}"/>
                </a:ext>
              </a:extLst>
            </p:cNvPr>
            <p:cNvSpPr/>
            <p:nvPr/>
          </p:nvSpPr>
          <p:spPr>
            <a:xfrm rot="10800000">
              <a:off x="5398887" y="5273912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AE376A4E-FA2C-44F3-BF60-EE03862F235A}"/>
                </a:ext>
              </a:extLst>
            </p:cNvPr>
            <p:cNvSpPr/>
            <p:nvPr/>
          </p:nvSpPr>
          <p:spPr>
            <a:xfrm rot="8100000">
              <a:off x="5754893" y="4383587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5EB7D63F-3578-4409-8C5A-8BA0138948E9}"/>
                </a:ext>
              </a:extLst>
            </p:cNvPr>
            <p:cNvSpPr/>
            <p:nvPr/>
          </p:nvSpPr>
          <p:spPr>
            <a:xfrm rot="8100000">
              <a:off x="5770774" y="6178443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" name="Parallelogram 66">
              <a:extLst>
                <a:ext uri="{FF2B5EF4-FFF2-40B4-BE49-F238E27FC236}">
                  <a16:creationId xmlns:a16="http://schemas.microsoft.com/office/drawing/2014/main" id="{A1388E73-A007-401A-9717-5D34256014AB}"/>
                </a:ext>
              </a:extLst>
            </p:cNvPr>
            <p:cNvSpPr/>
            <p:nvPr/>
          </p:nvSpPr>
          <p:spPr>
            <a:xfrm rot="10800000">
              <a:off x="3054045" y="4214005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" name="Parallelogram 67">
              <a:extLst>
                <a:ext uri="{FF2B5EF4-FFF2-40B4-BE49-F238E27FC236}">
                  <a16:creationId xmlns:a16="http://schemas.microsoft.com/office/drawing/2014/main" id="{15B92E9A-EA11-4FBD-B565-CF876B28B574}"/>
                </a:ext>
              </a:extLst>
            </p:cNvPr>
            <p:cNvSpPr/>
            <p:nvPr/>
          </p:nvSpPr>
          <p:spPr>
            <a:xfrm rot="10800000" flipH="1">
              <a:off x="3054045" y="4747736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" name="Parallelogram 68">
              <a:extLst>
                <a:ext uri="{FF2B5EF4-FFF2-40B4-BE49-F238E27FC236}">
                  <a16:creationId xmlns:a16="http://schemas.microsoft.com/office/drawing/2014/main" id="{27D90C20-7C3B-4B9C-9428-A520879DA309}"/>
                </a:ext>
              </a:extLst>
            </p:cNvPr>
            <p:cNvSpPr/>
            <p:nvPr/>
          </p:nvSpPr>
          <p:spPr>
            <a:xfrm rot="10800000" flipH="1">
              <a:off x="4830015" y="4747736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0" name="Parallelogram 69">
              <a:extLst>
                <a:ext uri="{FF2B5EF4-FFF2-40B4-BE49-F238E27FC236}">
                  <a16:creationId xmlns:a16="http://schemas.microsoft.com/office/drawing/2014/main" id="{23625A14-3251-4343-A0BB-7B8B97DC3F79}"/>
                </a:ext>
              </a:extLst>
            </p:cNvPr>
            <p:cNvSpPr/>
            <p:nvPr/>
          </p:nvSpPr>
          <p:spPr>
            <a:xfrm rot="10800000">
              <a:off x="4855554" y="6024836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1" name="Parallelogram 70">
              <a:extLst>
                <a:ext uri="{FF2B5EF4-FFF2-40B4-BE49-F238E27FC236}">
                  <a16:creationId xmlns:a16="http://schemas.microsoft.com/office/drawing/2014/main" id="{5F9F5C2C-58FC-4680-B2B4-1A917B660A22}"/>
                </a:ext>
              </a:extLst>
            </p:cNvPr>
            <p:cNvSpPr/>
            <p:nvPr/>
          </p:nvSpPr>
          <p:spPr>
            <a:xfrm rot="10800000">
              <a:off x="4836504" y="3478911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2" name="Parallelogram 71">
              <a:extLst>
                <a:ext uri="{FF2B5EF4-FFF2-40B4-BE49-F238E27FC236}">
                  <a16:creationId xmlns:a16="http://schemas.microsoft.com/office/drawing/2014/main" id="{D777C7A3-A3E1-4275-862C-691D14374B7B}"/>
                </a:ext>
              </a:extLst>
            </p:cNvPr>
            <p:cNvSpPr/>
            <p:nvPr/>
          </p:nvSpPr>
          <p:spPr>
            <a:xfrm rot="8100000">
              <a:off x="5229380" y="385367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" name="Parallelogram 72">
              <a:extLst>
                <a:ext uri="{FF2B5EF4-FFF2-40B4-BE49-F238E27FC236}">
                  <a16:creationId xmlns:a16="http://schemas.microsoft.com/office/drawing/2014/main" id="{D6BD7850-DC28-4B9D-9588-25A1C0CE7185}"/>
                </a:ext>
              </a:extLst>
            </p:cNvPr>
            <p:cNvSpPr/>
            <p:nvPr/>
          </p:nvSpPr>
          <p:spPr>
            <a:xfrm rot="8100000">
              <a:off x="2662906" y="385367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74" name="Parallelogram 73">
              <a:extLst>
                <a:ext uri="{FF2B5EF4-FFF2-40B4-BE49-F238E27FC236}">
                  <a16:creationId xmlns:a16="http://schemas.microsoft.com/office/drawing/2014/main" id="{599E2300-10F7-4A35-9B28-EE1C2AFC2D62}"/>
                </a:ext>
              </a:extLst>
            </p:cNvPr>
            <p:cNvSpPr/>
            <p:nvPr/>
          </p:nvSpPr>
          <p:spPr>
            <a:xfrm rot="8100000">
              <a:off x="4479137" y="5648679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" name="Parallelogram 74">
              <a:extLst>
                <a:ext uri="{FF2B5EF4-FFF2-40B4-BE49-F238E27FC236}">
                  <a16:creationId xmlns:a16="http://schemas.microsoft.com/office/drawing/2014/main" id="{EA26F209-E9DB-443F-A989-87868158F173}"/>
                </a:ext>
              </a:extLst>
            </p:cNvPr>
            <p:cNvSpPr/>
            <p:nvPr/>
          </p:nvSpPr>
          <p:spPr>
            <a:xfrm rot="13500000" flipH="1">
              <a:off x="3929833" y="385367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76" name="Parallelogram 75">
              <a:extLst>
                <a:ext uri="{FF2B5EF4-FFF2-40B4-BE49-F238E27FC236}">
                  <a16:creationId xmlns:a16="http://schemas.microsoft.com/office/drawing/2014/main" id="{5EA80AA7-42DD-4929-BC69-3C0565B56BC9}"/>
                </a:ext>
              </a:extLst>
            </p:cNvPr>
            <p:cNvSpPr/>
            <p:nvPr/>
          </p:nvSpPr>
          <p:spPr>
            <a:xfrm rot="13500000" flipH="1">
              <a:off x="3932372" y="5648679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DD19325F-2F2D-40E3-85C6-2E60277F7AC0}"/>
              </a:ext>
            </a:extLst>
          </p:cNvPr>
          <p:cNvGrpSpPr/>
          <p:nvPr/>
        </p:nvGrpSpPr>
        <p:grpSpPr>
          <a:xfrm>
            <a:off x="2505417" y="882158"/>
            <a:ext cx="6736746" cy="5242586"/>
            <a:chOff x="2279609" y="-3084287"/>
            <a:chExt cx="7053588" cy="13802501"/>
          </a:xfrm>
        </p:grpSpPr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966B6B5B-D2A9-47B6-9D38-1FAE75AE36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22708" y="312908"/>
              <a:ext cx="6809" cy="1926947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892B150-3180-488A-8002-4B185938C5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27182" y="2250723"/>
              <a:ext cx="783381" cy="1793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F10DABAA-66E0-47D0-93E4-B774BBEFE9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64572" y="2257029"/>
              <a:ext cx="564545" cy="1457293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587DA1EA-DD80-4521-9510-FB1DBF4EB7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2635" y="264851"/>
              <a:ext cx="513925" cy="1474467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2B549E5F-F885-401F-9899-137665748F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66546" y="1773792"/>
              <a:ext cx="36089" cy="401414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B31DF3B4-2102-4A38-AE0C-C28019947F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52209" y="5162632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1831FA7F-4F69-4F16-98C4-FF02F7D332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96448" y="3705083"/>
              <a:ext cx="555086" cy="145755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30D7272E-50C1-4BD1-BA4C-29CFB086290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69922" y="5813844"/>
              <a:ext cx="552787" cy="1326993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346E09E6-F63E-40E3-8319-CF47EEF16D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45413" y="5150503"/>
              <a:ext cx="0" cy="199033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0EA1DD61-3F5C-44E9-AF3E-05114ED4BA1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72923" y="5648673"/>
              <a:ext cx="812383" cy="441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2E4D8343-E4E4-49AF-8733-0E2F1852AC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05645" y="289489"/>
              <a:ext cx="812383" cy="441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7BFFE9BE-CCE3-4836-9FBB-EAFF826A7E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05650" y="8394529"/>
              <a:ext cx="550271" cy="124561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F36ADAC0-38AD-436F-8657-693CE1EDB0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15889" y="8556503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E0288D56-9EB8-486B-AD39-A06453FE0E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24209" y="432988"/>
              <a:ext cx="6087" cy="184706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205FC834-591E-4B5A-A120-89D96F7464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33998" y="2454933"/>
              <a:ext cx="550271" cy="124561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238AF7B8-09FD-4A9F-90D9-AC13E6EA82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7668" y="3659523"/>
              <a:ext cx="564545" cy="14572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D16DCD26-36F1-47E7-9086-519A5650BB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1788" y="350996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F2B14FE3-59A1-4A2C-8A64-0F5569168D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39615" y="-1240732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9083AAC6-79BA-4970-BA43-9745B4B3AE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01179" y="-1190652"/>
              <a:ext cx="555086" cy="145755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3812434-FBBF-4F07-8023-C3A775DA65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34264" y="-3009340"/>
              <a:ext cx="6087" cy="184706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93539BE7-FA3C-44EF-9266-2ECFB6356B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4330" y="-3041004"/>
              <a:ext cx="6087" cy="184706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6F5B8821-9EC1-4E39-9C8C-B276F86087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82673" y="-3064136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94357483-A4C8-4007-903D-0C6237B2BB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6903" y="-3084287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92565378-0906-421C-B3EF-E1D16CA03D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00587" y="-2508607"/>
              <a:ext cx="507081" cy="1405165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DF188E42-B9E0-4B34-A97A-1581B33B60E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80279" y="-1075347"/>
              <a:ext cx="600175" cy="1526477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FCD238B9-40AA-4197-A632-CAC7CA209D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45720" y="-1071880"/>
              <a:ext cx="513925" cy="1474467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3DBFBC31-A6DF-4B67-B531-46AAF07149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42476" y="-2448511"/>
              <a:ext cx="590492" cy="1352296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D070A8B8-59A0-4264-8453-7CEA18CF30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29392" y="7107089"/>
              <a:ext cx="812383" cy="441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5F8BB302-5A35-4268-A32D-84C68A3FAD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36716" y="5643815"/>
              <a:ext cx="564545" cy="14572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B73428DC-84A8-488E-8136-4F374820A93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37800" y="5621416"/>
              <a:ext cx="816170" cy="103507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B09DE145-B3B7-45A0-8B71-BE0B97EE03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3961" y="5530825"/>
              <a:ext cx="484882" cy="1397967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CEFE9C55-8690-4EF1-9F25-42E73DE97E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15533" y="3671453"/>
              <a:ext cx="562465" cy="151811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F5075681-7057-46F6-A875-6C7551F28A3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45489" y="1739319"/>
              <a:ext cx="763682" cy="4474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F2CE3D09-8F2D-4B6C-BFDE-91175D36CB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79700" y="1876344"/>
              <a:ext cx="6087" cy="184706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2F5E7A33-43B9-49A7-9DD9-FA0B765B16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3298" y="1801144"/>
              <a:ext cx="6087" cy="184706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50ABC000-F54B-48B0-88E5-DF48F4E93D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69794" y="3799503"/>
              <a:ext cx="550271" cy="124561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56A9584-0965-4FB5-BAAC-10B48C002C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03270" y="-1129308"/>
              <a:ext cx="564545" cy="14572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FC4F5944-A17C-493B-8767-E1ADA9FCB4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0283" y="350996"/>
              <a:ext cx="6087" cy="184706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BD6B6452-0607-4734-B92F-43C507626C9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83967" y="3771224"/>
              <a:ext cx="550271" cy="124561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1E690E61-0DE5-4330-9919-51B7F37CB5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79609" y="2239855"/>
              <a:ext cx="564545" cy="14572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FEBDF0E2-7A08-47B0-9233-ED687A0B34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31809" y="5134575"/>
              <a:ext cx="6087" cy="184706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6F291C55-8E99-4143-A3B5-1AC925B0C6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09386" y="8425016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18728886-79BC-48F2-A033-B7EA8FF779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07156" y="5218532"/>
              <a:ext cx="6087" cy="184706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66F58307-D5A1-48D8-AF20-9F593EE551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19468" y="8392509"/>
              <a:ext cx="564545" cy="14572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9784C01C-2A1C-421A-AC38-02A2CE73D1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71154" y="-1107293"/>
              <a:ext cx="555086" cy="145755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FEF5522A-B6E8-4FAB-80C8-81F9624A4813}"/>
                </a:ext>
              </a:extLst>
            </p:cNvPr>
            <p:cNvCxnSpPr>
              <a:cxnSpLocks/>
            </p:cNvCxnSpPr>
            <p:nvPr/>
          </p:nvCxnSpPr>
          <p:spPr>
            <a:xfrm>
              <a:off x="7490074" y="271202"/>
              <a:ext cx="530923" cy="150820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33BE6D75-EF85-4D0E-86A1-0AB5E22B95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26989" y="1673544"/>
              <a:ext cx="36089" cy="401414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F9F47F91-B022-4B9D-BCE7-0E0457D70D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06661" y="1682909"/>
              <a:ext cx="809473" cy="6095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AFFE6247-C9DD-4BB6-BB2F-8EF9DDFE6A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28218" y="5702552"/>
              <a:ext cx="550271" cy="124561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F70BE865-E16B-43A9-9C8B-90A16C31E8B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60652" y="7091605"/>
              <a:ext cx="550271" cy="124561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F80A800A-A68B-487F-99FE-243EAA2489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51210" y="7167910"/>
              <a:ext cx="484882" cy="1397967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0BF78361-C6D5-480C-936A-9CCCAE8FA3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35805" y="10674020"/>
              <a:ext cx="812383" cy="441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4EE38078-6B0A-4983-BFC2-8F0DF21A4B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769" y="8667586"/>
              <a:ext cx="6087" cy="184706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44AD12F6-C3E9-4B72-892C-2A0E288B91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35806" y="8599454"/>
              <a:ext cx="6087" cy="184706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70806C7E-2041-4677-8A94-50766F896A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68652" y="2301201"/>
              <a:ext cx="564545" cy="14572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27423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0731018-9B2D-43F6-B240-FD81FF1F756F}"/>
              </a:ext>
            </a:extLst>
          </p:cNvPr>
          <p:cNvGrpSpPr/>
          <p:nvPr/>
        </p:nvGrpSpPr>
        <p:grpSpPr>
          <a:xfrm>
            <a:off x="2662906" y="-7632"/>
            <a:ext cx="6935285" cy="6940695"/>
            <a:chOff x="2662906" y="-7632"/>
            <a:chExt cx="6935285" cy="694069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FF79358-B025-4B18-8563-D9351DEB2941}"/>
                </a:ext>
              </a:extLst>
            </p:cNvPr>
            <p:cNvSpPr/>
            <p:nvPr/>
          </p:nvSpPr>
          <p:spPr>
            <a:xfrm rot="5400000">
              <a:off x="7942012" y="5253722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97F59DD-E3DC-4963-860C-11FA9E518DA0}"/>
                </a:ext>
              </a:extLst>
            </p:cNvPr>
            <p:cNvSpPr/>
            <p:nvPr/>
          </p:nvSpPr>
          <p:spPr>
            <a:xfrm rot="2700000">
              <a:off x="7035712" y="4893042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FF28280-DD6B-4A34-8F99-0212A7E10717}"/>
                </a:ext>
              </a:extLst>
            </p:cNvPr>
            <p:cNvSpPr/>
            <p:nvPr/>
          </p:nvSpPr>
          <p:spPr>
            <a:xfrm rot="2700000">
              <a:off x="7569443" y="4380024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A1591F6-9B55-4063-988E-C012EC262ABE}"/>
                </a:ext>
              </a:extLst>
            </p:cNvPr>
            <p:cNvSpPr/>
            <p:nvPr/>
          </p:nvSpPr>
          <p:spPr>
            <a:xfrm rot="5400000">
              <a:off x="6147011" y="5293938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8869676-814B-4B11-AA41-EB7520C0F362}"/>
                </a:ext>
              </a:extLst>
            </p:cNvPr>
            <p:cNvSpPr/>
            <p:nvPr/>
          </p:nvSpPr>
          <p:spPr>
            <a:xfrm rot="5400000">
              <a:off x="6661062" y="4016805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2F67BA8-68F3-48BE-B1A7-789435D0CD65}"/>
                </a:ext>
              </a:extLst>
            </p:cNvPr>
            <p:cNvSpPr/>
            <p:nvPr/>
          </p:nvSpPr>
          <p:spPr>
            <a:xfrm rot="5400000">
              <a:off x="7942012" y="3455402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5A5B0F5-AAA3-471E-A212-69030D153364}"/>
                </a:ext>
              </a:extLst>
            </p:cNvPr>
            <p:cNvSpPr/>
            <p:nvPr/>
          </p:nvSpPr>
          <p:spPr>
            <a:xfrm rot="2700000">
              <a:off x="7051687" y="3099400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C940C68-941E-4670-8E1B-EC2300212ABE}"/>
                </a:ext>
              </a:extLst>
            </p:cNvPr>
            <p:cNvSpPr/>
            <p:nvPr/>
          </p:nvSpPr>
          <p:spPr>
            <a:xfrm rot="2700000">
              <a:off x="8846543" y="3083515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7BC1B158-21A0-4A6B-A877-F29A404655CB}"/>
                </a:ext>
              </a:extLst>
            </p:cNvPr>
            <p:cNvSpPr/>
            <p:nvPr/>
          </p:nvSpPr>
          <p:spPr>
            <a:xfrm rot="5400000">
              <a:off x="6502993" y="5647649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9A780D18-071E-48C6-80F4-D1A154FC9D41}"/>
                </a:ext>
              </a:extLst>
            </p:cNvPr>
            <p:cNvSpPr/>
            <p:nvPr/>
          </p:nvSpPr>
          <p:spPr>
            <a:xfrm rot="5400000" flipH="1">
              <a:off x="7036724" y="5647649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6D03B942-C49B-4F4D-93D7-BADC9F60C5B2}"/>
                </a:ext>
              </a:extLst>
            </p:cNvPr>
            <p:cNvSpPr/>
            <p:nvPr/>
          </p:nvSpPr>
          <p:spPr>
            <a:xfrm rot="5400000" flipH="1">
              <a:off x="7036724" y="3871679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D3D85E02-7B1D-4124-B1C9-A0D0201ED014}"/>
                </a:ext>
              </a:extLst>
            </p:cNvPr>
            <p:cNvSpPr/>
            <p:nvPr/>
          </p:nvSpPr>
          <p:spPr>
            <a:xfrm rot="5400000">
              <a:off x="8313824" y="3846140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DC5A0FEB-DCB7-48F4-B463-4970ADF79D81}"/>
                </a:ext>
              </a:extLst>
            </p:cNvPr>
            <p:cNvSpPr/>
            <p:nvPr/>
          </p:nvSpPr>
          <p:spPr>
            <a:xfrm rot="5400000">
              <a:off x="5767899" y="3865190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7E3A7BE7-0476-4A0E-BC2B-2886FF0F76DA}"/>
                </a:ext>
              </a:extLst>
            </p:cNvPr>
            <p:cNvSpPr/>
            <p:nvPr/>
          </p:nvSpPr>
          <p:spPr>
            <a:xfrm rot="2700000">
              <a:off x="6142666" y="3472314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2DCA1708-31D4-4DD6-B61E-9EF2D47DF589}"/>
                </a:ext>
              </a:extLst>
            </p:cNvPr>
            <p:cNvSpPr/>
            <p:nvPr/>
          </p:nvSpPr>
          <p:spPr>
            <a:xfrm rot="2700000">
              <a:off x="6142666" y="603878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AA418635-72C8-46F4-B05D-EB9172BA9C6D}"/>
                </a:ext>
              </a:extLst>
            </p:cNvPr>
            <p:cNvSpPr/>
            <p:nvPr/>
          </p:nvSpPr>
          <p:spPr>
            <a:xfrm rot="2700000">
              <a:off x="7937667" y="4222557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FE81C62E-9D86-417A-96AA-691600C341E2}"/>
                </a:ext>
              </a:extLst>
            </p:cNvPr>
            <p:cNvSpPr/>
            <p:nvPr/>
          </p:nvSpPr>
          <p:spPr>
            <a:xfrm rot="8100000" flipH="1">
              <a:off x="6142666" y="4771861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2340D5B2-99EB-4E54-99D7-D7085F802197}"/>
                </a:ext>
              </a:extLst>
            </p:cNvPr>
            <p:cNvSpPr/>
            <p:nvPr/>
          </p:nvSpPr>
          <p:spPr>
            <a:xfrm rot="8100000" flipH="1">
              <a:off x="7937667" y="4769322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0A8EF62-BA2E-49B4-A1B2-2AB89C1DA4D0}"/>
                </a:ext>
              </a:extLst>
            </p:cNvPr>
            <p:cNvSpPr/>
            <p:nvPr/>
          </p:nvSpPr>
          <p:spPr>
            <a:xfrm>
              <a:off x="7918850" y="909837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B6804B5-F8C1-4B48-84BC-A925FF4800EA}"/>
                </a:ext>
              </a:extLst>
            </p:cNvPr>
            <p:cNvSpPr/>
            <p:nvPr/>
          </p:nvSpPr>
          <p:spPr>
            <a:xfrm rot="18900000">
              <a:off x="7558170" y="1816137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465DA1D-72DF-4095-BB8B-67705F71A4B7}"/>
                </a:ext>
              </a:extLst>
            </p:cNvPr>
            <p:cNvSpPr/>
            <p:nvPr/>
          </p:nvSpPr>
          <p:spPr>
            <a:xfrm rot="18900000">
              <a:off x="7045152" y="1282406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063641A-8F0A-4AC0-8E8A-A3A09408918D}"/>
                </a:ext>
              </a:extLst>
            </p:cNvPr>
            <p:cNvSpPr/>
            <p:nvPr/>
          </p:nvSpPr>
          <p:spPr>
            <a:xfrm>
              <a:off x="7959066" y="2704838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8FC463A-98D0-472B-A721-FA47B96AE5FB}"/>
                </a:ext>
              </a:extLst>
            </p:cNvPr>
            <p:cNvSpPr/>
            <p:nvPr/>
          </p:nvSpPr>
          <p:spPr>
            <a:xfrm>
              <a:off x="6681933" y="2190787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D4802B9-3A2F-4D2E-9463-EBFF1520C0F2}"/>
                </a:ext>
              </a:extLst>
            </p:cNvPr>
            <p:cNvSpPr/>
            <p:nvPr/>
          </p:nvSpPr>
          <p:spPr>
            <a:xfrm>
              <a:off x="6120530" y="909837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5B798A8-2055-4D62-8AB7-EFE869CF4C76}"/>
                </a:ext>
              </a:extLst>
            </p:cNvPr>
            <p:cNvSpPr/>
            <p:nvPr/>
          </p:nvSpPr>
          <p:spPr>
            <a:xfrm rot="18900000">
              <a:off x="5764524" y="1800162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4658F00-A8A4-417E-B19E-0D3C41D8403D}"/>
                </a:ext>
              </a:extLst>
            </p:cNvPr>
            <p:cNvSpPr/>
            <p:nvPr/>
          </p:nvSpPr>
          <p:spPr>
            <a:xfrm rot="18900000">
              <a:off x="5748643" y="5306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1D5C619A-2F26-445D-B21D-C03334FBC717}"/>
                </a:ext>
              </a:extLst>
            </p:cNvPr>
            <p:cNvSpPr/>
            <p:nvPr/>
          </p:nvSpPr>
          <p:spPr>
            <a:xfrm>
              <a:off x="7933666" y="2196261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257FB9B4-7E23-4C2C-951F-C859442D4D1F}"/>
                </a:ext>
              </a:extLst>
            </p:cNvPr>
            <p:cNvSpPr/>
            <p:nvPr/>
          </p:nvSpPr>
          <p:spPr>
            <a:xfrm flipH="1">
              <a:off x="7933666" y="1662530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37FE4962-4438-4E0D-874E-1F6DA7D71AA2}"/>
                </a:ext>
              </a:extLst>
            </p:cNvPr>
            <p:cNvSpPr/>
            <p:nvPr/>
          </p:nvSpPr>
          <p:spPr>
            <a:xfrm flipH="1">
              <a:off x="6157696" y="1662530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4" name="Parallelogram 33">
              <a:extLst>
                <a:ext uri="{FF2B5EF4-FFF2-40B4-BE49-F238E27FC236}">
                  <a16:creationId xmlns:a16="http://schemas.microsoft.com/office/drawing/2014/main" id="{934E6E18-9D92-4278-8236-557E9C2442D1}"/>
                </a:ext>
              </a:extLst>
            </p:cNvPr>
            <p:cNvSpPr/>
            <p:nvPr/>
          </p:nvSpPr>
          <p:spPr>
            <a:xfrm>
              <a:off x="6132157" y="385430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5" name="Parallelogram 34">
              <a:extLst>
                <a:ext uri="{FF2B5EF4-FFF2-40B4-BE49-F238E27FC236}">
                  <a16:creationId xmlns:a16="http://schemas.microsoft.com/office/drawing/2014/main" id="{78BC2ADF-B059-47AC-BB3F-EDA4F5F67A95}"/>
                </a:ext>
              </a:extLst>
            </p:cNvPr>
            <p:cNvSpPr/>
            <p:nvPr/>
          </p:nvSpPr>
          <p:spPr>
            <a:xfrm>
              <a:off x="6151207" y="2931355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6" name="Parallelogram 35">
              <a:extLst>
                <a:ext uri="{FF2B5EF4-FFF2-40B4-BE49-F238E27FC236}">
                  <a16:creationId xmlns:a16="http://schemas.microsoft.com/office/drawing/2014/main" id="{8B19DE33-85BE-4366-848A-B2EDA7DE5683}"/>
                </a:ext>
              </a:extLst>
            </p:cNvPr>
            <p:cNvSpPr/>
            <p:nvPr/>
          </p:nvSpPr>
          <p:spPr>
            <a:xfrm rot="18900000">
              <a:off x="5758331" y="255658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7" name="Parallelogram 36">
              <a:extLst>
                <a:ext uri="{FF2B5EF4-FFF2-40B4-BE49-F238E27FC236}">
                  <a16:creationId xmlns:a16="http://schemas.microsoft.com/office/drawing/2014/main" id="{045073E7-0F28-4822-A723-5FE3D748F9DA}"/>
                </a:ext>
              </a:extLst>
            </p:cNvPr>
            <p:cNvSpPr/>
            <p:nvPr/>
          </p:nvSpPr>
          <p:spPr>
            <a:xfrm rot="18900000">
              <a:off x="8324805" y="255658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38" name="Parallelogram 37">
              <a:extLst>
                <a:ext uri="{FF2B5EF4-FFF2-40B4-BE49-F238E27FC236}">
                  <a16:creationId xmlns:a16="http://schemas.microsoft.com/office/drawing/2014/main" id="{ED02B445-DD87-4E00-8E1B-65989EB1B138}"/>
                </a:ext>
              </a:extLst>
            </p:cNvPr>
            <p:cNvSpPr/>
            <p:nvPr/>
          </p:nvSpPr>
          <p:spPr>
            <a:xfrm rot="18900000">
              <a:off x="6508574" y="761587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9" name="Parallelogram 38">
              <a:extLst>
                <a:ext uri="{FF2B5EF4-FFF2-40B4-BE49-F238E27FC236}">
                  <a16:creationId xmlns:a16="http://schemas.microsoft.com/office/drawing/2014/main" id="{7FB48F24-BC52-4A18-9641-BBA28E9270B0}"/>
                </a:ext>
              </a:extLst>
            </p:cNvPr>
            <p:cNvSpPr/>
            <p:nvPr/>
          </p:nvSpPr>
          <p:spPr>
            <a:xfrm rot="2700000" flipH="1">
              <a:off x="7057878" y="255658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40" name="Parallelogram 39">
              <a:extLst>
                <a:ext uri="{FF2B5EF4-FFF2-40B4-BE49-F238E27FC236}">
                  <a16:creationId xmlns:a16="http://schemas.microsoft.com/office/drawing/2014/main" id="{0F890812-443A-4DCC-9AD8-753B84E3FA15}"/>
                </a:ext>
              </a:extLst>
            </p:cNvPr>
            <p:cNvSpPr/>
            <p:nvPr/>
          </p:nvSpPr>
          <p:spPr>
            <a:xfrm rot="2700000" flipH="1">
              <a:off x="7055339" y="761587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C7132C1D-D397-45FD-AB1A-7A281E6DE93B}"/>
                </a:ext>
              </a:extLst>
            </p:cNvPr>
            <p:cNvSpPr/>
            <p:nvPr/>
          </p:nvSpPr>
          <p:spPr>
            <a:xfrm rot="16200000">
              <a:off x="3577407" y="930029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A39E900-E377-4C66-AFB1-A5FB5E2BBF0F}"/>
                </a:ext>
              </a:extLst>
            </p:cNvPr>
            <p:cNvSpPr/>
            <p:nvPr/>
          </p:nvSpPr>
          <p:spPr>
            <a:xfrm rot="13500000">
              <a:off x="4483707" y="1290709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29E6A13A-DD49-46C0-B49F-6592CE7C1ABD}"/>
                </a:ext>
              </a:extLst>
            </p:cNvPr>
            <p:cNvSpPr/>
            <p:nvPr/>
          </p:nvSpPr>
          <p:spPr>
            <a:xfrm rot="13500000">
              <a:off x="3949976" y="1803727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19FE09B-A3FC-4308-AF4B-F16B5C41A7D2}"/>
                </a:ext>
              </a:extLst>
            </p:cNvPr>
            <p:cNvSpPr/>
            <p:nvPr/>
          </p:nvSpPr>
          <p:spPr>
            <a:xfrm rot="16200000">
              <a:off x="5372408" y="889812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A6E7C00-D3C1-4CBA-9CAD-F9D832B7BBE0}"/>
                </a:ext>
              </a:extLst>
            </p:cNvPr>
            <p:cNvSpPr/>
            <p:nvPr/>
          </p:nvSpPr>
          <p:spPr>
            <a:xfrm rot="16200000">
              <a:off x="4858357" y="2166945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7A46C0D7-6528-45C1-B22D-FFD737037C3E}"/>
                </a:ext>
              </a:extLst>
            </p:cNvPr>
            <p:cNvSpPr/>
            <p:nvPr/>
          </p:nvSpPr>
          <p:spPr>
            <a:xfrm rot="16200000">
              <a:off x="3577407" y="2728349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B420F087-5CDA-4489-BCAA-CED6D320E5D7}"/>
                </a:ext>
              </a:extLst>
            </p:cNvPr>
            <p:cNvSpPr/>
            <p:nvPr/>
          </p:nvSpPr>
          <p:spPr>
            <a:xfrm rot="13500000">
              <a:off x="4467732" y="3084355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2AC4949B-EE4D-40E5-95C5-6C99D1D95762}"/>
                </a:ext>
              </a:extLst>
            </p:cNvPr>
            <p:cNvSpPr/>
            <p:nvPr/>
          </p:nvSpPr>
          <p:spPr>
            <a:xfrm rot="13500000">
              <a:off x="2672876" y="3100236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9" name="Parallelogram 48">
              <a:extLst>
                <a:ext uri="{FF2B5EF4-FFF2-40B4-BE49-F238E27FC236}">
                  <a16:creationId xmlns:a16="http://schemas.microsoft.com/office/drawing/2014/main" id="{81E77EB5-F1BE-4B20-8A92-087FDEA49471}"/>
                </a:ext>
              </a:extLst>
            </p:cNvPr>
            <p:cNvSpPr/>
            <p:nvPr/>
          </p:nvSpPr>
          <p:spPr>
            <a:xfrm rot="16200000">
              <a:off x="4484719" y="76261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0" name="Parallelogram 49">
              <a:extLst>
                <a:ext uri="{FF2B5EF4-FFF2-40B4-BE49-F238E27FC236}">
                  <a16:creationId xmlns:a16="http://schemas.microsoft.com/office/drawing/2014/main" id="{B22CF322-3D5F-4052-BDF6-3C4442833D7F}"/>
                </a:ext>
              </a:extLst>
            </p:cNvPr>
            <p:cNvSpPr/>
            <p:nvPr/>
          </p:nvSpPr>
          <p:spPr>
            <a:xfrm rot="16200000" flipH="1">
              <a:off x="3950988" y="76261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1" name="Parallelogram 50">
              <a:extLst>
                <a:ext uri="{FF2B5EF4-FFF2-40B4-BE49-F238E27FC236}">
                  <a16:creationId xmlns:a16="http://schemas.microsoft.com/office/drawing/2014/main" id="{B40613D9-029F-483D-A4B7-80E0113AAE53}"/>
                </a:ext>
              </a:extLst>
            </p:cNvPr>
            <p:cNvSpPr/>
            <p:nvPr/>
          </p:nvSpPr>
          <p:spPr>
            <a:xfrm rot="16200000" flipH="1">
              <a:off x="3950988" y="253858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2" name="Parallelogram 51">
              <a:extLst>
                <a:ext uri="{FF2B5EF4-FFF2-40B4-BE49-F238E27FC236}">
                  <a16:creationId xmlns:a16="http://schemas.microsoft.com/office/drawing/2014/main" id="{FF9C4087-7D97-417B-B10E-F1FEBC45C64B}"/>
                </a:ext>
              </a:extLst>
            </p:cNvPr>
            <p:cNvSpPr/>
            <p:nvPr/>
          </p:nvSpPr>
          <p:spPr>
            <a:xfrm rot="16200000">
              <a:off x="2673888" y="2564127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3" name="Parallelogram 52">
              <a:extLst>
                <a:ext uri="{FF2B5EF4-FFF2-40B4-BE49-F238E27FC236}">
                  <a16:creationId xmlns:a16="http://schemas.microsoft.com/office/drawing/2014/main" id="{1B9AA933-64D6-4173-9A5D-D04C12815770}"/>
                </a:ext>
              </a:extLst>
            </p:cNvPr>
            <p:cNvSpPr/>
            <p:nvPr/>
          </p:nvSpPr>
          <p:spPr>
            <a:xfrm rot="16200000">
              <a:off x="5219813" y="2545077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4" name="Parallelogram 53">
              <a:extLst>
                <a:ext uri="{FF2B5EF4-FFF2-40B4-BE49-F238E27FC236}">
                  <a16:creationId xmlns:a16="http://schemas.microsoft.com/office/drawing/2014/main" id="{A4490AD2-0DDD-470C-882D-922BB0E1C6C4}"/>
                </a:ext>
              </a:extLst>
            </p:cNvPr>
            <p:cNvSpPr/>
            <p:nvPr/>
          </p:nvSpPr>
          <p:spPr>
            <a:xfrm rot="13500000">
              <a:off x="4845046" y="2937953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5" name="Parallelogram 54">
              <a:extLst>
                <a:ext uri="{FF2B5EF4-FFF2-40B4-BE49-F238E27FC236}">
                  <a16:creationId xmlns:a16="http://schemas.microsoft.com/office/drawing/2014/main" id="{A44EF3F0-47BE-4B0D-A4BE-4B328A7687B6}"/>
                </a:ext>
              </a:extLst>
            </p:cNvPr>
            <p:cNvSpPr/>
            <p:nvPr/>
          </p:nvSpPr>
          <p:spPr>
            <a:xfrm rot="13500000">
              <a:off x="4845046" y="371479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56" name="Parallelogram 55">
              <a:extLst>
                <a:ext uri="{FF2B5EF4-FFF2-40B4-BE49-F238E27FC236}">
                  <a16:creationId xmlns:a16="http://schemas.microsoft.com/office/drawing/2014/main" id="{F6B7EA71-849F-4E38-9E12-44EF6EE42015}"/>
                </a:ext>
              </a:extLst>
            </p:cNvPr>
            <p:cNvSpPr/>
            <p:nvPr/>
          </p:nvSpPr>
          <p:spPr>
            <a:xfrm rot="13500000">
              <a:off x="3050045" y="2187710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B79D8645-6C5E-4F21-B5F1-62377960C8B1}"/>
                </a:ext>
              </a:extLst>
            </p:cNvPr>
            <p:cNvSpPr/>
            <p:nvPr/>
          </p:nvSpPr>
          <p:spPr>
            <a:xfrm rot="18900000" flipH="1">
              <a:off x="4861982" y="1638405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CC81CFFD-E124-43CE-A95E-D6A064090F9F}"/>
                </a:ext>
              </a:extLst>
            </p:cNvPr>
            <p:cNvSpPr/>
            <p:nvPr/>
          </p:nvSpPr>
          <p:spPr>
            <a:xfrm rot="18900000" flipH="1">
              <a:off x="3050045" y="1640945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94148FB4-DAA9-4B5C-97FA-8C7CA26DA732}"/>
                </a:ext>
              </a:extLst>
            </p:cNvPr>
            <p:cNvSpPr/>
            <p:nvPr/>
          </p:nvSpPr>
          <p:spPr>
            <a:xfrm rot="10800000">
              <a:off x="3600567" y="5273912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55EC50F4-ED38-46BF-92AA-B46D7777E870}"/>
                </a:ext>
              </a:extLst>
            </p:cNvPr>
            <p:cNvSpPr/>
            <p:nvPr/>
          </p:nvSpPr>
          <p:spPr>
            <a:xfrm rot="8100000">
              <a:off x="3961247" y="4367612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48E00AE3-E36C-4401-93A5-C00A077C609C}"/>
                </a:ext>
              </a:extLst>
            </p:cNvPr>
            <p:cNvSpPr/>
            <p:nvPr/>
          </p:nvSpPr>
          <p:spPr>
            <a:xfrm rot="8100000">
              <a:off x="4474265" y="4901343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3D39441-F887-4108-9CEE-E9B558BAA60B}"/>
                </a:ext>
              </a:extLst>
            </p:cNvPr>
            <p:cNvSpPr/>
            <p:nvPr/>
          </p:nvSpPr>
          <p:spPr>
            <a:xfrm rot="10800000">
              <a:off x="3560351" y="3478911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8429EA65-0F0A-449E-8C27-EE20A4CE866B}"/>
                </a:ext>
              </a:extLst>
            </p:cNvPr>
            <p:cNvSpPr/>
            <p:nvPr/>
          </p:nvSpPr>
          <p:spPr>
            <a:xfrm rot="10800000">
              <a:off x="4837484" y="3992962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9F40BC6D-0975-40A5-BC70-6E319CC91899}"/>
                </a:ext>
              </a:extLst>
            </p:cNvPr>
            <p:cNvSpPr/>
            <p:nvPr/>
          </p:nvSpPr>
          <p:spPr>
            <a:xfrm rot="10800000">
              <a:off x="5398887" y="5273912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AE376A4E-FA2C-44F3-BF60-EE03862F235A}"/>
                </a:ext>
              </a:extLst>
            </p:cNvPr>
            <p:cNvSpPr/>
            <p:nvPr/>
          </p:nvSpPr>
          <p:spPr>
            <a:xfrm rot="8100000">
              <a:off x="5754893" y="4383587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5EB7D63F-3578-4409-8C5A-8BA0138948E9}"/>
                </a:ext>
              </a:extLst>
            </p:cNvPr>
            <p:cNvSpPr/>
            <p:nvPr/>
          </p:nvSpPr>
          <p:spPr>
            <a:xfrm rot="8100000">
              <a:off x="5770774" y="6178443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" name="Parallelogram 66">
              <a:extLst>
                <a:ext uri="{FF2B5EF4-FFF2-40B4-BE49-F238E27FC236}">
                  <a16:creationId xmlns:a16="http://schemas.microsoft.com/office/drawing/2014/main" id="{A1388E73-A007-401A-9717-5D34256014AB}"/>
                </a:ext>
              </a:extLst>
            </p:cNvPr>
            <p:cNvSpPr/>
            <p:nvPr/>
          </p:nvSpPr>
          <p:spPr>
            <a:xfrm rot="10800000">
              <a:off x="3054045" y="4214005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" name="Parallelogram 67">
              <a:extLst>
                <a:ext uri="{FF2B5EF4-FFF2-40B4-BE49-F238E27FC236}">
                  <a16:creationId xmlns:a16="http://schemas.microsoft.com/office/drawing/2014/main" id="{15B92E9A-EA11-4FBD-B565-CF876B28B574}"/>
                </a:ext>
              </a:extLst>
            </p:cNvPr>
            <p:cNvSpPr/>
            <p:nvPr/>
          </p:nvSpPr>
          <p:spPr>
            <a:xfrm rot="10800000" flipH="1">
              <a:off x="3054045" y="4747736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" name="Parallelogram 68">
              <a:extLst>
                <a:ext uri="{FF2B5EF4-FFF2-40B4-BE49-F238E27FC236}">
                  <a16:creationId xmlns:a16="http://schemas.microsoft.com/office/drawing/2014/main" id="{27D90C20-7C3B-4B9C-9428-A520879DA309}"/>
                </a:ext>
              </a:extLst>
            </p:cNvPr>
            <p:cNvSpPr/>
            <p:nvPr/>
          </p:nvSpPr>
          <p:spPr>
            <a:xfrm rot="10800000" flipH="1">
              <a:off x="4830015" y="4747736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0" name="Parallelogram 69">
              <a:extLst>
                <a:ext uri="{FF2B5EF4-FFF2-40B4-BE49-F238E27FC236}">
                  <a16:creationId xmlns:a16="http://schemas.microsoft.com/office/drawing/2014/main" id="{23625A14-3251-4343-A0BB-7B8B97DC3F79}"/>
                </a:ext>
              </a:extLst>
            </p:cNvPr>
            <p:cNvSpPr/>
            <p:nvPr/>
          </p:nvSpPr>
          <p:spPr>
            <a:xfrm rot="10800000">
              <a:off x="4855554" y="6024836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1" name="Parallelogram 70">
              <a:extLst>
                <a:ext uri="{FF2B5EF4-FFF2-40B4-BE49-F238E27FC236}">
                  <a16:creationId xmlns:a16="http://schemas.microsoft.com/office/drawing/2014/main" id="{5F9F5C2C-58FC-4680-B2B4-1A917B660A22}"/>
                </a:ext>
              </a:extLst>
            </p:cNvPr>
            <p:cNvSpPr/>
            <p:nvPr/>
          </p:nvSpPr>
          <p:spPr>
            <a:xfrm rot="10800000">
              <a:off x="4836504" y="3478911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2" name="Parallelogram 71">
              <a:extLst>
                <a:ext uri="{FF2B5EF4-FFF2-40B4-BE49-F238E27FC236}">
                  <a16:creationId xmlns:a16="http://schemas.microsoft.com/office/drawing/2014/main" id="{D777C7A3-A3E1-4275-862C-691D14374B7B}"/>
                </a:ext>
              </a:extLst>
            </p:cNvPr>
            <p:cNvSpPr/>
            <p:nvPr/>
          </p:nvSpPr>
          <p:spPr>
            <a:xfrm rot="8100000">
              <a:off x="5229380" y="385367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" name="Parallelogram 72">
              <a:extLst>
                <a:ext uri="{FF2B5EF4-FFF2-40B4-BE49-F238E27FC236}">
                  <a16:creationId xmlns:a16="http://schemas.microsoft.com/office/drawing/2014/main" id="{D6BD7850-DC28-4B9D-9588-25A1C0CE7185}"/>
                </a:ext>
              </a:extLst>
            </p:cNvPr>
            <p:cNvSpPr/>
            <p:nvPr/>
          </p:nvSpPr>
          <p:spPr>
            <a:xfrm rot="8100000">
              <a:off x="2662906" y="385367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74" name="Parallelogram 73">
              <a:extLst>
                <a:ext uri="{FF2B5EF4-FFF2-40B4-BE49-F238E27FC236}">
                  <a16:creationId xmlns:a16="http://schemas.microsoft.com/office/drawing/2014/main" id="{599E2300-10F7-4A35-9B28-EE1C2AFC2D62}"/>
                </a:ext>
              </a:extLst>
            </p:cNvPr>
            <p:cNvSpPr/>
            <p:nvPr/>
          </p:nvSpPr>
          <p:spPr>
            <a:xfrm rot="8100000">
              <a:off x="4479137" y="5648679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" name="Parallelogram 74">
              <a:extLst>
                <a:ext uri="{FF2B5EF4-FFF2-40B4-BE49-F238E27FC236}">
                  <a16:creationId xmlns:a16="http://schemas.microsoft.com/office/drawing/2014/main" id="{EA26F209-E9DB-443F-A989-87868158F173}"/>
                </a:ext>
              </a:extLst>
            </p:cNvPr>
            <p:cNvSpPr/>
            <p:nvPr/>
          </p:nvSpPr>
          <p:spPr>
            <a:xfrm rot="13500000" flipH="1">
              <a:off x="3929833" y="385367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76" name="Parallelogram 75">
              <a:extLst>
                <a:ext uri="{FF2B5EF4-FFF2-40B4-BE49-F238E27FC236}">
                  <a16:creationId xmlns:a16="http://schemas.microsoft.com/office/drawing/2014/main" id="{5EA80AA7-42DD-4929-BC69-3C0565B56BC9}"/>
                </a:ext>
              </a:extLst>
            </p:cNvPr>
            <p:cNvSpPr/>
            <p:nvPr/>
          </p:nvSpPr>
          <p:spPr>
            <a:xfrm rot="13500000" flipH="1">
              <a:off x="3932372" y="5648679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DD19325F-2F2D-40E3-85C6-2E60277F7AC0}"/>
              </a:ext>
            </a:extLst>
          </p:cNvPr>
          <p:cNvGrpSpPr/>
          <p:nvPr/>
        </p:nvGrpSpPr>
        <p:grpSpPr>
          <a:xfrm>
            <a:off x="2505417" y="882158"/>
            <a:ext cx="6736746" cy="5242586"/>
            <a:chOff x="2279609" y="-3084287"/>
            <a:chExt cx="7053588" cy="13802501"/>
          </a:xfrm>
        </p:grpSpPr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966B6B5B-D2A9-47B6-9D38-1FAE75AE36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22708" y="312908"/>
              <a:ext cx="6809" cy="1926947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892B150-3180-488A-8002-4B185938C5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27182" y="2250723"/>
              <a:ext cx="783381" cy="1793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F10DABAA-66E0-47D0-93E4-B774BBEFE9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64572" y="2257029"/>
              <a:ext cx="564545" cy="1457293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587DA1EA-DD80-4521-9510-FB1DBF4EB7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2635" y="264851"/>
              <a:ext cx="513925" cy="1474467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2B549E5F-F885-401F-9899-137665748F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66546" y="1773792"/>
              <a:ext cx="36089" cy="401414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1831FA7F-4F69-4F16-98C4-FF02F7D332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96448" y="3705083"/>
              <a:ext cx="555086" cy="145755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30D7272E-50C1-4BD1-BA4C-29CFB086290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69922" y="5813844"/>
              <a:ext cx="552787" cy="1326993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346E09E6-F63E-40E3-8319-CF47EEF16D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26240" y="5150504"/>
              <a:ext cx="0" cy="199033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0EA1DD61-3F5C-44E9-AF3E-05114ED4BA1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72923" y="5648673"/>
              <a:ext cx="812383" cy="441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2E4D8343-E4E4-49AF-8733-0E2F1852AC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05645" y="289489"/>
              <a:ext cx="812383" cy="441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7BFFE9BE-CCE3-4836-9FBB-EAFF826A7E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05650" y="8394529"/>
              <a:ext cx="550271" cy="124561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F36ADAC0-38AD-436F-8657-693CE1EDB0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15889" y="10514649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E0288D56-9EB8-486B-AD39-A06453FE0E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42104" y="432988"/>
              <a:ext cx="6087" cy="184706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205FC834-591E-4B5A-A120-89D96F7464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33998" y="2454933"/>
              <a:ext cx="550271" cy="124561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238AF7B8-09FD-4A9F-90D9-AC13E6EA82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7668" y="3659523"/>
              <a:ext cx="564545" cy="14572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D16DCD26-36F1-47E7-9086-519A5650BB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1788" y="350996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F2B14FE3-59A1-4A2C-8A64-0F5569168D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39615" y="-1240732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9083AAC6-79BA-4970-BA43-9745B4B3AE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01179" y="-1190652"/>
              <a:ext cx="555086" cy="145755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3812434-FBBF-4F07-8023-C3A775DA65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34264" y="-3009340"/>
              <a:ext cx="6087" cy="184706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93539BE7-FA3C-44EF-9266-2ECFB6356B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4330" y="-3041004"/>
              <a:ext cx="6087" cy="184706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6F5B8821-9EC1-4E39-9C8C-B276F86087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82673" y="-3064136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94357483-A4C8-4007-903D-0C6237B2BB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6903" y="-3084287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92565378-0906-421C-B3EF-E1D16CA03D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00587" y="-2508607"/>
              <a:ext cx="507081" cy="1405165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DF188E42-B9E0-4B34-A97A-1581B33B60E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80279" y="-1075347"/>
              <a:ext cx="600175" cy="1526477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FCD238B9-40AA-4197-A632-CAC7CA209D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45720" y="-1071880"/>
              <a:ext cx="513925" cy="1474467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3DBFBC31-A6DF-4B67-B531-46AAF07149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42476" y="-2448511"/>
              <a:ext cx="590492" cy="1352296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D070A8B8-59A0-4264-8453-7CEA18CF30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19387" y="8555634"/>
              <a:ext cx="812383" cy="441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5F8BB302-5A35-4268-A32D-84C68A3FAD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36716" y="5643815"/>
              <a:ext cx="564545" cy="14572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B73428DC-84A8-488E-8136-4F374820A93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37800" y="5621416"/>
              <a:ext cx="816170" cy="103507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B09DE145-B3B7-45A0-8B71-BE0B97EE03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3961" y="5530825"/>
              <a:ext cx="484882" cy="1397967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CEFE9C55-8690-4EF1-9F25-42E73DE97E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15533" y="3671453"/>
              <a:ext cx="562465" cy="151811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F5075681-7057-46F6-A875-6C7551F28A3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45489" y="1739319"/>
              <a:ext cx="763682" cy="4474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F2CE3D09-8F2D-4B6C-BFDE-91175D36CB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79700" y="1876344"/>
              <a:ext cx="6087" cy="184706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2F5E7A33-43B9-49A7-9DD9-FA0B765B16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3298" y="1801144"/>
              <a:ext cx="6087" cy="184706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50ABC000-F54B-48B0-88E5-DF48F4E93D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69794" y="3799503"/>
              <a:ext cx="550271" cy="124561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56A9584-0965-4FB5-BAAC-10B48C002C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03270" y="-1129308"/>
              <a:ext cx="564545" cy="14572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FC4F5944-A17C-493B-8767-E1ADA9FCB4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0283" y="350996"/>
              <a:ext cx="6087" cy="184706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BD6B6452-0607-4734-B92F-43C507626C9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83967" y="3771224"/>
              <a:ext cx="550271" cy="124561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1E690E61-0DE5-4330-9919-51B7F37CB5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79609" y="2239855"/>
              <a:ext cx="564545" cy="14572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FEBDF0E2-7A08-47B0-9233-ED687A0B34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31809" y="5134575"/>
              <a:ext cx="6087" cy="184706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6F291C55-8E99-4143-A3B5-1AC925B0C6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09386" y="8425016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18728886-79BC-48F2-A033-B7EA8FF779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07156" y="5218532"/>
              <a:ext cx="6087" cy="184706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66F58307-D5A1-48D8-AF20-9F593EE551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19468" y="8392509"/>
              <a:ext cx="564545" cy="14572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9784C01C-2A1C-421A-AC38-02A2CE73D1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71154" y="-1107293"/>
              <a:ext cx="555086" cy="145755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FEF5522A-B6E8-4FAB-80C8-81F9624A4813}"/>
                </a:ext>
              </a:extLst>
            </p:cNvPr>
            <p:cNvCxnSpPr>
              <a:cxnSpLocks/>
            </p:cNvCxnSpPr>
            <p:nvPr/>
          </p:nvCxnSpPr>
          <p:spPr>
            <a:xfrm>
              <a:off x="7490074" y="271202"/>
              <a:ext cx="530923" cy="150820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33BE6D75-EF85-4D0E-86A1-0AB5E22B95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26989" y="1673544"/>
              <a:ext cx="36089" cy="401414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F9F47F91-B022-4B9D-BCE7-0E0457D70D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06661" y="1682909"/>
              <a:ext cx="809473" cy="6095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AFFE6247-C9DD-4BB6-BB2F-8EF9DDFE6A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28218" y="5702552"/>
              <a:ext cx="550271" cy="124561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F70BE865-E16B-43A9-9C8B-90A16C31E8B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60652" y="7091605"/>
              <a:ext cx="550271" cy="124561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F80A800A-A68B-487F-99FE-243EAA2489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51210" y="7167910"/>
              <a:ext cx="484882" cy="1397967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0BF78361-C6D5-480C-936A-9CCCAE8FA3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35805" y="10674020"/>
              <a:ext cx="812383" cy="441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4EE38078-6B0A-4983-BFC2-8F0DF21A4B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8769" y="8667586"/>
              <a:ext cx="6087" cy="184706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44AD12F6-C3E9-4B72-892C-2A0E288B91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5906" y="8599454"/>
              <a:ext cx="6087" cy="184706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70806C7E-2041-4677-8A94-50766F896A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68652" y="2301201"/>
              <a:ext cx="564545" cy="14572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7CC2D0DA-2483-4CB1-97FD-9119325695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31388" y="7167911"/>
              <a:ext cx="484882" cy="1397967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333460F9-D6AE-4D05-A5EB-87744FE995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1787" y="2334735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90859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0731018-9B2D-43F6-B240-FD81FF1F756F}"/>
              </a:ext>
            </a:extLst>
          </p:cNvPr>
          <p:cNvGrpSpPr/>
          <p:nvPr/>
        </p:nvGrpSpPr>
        <p:grpSpPr>
          <a:xfrm>
            <a:off x="2662906" y="-7632"/>
            <a:ext cx="6935285" cy="6940695"/>
            <a:chOff x="2662906" y="-7632"/>
            <a:chExt cx="6935285" cy="694069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FF79358-B025-4B18-8563-D9351DEB2941}"/>
                </a:ext>
              </a:extLst>
            </p:cNvPr>
            <p:cNvSpPr/>
            <p:nvPr/>
          </p:nvSpPr>
          <p:spPr>
            <a:xfrm rot="5400000">
              <a:off x="7942012" y="5253722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97F59DD-E3DC-4963-860C-11FA9E518DA0}"/>
                </a:ext>
              </a:extLst>
            </p:cNvPr>
            <p:cNvSpPr/>
            <p:nvPr/>
          </p:nvSpPr>
          <p:spPr>
            <a:xfrm rot="2700000">
              <a:off x="7035712" y="4893042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FF28280-DD6B-4A34-8F99-0212A7E10717}"/>
                </a:ext>
              </a:extLst>
            </p:cNvPr>
            <p:cNvSpPr/>
            <p:nvPr/>
          </p:nvSpPr>
          <p:spPr>
            <a:xfrm rot="2700000">
              <a:off x="7569443" y="4380024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A1591F6-9B55-4063-988E-C012EC262ABE}"/>
                </a:ext>
              </a:extLst>
            </p:cNvPr>
            <p:cNvSpPr/>
            <p:nvPr/>
          </p:nvSpPr>
          <p:spPr>
            <a:xfrm rot="5400000">
              <a:off x="6147011" y="5293938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8869676-814B-4B11-AA41-EB7520C0F362}"/>
                </a:ext>
              </a:extLst>
            </p:cNvPr>
            <p:cNvSpPr/>
            <p:nvPr/>
          </p:nvSpPr>
          <p:spPr>
            <a:xfrm rot="5400000">
              <a:off x="6661062" y="4016805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2F67BA8-68F3-48BE-B1A7-789435D0CD65}"/>
                </a:ext>
              </a:extLst>
            </p:cNvPr>
            <p:cNvSpPr/>
            <p:nvPr/>
          </p:nvSpPr>
          <p:spPr>
            <a:xfrm rot="5400000">
              <a:off x="7942012" y="3455402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5A5B0F5-AAA3-471E-A212-69030D153364}"/>
                </a:ext>
              </a:extLst>
            </p:cNvPr>
            <p:cNvSpPr/>
            <p:nvPr/>
          </p:nvSpPr>
          <p:spPr>
            <a:xfrm rot="2700000">
              <a:off x="7051687" y="3099400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C940C68-941E-4670-8E1B-EC2300212ABE}"/>
                </a:ext>
              </a:extLst>
            </p:cNvPr>
            <p:cNvSpPr/>
            <p:nvPr/>
          </p:nvSpPr>
          <p:spPr>
            <a:xfrm rot="2700000">
              <a:off x="8846543" y="3083515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7BC1B158-21A0-4A6B-A877-F29A404655CB}"/>
                </a:ext>
              </a:extLst>
            </p:cNvPr>
            <p:cNvSpPr/>
            <p:nvPr/>
          </p:nvSpPr>
          <p:spPr>
            <a:xfrm rot="5400000">
              <a:off x="6502993" y="5647649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9A780D18-071E-48C6-80F4-D1A154FC9D41}"/>
                </a:ext>
              </a:extLst>
            </p:cNvPr>
            <p:cNvSpPr/>
            <p:nvPr/>
          </p:nvSpPr>
          <p:spPr>
            <a:xfrm rot="5400000" flipH="1">
              <a:off x="7036724" y="5647649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6D03B942-C49B-4F4D-93D7-BADC9F60C5B2}"/>
                </a:ext>
              </a:extLst>
            </p:cNvPr>
            <p:cNvSpPr/>
            <p:nvPr/>
          </p:nvSpPr>
          <p:spPr>
            <a:xfrm rot="5400000" flipH="1">
              <a:off x="7036724" y="3871679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D3D85E02-7B1D-4124-B1C9-A0D0201ED014}"/>
                </a:ext>
              </a:extLst>
            </p:cNvPr>
            <p:cNvSpPr/>
            <p:nvPr/>
          </p:nvSpPr>
          <p:spPr>
            <a:xfrm rot="5400000">
              <a:off x="8313824" y="3846140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DC5A0FEB-DCB7-48F4-B463-4970ADF79D81}"/>
                </a:ext>
              </a:extLst>
            </p:cNvPr>
            <p:cNvSpPr/>
            <p:nvPr/>
          </p:nvSpPr>
          <p:spPr>
            <a:xfrm rot="5400000">
              <a:off x="5767899" y="3865190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7E3A7BE7-0476-4A0E-BC2B-2886FF0F76DA}"/>
                </a:ext>
              </a:extLst>
            </p:cNvPr>
            <p:cNvSpPr/>
            <p:nvPr/>
          </p:nvSpPr>
          <p:spPr>
            <a:xfrm rot="2700000">
              <a:off x="6142666" y="3472314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2DCA1708-31D4-4DD6-B61E-9EF2D47DF589}"/>
                </a:ext>
              </a:extLst>
            </p:cNvPr>
            <p:cNvSpPr/>
            <p:nvPr/>
          </p:nvSpPr>
          <p:spPr>
            <a:xfrm rot="2700000">
              <a:off x="6142666" y="603878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AA418635-72C8-46F4-B05D-EB9172BA9C6D}"/>
                </a:ext>
              </a:extLst>
            </p:cNvPr>
            <p:cNvSpPr/>
            <p:nvPr/>
          </p:nvSpPr>
          <p:spPr>
            <a:xfrm rot="2700000">
              <a:off x="7937667" y="4222557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FE81C62E-9D86-417A-96AA-691600C341E2}"/>
                </a:ext>
              </a:extLst>
            </p:cNvPr>
            <p:cNvSpPr/>
            <p:nvPr/>
          </p:nvSpPr>
          <p:spPr>
            <a:xfrm rot="8100000" flipH="1">
              <a:off x="6142666" y="4771861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2340D5B2-99EB-4E54-99D7-D7085F802197}"/>
                </a:ext>
              </a:extLst>
            </p:cNvPr>
            <p:cNvSpPr/>
            <p:nvPr/>
          </p:nvSpPr>
          <p:spPr>
            <a:xfrm rot="8100000" flipH="1">
              <a:off x="7937667" y="4769322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0A8EF62-BA2E-49B4-A1B2-2AB89C1DA4D0}"/>
                </a:ext>
              </a:extLst>
            </p:cNvPr>
            <p:cNvSpPr/>
            <p:nvPr/>
          </p:nvSpPr>
          <p:spPr>
            <a:xfrm>
              <a:off x="7918850" y="909837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B6804B5-F8C1-4B48-84BC-A925FF4800EA}"/>
                </a:ext>
              </a:extLst>
            </p:cNvPr>
            <p:cNvSpPr/>
            <p:nvPr/>
          </p:nvSpPr>
          <p:spPr>
            <a:xfrm rot="18900000">
              <a:off x="7558170" y="1816137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465DA1D-72DF-4095-BB8B-67705F71A4B7}"/>
                </a:ext>
              </a:extLst>
            </p:cNvPr>
            <p:cNvSpPr/>
            <p:nvPr/>
          </p:nvSpPr>
          <p:spPr>
            <a:xfrm rot="18900000">
              <a:off x="7045152" y="1282406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063641A-8F0A-4AC0-8E8A-A3A09408918D}"/>
                </a:ext>
              </a:extLst>
            </p:cNvPr>
            <p:cNvSpPr/>
            <p:nvPr/>
          </p:nvSpPr>
          <p:spPr>
            <a:xfrm>
              <a:off x="7959066" y="2704838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8FC463A-98D0-472B-A721-FA47B96AE5FB}"/>
                </a:ext>
              </a:extLst>
            </p:cNvPr>
            <p:cNvSpPr/>
            <p:nvPr/>
          </p:nvSpPr>
          <p:spPr>
            <a:xfrm>
              <a:off x="6681933" y="2190787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D4802B9-3A2F-4D2E-9463-EBFF1520C0F2}"/>
                </a:ext>
              </a:extLst>
            </p:cNvPr>
            <p:cNvSpPr/>
            <p:nvPr/>
          </p:nvSpPr>
          <p:spPr>
            <a:xfrm>
              <a:off x="6120530" y="909837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5B798A8-2055-4D62-8AB7-EFE869CF4C76}"/>
                </a:ext>
              </a:extLst>
            </p:cNvPr>
            <p:cNvSpPr/>
            <p:nvPr/>
          </p:nvSpPr>
          <p:spPr>
            <a:xfrm rot="18900000">
              <a:off x="5764524" y="1800162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4658F00-A8A4-417E-B19E-0D3C41D8403D}"/>
                </a:ext>
              </a:extLst>
            </p:cNvPr>
            <p:cNvSpPr/>
            <p:nvPr/>
          </p:nvSpPr>
          <p:spPr>
            <a:xfrm rot="18900000">
              <a:off x="5748643" y="5306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1D5C619A-2F26-445D-B21D-C03334FBC717}"/>
                </a:ext>
              </a:extLst>
            </p:cNvPr>
            <p:cNvSpPr/>
            <p:nvPr/>
          </p:nvSpPr>
          <p:spPr>
            <a:xfrm>
              <a:off x="7933666" y="2196261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257FB9B4-7E23-4C2C-951F-C859442D4D1F}"/>
                </a:ext>
              </a:extLst>
            </p:cNvPr>
            <p:cNvSpPr/>
            <p:nvPr/>
          </p:nvSpPr>
          <p:spPr>
            <a:xfrm flipH="1">
              <a:off x="7933666" y="1662530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37FE4962-4438-4E0D-874E-1F6DA7D71AA2}"/>
                </a:ext>
              </a:extLst>
            </p:cNvPr>
            <p:cNvSpPr/>
            <p:nvPr/>
          </p:nvSpPr>
          <p:spPr>
            <a:xfrm flipH="1">
              <a:off x="6157696" y="1662530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4" name="Parallelogram 33">
              <a:extLst>
                <a:ext uri="{FF2B5EF4-FFF2-40B4-BE49-F238E27FC236}">
                  <a16:creationId xmlns:a16="http://schemas.microsoft.com/office/drawing/2014/main" id="{934E6E18-9D92-4278-8236-557E9C2442D1}"/>
                </a:ext>
              </a:extLst>
            </p:cNvPr>
            <p:cNvSpPr/>
            <p:nvPr/>
          </p:nvSpPr>
          <p:spPr>
            <a:xfrm>
              <a:off x="6132157" y="385430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5" name="Parallelogram 34">
              <a:extLst>
                <a:ext uri="{FF2B5EF4-FFF2-40B4-BE49-F238E27FC236}">
                  <a16:creationId xmlns:a16="http://schemas.microsoft.com/office/drawing/2014/main" id="{78BC2ADF-B059-47AC-BB3F-EDA4F5F67A95}"/>
                </a:ext>
              </a:extLst>
            </p:cNvPr>
            <p:cNvSpPr/>
            <p:nvPr/>
          </p:nvSpPr>
          <p:spPr>
            <a:xfrm>
              <a:off x="6151207" y="2931355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6" name="Parallelogram 35">
              <a:extLst>
                <a:ext uri="{FF2B5EF4-FFF2-40B4-BE49-F238E27FC236}">
                  <a16:creationId xmlns:a16="http://schemas.microsoft.com/office/drawing/2014/main" id="{8B19DE33-85BE-4366-848A-B2EDA7DE5683}"/>
                </a:ext>
              </a:extLst>
            </p:cNvPr>
            <p:cNvSpPr/>
            <p:nvPr/>
          </p:nvSpPr>
          <p:spPr>
            <a:xfrm rot="18900000">
              <a:off x="5758331" y="255658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7" name="Parallelogram 36">
              <a:extLst>
                <a:ext uri="{FF2B5EF4-FFF2-40B4-BE49-F238E27FC236}">
                  <a16:creationId xmlns:a16="http://schemas.microsoft.com/office/drawing/2014/main" id="{045073E7-0F28-4822-A723-5FE3D748F9DA}"/>
                </a:ext>
              </a:extLst>
            </p:cNvPr>
            <p:cNvSpPr/>
            <p:nvPr/>
          </p:nvSpPr>
          <p:spPr>
            <a:xfrm rot="18900000">
              <a:off x="8324805" y="255658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38" name="Parallelogram 37">
              <a:extLst>
                <a:ext uri="{FF2B5EF4-FFF2-40B4-BE49-F238E27FC236}">
                  <a16:creationId xmlns:a16="http://schemas.microsoft.com/office/drawing/2014/main" id="{ED02B445-DD87-4E00-8E1B-65989EB1B138}"/>
                </a:ext>
              </a:extLst>
            </p:cNvPr>
            <p:cNvSpPr/>
            <p:nvPr/>
          </p:nvSpPr>
          <p:spPr>
            <a:xfrm rot="18900000">
              <a:off x="6508574" y="761587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9" name="Parallelogram 38">
              <a:extLst>
                <a:ext uri="{FF2B5EF4-FFF2-40B4-BE49-F238E27FC236}">
                  <a16:creationId xmlns:a16="http://schemas.microsoft.com/office/drawing/2014/main" id="{7FB48F24-BC52-4A18-9641-BBA28E9270B0}"/>
                </a:ext>
              </a:extLst>
            </p:cNvPr>
            <p:cNvSpPr/>
            <p:nvPr/>
          </p:nvSpPr>
          <p:spPr>
            <a:xfrm rot="2700000" flipH="1">
              <a:off x="7057878" y="255658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40" name="Parallelogram 39">
              <a:extLst>
                <a:ext uri="{FF2B5EF4-FFF2-40B4-BE49-F238E27FC236}">
                  <a16:creationId xmlns:a16="http://schemas.microsoft.com/office/drawing/2014/main" id="{0F890812-443A-4DCC-9AD8-753B84E3FA15}"/>
                </a:ext>
              </a:extLst>
            </p:cNvPr>
            <p:cNvSpPr/>
            <p:nvPr/>
          </p:nvSpPr>
          <p:spPr>
            <a:xfrm rot="2700000" flipH="1">
              <a:off x="7055339" y="761587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C7132C1D-D397-45FD-AB1A-7A281E6DE93B}"/>
                </a:ext>
              </a:extLst>
            </p:cNvPr>
            <p:cNvSpPr/>
            <p:nvPr/>
          </p:nvSpPr>
          <p:spPr>
            <a:xfrm rot="16200000">
              <a:off x="3577407" y="930029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A39E900-E377-4C66-AFB1-A5FB5E2BBF0F}"/>
                </a:ext>
              </a:extLst>
            </p:cNvPr>
            <p:cNvSpPr/>
            <p:nvPr/>
          </p:nvSpPr>
          <p:spPr>
            <a:xfrm rot="13500000">
              <a:off x="4483707" y="1290709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29E6A13A-DD49-46C0-B49F-6592CE7C1ABD}"/>
                </a:ext>
              </a:extLst>
            </p:cNvPr>
            <p:cNvSpPr/>
            <p:nvPr/>
          </p:nvSpPr>
          <p:spPr>
            <a:xfrm rot="13500000">
              <a:off x="3949976" y="1803727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19FE09B-A3FC-4308-AF4B-F16B5C41A7D2}"/>
                </a:ext>
              </a:extLst>
            </p:cNvPr>
            <p:cNvSpPr/>
            <p:nvPr/>
          </p:nvSpPr>
          <p:spPr>
            <a:xfrm rot="16200000">
              <a:off x="5372408" y="889812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A6E7C00-D3C1-4CBA-9CAD-F9D832B7BBE0}"/>
                </a:ext>
              </a:extLst>
            </p:cNvPr>
            <p:cNvSpPr/>
            <p:nvPr/>
          </p:nvSpPr>
          <p:spPr>
            <a:xfrm rot="16200000">
              <a:off x="4858357" y="2166945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7A46C0D7-6528-45C1-B22D-FFD737037C3E}"/>
                </a:ext>
              </a:extLst>
            </p:cNvPr>
            <p:cNvSpPr/>
            <p:nvPr/>
          </p:nvSpPr>
          <p:spPr>
            <a:xfrm rot="16200000">
              <a:off x="3577407" y="2728349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B420F087-5CDA-4489-BCAA-CED6D320E5D7}"/>
                </a:ext>
              </a:extLst>
            </p:cNvPr>
            <p:cNvSpPr/>
            <p:nvPr/>
          </p:nvSpPr>
          <p:spPr>
            <a:xfrm rot="13500000">
              <a:off x="4467732" y="3084355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2AC4949B-EE4D-40E5-95C5-6C99D1D95762}"/>
                </a:ext>
              </a:extLst>
            </p:cNvPr>
            <p:cNvSpPr/>
            <p:nvPr/>
          </p:nvSpPr>
          <p:spPr>
            <a:xfrm rot="13500000">
              <a:off x="2672876" y="3100236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9" name="Parallelogram 48">
              <a:extLst>
                <a:ext uri="{FF2B5EF4-FFF2-40B4-BE49-F238E27FC236}">
                  <a16:creationId xmlns:a16="http://schemas.microsoft.com/office/drawing/2014/main" id="{81E77EB5-F1BE-4B20-8A92-087FDEA49471}"/>
                </a:ext>
              </a:extLst>
            </p:cNvPr>
            <p:cNvSpPr/>
            <p:nvPr/>
          </p:nvSpPr>
          <p:spPr>
            <a:xfrm rot="16200000">
              <a:off x="4484719" y="76261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0" name="Parallelogram 49">
              <a:extLst>
                <a:ext uri="{FF2B5EF4-FFF2-40B4-BE49-F238E27FC236}">
                  <a16:creationId xmlns:a16="http://schemas.microsoft.com/office/drawing/2014/main" id="{B22CF322-3D5F-4052-BDF6-3C4442833D7F}"/>
                </a:ext>
              </a:extLst>
            </p:cNvPr>
            <p:cNvSpPr/>
            <p:nvPr/>
          </p:nvSpPr>
          <p:spPr>
            <a:xfrm rot="16200000" flipH="1">
              <a:off x="3950988" y="76261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1" name="Parallelogram 50">
              <a:extLst>
                <a:ext uri="{FF2B5EF4-FFF2-40B4-BE49-F238E27FC236}">
                  <a16:creationId xmlns:a16="http://schemas.microsoft.com/office/drawing/2014/main" id="{B40613D9-029F-483D-A4B7-80E0113AAE53}"/>
                </a:ext>
              </a:extLst>
            </p:cNvPr>
            <p:cNvSpPr/>
            <p:nvPr/>
          </p:nvSpPr>
          <p:spPr>
            <a:xfrm rot="16200000" flipH="1">
              <a:off x="3950988" y="253858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2" name="Parallelogram 51">
              <a:extLst>
                <a:ext uri="{FF2B5EF4-FFF2-40B4-BE49-F238E27FC236}">
                  <a16:creationId xmlns:a16="http://schemas.microsoft.com/office/drawing/2014/main" id="{FF9C4087-7D97-417B-B10E-F1FEBC45C64B}"/>
                </a:ext>
              </a:extLst>
            </p:cNvPr>
            <p:cNvSpPr/>
            <p:nvPr/>
          </p:nvSpPr>
          <p:spPr>
            <a:xfrm rot="16200000">
              <a:off x="2673888" y="2564127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3" name="Parallelogram 52">
              <a:extLst>
                <a:ext uri="{FF2B5EF4-FFF2-40B4-BE49-F238E27FC236}">
                  <a16:creationId xmlns:a16="http://schemas.microsoft.com/office/drawing/2014/main" id="{1B9AA933-64D6-4173-9A5D-D04C12815770}"/>
                </a:ext>
              </a:extLst>
            </p:cNvPr>
            <p:cNvSpPr/>
            <p:nvPr/>
          </p:nvSpPr>
          <p:spPr>
            <a:xfrm rot="16200000">
              <a:off x="5219813" y="2545077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4" name="Parallelogram 53">
              <a:extLst>
                <a:ext uri="{FF2B5EF4-FFF2-40B4-BE49-F238E27FC236}">
                  <a16:creationId xmlns:a16="http://schemas.microsoft.com/office/drawing/2014/main" id="{A4490AD2-0DDD-470C-882D-922BB0E1C6C4}"/>
                </a:ext>
              </a:extLst>
            </p:cNvPr>
            <p:cNvSpPr/>
            <p:nvPr/>
          </p:nvSpPr>
          <p:spPr>
            <a:xfrm rot="13500000">
              <a:off x="4845046" y="2937953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5" name="Parallelogram 54">
              <a:extLst>
                <a:ext uri="{FF2B5EF4-FFF2-40B4-BE49-F238E27FC236}">
                  <a16:creationId xmlns:a16="http://schemas.microsoft.com/office/drawing/2014/main" id="{A44EF3F0-47BE-4B0D-A4BE-4B328A7687B6}"/>
                </a:ext>
              </a:extLst>
            </p:cNvPr>
            <p:cNvSpPr/>
            <p:nvPr/>
          </p:nvSpPr>
          <p:spPr>
            <a:xfrm rot="13500000">
              <a:off x="4845046" y="371479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56" name="Parallelogram 55">
              <a:extLst>
                <a:ext uri="{FF2B5EF4-FFF2-40B4-BE49-F238E27FC236}">
                  <a16:creationId xmlns:a16="http://schemas.microsoft.com/office/drawing/2014/main" id="{F6B7EA71-849F-4E38-9E12-44EF6EE42015}"/>
                </a:ext>
              </a:extLst>
            </p:cNvPr>
            <p:cNvSpPr/>
            <p:nvPr/>
          </p:nvSpPr>
          <p:spPr>
            <a:xfrm rot="13500000">
              <a:off x="3050045" y="2187710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B79D8645-6C5E-4F21-B5F1-62377960C8B1}"/>
                </a:ext>
              </a:extLst>
            </p:cNvPr>
            <p:cNvSpPr/>
            <p:nvPr/>
          </p:nvSpPr>
          <p:spPr>
            <a:xfrm rot="18900000" flipH="1">
              <a:off x="4861982" y="1638405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CC81CFFD-E124-43CE-A95E-D6A064090F9F}"/>
                </a:ext>
              </a:extLst>
            </p:cNvPr>
            <p:cNvSpPr/>
            <p:nvPr/>
          </p:nvSpPr>
          <p:spPr>
            <a:xfrm rot="18900000" flipH="1">
              <a:off x="3050045" y="1640945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94148FB4-DAA9-4B5C-97FA-8C7CA26DA732}"/>
                </a:ext>
              </a:extLst>
            </p:cNvPr>
            <p:cNvSpPr/>
            <p:nvPr/>
          </p:nvSpPr>
          <p:spPr>
            <a:xfrm rot="10800000">
              <a:off x="3600567" y="5273912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55EC50F4-ED38-46BF-92AA-B46D7777E870}"/>
                </a:ext>
              </a:extLst>
            </p:cNvPr>
            <p:cNvSpPr/>
            <p:nvPr/>
          </p:nvSpPr>
          <p:spPr>
            <a:xfrm rot="8100000">
              <a:off x="3961247" y="4367612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48E00AE3-E36C-4401-93A5-C00A077C609C}"/>
                </a:ext>
              </a:extLst>
            </p:cNvPr>
            <p:cNvSpPr/>
            <p:nvPr/>
          </p:nvSpPr>
          <p:spPr>
            <a:xfrm rot="8100000">
              <a:off x="4474265" y="4901343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3D39441-F887-4108-9CEE-E9B558BAA60B}"/>
                </a:ext>
              </a:extLst>
            </p:cNvPr>
            <p:cNvSpPr/>
            <p:nvPr/>
          </p:nvSpPr>
          <p:spPr>
            <a:xfrm rot="10800000">
              <a:off x="3560351" y="3478911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8429EA65-0F0A-449E-8C27-EE20A4CE866B}"/>
                </a:ext>
              </a:extLst>
            </p:cNvPr>
            <p:cNvSpPr/>
            <p:nvPr/>
          </p:nvSpPr>
          <p:spPr>
            <a:xfrm rot="10800000">
              <a:off x="4837484" y="3992962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9F40BC6D-0975-40A5-BC70-6E319CC91899}"/>
                </a:ext>
              </a:extLst>
            </p:cNvPr>
            <p:cNvSpPr/>
            <p:nvPr/>
          </p:nvSpPr>
          <p:spPr>
            <a:xfrm rot="10800000">
              <a:off x="5398887" y="5273912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AE376A4E-FA2C-44F3-BF60-EE03862F235A}"/>
                </a:ext>
              </a:extLst>
            </p:cNvPr>
            <p:cNvSpPr/>
            <p:nvPr/>
          </p:nvSpPr>
          <p:spPr>
            <a:xfrm rot="8100000">
              <a:off x="5754893" y="4383587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5EB7D63F-3578-4409-8C5A-8BA0138948E9}"/>
                </a:ext>
              </a:extLst>
            </p:cNvPr>
            <p:cNvSpPr/>
            <p:nvPr/>
          </p:nvSpPr>
          <p:spPr>
            <a:xfrm rot="8100000">
              <a:off x="5770774" y="6178443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" name="Parallelogram 66">
              <a:extLst>
                <a:ext uri="{FF2B5EF4-FFF2-40B4-BE49-F238E27FC236}">
                  <a16:creationId xmlns:a16="http://schemas.microsoft.com/office/drawing/2014/main" id="{A1388E73-A007-401A-9717-5D34256014AB}"/>
                </a:ext>
              </a:extLst>
            </p:cNvPr>
            <p:cNvSpPr/>
            <p:nvPr/>
          </p:nvSpPr>
          <p:spPr>
            <a:xfrm rot="10800000">
              <a:off x="3054045" y="4214005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" name="Parallelogram 67">
              <a:extLst>
                <a:ext uri="{FF2B5EF4-FFF2-40B4-BE49-F238E27FC236}">
                  <a16:creationId xmlns:a16="http://schemas.microsoft.com/office/drawing/2014/main" id="{15B92E9A-EA11-4FBD-B565-CF876B28B574}"/>
                </a:ext>
              </a:extLst>
            </p:cNvPr>
            <p:cNvSpPr/>
            <p:nvPr/>
          </p:nvSpPr>
          <p:spPr>
            <a:xfrm rot="10800000" flipH="1">
              <a:off x="3054045" y="4747736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" name="Parallelogram 68">
              <a:extLst>
                <a:ext uri="{FF2B5EF4-FFF2-40B4-BE49-F238E27FC236}">
                  <a16:creationId xmlns:a16="http://schemas.microsoft.com/office/drawing/2014/main" id="{27D90C20-7C3B-4B9C-9428-A520879DA309}"/>
                </a:ext>
              </a:extLst>
            </p:cNvPr>
            <p:cNvSpPr/>
            <p:nvPr/>
          </p:nvSpPr>
          <p:spPr>
            <a:xfrm rot="10800000" flipH="1">
              <a:off x="4830015" y="4747736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0" name="Parallelogram 69">
              <a:extLst>
                <a:ext uri="{FF2B5EF4-FFF2-40B4-BE49-F238E27FC236}">
                  <a16:creationId xmlns:a16="http://schemas.microsoft.com/office/drawing/2014/main" id="{23625A14-3251-4343-A0BB-7B8B97DC3F79}"/>
                </a:ext>
              </a:extLst>
            </p:cNvPr>
            <p:cNvSpPr/>
            <p:nvPr/>
          </p:nvSpPr>
          <p:spPr>
            <a:xfrm rot="10800000">
              <a:off x="4855554" y="6024836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1" name="Parallelogram 70">
              <a:extLst>
                <a:ext uri="{FF2B5EF4-FFF2-40B4-BE49-F238E27FC236}">
                  <a16:creationId xmlns:a16="http://schemas.microsoft.com/office/drawing/2014/main" id="{5F9F5C2C-58FC-4680-B2B4-1A917B660A22}"/>
                </a:ext>
              </a:extLst>
            </p:cNvPr>
            <p:cNvSpPr/>
            <p:nvPr/>
          </p:nvSpPr>
          <p:spPr>
            <a:xfrm rot="10800000">
              <a:off x="4836504" y="3478911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2" name="Parallelogram 71">
              <a:extLst>
                <a:ext uri="{FF2B5EF4-FFF2-40B4-BE49-F238E27FC236}">
                  <a16:creationId xmlns:a16="http://schemas.microsoft.com/office/drawing/2014/main" id="{D777C7A3-A3E1-4275-862C-691D14374B7B}"/>
                </a:ext>
              </a:extLst>
            </p:cNvPr>
            <p:cNvSpPr/>
            <p:nvPr/>
          </p:nvSpPr>
          <p:spPr>
            <a:xfrm rot="8100000">
              <a:off x="5229380" y="385367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" name="Parallelogram 72">
              <a:extLst>
                <a:ext uri="{FF2B5EF4-FFF2-40B4-BE49-F238E27FC236}">
                  <a16:creationId xmlns:a16="http://schemas.microsoft.com/office/drawing/2014/main" id="{D6BD7850-DC28-4B9D-9588-25A1C0CE7185}"/>
                </a:ext>
              </a:extLst>
            </p:cNvPr>
            <p:cNvSpPr/>
            <p:nvPr/>
          </p:nvSpPr>
          <p:spPr>
            <a:xfrm rot="8100000">
              <a:off x="2662906" y="385367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74" name="Parallelogram 73">
              <a:extLst>
                <a:ext uri="{FF2B5EF4-FFF2-40B4-BE49-F238E27FC236}">
                  <a16:creationId xmlns:a16="http://schemas.microsoft.com/office/drawing/2014/main" id="{599E2300-10F7-4A35-9B28-EE1C2AFC2D62}"/>
                </a:ext>
              </a:extLst>
            </p:cNvPr>
            <p:cNvSpPr/>
            <p:nvPr/>
          </p:nvSpPr>
          <p:spPr>
            <a:xfrm rot="8100000">
              <a:off x="4479137" y="5648679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" name="Parallelogram 74">
              <a:extLst>
                <a:ext uri="{FF2B5EF4-FFF2-40B4-BE49-F238E27FC236}">
                  <a16:creationId xmlns:a16="http://schemas.microsoft.com/office/drawing/2014/main" id="{EA26F209-E9DB-443F-A989-87868158F173}"/>
                </a:ext>
              </a:extLst>
            </p:cNvPr>
            <p:cNvSpPr/>
            <p:nvPr/>
          </p:nvSpPr>
          <p:spPr>
            <a:xfrm rot="13500000" flipH="1">
              <a:off x="3929833" y="385367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76" name="Parallelogram 75">
              <a:extLst>
                <a:ext uri="{FF2B5EF4-FFF2-40B4-BE49-F238E27FC236}">
                  <a16:creationId xmlns:a16="http://schemas.microsoft.com/office/drawing/2014/main" id="{5EA80AA7-42DD-4929-BC69-3C0565B56BC9}"/>
                </a:ext>
              </a:extLst>
            </p:cNvPr>
            <p:cNvSpPr/>
            <p:nvPr/>
          </p:nvSpPr>
          <p:spPr>
            <a:xfrm rot="13500000" flipH="1">
              <a:off x="3932372" y="5648679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DD19325F-2F2D-40E3-85C6-2E60277F7AC0}"/>
              </a:ext>
            </a:extLst>
          </p:cNvPr>
          <p:cNvGrpSpPr/>
          <p:nvPr/>
        </p:nvGrpSpPr>
        <p:grpSpPr>
          <a:xfrm>
            <a:off x="2505417" y="882158"/>
            <a:ext cx="6738661" cy="4912738"/>
            <a:chOff x="2279609" y="-3084287"/>
            <a:chExt cx="7055593" cy="12934090"/>
          </a:xfrm>
        </p:grpSpPr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966B6B5B-D2A9-47B6-9D38-1FAE75AE36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22708" y="312908"/>
              <a:ext cx="6809" cy="1926947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892B150-3180-488A-8002-4B185938C5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27182" y="2250723"/>
              <a:ext cx="783381" cy="1793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F10DABAA-66E0-47D0-93E4-B774BBEFE9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64572" y="2257029"/>
              <a:ext cx="564545" cy="1457293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587DA1EA-DD80-4521-9510-FB1DBF4EB7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2635" y="264851"/>
              <a:ext cx="513925" cy="1474467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2B549E5F-F885-401F-9899-137665748F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66546" y="1773792"/>
              <a:ext cx="36089" cy="401414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1831FA7F-4F69-4F16-98C4-FF02F7D332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96448" y="3705083"/>
              <a:ext cx="555086" cy="145755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30D7272E-50C1-4BD1-BA4C-29CFB086290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69922" y="5813844"/>
              <a:ext cx="552787" cy="1326993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346E09E6-F63E-40E3-8319-CF47EEF16D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26240" y="5150504"/>
              <a:ext cx="0" cy="199033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0EA1DD61-3F5C-44E9-AF3E-05114ED4BA1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72923" y="5648673"/>
              <a:ext cx="812383" cy="441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2E4D8343-E4E4-49AF-8733-0E2F1852AC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05645" y="289489"/>
              <a:ext cx="812383" cy="441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7BFFE9BE-CCE3-4836-9FBB-EAFF826A7E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05650" y="8394530"/>
              <a:ext cx="550271" cy="124561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F36ADAC0-38AD-436F-8657-693CE1EDB0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12898" y="8381598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E0288D56-9EB8-486B-AD39-A06453FE0E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42104" y="432988"/>
              <a:ext cx="6087" cy="184706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205FC834-591E-4B5A-A120-89D96F7464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33998" y="2454933"/>
              <a:ext cx="550271" cy="124561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238AF7B8-09FD-4A9F-90D9-AC13E6EA82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7668" y="3659523"/>
              <a:ext cx="564545" cy="14572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D16DCD26-36F1-47E7-9086-519A5650BB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1788" y="350996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F2B14FE3-59A1-4A2C-8A64-0F5569168D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39615" y="-1240732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9083AAC6-79BA-4970-BA43-9745B4B3AE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01179" y="-1190652"/>
              <a:ext cx="555086" cy="145755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3812434-FBBF-4F07-8023-C3A775DA65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34264" y="-3009340"/>
              <a:ext cx="6087" cy="184706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93539BE7-FA3C-44EF-9266-2ECFB6356B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4330" y="-3041004"/>
              <a:ext cx="6087" cy="184706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6F5B8821-9EC1-4E39-9C8C-B276F86087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82673" y="-3064136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94357483-A4C8-4007-903D-0C6237B2BB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6903" y="-3084287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92565378-0906-421C-B3EF-E1D16CA03D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00587" y="-2508607"/>
              <a:ext cx="507081" cy="1405165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DF188E42-B9E0-4B34-A97A-1581B33B60E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80279" y="-1075347"/>
              <a:ext cx="600175" cy="1526477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FCD238B9-40AA-4197-A632-CAC7CA209D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45720" y="-1071880"/>
              <a:ext cx="513925" cy="1474467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3DBFBC31-A6DF-4B67-B531-46AAF07149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42476" y="-2448511"/>
              <a:ext cx="590492" cy="1352296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D070A8B8-59A0-4264-8453-7CEA18CF30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19387" y="8555634"/>
              <a:ext cx="812383" cy="441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5F8BB302-5A35-4268-A32D-84C68A3FAD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36716" y="5643815"/>
              <a:ext cx="564545" cy="14572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B73428DC-84A8-488E-8136-4F374820A93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37800" y="5621416"/>
              <a:ext cx="816170" cy="103507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B09DE145-B3B7-45A0-8B71-BE0B97EE03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3961" y="5530825"/>
              <a:ext cx="484882" cy="1397967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CEFE9C55-8690-4EF1-9F25-42E73DE97E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15533" y="3671453"/>
              <a:ext cx="562465" cy="151811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F5075681-7057-46F6-A875-6C7551F28A3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45489" y="1739319"/>
              <a:ext cx="763682" cy="4474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F2CE3D09-8F2D-4B6C-BFDE-91175D36CB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79700" y="1876344"/>
              <a:ext cx="6087" cy="184706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2F5E7A33-43B9-49A7-9DD9-FA0B765B16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3298" y="1801144"/>
              <a:ext cx="6087" cy="184706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50ABC000-F54B-48B0-88E5-DF48F4E93D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69794" y="3799503"/>
              <a:ext cx="550271" cy="124561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56A9584-0965-4FB5-BAAC-10B48C002C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03270" y="-1129308"/>
              <a:ext cx="564545" cy="14572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FC4F5944-A17C-493B-8767-E1ADA9FCB4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0283" y="350996"/>
              <a:ext cx="6087" cy="184706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BD6B6452-0607-4734-B92F-43C507626C9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83967" y="3771224"/>
              <a:ext cx="550271" cy="124561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1E690E61-0DE5-4330-9919-51B7F37CB5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79609" y="2239855"/>
              <a:ext cx="564545" cy="14572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FEBDF0E2-7A08-47B0-9233-ED687A0B34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31809" y="5134575"/>
              <a:ext cx="6087" cy="184706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6F291C55-8E99-4143-A3B5-1AC925B0C6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52945" y="7086535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18728886-79BC-48F2-A033-B7EA8FF779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07156" y="5218532"/>
              <a:ext cx="6087" cy="184706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66F58307-D5A1-48D8-AF20-9F593EE551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19468" y="8392509"/>
              <a:ext cx="564545" cy="14572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9784C01C-2A1C-421A-AC38-02A2CE73D1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71154" y="-1107293"/>
              <a:ext cx="555086" cy="145755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FEF5522A-B6E8-4FAB-80C8-81F9624A4813}"/>
                </a:ext>
              </a:extLst>
            </p:cNvPr>
            <p:cNvCxnSpPr>
              <a:cxnSpLocks/>
            </p:cNvCxnSpPr>
            <p:nvPr/>
          </p:nvCxnSpPr>
          <p:spPr>
            <a:xfrm>
              <a:off x="7490074" y="271202"/>
              <a:ext cx="530923" cy="150820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33BE6D75-EF85-4D0E-86A1-0AB5E22B95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26989" y="3648207"/>
              <a:ext cx="18336" cy="203948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F9F47F91-B022-4B9D-BCE7-0E0457D70D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06661" y="1682909"/>
              <a:ext cx="809473" cy="6095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AFFE6247-C9DD-4BB6-BB2F-8EF9DDFE6A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28218" y="5702552"/>
              <a:ext cx="550271" cy="124561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F70BE865-E16B-43A9-9C8B-90A16C31E8B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60652" y="7091605"/>
              <a:ext cx="550271" cy="124561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F80A800A-A68B-487F-99FE-243EAA2489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51210" y="7167910"/>
              <a:ext cx="484882" cy="1397967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70806C7E-2041-4677-8A94-50766F896A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68652" y="2301202"/>
              <a:ext cx="564545" cy="14572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7CC2D0DA-2483-4CB1-97FD-9119325695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31388" y="7167911"/>
              <a:ext cx="484882" cy="1397967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333460F9-D6AE-4D05-A5EB-87744FE995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1787" y="2334735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B51507ED-49B6-4C41-B938-9596223AB65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37045" y="7091605"/>
              <a:ext cx="550271" cy="124561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DAF729C5-6072-4ABB-8BE5-B77A6F63D6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70657" y="301811"/>
              <a:ext cx="564545" cy="14572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0676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0731018-9B2D-43F6-B240-FD81FF1F756F}"/>
              </a:ext>
            </a:extLst>
          </p:cNvPr>
          <p:cNvGrpSpPr/>
          <p:nvPr/>
        </p:nvGrpSpPr>
        <p:grpSpPr>
          <a:xfrm>
            <a:off x="2662906" y="-7632"/>
            <a:ext cx="6935285" cy="6940695"/>
            <a:chOff x="2662906" y="-7632"/>
            <a:chExt cx="6935285" cy="694069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FF79358-B025-4B18-8563-D9351DEB2941}"/>
                </a:ext>
              </a:extLst>
            </p:cNvPr>
            <p:cNvSpPr/>
            <p:nvPr/>
          </p:nvSpPr>
          <p:spPr>
            <a:xfrm rot="5400000">
              <a:off x="7942012" y="5253722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97F59DD-E3DC-4963-860C-11FA9E518DA0}"/>
                </a:ext>
              </a:extLst>
            </p:cNvPr>
            <p:cNvSpPr/>
            <p:nvPr/>
          </p:nvSpPr>
          <p:spPr>
            <a:xfrm rot="2700000">
              <a:off x="7035712" y="4893042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FF28280-DD6B-4A34-8F99-0212A7E10717}"/>
                </a:ext>
              </a:extLst>
            </p:cNvPr>
            <p:cNvSpPr/>
            <p:nvPr/>
          </p:nvSpPr>
          <p:spPr>
            <a:xfrm rot="2700000">
              <a:off x="7569443" y="4380024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A1591F6-9B55-4063-988E-C012EC262ABE}"/>
                </a:ext>
              </a:extLst>
            </p:cNvPr>
            <p:cNvSpPr/>
            <p:nvPr/>
          </p:nvSpPr>
          <p:spPr>
            <a:xfrm rot="5400000">
              <a:off x="6147011" y="5293938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8869676-814B-4B11-AA41-EB7520C0F362}"/>
                </a:ext>
              </a:extLst>
            </p:cNvPr>
            <p:cNvSpPr/>
            <p:nvPr/>
          </p:nvSpPr>
          <p:spPr>
            <a:xfrm rot="5400000">
              <a:off x="6661062" y="4016805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2F67BA8-68F3-48BE-B1A7-789435D0CD65}"/>
                </a:ext>
              </a:extLst>
            </p:cNvPr>
            <p:cNvSpPr/>
            <p:nvPr/>
          </p:nvSpPr>
          <p:spPr>
            <a:xfrm rot="5400000">
              <a:off x="7942012" y="3455402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5A5B0F5-AAA3-471E-A212-69030D153364}"/>
                </a:ext>
              </a:extLst>
            </p:cNvPr>
            <p:cNvSpPr/>
            <p:nvPr/>
          </p:nvSpPr>
          <p:spPr>
            <a:xfrm rot="2700000">
              <a:off x="7051687" y="3099400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C940C68-941E-4670-8E1B-EC2300212ABE}"/>
                </a:ext>
              </a:extLst>
            </p:cNvPr>
            <p:cNvSpPr/>
            <p:nvPr/>
          </p:nvSpPr>
          <p:spPr>
            <a:xfrm rot="2700000">
              <a:off x="8846543" y="3083515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7BC1B158-21A0-4A6B-A877-F29A404655CB}"/>
                </a:ext>
              </a:extLst>
            </p:cNvPr>
            <p:cNvSpPr/>
            <p:nvPr/>
          </p:nvSpPr>
          <p:spPr>
            <a:xfrm rot="5400000">
              <a:off x="6502993" y="5647649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9A780D18-071E-48C6-80F4-D1A154FC9D41}"/>
                </a:ext>
              </a:extLst>
            </p:cNvPr>
            <p:cNvSpPr/>
            <p:nvPr/>
          </p:nvSpPr>
          <p:spPr>
            <a:xfrm rot="5400000" flipH="1">
              <a:off x="7036724" y="5647649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6D03B942-C49B-4F4D-93D7-BADC9F60C5B2}"/>
                </a:ext>
              </a:extLst>
            </p:cNvPr>
            <p:cNvSpPr/>
            <p:nvPr/>
          </p:nvSpPr>
          <p:spPr>
            <a:xfrm rot="5400000" flipH="1">
              <a:off x="7036724" y="3871679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D3D85E02-7B1D-4124-B1C9-A0D0201ED014}"/>
                </a:ext>
              </a:extLst>
            </p:cNvPr>
            <p:cNvSpPr/>
            <p:nvPr/>
          </p:nvSpPr>
          <p:spPr>
            <a:xfrm rot="5400000">
              <a:off x="8313824" y="3846140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DC5A0FEB-DCB7-48F4-B463-4970ADF79D81}"/>
                </a:ext>
              </a:extLst>
            </p:cNvPr>
            <p:cNvSpPr/>
            <p:nvPr/>
          </p:nvSpPr>
          <p:spPr>
            <a:xfrm rot="5400000">
              <a:off x="5767899" y="3865190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7E3A7BE7-0476-4A0E-BC2B-2886FF0F76DA}"/>
                </a:ext>
              </a:extLst>
            </p:cNvPr>
            <p:cNvSpPr/>
            <p:nvPr/>
          </p:nvSpPr>
          <p:spPr>
            <a:xfrm rot="2700000">
              <a:off x="6142666" y="3472314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2DCA1708-31D4-4DD6-B61E-9EF2D47DF589}"/>
                </a:ext>
              </a:extLst>
            </p:cNvPr>
            <p:cNvSpPr/>
            <p:nvPr/>
          </p:nvSpPr>
          <p:spPr>
            <a:xfrm rot="2700000">
              <a:off x="6142666" y="603878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AA418635-72C8-46F4-B05D-EB9172BA9C6D}"/>
                </a:ext>
              </a:extLst>
            </p:cNvPr>
            <p:cNvSpPr/>
            <p:nvPr/>
          </p:nvSpPr>
          <p:spPr>
            <a:xfrm rot="2700000">
              <a:off x="7937667" y="4222557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FE81C62E-9D86-417A-96AA-691600C341E2}"/>
                </a:ext>
              </a:extLst>
            </p:cNvPr>
            <p:cNvSpPr/>
            <p:nvPr/>
          </p:nvSpPr>
          <p:spPr>
            <a:xfrm rot="8100000" flipH="1">
              <a:off x="6142666" y="4771861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2340D5B2-99EB-4E54-99D7-D7085F802197}"/>
                </a:ext>
              </a:extLst>
            </p:cNvPr>
            <p:cNvSpPr/>
            <p:nvPr/>
          </p:nvSpPr>
          <p:spPr>
            <a:xfrm rot="8100000" flipH="1">
              <a:off x="7937667" y="4769322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0A8EF62-BA2E-49B4-A1B2-2AB89C1DA4D0}"/>
                </a:ext>
              </a:extLst>
            </p:cNvPr>
            <p:cNvSpPr/>
            <p:nvPr/>
          </p:nvSpPr>
          <p:spPr>
            <a:xfrm>
              <a:off x="7918850" y="909837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B6804B5-F8C1-4B48-84BC-A925FF4800EA}"/>
                </a:ext>
              </a:extLst>
            </p:cNvPr>
            <p:cNvSpPr/>
            <p:nvPr/>
          </p:nvSpPr>
          <p:spPr>
            <a:xfrm rot="18900000">
              <a:off x="7558170" y="1816137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465DA1D-72DF-4095-BB8B-67705F71A4B7}"/>
                </a:ext>
              </a:extLst>
            </p:cNvPr>
            <p:cNvSpPr/>
            <p:nvPr/>
          </p:nvSpPr>
          <p:spPr>
            <a:xfrm rot="18900000">
              <a:off x="7045152" y="1282406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063641A-8F0A-4AC0-8E8A-A3A09408918D}"/>
                </a:ext>
              </a:extLst>
            </p:cNvPr>
            <p:cNvSpPr/>
            <p:nvPr/>
          </p:nvSpPr>
          <p:spPr>
            <a:xfrm>
              <a:off x="7959066" y="2704838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8FC463A-98D0-472B-A721-FA47B96AE5FB}"/>
                </a:ext>
              </a:extLst>
            </p:cNvPr>
            <p:cNvSpPr/>
            <p:nvPr/>
          </p:nvSpPr>
          <p:spPr>
            <a:xfrm>
              <a:off x="6681933" y="2190787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D4802B9-3A2F-4D2E-9463-EBFF1520C0F2}"/>
                </a:ext>
              </a:extLst>
            </p:cNvPr>
            <p:cNvSpPr/>
            <p:nvPr/>
          </p:nvSpPr>
          <p:spPr>
            <a:xfrm>
              <a:off x="6120530" y="909837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5B798A8-2055-4D62-8AB7-EFE869CF4C76}"/>
                </a:ext>
              </a:extLst>
            </p:cNvPr>
            <p:cNvSpPr/>
            <p:nvPr/>
          </p:nvSpPr>
          <p:spPr>
            <a:xfrm rot="18900000">
              <a:off x="5764524" y="1800162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4658F00-A8A4-417E-B19E-0D3C41D8403D}"/>
                </a:ext>
              </a:extLst>
            </p:cNvPr>
            <p:cNvSpPr/>
            <p:nvPr/>
          </p:nvSpPr>
          <p:spPr>
            <a:xfrm rot="18900000">
              <a:off x="5748643" y="5306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1D5C619A-2F26-445D-B21D-C03334FBC717}"/>
                </a:ext>
              </a:extLst>
            </p:cNvPr>
            <p:cNvSpPr/>
            <p:nvPr/>
          </p:nvSpPr>
          <p:spPr>
            <a:xfrm>
              <a:off x="7933666" y="2196261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257FB9B4-7E23-4C2C-951F-C859442D4D1F}"/>
                </a:ext>
              </a:extLst>
            </p:cNvPr>
            <p:cNvSpPr/>
            <p:nvPr/>
          </p:nvSpPr>
          <p:spPr>
            <a:xfrm flipH="1">
              <a:off x="7933666" y="1662530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37FE4962-4438-4E0D-874E-1F6DA7D71AA2}"/>
                </a:ext>
              </a:extLst>
            </p:cNvPr>
            <p:cNvSpPr/>
            <p:nvPr/>
          </p:nvSpPr>
          <p:spPr>
            <a:xfrm flipH="1">
              <a:off x="6157696" y="1662530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4" name="Parallelogram 33">
              <a:extLst>
                <a:ext uri="{FF2B5EF4-FFF2-40B4-BE49-F238E27FC236}">
                  <a16:creationId xmlns:a16="http://schemas.microsoft.com/office/drawing/2014/main" id="{934E6E18-9D92-4278-8236-557E9C2442D1}"/>
                </a:ext>
              </a:extLst>
            </p:cNvPr>
            <p:cNvSpPr/>
            <p:nvPr/>
          </p:nvSpPr>
          <p:spPr>
            <a:xfrm>
              <a:off x="6132157" y="385430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5" name="Parallelogram 34">
              <a:extLst>
                <a:ext uri="{FF2B5EF4-FFF2-40B4-BE49-F238E27FC236}">
                  <a16:creationId xmlns:a16="http://schemas.microsoft.com/office/drawing/2014/main" id="{78BC2ADF-B059-47AC-BB3F-EDA4F5F67A95}"/>
                </a:ext>
              </a:extLst>
            </p:cNvPr>
            <p:cNvSpPr/>
            <p:nvPr/>
          </p:nvSpPr>
          <p:spPr>
            <a:xfrm>
              <a:off x="6151207" y="2931355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6" name="Parallelogram 35">
              <a:extLst>
                <a:ext uri="{FF2B5EF4-FFF2-40B4-BE49-F238E27FC236}">
                  <a16:creationId xmlns:a16="http://schemas.microsoft.com/office/drawing/2014/main" id="{8B19DE33-85BE-4366-848A-B2EDA7DE5683}"/>
                </a:ext>
              </a:extLst>
            </p:cNvPr>
            <p:cNvSpPr/>
            <p:nvPr/>
          </p:nvSpPr>
          <p:spPr>
            <a:xfrm rot="18900000">
              <a:off x="5758331" y="255658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7" name="Parallelogram 36">
              <a:extLst>
                <a:ext uri="{FF2B5EF4-FFF2-40B4-BE49-F238E27FC236}">
                  <a16:creationId xmlns:a16="http://schemas.microsoft.com/office/drawing/2014/main" id="{045073E7-0F28-4822-A723-5FE3D748F9DA}"/>
                </a:ext>
              </a:extLst>
            </p:cNvPr>
            <p:cNvSpPr/>
            <p:nvPr/>
          </p:nvSpPr>
          <p:spPr>
            <a:xfrm rot="18900000">
              <a:off x="8324805" y="255658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38" name="Parallelogram 37">
              <a:extLst>
                <a:ext uri="{FF2B5EF4-FFF2-40B4-BE49-F238E27FC236}">
                  <a16:creationId xmlns:a16="http://schemas.microsoft.com/office/drawing/2014/main" id="{ED02B445-DD87-4E00-8E1B-65989EB1B138}"/>
                </a:ext>
              </a:extLst>
            </p:cNvPr>
            <p:cNvSpPr/>
            <p:nvPr/>
          </p:nvSpPr>
          <p:spPr>
            <a:xfrm rot="18900000">
              <a:off x="6508574" y="761587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9" name="Parallelogram 38">
              <a:extLst>
                <a:ext uri="{FF2B5EF4-FFF2-40B4-BE49-F238E27FC236}">
                  <a16:creationId xmlns:a16="http://schemas.microsoft.com/office/drawing/2014/main" id="{7FB48F24-BC52-4A18-9641-BBA28E9270B0}"/>
                </a:ext>
              </a:extLst>
            </p:cNvPr>
            <p:cNvSpPr/>
            <p:nvPr/>
          </p:nvSpPr>
          <p:spPr>
            <a:xfrm rot="2700000" flipH="1">
              <a:off x="7057878" y="255658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40" name="Parallelogram 39">
              <a:extLst>
                <a:ext uri="{FF2B5EF4-FFF2-40B4-BE49-F238E27FC236}">
                  <a16:creationId xmlns:a16="http://schemas.microsoft.com/office/drawing/2014/main" id="{0F890812-443A-4DCC-9AD8-753B84E3FA15}"/>
                </a:ext>
              </a:extLst>
            </p:cNvPr>
            <p:cNvSpPr/>
            <p:nvPr/>
          </p:nvSpPr>
          <p:spPr>
            <a:xfrm rot="2700000" flipH="1">
              <a:off x="7055339" y="761587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C7132C1D-D397-45FD-AB1A-7A281E6DE93B}"/>
                </a:ext>
              </a:extLst>
            </p:cNvPr>
            <p:cNvSpPr/>
            <p:nvPr/>
          </p:nvSpPr>
          <p:spPr>
            <a:xfrm rot="16200000">
              <a:off x="3577407" y="930029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A39E900-E377-4C66-AFB1-A5FB5E2BBF0F}"/>
                </a:ext>
              </a:extLst>
            </p:cNvPr>
            <p:cNvSpPr/>
            <p:nvPr/>
          </p:nvSpPr>
          <p:spPr>
            <a:xfrm rot="13500000">
              <a:off x="4483707" y="1290709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29E6A13A-DD49-46C0-B49F-6592CE7C1ABD}"/>
                </a:ext>
              </a:extLst>
            </p:cNvPr>
            <p:cNvSpPr/>
            <p:nvPr/>
          </p:nvSpPr>
          <p:spPr>
            <a:xfrm rot="13500000">
              <a:off x="3949976" y="1803727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19FE09B-A3FC-4308-AF4B-F16B5C41A7D2}"/>
                </a:ext>
              </a:extLst>
            </p:cNvPr>
            <p:cNvSpPr/>
            <p:nvPr/>
          </p:nvSpPr>
          <p:spPr>
            <a:xfrm rot="16200000">
              <a:off x="5372408" y="889812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A6E7C00-D3C1-4CBA-9CAD-F9D832B7BBE0}"/>
                </a:ext>
              </a:extLst>
            </p:cNvPr>
            <p:cNvSpPr/>
            <p:nvPr/>
          </p:nvSpPr>
          <p:spPr>
            <a:xfrm rot="16200000">
              <a:off x="4858357" y="2166945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7A46C0D7-6528-45C1-B22D-FFD737037C3E}"/>
                </a:ext>
              </a:extLst>
            </p:cNvPr>
            <p:cNvSpPr/>
            <p:nvPr/>
          </p:nvSpPr>
          <p:spPr>
            <a:xfrm rot="16200000">
              <a:off x="3577407" y="2728349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B420F087-5CDA-4489-BCAA-CED6D320E5D7}"/>
                </a:ext>
              </a:extLst>
            </p:cNvPr>
            <p:cNvSpPr/>
            <p:nvPr/>
          </p:nvSpPr>
          <p:spPr>
            <a:xfrm rot="13500000">
              <a:off x="4467732" y="3084355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2AC4949B-EE4D-40E5-95C5-6C99D1D95762}"/>
                </a:ext>
              </a:extLst>
            </p:cNvPr>
            <p:cNvSpPr/>
            <p:nvPr/>
          </p:nvSpPr>
          <p:spPr>
            <a:xfrm rot="13500000">
              <a:off x="2672876" y="3100236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9" name="Parallelogram 48">
              <a:extLst>
                <a:ext uri="{FF2B5EF4-FFF2-40B4-BE49-F238E27FC236}">
                  <a16:creationId xmlns:a16="http://schemas.microsoft.com/office/drawing/2014/main" id="{81E77EB5-F1BE-4B20-8A92-087FDEA49471}"/>
                </a:ext>
              </a:extLst>
            </p:cNvPr>
            <p:cNvSpPr/>
            <p:nvPr/>
          </p:nvSpPr>
          <p:spPr>
            <a:xfrm rot="16200000">
              <a:off x="4484719" y="76261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0" name="Parallelogram 49">
              <a:extLst>
                <a:ext uri="{FF2B5EF4-FFF2-40B4-BE49-F238E27FC236}">
                  <a16:creationId xmlns:a16="http://schemas.microsoft.com/office/drawing/2014/main" id="{B22CF322-3D5F-4052-BDF6-3C4442833D7F}"/>
                </a:ext>
              </a:extLst>
            </p:cNvPr>
            <p:cNvSpPr/>
            <p:nvPr/>
          </p:nvSpPr>
          <p:spPr>
            <a:xfrm rot="16200000" flipH="1">
              <a:off x="3950988" y="76261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1" name="Parallelogram 50">
              <a:extLst>
                <a:ext uri="{FF2B5EF4-FFF2-40B4-BE49-F238E27FC236}">
                  <a16:creationId xmlns:a16="http://schemas.microsoft.com/office/drawing/2014/main" id="{B40613D9-029F-483D-A4B7-80E0113AAE53}"/>
                </a:ext>
              </a:extLst>
            </p:cNvPr>
            <p:cNvSpPr/>
            <p:nvPr/>
          </p:nvSpPr>
          <p:spPr>
            <a:xfrm rot="16200000" flipH="1">
              <a:off x="3950988" y="253858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2" name="Parallelogram 51">
              <a:extLst>
                <a:ext uri="{FF2B5EF4-FFF2-40B4-BE49-F238E27FC236}">
                  <a16:creationId xmlns:a16="http://schemas.microsoft.com/office/drawing/2014/main" id="{FF9C4087-7D97-417B-B10E-F1FEBC45C64B}"/>
                </a:ext>
              </a:extLst>
            </p:cNvPr>
            <p:cNvSpPr/>
            <p:nvPr/>
          </p:nvSpPr>
          <p:spPr>
            <a:xfrm rot="16200000">
              <a:off x="2673888" y="2564127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3" name="Parallelogram 52">
              <a:extLst>
                <a:ext uri="{FF2B5EF4-FFF2-40B4-BE49-F238E27FC236}">
                  <a16:creationId xmlns:a16="http://schemas.microsoft.com/office/drawing/2014/main" id="{1B9AA933-64D6-4173-9A5D-D04C12815770}"/>
                </a:ext>
              </a:extLst>
            </p:cNvPr>
            <p:cNvSpPr/>
            <p:nvPr/>
          </p:nvSpPr>
          <p:spPr>
            <a:xfrm rot="16200000">
              <a:off x="5219813" y="2545077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4" name="Parallelogram 53">
              <a:extLst>
                <a:ext uri="{FF2B5EF4-FFF2-40B4-BE49-F238E27FC236}">
                  <a16:creationId xmlns:a16="http://schemas.microsoft.com/office/drawing/2014/main" id="{A4490AD2-0DDD-470C-882D-922BB0E1C6C4}"/>
                </a:ext>
              </a:extLst>
            </p:cNvPr>
            <p:cNvSpPr/>
            <p:nvPr/>
          </p:nvSpPr>
          <p:spPr>
            <a:xfrm rot="13500000">
              <a:off x="4845046" y="2937953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5" name="Parallelogram 54">
              <a:extLst>
                <a:ext uri="{FF2B5EF4-FFF2-40B4-BE49-F238E27FC236}">
                  <a16:creationId xmlns:a16="http://schemas.microsoft.com/office/drawing/2014/main" id="{A44EF3F0-47BE-4B0D-A4BE-4B328A7687B6}"/>
                </a:ext>
              </a:extLst>
            </p:cNvPr>
            <p:cNvSpPr/>
            <p:nvPr/>
          </p:nvSpPr>
          <p:spPr>
            <a:xfrm rot="13500000">
              <a:off x="4845046" y="371479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56" name="Parallelogram 55">
              <a:extLst>
                <a:ext uri="{FF2B5EF4-FFF2-40B4-BE49-F238E27FC236}">
                  <a16:creationId xmlns:a16="http://schemas.microsoft.com/office/drawing/2014/main" id="{F6B7EA71-849F-4E38-9E12-44EF6EE42015}"/>
                </a:ext>
              </a:extLst>
            </p:cNvPr>
            <p:cNvSpPr/>
            <p:nvPr/>
          </p:nvSpPr>
          <p:spPr>
            <a:xfrm rot="13500000">
              <a:off x="3050045" y="2187710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B79D8645-6C5E-4F21-B5F1-62377960C8B1}"/>
                </a:ext>
              </a:extLst>
            </p:cNvPr>
            <p:cNvSpPr/>
            <p:nvPr/>
          </p:nvSpPr>
          <p:spPr>
            <a:xfrm rot="18900000" flipH="1">
              <a:off x="4861982" y="1638405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CC81CFFD-E124-43CE-A95E-D6A064090F9F}"/>
                </a:ext>
              </a:extLst>
            </p:cNvPr>
            <p:cNvSpPr/>
            <p:nvPr/>
          </p:nvSpPr>
          <p:spPr>
            <a:xfrm rot="18900000" flipH="1">
              <a:off x="3050045" y="1640945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94148FB4-DAA9-4B5C-97FA-8C7CA26DA732}"/>
                </a:ext>
              </a:extLst>
            </p:cNvPr>
            <p:cNvSpPr/>
            <p:nvPr/>
          </p:nvSpPr>
          <p:spPr>
            <a:xfrm rot="10800000">
              <a:off x="3600567" y="5273912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55EC50F4-ED38-46BF-92AA-B46D7777E870}"/>
                </a:ext>
              </a:extLst>
            </p:cNvPr>
            <p:cNvSpPr/>
            <p:nvPr/>
          </p:nvSpPr>
          <p:spPr>
            <a:xfrm rot="8100000">
              <a:off x="3961247" y="4367612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48E00AE3-E36C-4401-93A5-C00A077C609C}"/>
                </a:ext>
              </a:extLst>
            </p:cNvPr>
            <p:cNvSpPr/>
            <p:nvPr/>
          </p:nvSpPr>
          <p:spPr>
            <a:xfrm rot="8100000">
              <a:off x="4474265" y="4901343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3D39441-F887-4108-9CEE-E9B558BAA60B}"/>
                </a:ext>
              </a:extLst>
            </p:cNvPr>
            <p:cNvSpPr/>
            <p:nvPr/>
          </p:nvSpPr>
          <p:spPr>
            <a:xfrm rot="10800000">
              <a:off x="3560351" y="3478911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8429EA65-0F0A-449E-8C27-EE20A4CE866B}"/>
                </a:ext>
              </a:extLst>
            </p:cNvPr>
            <p:cNvSpPr/>
            <p:nvPr/>
          </p:nvSpPr>
          <p:spPr>
            <a:xfrm rot="10800000">
              <a:off x="4837484" y="3992962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9F40BC6D-0975-40A5-BC70-6E319CC91899}"/>
                </a:ext>
              </a:extLst>
            </p:cNvPr>
            <p:cNvSpPr/>
            <p:nvPr/>
          </p:nvSpPr>
          <p:spPr>
            <a:xfrm rot="10800000">
              <a:off x="5398887" y="5273912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AE376A4E-FA2C-44F3-BF60-EE03862F235A}"/>
                </a:ext>
              </a:extLst>
            </p:cNvPr>
            <p:cNvSpPr/>
            <p:nvPr/>
          </p:nvSpPr>
          <p:spPr>
            <a:xfrm rot="8100000">
              <a:off x="5754893" y="4383587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5EB7D63F-3578-4409-8C5A-8BA0138948E9}"/>
                </a:ext>
              </a:extLst>
            </p:cNvPr>
            <p:cNvSpPr/>
            <p:nvPr/>
          </p:nvSpPr>
          <p:spPr>
            <a:xfrm rot="8100000">
              <a:off x="5770774" y="6178443"/>
              <a:ext cx="741680" cy="741680"/>
            </a:xfrm>
            <a:prstGeom prst="rect">
              <a:avLst/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" name="Parallelogram 66">
              <a:extLst>
                <a:ext uri="{FF2B5EF4-FFF2-40B4-BE49-F238E27FC236}">
                  <a16:creationId xmlns:a16="http://schemas.microsoft.com/office/drawing/2014/main" id="{A1388E73-A007-401A-9717-5D34256014AB}"/>
                </a:ext>
              </a:extLst>
            </p:cNvPr>
            <p:cNvSpPr/>
            <p:nvPr/>
          </p:nvSpPr>
          <p:spPr>
            <a:xfrm rot="10800000">
              <a:off x="3054045" y="4214005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" name="Parallelogram 67">
              <a:extLst>
                <a:ext uri="{FF2B5EF4-FFF2-40B4-BE49-F238E27FC236}">
                  <a16:creationId xmlns:a16="http://schemas.microsoft.com/office/drawing/2014/main" id="{15B92E9A-EA11-4FBD-B565-CF876B28B574}"/>
                </a:ext>
              </a:extLst>
            </p:cNvPr>
            <p:cNvSpPr/>
            <p:nvPr/>
          </p:nvSpPr>
          <p:spPr>
            <a:xfrm rot="10800000" flipH="1">
              <a:off x="3054045" y="4747736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" name="Parallelogram 68">
              <a:extLst>
                <a:ext uri="{FF2B5EF4-FFF2-40B4-BE49-F238E27FC236}">
                  <a16:creationId xmlns:a16="http://schemas.microsoft.com/office/drawing/2014/main" id="{27D90C20-7C3B-4B9C-9428-A520879DA309}"/>
                </a:ext>
              </a:extLst>
            </p:cNvPr>
            <p:cNvSpPr/>
            <p:nvPr/>
          </p:nvSpPr>
          <p:spPr>
            <a:xfrm rot="10800000" flipH="1">
              <a:off x="4830015" y="4747736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0" name="Parallelogram 69">
              <a:extLst>
                <a:ext uri="{FF2B5EF4-FFF2-40B4-BE49-F238E27FC236}">
                  <a16:creationId xmlns:a16="http://schemas.microsoft.com/office/drawing/2014/main" id="{23625A14-3251-4343-A0BB-7B8B97DC3F79}"/>
                </a:ext>
              </a:extLst>
            </p:cNvPr>
            <p:cNvSpPr/>
            <p:nvPr/>
          </p:nvSpPr>
          <p:spPr>
            <a:xfrm rot="10800000">
              <a:off x="4855554" y="6024836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1" name="Parallelogram 70">
              <a:extLst>
                <a:ext uri="{FF2B5EF4-FFF2-40B4-BE49-F238E27FC236}">
                  <a16:creationId xmlns:a16="http://schemas.microsoft.com/office/drawing/2014/main" id="{5F9F5C2C-58FC-4680-B2B4-1A917B660A22}"/>
                </a:ext>
              </a:extLst>
            </p:cNvPr>
            <p:cNvSpPr/>
            <p:nvPr/>
          </p:nvSpPr>
          <p:spPr>
            <a:xfrm rot="10800000">
              <a:off x="4836504" y="3478911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2" name="Parallelogram 71">
              <a:extLst>
                <a:ext uri="{FF2B5EF4-FFF2-40B4-BE49-F238E27FC236}">
                  <a16:creationId xmlns:a16="http://schemas.microsoft.com/office/drawing/2014/main" id="{D777C7A3-A3E1-4275-862C-691D14374B7B}"/>
                </a:ext>
              </a:extLst>
            </p:cNvPr>
            <p:cNvSpPr/>
            <p:nvPr/>
          </p:nvSpPr>
          <p:spPr>
            <a:xfrm rot="8100000">
              <a:off x="5229380" y="385367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" name="Parallelogram 72">
              <a:extLst>
                <a:ext uri="{FF2B5EF4-FFF2-40B4-BE49-F238E27FC236}">
                  <a16:creationId xmlns:a16="http://schemas.microsoft.com/office/drawing/2014/main" id="{D6BD7850-DC28-4B9D-9588-25A1C0CE7185}"/>
                </a:ext>
              </a:extLst>
            </p:cNvPr>
            <p:cNvSpPr/>
            <p:nvPr/>
          </p:nvSpPr>
          <p:spPr>
            <a:xfrm rot="8100000">
              <a:off x="2662906" y="385367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74" name="Parallelogram 73">
              <a:extLst>
                <a:ext uri="{FF2B5EF4-FFF2-40B4-BE49-F238E27FC236}">
                  <a16:creationId xmlns:a16="http://schemas.microsoft.com/office/drawing/2014/main" id="{599E2300-10F7-4A35-9B28-EE1C2AFC2D62}"/>
                </a:ext>
              </a:extLst>
            </p:cNvPr>
            <p:cNvSpPr/>
            <p:nvPr/>
          </p:nvSpPr>
          <p:spPr>
            <a:xfrm rot="8100000">
              <a:off x="4479137" y="5648679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" name="Parallelogram 74">
              <a:extLst>
                <a:ext uri="{FF2B5EF4-FFF2-40B4-BE49-F238E27FC236}">
                  <a16:creationId xmlns:a16="http://schemas.microsoft.com/office/drawing/2014/main" id="{EA26F209-E9DB-443F-A989-87868158F173}"/>
                </a:ext>
              </a:extLst>
            </p:cNvPr>
            <p:cNvSpPr/>
            <p:nvPr/>
          </p:nvSpPr>
          <p:spPr>
            <a:xfrm rot="13500000" flipH="1">
              <a:off x="3929833" y="385367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76" name="Parallelogram 75">
              <a:extLst>
                <a:ext uri="{FF2B5EF4-FFF2-40B4-BE49-F238E27FC236}">
                  <a16:creationId xmlns:a16="http://schemas.microsoft.com/office/drawing/2014/main" id="{5EA80AA7-42DD-4929-BC69-3C0565B56BC9}"/>
                </a:ext>
              </a:extLst>
            </p:cNvPr>
            <p:cNvSpPr/>
            <p:nvPr/>
          </p:nvSpPr>
          <p:spPr>
            <a:xfrm rot="13500000" flipH="1">
              <a:off x="3932372" y="5648679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5715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DD19325F-2F2D-40E3-85C6-2E60277F7AC0}"/>
              </a:ext>
            </a:extLst>
          </p:cNvPr>
          <p:cNvGrpSpPr/>
          <p:nvPr/>
        </p:nvGrpSpPr>
        <p:grpSpPr>
          <a:xfrm>
            <a:off x="2505417" y="882158"/>
            <a:ext cx="6738661" cy="4912738"/>
            <a:chOff x="2279609" y="-3084287"/>
            <a:chExt cx="7055593" cy="12934090"/>
          </a:xfrm>
        </p:grpSpPr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966B6B5B-D2A9-47B6-9D38-1FAE75AE36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28980" y="312908"/>
              <a:ext cx="6809" cy="1926948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892B150-3180-488A-8002-4B185938C5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27182" y="2250723"/>
              <a:ext cx="783381" cy="1793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F10DABAA-66E0-47D0-93E4-B774BBEFE9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64572" y="2257029"/>
              <a:ext cx="564545" cy="1457293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587DA1EA-DD80-4521-9510-FB1DBF4EB7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2635" y="264851"/>
              <a:ext cx="513925" cy="1474467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2B549E5F-F885-401F-9899-137665748F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66546" y="1773792"/>
              <a:ext cx="36089" cy="401414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1831FA7F-4F69-4F16-98C4-FF02F7D332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96448" y="3705083"/>
              <a:ext cx="555086" cy="145755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30D7272E-50C1-4BD1-BA4C-29CFB086290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69922" y="5813844"/>
              <a:ext cx="552787" cy="1326993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346E09E6-F63E-40E3-8319-CF47EEF16D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26240" y="5150504"/>
              <a:ext cx="0" cy="199033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0EA1DD61-3F5C-44E9-AF3E-05114ED4BA1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72923" y="5648673"/>
              <a:ext cx="812383" cy="441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7BFFE9BE-CCE3-4836-9FBB-EAFF826A7E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05650" y="8394530"/>
              <a:ext cx="550271" cy="124561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F36ADAC0-38AD-436F-8657-693CE1EDB0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12898" y="8381598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E0288D56-9EB8-486B-AD39-A06453FE0E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42104" y="432988"/>
              <a:ext cx="6087" cy="184706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205FC834-591E-4B5A-A120-89D96F7464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33998" y="2454933"/>
              <a:ext cx="550271" cy="124561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238AF7B8-09FD-4A9F-90D9-AC13E6EA82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7668" y="3659523"/>
              <a:ext cx="564545" cy="14572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D16DCD26-36F1-47E7-9086-519A5650BB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1788" y="350996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F2B14FE3-59A1-4A2C-8A64-0F5569168D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39615" y="-1240732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9083AAC6-79BA-4970-BA43-9745B4B3AE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01179" y="-1190652"/>
              <a:ext cx="555086" cy="145755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3812434-FBBF-4F07-8023-C3A775DA65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34264" y="-3009340"/>
              <a:ext cx="6087" cy="184706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93539BE7-FA3C-44EF-9266-2ECFB6356B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4330" y="-3041004"/>
              <a:ext cx="6087" cy="184706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6F5B8821-9EC1-4E39-9C8C-B276F86087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82673" y="-3064136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94357483-A4C8-4007-903D-0C6237B2BB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6903" y="-3084287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92565378-0906-421C-B3EF-E1D16CA03D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00587" y="-2508607"/>
              <a:ext cx="507081" cy="1405165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DF188E42-B9E0-4B34-A97A-1581B33B60E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80279" y="-1075347"/>
              <a:ext cx="600175" cy="1526477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FCD238B9-40AA-4197-A632-CAC7CA209D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45720" y="-1071880"/>
              <a:ext cx="513925" cy="1474467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3DBFBC31-A6DF-4B67-B531-46AAF07149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42476" y="-2448511"/>
              <a:ext cx="590492" cy="1352296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D070A8B8-59A0-4264-8453-7CEA18CF30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19387" y="8555634"/>
              <a:ext cx="812383" cy="441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5F8BB302-5A35-4268-A32D-84C68A3FAD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36716" y="5643815"/>
              <a:ext cx="564545" cy="14572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B73428DC-84A8-488E-8136-4F374820A93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37800" y="5621416"/>
              <a:ext cx="816170" cy="103507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B09DE145-B3B7-45A0-8B71-BE0B97EE03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3961" y="5530825"/>
              <a:ext cx="484882" cy="1397967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CEFE9C55-8690-4EF1-9F25-42E73DE97E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15533" y="3671453"/>
              <a:ext cx="562465" cy="151811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F5075681-7057-46F6-A875-6C7551F28A3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45489" y="1739319"/>
              <a:ext cx="763682" cy="4474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F2CE3D09-8F2D-4B6C-BFDE-91175D36CB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79700" y="1876344"/>
              <a:ext cx="6087" cy="184706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2F5E7A33-43B9-49A7-9DD9-FA0B765B16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3298" y="1801144"/>
              <a:ext cx="6087" cy="184706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50ABC000-F54B-48B0-88E5-DF48F4E93D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69794" y="3799503"/>
              <a:ext cx="550271" cy="124561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56A9584-0965-4FB5-BAAC-10B48C002C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03270" y="-1129308"/>
              <a:ext cx="564545" cy="14572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FC4F5944-A17C-493B-8767-E1ADA9FCB4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0283" y="350996"/>
              <a:ext cx="6087" cy="184706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BD6B6452-0607-4734-B92F-43C507626C9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83967" y="3771224"/>
              <a:ext cx="550271" cy="124561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1E690E61-0DE5-4330-9919-51B7F37CB5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79609" y="2239855"/>
              <a:ext cx="564545" cy="14572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FEBDF0E2-7A08-47B0-9233-ED687A0B34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31809" y="5134575"/>
              <a:ext cx="6087" cy="184706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6F291C55-8E99-4143-A3B5-1AC925B0C6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52945" y="7086535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18728886-79BC-48F2-A033-B7EA8FF779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07156" y="5218532"/>
              <a:ext cx="6087" cy="184706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66F58307-D5A1-48D8-AF20-9F593EE551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19468" y="8392509"/>
              <a:ext cx="564545" cy="14572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9784C01C-2A1C-421A-AC38-02A2CE73D1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71154" y="-1107293"/>
              <a:ext cx="555086" cy="145755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FEF5522A-B6E8-4FAB-80C8-81F9624A4813}"/>
                </a:ext>
              </a:extLst>
            </p:cNvPr>
            <p:cNvCxnSpPr>
              <a:cxnSpLocks/>
            </p:cNvCxnSpPr>
            <p:nvPr/>
          </p:nvCxnSpPr>
          <p:spPr>
            <a:xfrm>
              <a:off x="7490074" y="271202"/>
              <a:ext cx="530923" cy="150820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33BE6D75-EF85-4D0E-86A1-0AB5E22B95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26989" y="3648207"/>
              <a:ext cx="18336" cy="203948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F9F47F91-B022-4B9D-BCE7-0E0457D70D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06661" y="1682909"/>
              <a:ext cx="809473" cy="6095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AFFE6247-C9DD-4BB6-BB2F-8EF9DDFE6A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28218" y="5702552"/>
              <a:ext cx="550271" cy="124561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F70BE865-E16B-43A9-9C8B-90A16C31E8B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60652" y="7091605"/>
              <a:ext cx="550271" cy="124561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F80A800A-A68B-487F-99FE-243EAA2489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51210" y="7167910"/>
              <a:ext cx="484882" cy="1397967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70806C7E-2041-4677-8A94-50766F896A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68652" y="2301202"/>
              <a:ext cx="564545" cy="14572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7CC2D0DA-2483-4CB1-97FD-9119325695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31388" y="7167911"/>
              <a:ext cx="484882" cy="1397967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333460F9-D6AE-4D05-A5EB-87744FE995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1787" y="2334735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B51507ED-49B6-4C41-B938-9596223AB65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37045" y="7091605"/>
              <a:ext cx="550271" cy="124561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DAF729C5-6072-4ABB-8BE5-B77A6F63D6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70657" y="301811"/>
              <a:ext cx="564545" cy="14572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D17D7A2F-9605-489E-BCA2-5D2F80162F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12984" y="2192606"/>
              <a:ext cx="513925" cy="1474467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65822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0731018-9B2D-43F6-B240-FD81FF1F756F}"/>
              </a:ext>
            </a:extLst>
          </p:cNvPr>
          <p:cNvGrpSpPr/>
          <p:nvPr/>
        </p:nvGrpSpPr>
        <p:grpSpPr>
          <a:xfrm>
            <a:off x="2662906" y="-7632"/>
            <a:ext cx="6935285" cy="6940695"/>
            <a:chOff x="2662906" y="-7632"/>
            <a:chExt cx="6935285" cy="694069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FF79358-B025-4B18-8563-D9351DEB2941}"/>
                </a:ext>
              </a:extLst>
            </p:cNvPr>
            <p:cNvSpPr/>
            <p:nvPr/>
          </p:nvSpPr>
          <p:spPr>
            <a:xfrm rot="5400000">
              <a:off x="7942012" y="5253722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97F59DD-E3DC-4963-860C-11FA9E518DA0}"/>
                </a:ext>
              </a:extLst>
            </p:cNvPr>
            <p:cNvSpPr/>
            <p:nvPr/>
          </p:nvSpPr>
          <p:spPr>
            <a:xfrm rot="2700000">
              <a:off x="7035712" y="4893042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FF28280-DD6B-4A34-8F99-0212A7E10717}"/>
                </a:ext>
              </a:extLst>
            </p:cNvPr>
            <p:cNvSpPr/>
            <p:nvPr/>
          </p:nvSpPr>
          <p:spPr>
            <a:xfrm rot="2700000">
              <a:off x="7569443" y="4380024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A1591F6-9B55-4063-988E-C012EC262ABE}"/>
                </a:ext>
              </a:extLst>
            </p:cNvPr>
            <p:cNvSpPr/>
            <p:nvPr/>
          </p:nvSpPr>
          <p:spPr>
            <a:xfrm rot="5400000">
              <a:off x="6138544" y="5293938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8869676-814B-4B11-AA41-EB7520C0F362}"/>
                </a:ext>
              </a:extLst>
            </p:cNvPr>
            <p:cNvSpPr/>
            <p:nvPr/>
          </p:nvSpPr>
          <p:spPr>
            <a:xfrm rot="5400000">
              <a:off x="6661062" y="4016805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2F67BA8-68F3-48BE-B1A7-789435D0CD65}"/>
                </a:ext>
              </a:extLst>
            </p:cNvPr>
            <p:cNvSpPr/>
            <p:nvPr/>
          </p:nvSpPr>
          <p:spPr>
            <a:xfrm rot="5400000">
              <a:off x="7942012" y="3455402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5A5B0F5-AAA3-471E-A212-69030D153364}"/>
                </a:ext>
              </a:extLst>
            </p:cNvPr>
            <p:cNvSpPr/>
            <p:nvPr/>
          </p:nvSpPr>
          <p:spPr>
            <a:xfrm rot="2700000">
              <a:off x="7051687" y="3099400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C940C68-941E-4670-8E1B-EC2300212ABE}"/>
                </a:ext>
              </a:extLst>
            </p:cNvPr>
            <p:cNvSpPr/>
            <p:nvPr/>
          </p:nvSpPr>
          <p:spPr>
            <a:xfrm rot="2700000">
              <a:off x="8846543" y="3083515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7BC1B158-21A0-4A6B-A877-F29A404655CB}"/>
                </a:ext>
              </a:extLst>
            </p:cNvPr>
            <p:cNvSpPr/>
            <p:nvPr/>
          </p:nvSpPr>
          <p:spPr>
            <a:xfrm rot="5400000">
              <a:off x="6511460" y="5664583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9A780D18-071E-48C6-80F4-D1A154FC9D41}"/>
                </a:ext>
              </a:extLst>
            </p:cNvPr>
            <p:cNvSpPr/>
            <p:nvPr/>
          </p:nvSpPr>
          <p:spPr>
            <a:xfrm rot="5400000" flipH="1">
              <a:off x="7036724" y="5647649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6D03B942-C49B-4F4D-93D7-BADC9F60C5B2}"/>
                </a:ext>
              </a:extLst>
            </p:cNvPr>
            <p:cNvSpPr/>
            <p:nvPr/>
          </p:nvSpPr>
          <p:spPr>
            <a:xfrm rot="5400000" flipH="1">
              <a:off x="7036724" y="3871679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D3D85E02-7B1D-4124-B1C9-A0D0201ED014}"/>
                </a:ext>
              </a:extLst>
            </p:cNvPr>
            <p:cNvSpPr/>
            <p:nvPr/>
          </p:nvSpPr>
          <p:spPr>
            <a:xfrm rot="5400000">
              <a:off x="8313824" y="3846140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DC5A0FEB-DCB7-48F4-B463-4970ADF79D81}"/>
                </a:ext>
              </a:extLst>
            </p:cNvPr>
            <p:cNvSpPr/>
            <p:nvPr/>
          </p:nvSpPr>
          <p:spPr>
            <a:xfrm rot="5400000">
              <a:off x="5767899" y="3865190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7E3A7BE7-0476-4A0E-BC2B-2886FF0F76DA}"/>
                </a:ext>
              </a:extLst>
            </p:cNvPr>
            <p:cNvSpPr/>
            <p:nvPr/>
          </p:nvSpPr>
          <p:spPr>
            <a:xfrm rot="2700000">
              <a:off x="6134199" y="3480781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2DCA1708-31D4-4DD6-B61E-9EF2D47DF589}"/>
                </a:ext>
              </a:extLst>
            </p:cNvPr>
            <p:cNvSpPr/>
            <p:nvPr/>
          </p:nvSpPr>
          <p:spPr>
            <a:xfrm rot="2700000">
              <a:off x="6142666" y="603878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AA418635-72C8-46F4-B05D-EB9172BA9C6D}"/>
                </a:ext>
              </a:extLst>
            </p:cNvPr>
            <p:cNvSpPr/>
            <p:nvPr/>
          </p:nvSpPr>
          <p:spPr>
            <a:xfrm rot="2700000">
              <a:off x="7937667" y="4222557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FE81C62E-9D86-417A-96AA-691600C341E2}"/>
                </a:ext>
              </a:extLst>
            </p:cNvPr>
            <p:cNvSpPr/>
            <p:nvPr/>
          </p:nvSpPr>
          <p:spPr>
            <a:xfrm rot="8100000" flipH="1">
              <a:off x="6142666" y="4771861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2340D5B2-99EB-4E54-99D7-D7085F802197}"/>
                </a:ext>
              </a:extLst>
            </p:cNvPr>
            <p:cNvSpPr/>
            <p:nvPr/>
          </p:nvSpPr>
          <p:spPr>
            <a:xfrm rot="8100000" flipH="1">
              <a:off x="7937667" y="4769322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0A8EF62-BA2E-49B4-A1B2-2AB89C1DA4D0}"/>
                </a:ext>
              </a:extLst>
            </p:cNvPr>
            <p:cNvSpPr/>
            <p:nvPr/>
          </p:nvSpPr>
          <p:spPr>
            <a:xfrm>
              <a:off x="7918850" y="909837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B6804B5-F8C1-4B48-84BC-A925FF4800EA}"/>
                </a:ext>
              </a:extLst>
            </p:cNvPr>
            <p:cNvSpPr/>
            <p:nvPr/>
          </p:nvSpPr>
          <p:spPr>
            <a:xfrm rot="18900000">
              <a:off x="7558170" y="1816137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465DA1D-72DF-4095-BB8B-67705F71A4B7}"/>
                </a:ext>
              </a:extLst>
            </p:cNvPr>
            <p:cNvSpPr/>
            <p:nvPr/>
          </p:nvSpPr>
          <p:spPr>
            <a:xfrm rot="18900000">
              <a:off x="7045152" y="1282406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063641A-8F0A-4AC0-8E8A-A3A09408918D}"/>
                </a:ext>
              </a:extLst>
            </p:cNvPr>
            <p:cNvSpPr/>
            <p:nvPr/>
          </p:nvSpPr>
          <p:spPr>
            <a:xfrm>
              <a:off x="7959066" y="2704838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8FC463A-98D0-472B-A721-FA47B96AE5FB}"/>
                </a:ext>
              </a:extLst>
            </p:cNvPr>
            <p:cNvSpPr/>
            <p:nvPr/>
          </p:nvSpPr>
          <p:spPr>
            <a:xfrm>
              <a:off x="6681933" y="2190787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D4802B9-3A2F-4D2E-9463-EBFF1520C0F2}"/>
                </a:ext>
              </a:extLst>
            </p:cNvPr>
            <p:cNvSpPr/>
            <p:nvPr/>
          </p:nvSpPr>
          <p:spPr>
            <a:xfrm>
              <a:off x="6120530" y="909837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5B798A8-2055-4D62-8AB7-EFE869CF4C76}"/>
                </a:ext>
              </a:extLst>
            </p:cNvPr>
            <p:cNvSpPr/>
            <p:nvPr/>
          </p:nvSpPr>
          <p:spPr>
            <a:xfrm rot="18900000">
              <a:off x="5764524" y="1800162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4658F00-A8A4-417E-B19E-0D3C41D8403D}"/>
                </a:ext>
              </a:extLst>
            </p:cNvPr>
            <p:cNvSpPr/>
            <p:nvPr/>
          </p:nvSpPr>
          <p:spPr>
            <a:xfrm rot="18900000">
              <a:off x="5748643" y="5306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1D5C619A-2F26-445D-B21D-C03334FBC717}"/>
                </a:ext>
              </a:extLst>
            </p:cNvPr>
            <p:cNvSpPr/>
            <p:nvPr/>
          </p:nvSpPr>
          <p:spPr>
            <a:xfrm>
              <a:off x="7933666" y="2196261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257FB9B4-7E23-4C2C-951F-C859442D4D1F}"/>
                </a:ext>
              </a:extLst>
            </p:cNvPr>
            <p:cNvSpPr/>
            <p:nvPr/>
          </p:nvSpPr>
          <p:spPr>
            <a:xfrm flipH="1">
              <a:off x="7933666" y="1662530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37FE4962-4438-4E0D-874E-1F6DA7D71AA2}"/>
                </a:ext>
              </a:extLst>
            </p:cNvPr>
            <p:cNvSpPr/>
            <p:nvPr/>
          </p:nvSpPr>
          <p:spPr>
            <a:xfrm flipH="1">
              <a:off x="6157696" y="1662530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4" name="Parallelogram 33">
              <a:extLst>
                <a:ext uri="{FF2B5EF4-FFF2-40B4-BE49-F238E27FC236}">
                  <a16:creationId xmlns:a16="http://schemas.microsoft.com/office/drawing/2014/main" id="{934E6E18-9D92-4278-8236-557E9C2442D1}"/>
                </a:ext>
              </a:extLst>
            </p:cNvPr>
            <p:cNvSpPr/>
            <p:nvPr/>
          </p:nvSpPr>
          <p:spPr>
            <a:xfrm>
              <a:off x="6132157" y="385430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5" name="Parallelogram 34">
              <a:extLst>
                <a:ext uri="{FF2B5EF4-FFF2-40B4-BE49-F238E27FC236}">
                  <a16:creationId xmlns:a16="http://schemas.microsoft.com/office/drawing/2014/main" id="{78BC2ADF-B059-47AC-BB3F-EDA4F5F67A95}"/>
                </a:ext>
              </a:extLst>
            </p:cNvPr>
            <p:cNvSpPr/>
            <p:nvPr/>
          </p:nvSpPr>
          <p:spPr>
            <a:xfrm>
              <a:off x="6151207" y="2948289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6" name="Parallelogram 35">
              <a:extLst>
                <a:ext uri="{FF2B5EF4-FFF2-40B4-BE49-F238E27FC236}">
                  <a16:creationId xmlns:a16="http://schemas.microsoft.com/office/drawing/2014/main" id="{8B19DE33-85BE-4366-848A-B2EDA7DE5683}"/>
                </a:ext>
              </a:extLst>
            </p:cNvPr>
            <p:cNvSpPr/>
            <p:nvPr/>
          </p:nvSpPr>
          <p:spPr>
            <a:xfrm rot="18900000">
              <a:off x="5758331" y="255658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7" name="Parallelogram 36">
              <a:extLst>
                <a:ext uri="{FF2B5EF4-FFF2-40B4-BE49-F238E27FC236}">
                  <a16:creationId xmlns:a16="http://schemas.microsoft.com/office/drawing/2014/main" id="{045073E7-0F28-4822-A723-5FE3D748F9DA}"/>
                </a:ext>
              </a:extLst>
            </p:cNvPr>
            <p:cNvSpPr/>
            <p:nvPr/>
          </p:nvSpPr>
          <p:spPr>
            <a:xfrm rot="18900000">
              <a:off x="8324805" y="255658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38" name="Parallelogram 37">
              <a:extLst>
                <a:ext uri="{FF2B5EF4-FFF2-40B4-BE49-F238E27FC236}">
                  <a16:creationId xmlns:a16="http://schemas.microsoft.com/office/drawing/2014/main" id="{ED02B445-DD87-4E00-8E1B-65989EB1B138}"/>
                </a:ext>
              </a:extLst>
            </p:cNvPr>
            <p:cNvSpPr/>
            <p:nvPr/>
          </p:nvSpPr>
          <p:spPr>
            <a:xfrm rot="18900000">
              <a:off x="6508574" y="761587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9" name="Parallelogram 38">
              <a:extLst>
                <a:ext uri="{FF2B5EF4-FFF2-40B4-BE49-F238E27FC236}">
                  <a16:creationId xmlns:a16="http://schemas.microsoft.com/office/drawing/2014/main" id="{7FB48F24-BC52-4A18-9641-BBA28E9270B0}"/>
                </a:ext>
              </a:extLst>
            </p:cNvPr>
            <p:cNvSpPr/>
            <p:nvPr/>
          </p:nvSpPr>
          <p:spPr>
            <a:xfrm rot="2700000" flipH="1">
              <a:off x="7057878" y="255658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40" name="Parallelogram 39">
              <a:extLst>
                <a:ext uri="{FF2B5EF4-FFF2-40B4-BE49-F238E27FC236}">
                  <a16:creationId xmlns:a16="http://schemas.microsoft.com/office/drawing/2014/main" id="{0F890812-443A-4DCC-9AD8-753B84E3FA15}"/>
                </a:ext>
              </a:extLst>
            </p:cNvPr>
            <p:cNvSpPr/>
            <p:nvPr/>
          </p:nvSpPr>
          <p:spPr>
            <a:xfrm rot="2700000" flipH="1">
              <a:off x="7055339" y="761587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C7132C1D-D397-45FD-AB1A-7A281E6DE93B}"/>
                </a:ext>
              </a:extLst>
            </p:cNvPr>
            <p:cNvSpPr/>
            <p:nvPr/>
          </p:nvSpPr>
          <p:spPr>
            <a:xfrm rot="16200000">
              <a:off x="3577407" y="930029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A39E900-E377-4C66-AFB1-A5FB5E2BBF0F}"/>
                </a:ext>
              </a:extLst>
            </p:cNvPr>
            <p:cNvSpPr/>
            <p:nvPr/>
          </p:nvSpPr>
          <p:spPr>
            <a:xfrm rot="13500000">
              <a:off x="4483707" y="1290709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29E6A13A-DD49-46C0-B49F-6592CE7C1ABD}"/>
                </a:ext>
              </a:extLst>
            </p:cNvPr>
            <p:cNvSpPr/>
            <p:nvPr/>
          </p:nvSpPr>
          <p:spPr>
            <a:xfrm rot="13500000">
              <a:off x="3949976" y="1803727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19FE09B-A3FC-4308-AF4B-F16B5C41A7D2}"/>
                </a:ext>
              </a:extLst>
            </p:cNvPr>
            <p:cNvSpPr/>
            <p:nvPr/>
          </p:nvSpPr>
          <p:spPr>
            <a:xfrm rot="16200000">
              <a:off x="5372408" y="889812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A6E7C00-D3C1-4CBA-9CAD-F9D832B7BBE0}"/>
                </a:ext>
              </a:extLst>
            </p:cNvPr>
            <p:cNvSpPr/>
            <p:nvPr/>
          </p:nvSpPr>
          <p:spPr>
            <a:xfrm rot="16200000">
              <a:off x="4858357" y="2166945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7A46C0D7-6528-45C1-B22D-FFD737037C3E}"/>
                </a:ext>
              </a:extLst>
            </p:cNvPr>
            <p:cNvSpPr/>
            <p:nvPr/>
          </p:nvSpPr>
          <p:spPr>
            <a:xfrm rot="16200000">
              <a:off x="3577407" y="2728349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B420F087-5CDA-4489-BCAA-CED6D320E5D7}"/>
                </a:ext>
              </a:extLst>
            </p:cNvPr>
            <p:cNvSpPr/>
            <p:nvPr/>
          </p:nvSpPr>
          <p:spPr>
            <a:xfrm rot="13500000">
              <a:off x="4467732" y="3084355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2AC4949B-EE4D-40E5-95C5-6C99D1D95762}"/>
                </a:ext>
              </a:extLst>
            </p:cNvPr>
            <p:cNvSpPr/>
            <p:nvPr/>
          </p:nvSpPr>
          <p:spPr>
            <a:xfrm rot="13500000">
              <a:off x="2672876" y="3100236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9" name="Parallelogram 48">
              <a:extLst>
                <a:ext uri="{FF2B5EF4-FFF2-40B4-BE49-F238E27FC236}">
                  <a16:creationId xmlns:a16="http://schemas.microsoft.com/office/drawing/2014/main" id="{81E77EB5-F1BE-4B20-8A92-087FDEA49471}"/>
                </a:ext>
              </a:extLst>
            </p:cNvPr>
            <p:cNvSpPr/>
            <p:nvPr/>
          </p:nvSpPr>
          <p:spPr>
            <a:xfrm rot="16200000">
              <a:off x="4484719" y="76261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0" name="Parallelogram 49">
              <a:extLst>
                <a:ext uri="{FF2B5EF4-FFF2-40B4-BE49-F238E27FC236}">
                  <a16:creationId xmlns:a16="http://schemas.microsoft.com/office/drawing/2014/main" id="{B22CF322-3D5F-4052-BDF6-3C4442833D7F}"/>
                </a:ext>
              </a:extLst>
            </p:cNvPr>
            <p:cNvSpPr/>
            <p:nvPr/>
          </p:nvSpPr>
          <p:spPr>
            <a:xfrm rot="16200000" flipH="1">
              <a:off x="3950988" y="76261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1" name="Parallelogram 50">
              <a:extLst>
                <a:ext uri="{FF2B5EF4-FFF2-40B4-BE49-F238E27FC236}">
                  <a16:creationId xmlns:a16="http://schemas.microsoft.com/office/drawing/2014/main" id="{B40613D9-029F-483D-A4B7-80E0113AAE53}"/>
                </a:ext>
              </a:extLst>
            </p:cNvPr>
            <p:cNvSpPr/>
            <p:nvPr/>
          </p:nvSpPr>
          <p:spPr>
            <a:xfrm rot="16200000" flipH="1">
              <a:off x="3950988" y="253858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2" name="Parallelogram 51">
              <a:extLst>
                <a:ext uri="{FF2B5EF4-FFF2-40B4-BE49-F238E27FC236}">
                  <a16:creationId xmlns:a16="http://schemas.microsoft.com/office/drawing/2014/main" id="{FF9C4087-7D97-417B-B10E-F1FEBC45C64B}"/>
                </a:ext>
              </a:extLst>
            </p:cNvPr>
            <p:cNvSpPr/>
            <p:nvPr/>
          </p:nvSpPr>
          <p:spPr>
            <a:xfrm rot="16200000">
              <a:off x="2673888" y="2564127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3" name="Parallelogram 52">
              <a:extLst>
                <a:ext uri="{FF2B5EF4-FFF2-40B4-BE49-F238E27FC236}">
                  <a16:creationId xmlns:a16="http://schemas.microsoft.com/office/drawing/2014/main" id="{1B9AA933-64D6-4173-9A5D-D04C12815770}"/>
                </a:ext>
              </a:extLst>
            </p:cNvPr>
            <p:cNvSpPr/>
            <p:nvPr/>
          </p:nvSpPr>
          <p:spPr>
            <a:xfrm rot="16200000">
              <a:off x="5219813" y="2545077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4" name="Parallelogram 53">
              <a:extLst>
                <a:ext uri="{FF2B5EF4-FFF2-40B4-BE49-F238E27FC236}">
                  <a16:creationId xmlns:a16="http://schemas.microsoft.com/office/drawing/2014/main" id="{A4490AD2-0DDD-470C-882D-922BB0E1C6C4}"/>
                </a:ext>
              </a:extLst>
            </p:cNvPr>
            <p:cNvSpPr/>
            <p:nvPr/>
          </p:nvSpPr>
          <p:spPr>
            <a:xfrm rot="13500000">
              <a:off x="4870447" y="2946420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5" name="Parallelogram 54">
              <a:extLst>
                <a:ext uri="{FF2B5EF4-FFF2-40B4-BE49-F238E27FC236}">
                  <a16:creationId xmlns:a16="http://schemas.microsoft.com/office/drawing/2014/main" id="{A44EF3F0-47BE-4B0D-A4BE-4B328A7687B6}"/>
                </a:ext>
              </a:extLst>
            </p:cNvPr>
            <p:cNvSpPr/>
            <p:nvPr/>
          </p:nvSpPr>
          <p:spPr>
            <a:xfrm rot="13500000">
              <a:off x="4845046" y="371479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56" name="Parallelogram 55">
              <a:extLst>
                <a:ext uri="{FF2B5EF4-FFF2-40B4-BE49-F238E27FC236}">
                  <a16:creationId xmlns:a16="http://schemas.microsoft.com/office/drawing/2014/main" id="{F6B7EA71-849F-4E38-9E12-44EF6EE42015}"/>
                </a:ext>
              </a:extLst>
            </p:cNvPr>
            <p:cNvSpPr/>
            <p:nvPr/>
          </p:nvSpPr>
          <p:spPr>
            <a:xfrm rot="13500000">
              <a:off x="3050045" y="2187710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B79D8645-6C5E-4F21-B5F1-62377960C8B1}"/>
                </a:ext>
              </a:extLst>
            </p:cNvPr>
            <p:cNvSpPr/>
            <p:nvPr/>
          </p:nvSpPr>
          <p:spPr>
            <a:xfrm rot="18900000" flipH="1">
              <a:off x="4861982" y="1638405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CC81CFFD-E124-43CE-A95E-D6A064090F9F}"/>
                </a:ext>
              </a:extLst>
            </p:cNvPr>
            <p:cNvSpPr/>
            <p:nvPr/>
          </p:nvSpPr>
          <p:spPr>
            <a:xfrm rot="18900000" flipH="1">
              <a:off x="3050045" y="1640945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94148FB4-DAA9-4B5C-97FA-8C7CA26DA732}"/>
                </a:ext>
              </a:extLst>
            </p:cNvPr>
            <p:cNvSpPr/>
            <p:nvPr/>
          </p:nvSpPr>
          <p:spPr>
            <a:xfrm rot="10800000">
              <a:off x="3600567" y="5273912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55EC50F4-ED38-46BF-92AA-B46D7777E870}"/>
                </a:ext>
              </a:extLst>
            </p:cNvPr>
            <p:cNvSpPr/>
            <p:nvPr/>
          </p:nvSpPr>
          <p:spPr>
            <a:xfrm rot="8100000">
              <a:off x="3961247" y="4367612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48E00AE3-E36C-4401-93A5-C00A077C609C}"/>
                </a:ext>
              </a:extLst>
            </p:cNvPr>
            <p:cNvSpPr/>
            <p:nvPr/>
          </p:nvSpPr>
          <p:spPr>
            <a:xfrm rot="8100000">
              <a:off x="4474265" y="4901343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3D39441-F887-4108-9CEE-E9B558BAA60B}"/>
                </a:ext>
              </a:extLst>
            </p:cNvPr>
            <p:cNvSpPr/>
            <p:nvPr/>
          </p:nvSpPr>
          <p:spPr>
            <a:xfrm rot="10800000">
              <a:off x="3560351" y="3478911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8429EA65-0F0A-449E-8C27-EE20A4CE866B}"/>
                </a:ext>
              </a:extLst>
            </p:cNvPr>
            <p:cNvSpPr/>
            <p:nvPr/>
          </p:nvSpPr>
          <p:spPr>
            <a:xfrm rot="10800000">
              <a:off x="4837484" y="3992962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9F40BC6D-0975-40A5-BC70-6E319CC91899}"/>
                </a:ext>
              </a:extLst>
            </p:cNvPr>
            <p:cNvSpPr/>
            <p:nvPr/>
          </p:nvSpPr>
          <p:spPr>
            <a:xfrm rot="10800000">
              <a:off x="5390420" y="5273912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AE376A4E-FA2C-44F3-BF60-EE03862F235A}"/>
                </a:ext>
              </a:extLst>
            </p:cNvPr>
            <p:cNvSpPr/>
            <p:nvPr/>
          </p:nvSpPr>
          <p:spPr>
            <a:xfrm rot="8100000">
              <a:off x="5754893" y="4396287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5EB7D63F-3578-4409-8C5A-8BA0138948E9}"/>
                </a:ext>
              </a:extLst>
            </p:cNvPr>
            <p:cNvSpPr/>
            <p:nvPr/>
          </p:nvSpPr>
          <p:spPr>
            <a:xfrm rot="8100000">
              <a:off x="5770774" y="6178443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" name="Parallelogram 66">
              <a:extLst>
                <a:ext uri="{FF2B5EF4-FFF2-40B4-BE49-F238E27FC236}">
                  <a16:creationId xmlns:a16="http://schemas.microsoft.com/office/drawing/2014/main" id="{A1388E73-A007-401A-9717-5D34256014AB}"/>
                </a:ext>
              </a:extLst>
            </p:cNvPr>
            <p:cNvSpPr/>
            <p:nvPr/>
          </p:nvSpPr>
          <p:spPr>
            <a:xfrm rot="10800000">
              <a:off x="3054045" y="4214005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" name="Parallelogram 67">
              <a:extLst>
                <a:ext uri="{FF2B5EF4-FFF2-40B4-BE49-F238E27FC236}">
                  <a16:creationId xmlns:a16="http://schemas.microsoft.com/office/drawing/2014/main" id="{15B92E9A-EA11-4FBD-B565-CF876B28B574}"/>
                </a:ext>
              </a:extLst>
            </p:cNvPr>
            <p:cNvSpPr/>
            <p:nvPr/>
          </p:nvSpPr>
          <p:spPr>
            <a:xfrm rot="10800000" flipH="1">
              <a:off x="3054045" y="4747736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" name="Parallelogram 68">
              <a:extLst>
                <a:ext uri="{FF2B5EF4-FFF2-40B4-BE49-F238E27FC236}">
                  <a16:creationId xmlns:a16="http://schemas.microsoft.com/office/drawing/2014/main" id="{27D90C20-7C3B-4B9C-9428-A520879DA309}"/>
                </a:ext>
              </a:extLst>
            </p:cNvPr>
            <p:cNvSpPr/>
            <p:nvPr/>
          </p:nvSpPr>
          <p:spPr>
            <a:xfrm rot="10800000" flipH="1">
              <a:off x="4830015" y="4747736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0" name="Parallelogram 69">
              <a:extLst>
                <a:ext uri="{FF2B5EF4-FFF2-40B4-BE49-F238E27FC236}">
                  <a16:creationId xmlns:a16="http://schemas.microsoft.com/office/drawing/2014/main" id="{23625A14-3251-4343-A0BB-7B8B97DC3F79}"/>
                </a:ext>
              </a:extLst>
            </p:cNvPr>
            <p:cNvSpPr/>
            <p:nvPr/>
          </p:nvSpPr>
          <p:spPr>
            <a:xfrm rot="10800000">
              <a:off x="4855554" y="6024836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1" name="Parallelogram 70">
              <a:extLst>
                <a:ext uri="{FF2B5EF4-FFF2-40B4-BE49-F238E27FC236}">
                  <a16:creationId xmlns:a16="http://schemas.microsoft.com/office/drawing/2014/main" id="{5F9F5C2C-58FC-4680-B2B4-1A917B660A22}"/>
                </a:ext>
              </a:extLst>
            </p:cNvPr>
            <p:cNvSpPr/>
            <p:nvPr/>
          </p:nvSpPr>
          <p:spPr>
            <a:xfrm rot="10800000">
              <a:off x="4836504" y="3478911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2" name="Parallelogram 71">
              <a:extLst>
                <a:ext uri="{FF2B5EF4-FFF2-40B4-BE49-F238E27FC236}">
                  <a16:creationId xmlns:a16="http://schemas.microsoft.com/office/drawing/2014/main" id="{D777C7A3-A3E1-4275-862C-691D14374B7B}"/>
                </a:ext>
              </a:extLst>
            </p:cNvPr>
            <p:cNvSpPr/>
            <p:nvPr/>
          </p:nvSpPr>
          <p:spPr>
            <a:xfrm rot="8100000">
              <a:off x="5229380" y="385367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" name="Parallelogram 72">
              <a:extLst>
                <a:ext uri="{FF2B5EF4-FFF2-40B4-BE49-F238E27FC236}">
                  <a16:creationId xmlns:a16="http://schemas.microsoft.com/office/drawing/2014/main" id="{D6BD7850-DC28-4B9D-9588-25A1C0CE7185}"/>
                </a:ext>
              </a:extLst>
            </p:cNvPr>
            <p:cNvSpPr/>
            <p:nvPr/>
          </p:nvSpPr>
          <p:spPr>
            <a:xfrm rot="8100000">
              <a:off x="2662906" y="385367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74" name="Parallelogram 73">
              <a:extLst>
                <a:ext uri="{FF2B5EF4-FFF2-40B4-BE49-F238E27FC236}">
                  <a16:creationId xmlns:a16="http://schemas.microsoft.com/office/drawing/2014/main" id="{599E2300-10F7-4A35-9B28-EE1C2AFC2D62}"/>
                </a:ext>
              </a:extLst>
            </p:cNvPr>
            <p:cNvSpPr/>
            <p:nvPr/>
          </p:nvSpPr>
          <p:spPr>
            <a:xfrm rot="8100000">
              <a:off x="4479137" y="5648679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" name="Parallelogram 74">
              <a:extLst>
                <a:ext uri="{FF2B5EF4-FFF2-40B4-BE49-F238E27FC236}">
                  <a16:creationId xmlns:a16="http://schemas.microsoft.com/office/drawing/2014/main" id="{EA26F209-E9DB-443F-A989-87868158F173}"/>
                </a:ext>
              </a:extLst>
            </p:cNvPr>
            <p:cNvSpPr/>
            <p:nvPr/>
          </p:nvSpPr>
          <p:spPr>
            <a:xfrm rot="13500000" flipH="1">
              <a:off x="3929833" y="385367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76" name="Parallelogram 75">
              <a:extLst>
                <a:ext uri="{FF2B5EF4-FFF2-40B4-BE49-F238E27FC236}">
                  <a16:creationId xmlns:a16="http://schemas.microsoft.com/office/drawing/2014/main" id="{5EA80AA7-42DD-4929-BC69-3C0565B56BC9}"/>
                </a:ext>
              </a:extLst>
            </p:cNvPr>
            <p:cNvSpPr/>
            <p:nvPr/>
          </p:nvSpPr>
          <p:spPr>
            <a:xfrm rot="13500000" flipH="1">
              <a:off x="3932372" y="5648679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DD19325F-2F2D-40E3-85C6-2E60277F7AC0}"/>
              </a:ext>
            </a:extLst>
          </p:cNvPr>
          <p:cNvGrpSpPr/>
          <p:nvPr/>
        </p:nvGrpSpPr>
        <p:grpSpPr>
          <a:xfrm>
            <a:off x="2505417" y="-168799"/>
            <a:ext cx="7249720" cy="7251772"/>
            <a:chOff x="2279609" y="-5851211"/>
            <a:chExt cx="7590688" cy="19092220"/>
          </a:xfrm>
        </p:grpSpPr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966B6B5B-D2A9-47B6-9D38-1FAE75AE36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28980" y="312908"/>
              <a:ext cx="6809" cy="1926948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892B150-3180-488A-8002-4B185938C5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27182" y="2250723"/>
              <a:ext cx="783381" cy="1793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F10DABAA-66E0-47D0-93E4-B774BBEFE9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64572" y="2257029"/>
              <a:ext cx="564545" cy="1457293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587DA1EA-DD80-4521-9510-FB1DBF4EB7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2635" y="337388"/>
              <a:ext cx="533611" cy="140193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2B549E5F-F885-401F-9899-137665748F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66546" y="1773792"/>
              <a:ext cx="36089" cy="401414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1831FA7F-4F69-4F16-98C4-FF02F7D332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62140" y="3704838"/>
              <a:ext cx="555086" cy="145755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30D7272E-50C1-4BD1-BA4C-29CFB086290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19626" y="7106074"/>
              <a:ext cx="552787" cy="1326993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346E09E6-F63E-40E3-8319-CF47EEF16D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26240" y="5150504"/>
              <a:ext cx="0" cy="199033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0EA1DD61-3F5C-44E9-AF3E-05114ED4BA1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72924" y="5648672"/>
              <a:ext cx="763629" cy="9749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F36ADAC0-38AD-436F-8657-693CE1EDB0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65837" y="8473625"/>
              <a:ext cx="1558493" cy="104289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E0288D56-9EB8-486B-AD39-A06453FE0EB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24709" y="355596"/>
              <a:ext cx="17394" cy="1924457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205FC834-591E-4B5A-A120-89D96F7464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47055" y="2252201"/>
              <a:ext cx="518473" cy="141487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238AF7B8-09FD-4A9F-90D9-AC13E6EA82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7668" y="3721071"/>
              <a:ext cx="557861" cy="1395745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D16DCD26-36F1-47E7-9086-519A5650BB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56266" y="295677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F2B14FE3-59A1-4A2C-8A64-0F5569168D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92041" y="-1135411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9083AAC6-79BA-4970-BA43-9745B4B3AE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83398" y="-1126975"/>
              <a:ext cx="555086" cy="142231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3812434-FBBF-4F07-8023-C3A775DA65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90519" y="-3092883"/>
              <a:ext cx="2363" cy="190061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93539BE7-FA3C-44EF-9266-2ECFB6356BC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30418" y="-3041001"/>
              <a:ext cx="31722" cy="1890015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6F5B8821-9EC1-4E39-9C8C-B276F86087F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82675" y="-3064133"/>
              <a:ext cx="1558635" cy="4536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92565378-0906-421C-B3EF-E1D16CA03D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00587" y="-2429494"/>
              <a:ext cx="539985" cy="1326053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DF188E42-B9E0-4B34-A97A-1581B33B60E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80280" y="-1075347"/>
              <a:ext cx="556663" cy="1406863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B73428DC-84A8-488E-8136-4F374820A93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03298" y="5643133"/>
              <a:ext cx="750672" cy="8179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B09DE145-B3B7-45A0-8B71-BE0B97EE03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60856" y="5637559"/>
              <a:ext cx="555818" cy="144588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CEFE9C55-8690-4EF1-9F25-42E73DE97E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15533" y="3671453"/>
              <a:ext cx="562465" cy="151811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F5075681-7057-46F6-A875-6C7551F28A3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16674" y="1750467"/>
              <a:ext cx="773434" cy="1391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F2CE3D09-8F2D-4B6C-BFDE-91175D36CB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79700" y="1876344"/>
              <a:ext cx="6087" cy="184706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2F5E7A33-43B9-49A7-9DD9-FA0B765B16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3298" y="1801144"/>
              <a:ext cx="6087" cy="184706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50ABC000-F54B-48B0-88E5-DF48F4E93D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69794" y="3799503"/>
              <a:ext cx="550271" cy="124561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56A9584-0965-4FB5-BAAC-10B48C002C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03270" y="-1129308"/>
              <a:ext cx="564545" cy="14572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FC4F5944-A17C-493B-8767-E1ADA9FCB4B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26370" y="350999"/>
              <a:ext cx="4826" cy="202047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BD6B6452-0607-4734-B92F-43C507626C9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83968" y="3771226"/>
              <a:ext cx="539554" cy="139116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1E690E61-0DE5-4330-9919-51B7F37CB5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79609" y="2382342"/>
              <a:ext cx="557977" cy="1314809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FEBDF0E2-7A08-47B0-9233-ED687A0B34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31809" y="5134575"/>
              <a:ext cx="6087" cy="184706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6F291C55-8E99-4143-A3B5-1AC925B0C6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52945" y="7086535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18728886-79BC-48F2-A033-B7EA8FF779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07156" y="5218532"/>
              <a:ext cx="6087" cy="184706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66F58307-D5A1-48D8-AF20-9F593EE551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19468" y="8423126"/>
              <a:ext cx="594316" cy="1426678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9784C01C-2A1C-421A-AC38-02A2CE73D1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71154" y="-1107293"/>
              <a:ext cx="555086" cy="145755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FEF5522A-B6E8-4FAB-80C8-81F9624A4813}"/>
                </a:ext>
              </a:extLst>
            </p:cNvPr>
            <p:cNvCxnSpPr>
              <a:cxnSpLocks/>
            </p:cNvCxnSpPr>
            <p:nvPr/>
          </p:nvCxnSpPr>
          <p:spPr>
            <a:xfrm>
              <a:off x="7426760" y="324100"/>
              <a:ext cx="576509" cy="1477593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33BE6D75-EF85-4D0E-86A1-0AB5E22B95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37197" y="3648207"/>
              <a:ext cx="8128" cy="195801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AFFE6247-C9DD-4BB6-BB2F-8EF9DDFE6A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28218" y="5702552"/>
              <a:ext cx="550271" cy="124561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F70BE865-E16B-43A9-9C8B-90A16C31E8B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60653" y="7091607"/>
              <a:ext cx="571917" cy="147427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F80A800A-A68B-487F-99FE-243EAA2489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16479" y="7136767"/>
              <a:ext cx="600379" cy="143670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70806C7E-2041-4677-8A94-50766F896A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52695" y="2261079"/>
              <a:ext cx="564545" cy="14572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7CC2D0DA-2483-4CB1-97FD-9119325695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25839" y="5787932"/>
              <a:ext cx="531717" cy="1347663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333460F9-D6AE-4D05-A5EB-87744FE995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50189" y="2264406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B51507ED-49B6-4C41-B938-9596223AB65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37046" y="7091607"/>
              <a:ext cx="1075034" cy="2797235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DAF729C5-6072-4ABB-8BE5-B77A6F63D6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58139" y="318324"/>
              <a:ext cx="564823" cy="1432143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D17D7A2F-9605-489E-BCA2-5D2F80162F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12984" y="2257030"/>
              <a:ext cx="525637" cy="141004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420BB661-1E44-4C1E-8D55-DAD7465319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73407" y="7006729"/>
              <a:ext cx="564545" cy="14572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6010DA67-A586-4517-B495-B3CA7A7AEB3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63581" y="5709568"/>
              <a:ext cx="552787" cy="1326993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F998CD57-EF50-40A7-93DB-57A2656CEB0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15501" y="7149001"/>
              <a:ext cx="552787" cy="1326993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6B567949-DE98-464B-911B-BC447FF9BA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29337" y="-4450863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8202515F-1448-479C-A979-1247B9687E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0947" y="-3009340"/>
              <a:ext cx="6087" cy="184706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47E6A5EA-E819-44F2-A362-B451DDE6F5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14230" y="-2973948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98AA00A5-308C-4F97-BFD8-C98248AFCC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09145" y="-4401978"/>
              <a:ext cx="507081" cy="1405165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A77F91E0-8550-405A-9C88-CD8BDF48C9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43374" y="-5851211"/>
              <a:ext cx="507081" cy="1405165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5EBE5038-2187-4586-802D-4BDA579CDA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61011" y="-5811369"/>
              <a:ext cx="551753" cy="138734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8091E3D3-5BE7-45E7-B330-F1C99EFBF3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12764" y="-4397121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C996C03C-9462-4D60-B12D-C30B40E994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44400" y="-4383654"/>
              <a:ext cx="551753" cy="138734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6F81C2EF-98CA-4D5A-857C-16D8CE5980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68478" y="-3014255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F523BBA9-4AA5-49DD-B1C8-BCC68EBDB2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38444" y="-2908078"/>
              <a:ext cx="6087" cy="184706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61F98151-0A38-429C-A897-8ACD3BBFE115}"/>
                </a:ext>
              </a:extLst>
            </p:cNvPr>
            <p:cNvCxnSpPr>
              <a:cxnSpLocks/>
            </p:cNvCxnSpPr>
            <p:nvPr/>
          </p:nvCxnSpPr>
          <p:spPr>
            <a:xfrm>
              <a:off x="8743174" y="-1046452"/>
              <a:ext cx="575059" cy="135936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BD38AC79-F291-4AB5-8712-64DDE817C2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33197" y="422555"/>
              <a:ext cx="6087" cy="184706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8CFE7A26-04C5-453D-A873-892CC13CE1A2}"/>
                </a:ext>
              </a:extLst>
            </p:cNvPr>
            <p:cNvCxnSpPr>
              <a:cxnSpLocks/>
            </p:cNvCxnSpPr>
            <p:nvPr/>
          </p:nvCxnSpPr>
          <p:spPr>
            <a:xfrm>
              <a:off x="9310473" y="2239856"/>
              <a:ext cx="545891" cy="140088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25C133F2-2433-4938-960C-0C4FA1ABEA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05752" y="3620952"/>
              <a:ext cx="564545" cy="14572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C12ACE2B-315D-440A-9439-B4721812F1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12517" y="5048920"/>
              <a:ext cx="18336" cy="203948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466BAB6B-D462-400A-8B84-BDB451F82D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51139" y="7088890"/>
              <a:ext cx="564545" cy="14572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070EEDCF-1F93-4717-A88E-A92BC5484F59}"/>
                </a:ext>
              </a:extLst>
            </p:cNvPr>
            <p:cNvCxnSpPr>
              <a:cxnSpLocks/>
            </p:cNvCxnSpPr>
            <p:nvPr/>
          </p:nvCxnSpPr>
          <p:spPr>
            <a:xfrm>
              <a:off x="8761508" y="8516215"/>
              <a:ext cx="0" cy="191463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8A96B29A-1CFC-4967-BE98-CEF168C42B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63161" y="10386653"/>
              <a:ext cx="812383" cy="441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9DA43C44-49EE-4DF4-A67F-7DDB9DF233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23440" y="8569152"/>
              <a:ext cx="6087" cy="184706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C5F9F1AD-DB25-43B2-92FA-E126E74F1D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12902" y="10483568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763A7053-C98E-40C7-B2AC-33FA3E0E8D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27888" y="10393109"/>
              <a:ext cx="564545" cy="14572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5BAD8F62-9915-418D-90DD-1D33980735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12764" y="11873829"/>
              <a:ext cx="812383" cy="441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2D00DA2E-FC75-420C-9B46-90D13E1F5D0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30043" y="11854371"/>
              <a:ext cx="812383" cy="441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AA3CEBBB-FA25-4DBC-9C93-F773FEF8CDA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89776" y="10556873"/>
              <a:ext cx="501250" cy="129550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438F89A8-76F5-4324-870A-48D0ED12BDF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59382" y="11873829"/>
              <a:ext cx="501250" cy="129550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931D8309-43BC-4E48-AA13-C6F415487B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5734" y="11854371"/>
              <a:ext cx="559085" cy="1386638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8ABDB9A9-DD7B-4666-8B12-1C9CEDA03F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19273" y="-1087133"/>
              <a:ext cx="558641" cy="1372977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18B7490-DDC2-40E6-997F-F7B069F7CE6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50848" y="-2448150"/>
              <a:ext cx="526663" cy="1296519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B7309BF1-9B65-40DC-B240-FABBA52FF3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72924" y="1751049"/>
              <a:ext cx="763629" cy="9749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107198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0731018-9B2D-43F6-B240-FD81FF1F756F}"/>
              </a:ext>
            </a:extLst>
          </p:cNvPr>
          <p:cNvGrpSpPr/>
          <p:nvPr/>
        </p:nvGrpSpPr>
        <p:grpSpPr>
          <a:xfrm>
            <a:off x="2662906" y="-7632"/>
            <a:ext cx="6935285" cy="6940695"/>
            <a:chOff x="2662906" y="-7632"/>
            <a:chExt cx="6935285" cy="694069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FF79358-B025-4B18-8563-D9351DEB2941}"/>
                </a:ext>
              </a:extLst>
            </p:cNvPr>
            <p:cNvSpPr/>
            <p:nvPr/>
          </p:nvSpPr>
          <p:spPr>
            <a:xfrm rot="5400000">
              <a:off x="7942012" y="5253722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97F59DD-E3DC-4963-860C-11FA9E518DA0}"/>
                </a:ext>
              </a:extLst>
            </p:cNvPr>
            <p:cNvSpPr/>
            <p:nvPr/>
          </p:nvSpPr>
          <p:spPr>
            <a:xfrm rot="2700000">
              <a:off x="7035712" y="4893042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FF28280-DD6B-4A34-8F99-0212A7E10717}"/>
                </a:ext>
              </a:extLst>
            </p:cNvPr>
            <p:cNvSpPr/>
            <p:nvPr/>
          </p:nvSpPr>
          <p:spPr>
            <a:xfrm rot="2700000">
              <a:off x="7569443" y="4380024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A1591F6-9B55-4063-988E-C012EC262ABE}"/>
                </a:ext>
              </a:extLst>
            </p:cNvPr>
            <p:cNvSpPr/>
            <p:nvPr/>
          </p:nvSpPr>
          <p:spPr>
            <a:xfrm rot="5400000">
              <a:off x="6138544" y="5293938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8869676-814B-4B11-AA41-EB7520C0F362}"/>
                </a:ext>
              </a:extLst>
            </p:cNvPr>
            <p:cNvSpPr/>
            <p:nvPr/>
          </p:nvSpPr>
          <p:spPr>
            <a:xfrm rot="5400000">
              <a:off x="6661062" y="4016805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2F67BA8-68F3-48BE-B1A7-789435D0CD65}"/>
                </a:ext>
              </a:extLst>
            </p:cNvPr>
            <p:cNvSpPr/>
            <p:nvPr/>
          </p:nvSpPr>
          <p:spPr>
            <a:xfrm rot="5400000">
              <a:off x="7942012" y="3455402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5A5B0F5-AAA3-471E-A212-69030D153364}"/>
                </a:ext>
              </a:extLst>
            </p:cNvPr>
            <p:cNvSpPr/>
            <p:nvPr/>
          </p:nvSpPr>
          <p:spPr>
            <a:xfrm rot="2700000">
              <a:off x="7051687" y="3099400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C940C68-941E-4670-8E1B-EC2300212ABE}"/>
                </a:ext>
              </a:extLst>
            </p:cNvPr>
            <p:cNvSpPr/>
            <p:nvPr/>
          </p:nvSpPr>
          <p:spPr>
            <a:xfrm rot="2700000">
              <a:off x="8846543" y="3083515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7BC1B158-21A0-4A6B-A877-F29A404655CB}"/>
                </a:ext>
              </a:extLst>
            </p:cNvPr>
            <p:cNvSpPr/>
            <p:nvPr/>
          </p:nvSpPr>
          <p:spPr>
            <a:xfrm rot="5400000">
              <a:off x="6511460" y="5664583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9A780D18-071E-48C6-80F4-D1A154FC9D41}"/>
                </a:ext>
              </a:extLst>
            </p:cNvPr>
            <p:cNvSpPr/>
            <p:nvPr/>
          </p:nvSpPr>
          <p:spPr>
            <a:xfrm rot="5400000" flipH="1">
              <a:off x="7036724" y="5647649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6D03B942-C49B-4F4D-93D7-BADC9F60C5B2}"/>
                </a:ext>
              </a:extLst>
            </p:cNvPr>
            <p:cNvSpPr/>
            <p:nvPr/>
          </p:nvSpPr>
          <p:spPr>
            <a:xfrm rot="5400000" flipH="1">
              <a:off x="7036724" y="3871679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D3D85E02-7B1D-4124-B1C9-A0D0201ED014}"/>
                </a:ext>
              </a:extLst>
            </p:cNvPr>
            <p:cNvSpPr/>
            <p:nvPr/>
          </p:nvSpPr>
          <p:spPr>
            <a:xfrm rot="5400000">
              <a:off x="8313824" y="3846140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DC5A0FEB-DCB7-48F4-B463-4970ADF79D81}"/>
                </a:ext>
              </a:extLst>
            </p:cNvPr>
            <p:cNvSpPr/>
            <p:nvPr/>
          </p:nvSpPr>
          <p:spPr>
            <a:xfrm rot="5400000">
              <a:off x="5767899" y="3865190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7E3A7BE7-0476-4A0E-BC2B-2886FF0F76DA}"/>
                </a:ext>
              </a:extLst>
            </p:cNvPr>
            <p:cNvSpPr/>
            <p:nvPr/>
          </p:nvSpPr>
          <p:spPr>
            <a:xfrm rot="2700000">
              <a:off x="6134199" y="3480781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2DCA1708-31D4-4DD6-B61E-9EF2D47DF589}"/>
                </a:ext>
              </a:extLst>
            </p:cNvPr>
            <p:cNvSpPr/>
            <p:nvPr/>
          </p:nvSpPr>
          <p:spPr>
            <a:xfrm rot="2700000">
              <a:off x="6142666" y="603878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AA418635-72C8-46F4-B05D-EB9172BA9C6D}"/>
                </a:ext>
              </a:extLst>
            </p:cNvPr>
            <p:cNvSpPr/>
            <p:nvPr/>
          </p:nvSpPr>
          <p:spPr>
            <a:xfrm rot="2700000">
              <a:off x="7937667" y="4222557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FE81C62E-9D86-417A-96AA-691600C341E2}"/>
                </a:ext>
              </a:extLst>
            </p:cNvPr>
            <p:cNvSpPr/>
            <p:nvPr/>
          </p:nvSpPr>
          <p:spPr>
            <a:xfrm rot="8100000" flipH="1">
              <a:off x="6142666" y="4771861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2340D5B2-99EB-4E54-99D7-D7085F802197}"/>
                </a:ext>
              </a:extLst>
            </p:cNvPr>
            <p:cNvSpPr/>
            <p:nvPr/>
          </p:nvSpPr>
          <p:spPr>
            <a:xfrm rot="8100000" flipH="1">
              <a:off x="7937667" y="4769322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0A8EF62-BA2E-49B4-A1B2-2AB89C1DA4D0}"/>
                </a:ext>
              </a:extLst>
            </p:cNvPr>
            <p:cNvSpPr/>
            <p:nvPr/>
          </p:nvSpPr>
          <p:spPr>
            <a:xfrm>
              <a:off x="7918850" y="909837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B6804B5-F8C1-4B48-84BC-A925FF4800EA}"/>
                </a:ext>
              </a:extLst>
            </p:cNvPr>
            <p:cNvSpPr/>
            <p:nvPr/>
          </p:nvSpPr>
          <p:spPr>
            <a:xfrm rot="18900000">
              <a:off x="7558170" y="1816137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465DA1D-72DF-4095-BB8B-67705F71A4B7}"/>
                </a:ext>
              </a:extLst>
            </p:cNvPr>
            <p:cNvSpPr/>
            <p:nvPr/>
          </p:nvSpPr>
          <p:spPr>
            <a:xfrm rot="18900000">
              <a:off x="7045152" y="1282406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063641A-8F0A-4AC0-8E8A-A3A09408918D}"/>
                </a:ext>
              </a:extLst>
            </p:cNvPr>
            <p:cNvSpPr/>
            <p:nvPr/>
          </p:nvSpPr>
          <p:spPr>
            <a:xfrm>
              <a:off x="7959066" y="2704838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8FC463A-98D0-472B-A721-FA47B96AE5FB}"/>
                </a:ext>
              </a:extLst>
            </p:cNvPr>
            <p:cNvSpPr/>
            <p:nvPr/>
          </p:nvSpPr>
          <p:spPr>
            <a:xfrm>
              <a:off x="6681933" y="2190787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D4802B9-3A2F-4D2E-9463-EBFF1520C0F2}"/>
                </a:ext>
              </a:extLst>
            </p:cNvPr>
            <p:cNvSpPr/>
            <p:nvPr/>
          </p:nvSpPr>
          <p:spPr>
            <a:xfrm>
              <a:off x="6120530" y="909837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5B798A8-2055-4D62-8AB7-EFE869CF4C76}"/>
                </a:ext>
              </a:extLst>
            </p:cNvPr>
            <p:cNvSpPr/>
            <p:nvPr/>
          </p:nvSpPr>
          <p:spPr>
            <a:xfrm rot="18900000">
              <a:off x="5764524" y="1800162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4658F00-A8A4-417E-B19E-0D3C41D8403D}"/>
                </a:ext>
              </a:extLst>
            </p:cNvPr>
            <p:cNvSpPr/>
            <p:nvPr/>
          </p:nvSpPr>
          <p:spPr>
            <a:xfrm rot="18900000">
              <a:off x="5748643" y="5306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1D5C619A-2F26-445D-B21D-C03334FBC717}"/>
                </a:ext>
              </a:extLst>
            </p:cNvPr>
            <p:cNvSpPr/>
            <p:nvPr/>
          </p:nvSpPr>
          <p:spPr>
            <a:xfrm>
              <a:off x="7933666" y="2196261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257FB9B4-7E23-4C2C-951F-C859442D4D1F}"/>
                </a:ext>
              </a:extLst>
            </p:cNvPr>
            <p:cNvSpPr/>
            <p:nvPr/>
          </p:nvSpPr>
          <p:spPr>
            <a:xfrm flipH="1">
              <a:off x="7933666" y="1662530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37FE4962-4438-4E0D-874E-1F6DA7D71AA2}"/>
                </a:ext>
              </a:extLst>
            </p:cNvPr>
            <p:cNvSpPr/>
            <p:nvPr/>
          </p:nvSpPr>
          <p:spPr>
            <a:xfrm flipH="1">
              <a:off x="6157696" y="1662530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4" name="Parallelogram 33">
              <a:extLst>
                <a:ext uri="{FF2B5EF4-FFF2-40B4-BE49-F238E27FC236}">
                  <a16:creationId xmlns:a16="http://schemas.microsoft.com/office/drawing/2014/main" id="{934E6E18-9D92-4278-8236-557E9C2442D1}"/>
                </a:ext>
              </a:extLst>
            </p:cNvPr>
            <p:cNvSpPr/>
            <p:nvPr/>
          </p:nvSpPr>
          <p:spPr>
            <a:xfrm>
              <a:off x="6132157" y="385430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5" name="Parallelogram 34">
              <a:extLst>
                <a:ext uri="{FF2B5EF4-FFF2-40B4-BE49-F238E27FC236}">
                  <a16:creationId xmlns:a16="http://schemas.microsoft.com/office/drawing/2014/main" id="{78BC2ADF-B059-47AC-BB3F-EDA4F5F67A95}"/>
                </a:ext>
              </a:extLst>
            </p:cNvPr>
            <p:cNvSpPr/>
            <p:nvPr/>
          </p:nvSpPr>
          <p:spPr>
            <a:xfrm>
              <a:off x="6151207" y="2948289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6" name="Parallelogram 35">
              <a:extLst>
                <a:ext uri="{FF2B5EF4-FFF2-40B4-BE49-F238E27FC236}">
                  <a16:creationId xmlns:a16="http://schemas.microsoft.com/office/drawing/2014/main" id="{8B19DE33-85BE-4366-848A-B2EDA7DE5683}"/>
                </a:ext>
              </a:extLst>
            </p:cNvPr>
            <p:cNvSpPr/>
            <p:nvPr/>
          </p:nvSpPr>
          <p:spPr>
            <a:xfrm rot="18900000">
              <a:off x="5758331" y="255658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7" name="Parallelogram 36">
              <a:extLst>
                <a:ext uri="{FF2B5EF4-FFF2-40B4-BE49-F238E27FC236}">
                  <a16:creationId xmlns:a16="http://schemas.microsoft.com/office/drawing/2014/main" id="{045073E7-0F28-4822-A723-5FE3D748F9DA}"/>
                </a:ext>
              </a:extLst>
            </p:cNvPr>
            <p:cNvSpPr/>
            <p:nvPr/>
          </p:nvSpPr>
          <p:spPr>
            <a:xfrm rot="18900000">
              <a:off x="8324805" y="255658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38" name="Parallelogram 37">
              <a:extLst>
                <a:ext uri="{FF2B5EF4-FFF2-40B4-BE49-F238E27FC236}">
                  <a16:creationId xmlns:a16="http://schemas.microsoft.com/office/drawing/2014/main" id="{ED02B445-DD87-4E00-8E1B-65989EB1B138}"/>
                </a:ext>
              </a:extLst>
            </p:cNvPr>
            <p:cNvSpPr/>
            <p:nvPr/>
          </p:nvSpPr>
          <p:spPr>
            <a:xfrm rot="18900000">
              <a:off x="6508574" y="761587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9" name="Parallelogram 38">
              <a:extLst>
                <a:ext uri="{FF2B5EF4-FFF2-40B4-BE49-F238E27FC236}">
                  <a16:creationId xmlns:a16="http://schemas.microsoft.com/office/drawing/2014/main" id="{7FB48F24-BC52-4A18-9641-BBA28E9270B0}"/>
                </a:ext>
              </a:extLst>
            </p:cNvPr>
            <p:cNvSpPr/>
            <p:nvPr/>
          </p:nvSpPr>
          <p:spPr>
            <a:xfrm rot="2700000" flipH="1">
              <a:off x="7057878" y="255658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40" name="Parallelogram 39">
              <a:extLst>
                <a:ext uri="{FF2B5EF4-FFF2-40B4-BE49-F238E27FC236}">
                  <a16:creationId xmlns:a16="http://schemas.microsoft.com/office/drawing/2014/main" id="{0F890812-443A-4DCC-9AD8-753B84E3FA15}"/>
                </a:ext>
              </a:extLst>
            </p:cNvPr>
            <p:cNvSpPr/>
            <p:nvPr/>
          </p:nvSpPr>
          <p:spPr>
            <a:xfrm rot="2700000" flipH="1">
              <a:off x="7055339" y="761587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C7132C1D-D397-45FD-AB1A-7A281E6DE93B}"/>
                </a:ext>
              </a:extLst>
            </p:cNvPr>
            <p:cNvSpPr/>
            <p:nvPr/>
          </p:nvSpPr>
          <p:spPr>
            <a:xfrm rot="16200000">
              <a:off x="3577407" y="930029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A39E900-E377-4C66-AFB1-A5FB5E2BBF0F}"/>
                </a:ext>
              </a:extLst>
            </p:cNvPr>
            <p:cNvSpPr/>
            <p:nvPr/>
          </p:nvSpPr>
          <p:spPr>
            <a:xfrm rot="13500000">
              <a:off x="4483707" y="1290709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29E6A13A-DD49-46C0-B49F-6592CE7C1ABD}"/>
                </a:ext>
              </a:extLst>
            </p:cNvPr>
            <p:cNvSpPr/>
            <p:nvPr/>
          </p:nvSpPr>
          <p:spPr>
            <a:xfrm rot="13500000">
              <a:off x="3949976" y="1803727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19FE09B-A3FC-4308-AF4B-F16B5C41A7D2}"/>
                </a:ext>
              </a:extLst>
            </p:cNvPr>
            <p:cNvSpPr/>
            <p:nvPr/>
          </p:nvSpPr>
          <p:spPr>
            <a:xfrm rot="16200000">
              <a:off x="5372408" y="889812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A6E7C00-D3C1-4CBA-9CAD-F9D832B7BBE0}"/>
                </a:ext>
              </a:extLst>
            </p:cNvPr>
            <p:cNvSpPr/>
            <p:nvPr/>
          </p:nvSpPr>
          <p:spPr>
            <a:xfrm rot="16200000">
              <a:off x="4858357" y="2166945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7A46C0D7-6528-45C1-B22D-FFD737037C3E}"/>
                </a:ext>
              </a:extLst>
            </p:cNvPr>
            <p:cNvSpPr/>
            <p:nvPr/>
          </p:nvSpPr>
          <p:spPr>
            <a:xfrm rot="16200000">
              <a:off x="3577407" y="2728349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B420F087-5CDA-4489-BCAA-CED6D320E5D7}"/>
                </a:ext>
              </a:extLst>
            </p:cNvPr>
            <p:cNvSpPr/>
            <p:nvPr/>
          </p:nvSpPr>
          <p:spPr>
            <a:xfrm rot="13500000">
              <a:off x="4467732" y="3084355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2AC4949B-EE4D-40E5-95C5-6C99D1D95762}"/>
                </a:ext>
              </a:extLst>
            </p:cNvPr>
            <p:cNvSpPr/>
            <p:nvPr/>
          </p:nvSpPr>
          <p:spPr>
            <a:xfrm rot="13500000">
              <a:off x="2672876" y="3100236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9" name="Parallelogram 48">
              <a:extLst>
                <a:ext uri="{FF2B5EF4-FFF2-40B4-BE49-F238E27FC236}">
                  <a16:creationId xmlns:a16="http://schemas.microsoft.com/office/drawing/2014/main" id="{81E77EB5-F1BE-4B20-8A92-087FDEA49471}"/>
                </a:ext>
              </a:extLst>
            </p:cNvPr>
            <p:cNvSpPr/>
            <p:nvPr/>
          </p:nvSpPr>
          <p:spPr>
            <a:xfrm rot="16200000">
              <a:off x="4484719" y="76261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0" name="Parallelogram 49">
              <a:extLst>
                <a:ext uri="{FF2B5EF4-FFF2-40B4-BE49-F238E27FC236}">
                  <a16:creationId xmlns:a16="http://schemas.microsoft.com/office/drawing/2014/main" id="{B22CF322-3D5F-4052-BDF6-3C4442833D7F}"/>
                </a:ext>
              </a:extLst>
            </p:cNvPr>
            <p:cNvSpPr/>
            <p:nvPr/>
          </p:nvSpPr>
          <p:spPr>
            <a:xfrm rot="16200000" flipH="1">
              <a:off x="3950988" y="76261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1" name="Parallelogram 50">
              <a:extLst>
                <a:ext uri="{FF2B5EF4-FFF2-40B4-BE49-F238E27FC236}">
                  <a16:creationId xmlns:a16="http://schemas.microsoft.com/office/drawing/2014/main" id="{B40613D9-029F-483D-A4B7-80E0113AAE53}"/>
                </a:ext>
              </a:extLst>
            </p:cNvPr>
            <p:cNvSpPr/>
            <p:nvPr/>
          </p:nvSpPr>
          <p:spPr>
            <a:xfrm rot="16200000" flipH="1">
              <a:off x="3950988" y="253858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2" name="Parallelogram 51">
              <a:extLst>
                <a:ext uri="{FF2B5EF4-FFF2-40B4-BE49-F238E27FC236}">
                  <a16:creationId xmlns:a16="http://schemas.microsoft.com/office/drawing/2014/main" id="{FF9C4087-7D97-417B-B10E-F1FEBC45C64B}"/>
                </a:ext>
              </a:extLst>
            </p:cNvPr>
            <p:cNvSpPr/>
            <p:nvPr/>
          </p:nvSpPr>
          <p:spPr>
            <a:xfrm rot="16200000">
              <a:off x="2673888" y="2564127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3" name="Parallelogram 52">
              <a:extLst>
                <a:ext uri="{FF2B5EF4-FFF2-40B4-BE49-F238E27FC236}">
                  <a16:creationId xmlns:a16="http://schemas.microsoft.com/office/drawing/2014/main" id="{1B9AA933-64D6-4173-9A5D-D04C12815770}"/>
                </a:ext>
              </a:extLst>
            </p:cNvPr>
            <p:cNvSpPr/>
            <p:nvPr/>
          </p:nvSpPr>
          <p:spPr>
            <a:xfrm rot="16200000">
              <a:off x="5219813" y="2545077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4" name="Parallelogram 53">
              <a:extLst>
                <a:ext uri="{FF2B5EF4-FFF2-40B4-BE49-F238E27FC236}">
                  <a16:creationId xmlns:a16="http://schemas.microsoft.com/office/drawing/2014/main" id="{A4490AD2-0DDD-470C-882D-922BB0E1C6C4}"/>
                </a:ext>
              </a:extLst>
            </p:cNvPr>
            <p:cNvSpPr/>
            <p:nvPr/>
          </p:nvSpPr>
          <p:spPr>
            <a:xfrm rot="13500000">
              <a:off x="4870447" y="2946420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5" name="Parallelogram 54">
              <a:extLst>
                <a:ext uri="{FF2B5EF4-FFF2-40B4-BE49-F238E27FC236}">
                  <a16:creationId xmlns:a16="http://schemas.microsoft.com/office/drawing/2014/main" id="{A44EF3F0-47BE-4B0D-A4BE-4B328A7687B6}"/>
                </a:ext>
              </a:extLst>
            </p:cNvPr>
            <p:cNvSpPr/>
            <p:nvPr/>
          </p:nvSpPr>
          <p:spPr>
            <a:xfrm rot="13500000">
              <a:off x="4845046" y="371479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56" name="Parallelogram 55">
              <a:extLst>
                <a:ext uri="{FF2B5EF4-FFF2-40B4-BE49-F238E27FC236}">
                  <a16:creationId xmlns:a16="http://schemas.microsoft.com/office/drawing/2014/main" id="{F6B7EA71-849F-4E38-9E12-44EF6EE42015}"/>
                </a:ext>
              </a:extLst>
            </p:cNvPr>
            <p:cNvSpPr/>
            <p:nvPr/>
          </p:nvSpPr>
          <p:spPr>
            <a:xfrm rot="13500000">
              <a:off x="3050045" y="2187710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B79D8645-6C5E-4F21-B5F1-62377960C8B1}"/>
                </a:ext>
              </a:extLst>
            </p:cNvPr>
            <p:cNvSpPr/>
            <p:nvPr/>
          </p:nvSpPr>
          <p:spPr>
            <a:xfrm rot="18900000" flipH="1">
              <a:off x="4861982" y="1638405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CC81CFFD-E124-43CE-A95E-D6A064090F9F}"/>
                </a:ext>
              </a:extLst>
            </p:cNvPr>
            <p:cNvSpPr/>
            <p:nvPr/>
          </p:nvSpPr>
          <p:spPr>
            <a:xfrm rot="18900000" flipH="1">
              <a:off x="3050045" y="1640945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94148FB4-DAA9-4B5C-97FA-8C7CA26DA732}"/>
                </a:ext>
              </a:extLst>
            </p:cNvPr>
            <p:cNvSpPr/>
            <p:nvPr/>
          </p:nvSpPr>
          <p:spPr>
            <a:xfrm rot="10800000">
              <a:off x="3600567" y="5273912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55EC50F4-ED38-46BF-92AA-B46D7777E870}"/>
                </a:ext>
              </a:extLst>
            </p:cNvPr>
            <p:cNvSpPr/>
            <p:nvPr/>
          </p:nvSpPr>
          <p:spPr>
            <a:xfrm rot="8100000">
              <a:off x="3961247" y="4367612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48E00AE3-E36C-4401-93A5-C00A077C609C}"/>
                </a:ext>
              </a:extLst>
            </p:cNvPr>
            <p:cNvSpPr/>
            <p:nvPr/>
          </p:nvSpPr>
          <p:spPr>
            <a:xfrm rot="8100000">
              <a:off x="4474265" y="4901343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3D39441-F887-4108-9CEE-E9B558BAA60B}"/>
                </a:ext>
              </a:extLst>
            </p:cNvPr>
            <p:cNvSpPr/>
            <p:nvPr/>
          </p:nvSpPr>
          <p:spPr>
            <a:xfrm rot="10800000">
              <a:off x="3560351" y="3478911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8429EA65-0F0A-449E-8C27-EE20A4CE866B}"/>
                </a:ext>
              </a:extLst>
            </p:cNvPr>
            <p:cNvSpPr/>
            <p:nvPr/>
          </p:nvSpPr>
          <p:spPr>
            <a:xfrm rot="10800000">
              <a:off x="4837484" y="3992962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9F40BC6D-0975-40A5-BC70-6E319CC91899}"/>
                </a:ext>
              </a:extLst>
            </p:cNvPr>
            <p:cNvSpPr/>
            <p:nvPr/>
          </p:nvSpPr>
          <p:spPr>
            <a:xfrm rot="10800000">
              <a:off x="5390420" y="5273912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AE376A4E-FA2C-44F3-BF60-EE03862F235A}"/>
                </a:ext>
              </a:extLst>
            </p:cNvPr>
            <p:cNvSpPr/>
            <p:nvPr/>
          </p:nvSpPr>
          <p:spPr>
            <a:xfrm rot="8100000">
              <a:off x="5754893" y="4396287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5EB7D63F-3578-4409-8C5A-8BA0138948E9}"/>
                </a:ext>
              </a:extLst>
            </p:cNvPr>
            <p:cNvSpPr/>
            <p:nvPr/>
          </p:nvSpPr>
          <p:spPr>
            <a:xfrm rot="8100000">
              <a:off x="5770774" y="6178443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" name="Parallelogram 66">
              <a:extLst>
                <a:ext uri="{FF2B5EF4-FFF2-40B4-BE49-F238E27FC236}">
                  <a16:creationId xmlns:a16="http://schemas.microsoft.com/office/drawing/2014/main" id="{A1388E73-A007-401A-9717-5D34256014AB}"/>
                </a:ext>
              </a:extLst>
            </p:cNvPr>
            <p:cNvSpPr/>
            <p:nvPr/>
          </p:nvSpPr>
          <p:spPr>
            <a:xfrm rot="10800000">
              <a:off x="3054045" y="4214005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" name="Parallelogram 67">
              <a:extLst>
                <a:ext uri="{FF2B5EF4-FFF2-40B4-BE49-F238E27FC236}">
                  <a16:creationId xmlns:a16="http://schemas.microsoft.com/office/drawing/2014/main" id="{15B92E9A-EA11-4FBD-B565-CF876B28B574}"/>
                </a:ext>
              </a:extLst>
            </p:cNvPr>
            <p:cNvSpPr/>
            <p:nvPr/>
          </p:nvSpPr>
          <p:spPr>
            <a:xfrm rot="10800000" flipH="1">
              <a:off x="3054045" y="4747736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" name="Parallelogram 68">
              <a:extLst>
                <a:ext uri="{FF2B5EF4-FFF2-40B4-BE49-F238E27FC236}">
                  <a16:creationId xmlns:a16="http://schemas.microsoft.com/office/drawing/2014/main" id="{27D90C20-7C3B-4B9C-9428-A520879DA309}"/>
                </a:ext>
              </a:extLst>
            </p:cNvPr>
            <p:cNvSpPr/>
            <p:nvPr/>
          </p:nvSpPr>
          <p:spPr>
            <a:xfrm rot="10800000" flipH="1">
              <a:off x="4830015" y="4747736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0" name="Parallelogram 69">
              <a:extLst>
                <a:ext uri="{FF2B5EF4-FFF2-40B4-BE49-F238E27FC236}">
                  <a16:creationId xmlns:a16="http://schemas.microsoft.com/office/drawing/2014/main" id="{23625A14-3251-4343-A0BB-7B8B97DC3F79}"/>
                </a:ext>
              </a:extLst>
            </p:cNvPr>
            <p:cNvSpPr/>
            <p:nvPr/>
          </p:nvSpPr>
          <p:spPr>
            <a:xfrm rot="10800000">
              <a:off x="4855554" y="6024836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1" name="Parallelogram 70">
              <a:extLst>
                <a:ext uri="{FF2B5EF4-FFF2-40B4-BE49-F238E27FC236}">
                  <a16:creationId xmlns:a16="http://schemas.microsoft.com/office/drawing/2014/main" id="{5F9F5C2C-58FC-4680-B2B4-1A917B660A22}"/>
                </a:ext>
              </a:extLst>
            </p:cNvPr>
            <p:cNvSpPr/>
            <p:nvPr/>
          </p:nvSpPr>
          <p:spPr>
            <a:xfrm rot="10800000">
              <a:off x="4836504" y="3478911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2" name="Parallelogram 71">
              <a:extLst>
                <a:ext uri="{FF2B5EF4-FFF2-40B4-BE49-F238E27FC236}">
                  <a16:creationId xmlns:a16="http://schemas.microsoft.com/office/drawing/2014/main" id="{D777C7A3-A3E1-4275-862C-691D14374B7B}"/>
                </a:ext>
              </a:extLst>
            </p:cNvPr>
            <p:cNvSpPr/>
            <p:nvPr/>
          </p:nvSpPr>
          <p:spPr>
            <a:xfrm rot="8100000">
              <a:off x="5229380" y="385367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" name="Parallelogram 72">
              <a:extLst>
                <a:ext uri="{FF2B5EF4-FFF2-40B4-BE49-F238E27FC236}">
                  <a16:creationId xmlns:a16="http://schemas.microsoft.com/office/drawing/2014/main" id="{D6BD7850-DC28-4B9D-9588-25A1C0CE7185}"/>
                </a:ext>
              </a:extLst>
            </p:cNvPr>
            <p:cNvSpPr/>
            <p:nvPr/>
          </p:nvSpPr>
          <p:spPr>
            <a:xfrm rot="8100000">
              <a:off x="2662906" y="385367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74" name="Parallelogram 73">
              <a:extLst>
                <a:ext uri="{FF2B5EF4-FFF2-40B4-BE49-F238E27FC236}">
                  <a16:creationId xmlns:a16="http://schemas.microsoft.com/office/drawing/2014/main" id="{599E2300-10F7-4A35-9B28-EE1C2AFC2D62}"/>
                </a:ext>
              </a:extLst>
            </p:cNvPr>
            <p:cNvSpPr/>
            <p:nvPr/>
          </p:nvSpPr>
          <p:spPr>
            <a:xfrm rot="8100000">
              <a:off x="4479137" y="5648679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" name="Parallelogram 74">
              <a:extLst>
                <a:ext uri="{FF2B5EF4-FFF2-40B4-BE49-F238E27FC236}">
                  <a16:creationId xmlns:a16="http://schemas.microsoft.com/office/drawing/2014/main" id="{EA26F209-E9DB-443F-A989-87868158F173}"/>
                </a:ext>
              </a:extLst>
            </p:cNvPr>
            <p:cNvSpPr/>
            <p:nvPr/>
          </p:nvSpPr>
          <p:spPr>
            <a:xfrm rot="13500000" flipH="1">
              <a:off x="3929833" y="385367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76" name="Parallelogram 75">
              <a:extLst>
                <a:ext uri="{FF2B5EF4-FFF2-40B4-BE49-F238E27FC236}">
                  <a16:creationId xmlns:a16="http://schemas.microsoft.com/office/drawing/2014/main" id="{5EA80AA7-42DD-4929-BC69-3C0565B56BC9}"/>
                </a:ext>
              </a:extLst>
            </p:cNvPr>
            <p:cNvSpPr/>
            <p:nvPr/>
          </p:nvSpPr>
          <p:spPr>
            <a:xfrm rot="13500000" flipH="1">
              <a:off x="3932372" y="5648679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DD19325F-2F2D-40E3-85C6-2E60277F7AC0}"/>
              </a:ext>
            </a:extLst>
          </p:cNvPr>
          <p:cNvGrpSpPr/>
          <p:nvPr/>
        </p:nvGrpSpPr>
        <p:grpSpPr>
          <a:xfrm>
            <a:off x="2505417" y="-168799"/>
            <a:ext cx="7249720" cy="7251772"/>
            <a:chOff x="2279609" y="-5851211"/>
            <a:chExt cx="7590688" cy="19092220"/>
          </a:xfrm>
        </p:grpSpPr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966B6B5B-D2A9-47B6-9D38-1FAE75AE36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28980" y="312908"/>
              <a:ext cx="6809" cy="1926948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892B150-3180-488A-8002-4B185938C5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27182" y="2250723"/>
              <a:ext cx="783381" cy="1793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F10DABAA-66E0-47D0-93E4-B774BBEFE9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64572" y="2257029"/>
              <a:ext cx="564545" cy="1457293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2B549E5F-F885-401F-9899-137665748F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66546" y="1773792"/>
              <a:ext cx="36089" cy="401414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1831FA7F-4F69-4F16-98C4-FF02F7D332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62140" y="3704838"/>
              <a:ext cx="555086" cy="145755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30D7272E-50C1-4BD1-BA4C-29CFB086290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19626" y="7106074"/>
              <a:ext cx="552787" cy="1326993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346E09E6-F63E-40E3-8319-CF47EEF16D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26240" y="5150504"/>
              <a:ext cx="0" cy="199033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0EA1DD61-3F5C-44E9-AF3E-05114ED4BA1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72924" y="5648672"/>
              <a:ext cx="763629" cy="9749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F36ADAC0-38AD-436F-8657-693CE1EDB0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65837" y="8473625"/>
              <a:ext cx="1558493" cy="104289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205FC834-591E-4B5A-A120-89D96F7464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47055" y="2252201"/>
              <a:ext cx="518473" cy="141487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238AF7B8-09FD-4A9F-90D9-AC13E6EA82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7668" y="3721071"/>
              <a:ext cx="557861" cy="1395745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D16DCD26-36F1-47E7-9086-519A5650BB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56266" y="295677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F2B14FE3-59A1-4A2C-8A64-0F5569168D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92041" y="-1135411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9083AAC6-79BA-4970-BA43-9745B4B3AE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83398" y="-1126975"/>
              <a:ext cx="555086" cy="142231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3812434-FBBF-4F07-8023-C3A775DA65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90519" y="-3092883"/>
              <a:ext cx="2363" cy="190061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93539BE7-FA3C-44EF-9266-2ECFB6356BC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30418" y="-3041001"/>
              <a:ext cx="31722" cy="1890015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6F5B8821-9EC1-4E39-9C8C-B276F86087F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82675" y="-3064133"/>
              <a:ext cx="1558635" cy="4536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92565378-0906-421C-B3EF-E1D16CA03D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00587" y="-2429494"/>
              <a:ext cx="539985" cy="1326053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DF188E42-B9E0-4B34-A97A-1581B33B60E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66826" y="-1079172"/>
              <a:ext cx="556663" cy="1406863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B73428DC-84A8-488E-8136-4F374820A93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03298" y="5643133"/>
              <a:ext cx="750672" cy="8179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B09DE145-B3B7-45A0-8B71-BE0B97EE03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60856" y="5637559"/>
              <a:ext cx="555818" cy="144588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CEFE9C55-8690-4EF1-9F25-42E73DE97E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15533" y="3671453"/>
              <a:ext cx="562465" cy="151811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F5075681-7057-46F6-A875-6C7551F28A3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16674" y="1750467"/>
              <a:ext cx="773434" cy="1391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F2CE3D09-8F2D-4B6C-BFDE-91175D36CB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79700" y="1876344"/>
              <a:ext cx="6087" cy="184706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2F5E7A33-43B9-49A7-9DD9-FA0B765B16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3298" y="1801144"/>
              <a:ext cx="6087" cy="184706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50ABC000-F54B-48B0-88E5-DF48F4E93D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69794" y="3799503"/>
              <a:ext cx="550271" cy="124561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56A9584-0965-4FB5-BAAC-10B48C002C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03270" y="-1129308"/>
              <a:ext cx="564545" cy="14572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FC4F5944-A17C-493B-8767-E1ADA9FCB4B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26370" y="350999"/>
              <a:ext cx="4826" cy="202047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BD6B6452-0607-4734-B92F-43C507626C9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83968" y="3771226"/>
              <a:ext cx="539554" cy="139116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1E690E61-0DE5-4330-9919-51B7F37CB5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79609" y="2382342"/>
              <a:ext cx="557977" cy="1314809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FEBDF0E2-7A08-47B0-9233-ED687A0B34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31809" y="5134575"/>
              <a:ext cx="6087" cy="184706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6F291C55-8E99-4143-A3B5-1AC925B0C6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52945" y="7086535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18728886-79BC-48F2-A033-B7EA8FF779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07156" y="5218532"/>
              <a:ext cx="6087" cy="184706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66F58307-D5A1-48D8-AF20-9F593EE551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19468" y="8423126"/>
              <a:ext cx="594316" cy="1426678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9784C01C-2A1C-421A-AC38-02A2CE73D1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71154" y="-1107293"/>
              <a:ext cx="555086" cy="145755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FEF5522A-B6E8-4FAB-80C8-81F9624A4813}"/>
                </a:ext>
              </a:extLst>
            </p:cNvPr>
            <p:cNvCxnSpPr>
              <a:cxnSpLocks/>
            </p:cNvCxnSpPr>
            <p:nvPr/>
          </p:nvCxnSpPr>
          <p:spPr>
            <a:xfrm>
              <a:off x="7426760" y="324100"/>
              <a:ext cx="576509" cy="1477593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33BE6D75-EF85-4D0E-86A1-0AB5E22B95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37197" y="3648207"/>
              <a:ext cx="8128" cy="195801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AFFE6247-C9DD-4BB6-BB2F-8EF9DDFE6A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28218" y="5702552"/>
              <a:ext cx="550271" cy="124561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F70BE865-E16B-43A9-9C8B-90A16C31E8B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60653" y="7091607"/>
              <a:ext cx="571917" cy="147427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F80A800A-A68B-487F-99FE-243EAA2489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16479" y="7136767"/>
              <a:ext cx="600379" cy="143670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70806C7E-2041-4677-8A94-50766F896A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52695" y="2261079"/>
              <a:ext cx="564545" cy="14572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7CC2D0DA-2483-4CB1-97FD-9119325695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25839" y="5787932"/>
              <a:ext cx="531717" cy="1347663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333460F9-D6AE-4D05-A5EB-87744FE995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50189" y="2264406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B51507ED-49B6-4C41-B938-9596223AB65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37046" y="7091607"/>
              <a:ext cx="1075034" cy="2797235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DAF729C5-6072-4ABB-8BE5-B77A6F63D6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58139" y="318324"/>
              <a:ext cx="564823" cy="1432143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D17D7A2F-9605-489E-BCA2-5D2F80162F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12984" y="2257030"/>
              <a:ext cx="525637" cy="141004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420BB661-1E44-4C1E-8D55-DAD7465319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73407" y="7006729"/>
              <a:ext cx="564545" cy="14572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6010DA67-A586-4517-B495-B3CA7A7AEB3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63581" y="5709568"/>
              <a:ext cx="552787" cy="1326993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F998CD57-EF50-40A7-93DB-57A2656CEB0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15501" y="7149001"/>
              <a:ext cx="552787" cy="1326993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6B567949-DE98-464B-911B-BC447FF9BA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29337" y="-4450863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8202515F-1448-479C-A979-1247B9687E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0947" y="-3009340"/>
              <a:ext cx="6087" cy="184706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47E6A5EA-E819-44F2-A362-B451DDE6F5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14230" y="-2973948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98AA00A5-308C-4F97-BFD8-C98248AFCC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09145" y="-4401978"/>
              <a:ext cx="507081" cy="1405165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A77F91E0-8550-405A-9C88-CD8BDF48C9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43374" y="-5851211"/>
              <a:ext cx="507081" cy="1405165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5EBE5038-2187-4586-802D-4BDA579CDA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61011" y="-5811369"/>
              <a:ext cx="551753" cy="138734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8091E3D3-5BE7-45E7-B330-F1C99EFBF3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12764" y="-4397121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C996C03C-9462-4D60-B12D-C30B40E994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44400" y="-4383654"/>
              <a:ext cx="551753" cy="138734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6F81C2EF-98CA-4D5A-857C-16D8CE5980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68478" y="-3014255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F523BBA9-4AA5-49DD-B1C8-BCC68EBDB2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38444" y="-2908078"/>
              <a:ext cx="6087" cy="184706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61F98151-0A38-429C-A897-8ACD3BBFE115}"/>
                </a:ext>
              </a:extLst>
            </p:cNvPr>
            <p:cNvCxnSpPr>
              <a:cxnSpLocks/>
            </p:cNvCxnSpPr>
            <p:nvPr/>
          </p:nvCxnSpPr>
          <p:spPr>
            <a:xfrm>
              <a:off x="8743174" y="-1046452"/>
              <a:ext cx="575059" cy="135936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BD38AC79-F291-4AB5-8712-64DDE817C2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33197" y="422555"/>
              <a:ext cx="6087" cy="184706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8CFE7A26-04C5-453D-A873-892CC13CE1A2}"/>
                </a:ext>
              </a:extLst>
            </p:cNvPr>
            <p:cNvCxnSpPr>
              <a:cxnSpLocks/>
            </p:cNvCxnSpPr>
            <p:nvPr/>
          </p:nvCxnSpPr>
          <p:spPr>
            <a:xfrm>
              <a:off x="9310473" y="2239856"/>
              <a:ext cx="545891" cy="140088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25C133F2-2433-4938-960C-0C4FA1ABEA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05752" y="3620952"/>
              <a:ext cx="564545" cy="14572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C12ACE2B-315D-440A-9439-B4721812F1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12517" y="5048920"/>
              <a:ext cx="18336" cy="203948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466BAB6B-D462-400A-8B84-BDB451F82D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51139" y="7088890"/>
              <a:ext cx="564545" cy="14572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070EEDCF-1F93-4717-A88E-A92BC5484F59}"/>
                </a:ext>
              </a:extLst>
            </p:cNvPr>
            <p:cNvCxnSpPr>
              <a:cxnSpLocks/>
            </p:cNvCxnSpPr>
            <p:nvPr/>
          </p:nvCxnSpPr>
          <p:spPr>
            <a:xfrm>
              <a:off x="8761508" y="8516215"/>
              <a:ext cx="0" cy="191463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8A96B29A-1CFC-4967-BE98-CEF168C42B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63161" y="10386653"/>
              <a:ext cx="812383" cy="441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9DA43C44-49EE-4DF4-A67F-7DDB9DF233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23440" y="8569152"/>
              <a:ext cx="6087" cy="184706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C5F9F1AD-DB25-43B2-92FA-E126E74F1D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12902" y="10483568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763A7053-C98E-40C7-B2AC-33FA3E0E8D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27888" y="10393109"/>
              <a:ext cx="564545" cy="14572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5BAD8F62-9915-418D-90DD-1D33980735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12764" y="11873829"/>
              <a:ext cx="812383" cy="441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2D00DA2E-FC75-420C-9B46-90D13E1F5D0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30043" y="11854371"/>
              <a:ext cx="812383" cy="441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AA3CEBBB-FA25-4DBC-9C93-F773FEF8CDA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89776" y="10556873"/>
              <a:ext cx="501250" cy="129550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438F89A8-76F5-4324-870A-48D0ED12BDF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59382" y="11873829"/>
              <a:ext cx="501250" cy="129550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931D8309-43BC-4E48-AA13-C6F415487B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5734" y="11854371"/>
              <a:ext cx="559085" cy="1386638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18B7490-DDC2-40E6-997F-F7B069F7CE6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50848" y="-2448150"/>
              <a:ext cx="526663" cy="1296519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B7309BF1-9B65-40DC-B240-FABBA52FF3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72924" y="1751049"/>
              <a:ext cx="763629" cy="9749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FC89813C-A27A-4A1D-A8AD-008146B852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56583" y="411647"/>
              <a:ext cx="564545" cy="14572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B0C37A5A-A958-49A5-800A-ADC96D7F6A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18074" y="-1102146"/>
              <a:ext cx="564545" cy="14572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9E33EE05-E2F6-4EC7-9A0D-D9ABB88DBA9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43319" y="2275380"/>
              <a:ext cx="518473" cy="141487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17036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0731018-9B2D-43F6-B240-FD81FF1F756F}"/>
              </a:ext>
            </a:extLst>
          </p:cNvPr>
          <p:cNvGrpSpPr/>
          <p:nvPr/>
        </p:nvGrpSpPr>
        <p:grpSpPr>
          <a:xfrm>
            <a:off x="2662906" y="-7632"/>
            <a:ext cx="6935285" cy="6940695"/>
            <a:chOff x="2662906" y="-7632"/>
            <a:chExt cx="6935285" cy="694069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FF79358-B025-4B18-8563-D9351DEB2941}"/>
                </a:ext>
              </a:extLst>
            </p:cNvPr>
            <p:cNvSpPr/>
            <p:nvPr/>
          </p:nvSpPr>
          <p:spPr>
            <a:xfrm rot="5400000">
              <a:off x="7942012" y="5253722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97F59DD-E3DC-4963-860C-11FA9E518DA0}"/>
                </a:ext>
              </a:extLst>
            </p:cNvPr>
            <p:cNvSpPr/>
            <p:nvPr/>
          </p:nvSpPr>
          <p:spPr>
            <a:xfrm rot="2700000">
              <a:off x="7035712" y="4893042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FF28280-DD6B-4A34-8F99-0212A7E10717}"/>
                </a:ext>
              </a:extLst>
            </p:cNvPr>
            <p:cNvSpPr/>
            <p:nvPr/>
          </p:nvSpPr>
          <p:spPr>
            <a:xfrm rot="2700000">
              <a:off x="7569443" y="4380024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A1591F6-9B55-4063-988E-C012EC262ABE}"/>
                </a:ext>
              </a:extLst>
            </p:cNvPr>
            <p:cNvSpPr/>
            <p:nvPr/>
          </p:nvSpPr>
          <p:spPr>
            <a:xfrm rot="5400000">
              <a:off x="6138544" y="5293938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8869676-814B-4B11-AA41-EB7520C0F362}"/>
                </a:ext>
              </a:extLst>
            </p:cNvPr>
            <p:cNvSpPr/>
            <p:nvPr/>
          </p:nvSpPr>
          <p:spPr>
            <a:xfrm rot="5400000">
              <a:off x="6661062" y="4016805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2F67BA8-68F3-48BE-B1A7-789435D0CD65}"/>
                </a:ext>
              </a:extLst>
            </p:cNvPr>
            <p:cNvSpPr/>
            <p:nvPr/>
          </p:nvSpPr>
          <p:spPr>
            <a:xfrm rot="5400000">
              <a:off x="7942012" y="3455402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5A5B0F5-AAA3-471E-A212-69030D153364}"/>
                </a:ext>
              </a:extLst>
            </p:cNvPr>
            <p:cNvSpPr/>
            <p:nvPr/>
          </p:nvSpPr>
          <p:spPr>
            <a:xfrm rot="2700000">
              <a:off x="7051687" y="3099400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C940C68-941E-4670-8E1B-EC2300212ABE}"/>
                </a:ext>
              </a:extLst>
            </p:cNvPr>
            <p:cNvSpPr/>
            <p:nvPr/>
          </p:nvSpPr>
          <p:spPr>
            <a:xfrm rot="2700000">
              <a:off x="8846543" y="3083515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7BC1B158-21A0-4A6B-A877-F29A404655CB}"/>
                </a:ext>
              </a:extLst>
            </p:cNvPr>
            <p:cNvSpPr/>
            <p:nvPr/>
          </p:nvSpPr>
          <p:spPr>
            <a:xfrm rot="5400000">
              <a:off x="6511460" y="5664583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9A780D18-071E-48C6-80F4-D1A154FC9D41}"/>
                </a:ext>
              </a:extLst>
            </p:cNvPr>
            <p:cNvSpPr/>
            <p:nvPr/>
          </p:nvSpPr>
          <p:spPr>
            <a:xfrm rot="5400000" flipH="1">
              <a:off x="7036724" y="5647649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6D03B942-C49B-4F4D-93D7-BADC9F60C5B2}"/>
                </a:ext>
              </a:extLst>
            </p:cNvPr>
            <p:cNvSpPr/>
            <p:nvPr/>
          </p:nvSpPr>
          <p:spPr>
            <a:xfrm rot="5400000" flipH="1">
              <a:off x="7036724" y="3871679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D3D85E02-7B1D-4124-B1C9-A0D0201ED014}"/>
                </a:ext>
              </a:extLst>
            </p:cNvPr>
            <p:cNvSpPr/>
            <p:nvPr/>
          </p:nvSpPr>
          <p:spPr>
            <a:xfrm rot="5400000">
              <a:off x="8313824" y="3846140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DC5A0FEB-DCB7-48F4-B463-4970ADF79D81}"/>
                </a:ext>
              </a:extLst>
            </p:cNvPr>
            <p:cNvSpPr/>
            <p:nvPr/>
          </p:nvSpPr>
          <p:spPr>
            <a:xfrm rot="5400000">
              <a:off x="5767899" y="3865190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7E3A7BE7-0476-4A0E-BC2B-2886FF0F76DA}"/>
                </a:ext>
              </a:extLst>
            </p:cNvPr>
            <p:cNvSpPr/>
            <p:nvPr/>
          </p:nvSpPr>
          <p:spPr>
            <a:xfrm rot="2700000">
              <a:off x="6134199" y="3480781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2DCA1708-31D4-4DD6-B61E-9EF2D47DF589}"/>
                </a:ext>
              </a:extLst>
            </p:cNvPr>
            <p:cNvSpPr/>
            <p:nvPr/>
          </p:nvSpPr>
          <p:spPr>
            <a:xfrm rot="2700000">
              <a:off x="6142666" y="603878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AA418635-72C8-46F4-B05D-EB9172BA9C6D}"/>
                </a:ext>
              </a:extLst>
            </p:cNvPr>
            <p:cNvSpPr/>
            <p:nvPr/>
          </p:nvSpPr>
          <p:spPr>
            <a:xfrm rot="2700000">
              <a:off x="7937667" y="4222557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FE81C62E-9D86-417A-96AA-691600C341E2}"/>
                </a:ext>
              </a:extLst>
            </p:cNvPr>
            <p:cNvSpPr/>
            <p:nvPr/>
          </p:nvSpPr>
          <p:spPr>
            <a:xfrm rot="8100000" flipH="1">
              <a:off x="6142666" y="4771861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2340D5B2-99EB-4E54-99D7-D7085F802197}"/>
                </a:ext>
              </a:extLst>
            </p:cNvPr>
            <p:cNvSpPr/>
            <p:nvPr/>
          </p:nvSpPr>
          <p:spPr>
            <a:xfrm rot="8100000" flipH="1">
              <a:off x="7937667" y="4769322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0A8EF62-BA2E-49B4-A1B2-2AB89C1DA4D0}"/>
                </a:ext>
              </a:extLst>
            </p:cNvPr>
            <p:cNvSpPr/>
            <p:nvPr/>
          </p:nvSpPr>
          <p:spPr>
            <a:xfrm>
              <a:off x="7918850" y="909837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B6804B5-F8C1-4B48-84BC-A925FF4800EA}"/>
                </a:ext>
              </a:extLst>
            </p:cNvPr>
            <p:cNvSpPr/>
            <p:nvPr/>
          </p:nvSpPr>
          <p:spPr>
            <a:xfrm rot="18900000">
              <a:off x="7558170" y="1816137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465DA1D-72DF-4095-BB8B-67705F71A4B7}"/>
                </a:ext>
              </a:extLst>
            </p:cNvPr>
            <p:cNvSpPr/>
            <p:nvPr/>
          </p:nvSpPr>
          <p:spPr>
            <a:xfrm rot="18900000">
              <a:off x="7045152" y="1282406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063641A-8F0A-4AC0-8E8A-A3A09408918D}"/>
                </a:ext>
              </a:extLst>
            </p:cNvPr>
            <p:cNvSpPr/>
            <p:nvPr/>
          </p:nvSpPr>
          <p:spPr>
            <a:xfrm>
              <a:off x="7959066" y="2704838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8FC463A-98D0-472B-A721-FA47B96AE5FB}"/>
                </a:ext>
              </a:extLst>
            </p:cNvPr>
            <p:cNvSpPr/>
            <p:nvPr/>
          </p:nvSpPr>
          <p:spPr>
            <a:xfrm>
              <a:off x="6681933" y="2190787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D4802B9-3A2F-4D2E-9463-EBFF1520C0F2}"/>
                </a:ext>
              </a:extLst>
            </p:cNvPr>
            <p:cNvSpPr/>
            <p:nvPr/>
          </p:nvSpPr>
          <p:spPr>
            <a:xfrm>
              <a:off x="6120530" y="909837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5B798A8-2055-4D62-8AB7-EFE869CF4C76}"/>
                </a:ext>
              </a:extLst>
            </p:cNvPr>
            <p:cNvSpPr/>
            <p:nvPr/>
          </p:nvSpPr>
          <p:spPr>
            <a:xfrm rot="18900000">
              <a:off x="5764524" y="1800162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4658F00-A8A4-417E-B19E-0D3C41D8403D}"/>
                </a:ext>
              </a:extLst>
            </p:cNvPr>
            <p:cNvSpPr/>
            <p:nvPr/>
          </p:nvSpPr>
          <p:spPr>
            <a:xfrm rot="18900000">
              <a:off x="5748643" y="5306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1D5C619A-2F26-445D-B21D-C03334FBC717}"/>
                </a:ext>
              </a:extLst>
            </p:cNvPr>
            <p:cNvSpPr/>
            <p:nvPr/>
          </p:nvSpPr>
          <p:spPr>
            <a:xfrm>
              <a:off x="7933666" y="2196261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257FB9B4-7E23-4C2C-951F-C859442D4D1F}"/>
                </a:ext>
              </a:extLst>
            </p:cNvPr>
            <p:cNvSpPr/>
            <p:nvPr/>
          </p:nvSpPr>
          <p:spPr>
            <a:xfrm flipH="1">
              <a:off x="7933666" y="1662530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37FE4962-4438-4E0D-874E-1F6DA7D71AA2}"/>
                </a:ext>
              </a:extLst>
            </p:cNvPr>
            <p:cNvSpPr/>
            <p:nvPr/>
          </p:nvSpPr>
          <p:spPr>
            <a:xfrm flipH="1">
              <a:off x="6157696" y="1662530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4" name="Parallelogram 33">
              <a:extLst>
                <a:ext uri="{FF2B5EF4-FFF2-40B4-BE49-F238E27FC236}">
                  <a16:creationId xmlns:a16="http://schemas.microsoft.com/office/drawing/2014/main" id="{934E6E18-9D92-4278-8236-557E9C2442D1}"/>
                </a:ext>
              </a:extLst>
            </p:cNvPr>
            <p:cNvSpPr/>
            <p:nvPr/>
          </p:nvSpPr>
          <p:spPr>
            <a:xfrm>
              <a:off x="6132157" y="385430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5" name="Parallelogram 34">
              <a:extLst>
                <a:ext uri="{FF2B5EF4-FFF2-40B4-BE49-F238E27FC236}">
                  <a16:creationId xmlns:a16="http://schemas.microsoft.com/office/drawing/2014/main" id="{78BC2ADF-B059-47AC-BB3F-EDA4F5F67A95}"/>
                </a:ext>
              </a:extLst>
            </p:cNvPr>
            <p:cNvSpPr/>
            <p:nvPr/>
          </p:nvSpPr>
          <p:spPr>
            <a:xfrm>
              <a:off x="6151207" y="2948289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6" name="Parallelogram 35">
              <a:extLst>
                <a:ext uri="{FF2B5EF4-FFF2-40B4-BE49-F238E27FC236}">
                  <a16:creationId xmlns:a16="http://schemas.microsoft.com/office/drawing/2014/main" id="{8B19DE33-85BE-4366-848A-B2EDA7DE5683}"/>
                </a:ext>
              </a:extLst>
            </p:cNvPr>
            <p:cNvSpPr/>
            <p:nvPr/>
          </p:nvSpPr>
          <p:spPr>
            <a:xfrm rot="18900000">
              <a:off x="5758331" y="255658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7" name="Parallelogram 36">
              <a:extLst>
                <a:ext uri="{FF2B5EF4-FFF2-40B4-BE49-F238E27FC236}">
                  <a16:creationId xmlns:a16="http://schemas.microsoft.com/office/drawing/2014/main" id="{045073E7-0F28-4822-A723-5FE3D748F9DA}"/>
                </a:ext>
              </a:extLst>
            </p:cNvPr>
            <p:cNvSpPr/>
            <p:nvPr/>
          </p:nvSpPr>
          <p:spPr>
            <a:xfrm rot="18900000">
              <a:off x="8324805" y="255658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38" name="Parallelogram 37">
              <a:extLst>
                <a:ext uri="{FF2B5EF4-FFF2-40B4-BE49-F238E27FC236}">
                  <a16:creationId xmlns:a16="http://schemas.microsoft.com/office/drawing/2014/main" id="{ED02B445-DD87-4E00-8E1B-65989EB1B138}"/>
                </a:ext>
              </a:extLst>
            </p:cNvPr>
            <p:cNvSpPr/>
            <p:nvPr/>
          </p:nvSpPr>
          <p:spPr>
            <a:xfrm rot="18900000">
              <a:off x="6508574" y="761587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9" name="Parallelogram 38">
              <a:extLst>
                <a:ext uri="{FF2B5EF4-FFF2-40B4-BE49-F238E27FC236}">
                  <a16:creationId xmlns:a16="http://schemas.microsoft.com/office/drawing/2014/main" id="{7FB48F24-BC52-4A18-9641-BBA28E9270B0}"/>
                </a:ext>
              </a:extLst>
            </p:cNvPr>
            <p:cNvSpPr/>
            <p:nvPr/>
          </p:nvSpPr>
          <p:spPr>
            <a:xfrm rot="2700000" flipH="1">
              <a:off x="7057878" y="255658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40" name="Parallelogram 39">
              <a:extLst>
                <a:ext uri="{FF2B5EF4-FFF2-40B4-BE49-F238E27FC236}">
                  <a16:creationId xmlns:a16="http://schemas.microsoft.com/office/drawing/2014/main" id="{0F890812-443A-4DCC-9AD8-753B84E3FA15}"/>
                </a:ext>
              </a:extLst>
            </p:cNvPr>
            <p:cNvSpPr/>
            <p:nvPr/>
          </p:nvSpPr>
          <p:spPr>
            <a:xfrm rot="2700000" flipH="1">
              <a:off x="7055339" y="761587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C7132C1D-D397-45FD-AB1A-7A281E6DE93B}"/>
                </a:ext>
              </a:extLst>
            </p:cNvPr>
            <p:cNvSpPr/>
            <p:nvPr/>
          </p:nvSpPr>
          <p:spPr>
            <a:xfrm rot="16200000">
              <a:off x="3577407" y="930029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A39E900-E377-4C66-AFB1-A5FB5E2BBF0F}"/>
                </a:ext>
              </a:extLst>
            </p:cNvPr>
            <p:cNvSpPr/>
            <p:nvPr/>
          </p:nvSpPr>
          <p:spPr>
            <a:xfrm rot="13500000">
              <a:off x="4483707" y="1290709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29E6A13A-DD49-46C0-B49F-6592CE7C1ABD}"/>
                </a:ext>
              </a:extLst>
            </p:cNvPr>
            <p:cNvSpPr/>
            <p:nvPr/>
          </p:nvSpPr>
          <p:spPr>
            <a:xfrm rot="13500000">
              <a:off x="3949976" y="1803727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19FE09B-A3FC-4308-AF4B-F16B5C41A7D2}"/>
                </a:ext>
              </a:extLst>
            </p:cNvPr>
            <p:cNvSpPr/>
            <p:nvPr/>
          </p:nvSpPr>
          <p:spPr>
            <a:xfrm rot="16200000">
              <a:off x="5372408" y="889812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A6E7C00-D3C1-4CBA-9CAD-F9D832B7BBE0}"/>
                </a:ext>
              </a:extLst>
            </p:cNvPr>
            <p:cNvSpPr/>
            <p:nvPr/>
          </p:nvSpPr>
          <p:spPr>
            <a:xfrm rot="16200000">
              <a:off x="4858357" y="2166945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7A46C0D7-6528-45C1-B22D-FFD737037C3E}"/>
                </a:ext>
              </a:extLst>
            </p:cNvPr>
            <p:cNvSpPr/>
            <p:nvPr/>
          </p:nvSpPr>
          <p:spPr>
            <a:xfrm rot="16200000">
              <a:off x="3577407" y="2728349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B420F087-5CDA-4489-BCAA-CED6D320E5D7}"/>
                </a:ext>
              </a:extLst>
            </p:cNvPr>
            <p:cNvSpPr/>
            <p:nvPr/>
          </p:nvSpPr>
          <p:spPr>
            <a:xfrm rot="13500000">
              <a:off x="4467732" y="3084355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2AC4949B-EE4D-40E5-95C5-6C99D1D95762}"/>
                </a:ext>
              </a:extLst>
            </p:cNvPr>
            <p:cNvSpPr/>
            <p:nvPr/>
          </p:nvSpPr>
          <p:spPr>
            <a:xfrm rot="13500000">
              <a:off x="2672876" y="3100236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9" name="Parallelogram 48">
              <a:extLst>
                <a:ext uri="{FF2B5EF4-FFF2-40B4-BE49-F238E27FC236}">
                  <a16:creationId xmlns:a16="http://schemas.microsoft.com/office/drawing/2014/main" id="{81E77EB5-F1BE-4B20-8A92-087FDEA49471}"/>
                </a:ext>
              </a:extLst>
            </p:cNvPr>
            <p:cNvSpPr/>
            <p:nvPr/>
          </p:nvSpPr>
          <p:spPr>
            <a:xfrm rot="16200000">
              <a:off x="4484719" y="76261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0" name="Parallelogram 49">
              <a:extLst>
                <a:ext uri="{FF2B5EF4-FFF2-40B4-BE49-F238E27FC236}">
                  <a16:creationId xmlns:a16="http://schemas.microsoft.com/office/drawing/2014/main" id="{B22CF322-3D5F-4052-BDF6-3C4442833D7F}"/>
                </a:ext>
              </a:extLst>
            </p:cNvPr>
            <p:cNvSpPr/>
            <p:nvPr/>
          </p:nvSpPr>
          <p:spPr>
            <a:xfrm rot="16200000" flipH="1">
              <a:off x="3950988" y="76261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1" name="Parallelogram 50">
              <a:extLst>
                <a:ext uri="{FF2B5EF4-FFF2-40B4-BE49-F238E27FC236}">
                  <a16:creationId xmlns:a16="http://schemas.microsoft.com/office/drawing/2014/main" id="{B40613D9-029F-483D-A4B7-80E0113AAE53}"/>
                </a:ext>
              </a:extLst>
            </p:cNvPr>
            <p:cNvSpPr/>
            <p:nvPr/>
          </p:nvSpPr>
          <p:spPr>
            <a:xfrm rot="16200000" flipH="1">
              <a:off x="3950988" y="253858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2" name="Parallelogram 51">
              <a:extLst>
                <a:ext uri="{FF2B5EF4-FFF2-40B4-BE49-F238E27FC236}">
                  <a16:creationId xmlns:a16="http://schemas.microsoft.com/office/drawing/2014/main" id="{FF9C4087-7D97-417B-B10E-F1FEBC45C64B}"/>
                </a:ext>
              </a:extLst>
            </p:cNvPr>
            <p:cNvSpPr/>
            <p:nvPr/>
          </p:nvSpPr>
          <p:spPr>
            <a:xfrm rot="16200000">
              <a:off x="2673888" y="2564127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3" name="Parallelogram 52">
              <a:extLst>
                <a:ext uri="{FF2B5EF4-FFF2-40B4-BE49-F238E27FC236}">
                  <a16:creationId xmlns:a16="http://schemas.microsoft.com/office/drawing/2014/main" id="{1B9AA933-64D6-4173-9A5D-D04C12815770}"/>
                </a:ext>
              </a:extLst>
            </p:cNvPr>
            <p:cNvSpPr/>
            <p:nvPr/>
          </p:nvSpPr>
          <p:spPr>
            <a:xfrm rot="16200000">
              <a:off x="5219813" y="2545077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4" name="Parallelogram 53">
              <a:extLst>
                <a:ext uri="{FF2B5EF4-FFF2-40B4-BE49-F238E27FC236}">
                  <a16:creationId xmlns:a16="http://schemas.microsoft.com/office/drawing/2014/main" id="{A4490AD2-0DDD-470C-882D-922BB0E1C6C4}"/>
                </a:ext>
              </a:extLst>
            </p:cNvPr>
            <p:cNvSpPr/>
            <p:nvPr/>
          </p:nvSpPr>
          <p:spPr>
            <a:xfrm rot="13500000">
              <a:off x="4870447" y="2946420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5" name="Parallelogram 54">
              <a:extLst>
                <a:ext uri="{FF2B5EF4-FFF2-40B4-BE49-F238E27FC236}">
                  <a16:creationId xmlns:a16="http://schemas.microsoft.com/office/drawing/2014/main" id="{A44EF3F0-47BE-4B0D-A4BE-4B328A7687B6}"/>
                </a:ext>
              </a:extLst>
            </p:cNvPr>
            <p:cNvSpPr/>
            <p:nvPr/>
          </p:nvSpPr>
          <p:spPr>
            <a:xfrm rot="13500000">
              <a:off x="4845046" y="371479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56" name="Parallelogram 55">
              <a:extLst>
                <a:ext uri="{FF2B5EF4-FFF2-40B4-BE49-F238E27FC236}">
                  <a16:creationId xmlns:a16="http://schemas.microsoft.com/office/drawing/2014/main" id="{F6B7EA71-849F-4E38-9E12-44EF6EE42015}"/>
                </a:ext>
              </a:extLst>
            </p:cNvPr>
            <p:cNvSpPr/>
            <p:nvPr/>
          </p:nvSpPr>
          <p:spPr>
            <a:xfrm rot="13500000">
              <a:off x="3050045" y="2187710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B79D8645-6C5E-4F21-B5F1-62377960C8B1}"/>
                </a:ext>
              </a:extLst>
            </p:cNvPr>
            <p:cNvSpPr/>
            <p:nvPr/>
          </p:nvSpPr>
          <p:spPr>
            <a:xfrm rot="18900000" flipH="1">
              <a:off x="4861982" y="1638405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CC81CFFD-E124-43CE-A95E-D6A064090F9F}"/>
                </a:ext>
              </a:extLst>
            </p:cNvPr>
            <p:cNvSpPr/>
            <p:nvPr/>
          </p:nvSpPr>
          <p:spPr>
            <a:xfrm rot="18900000" flipH="1">
              <a:off x="3050045" y="1640945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94148FB4-DAA9-4B5C-97FA-8C7CA26DA732}"/>
                </a:ext>
              </a:extLst>
            </p:cNvPr>
            <p:cNvSpPr/>
            <p:nvPr/>
          </p:nvSpPr>
          <p:spPr>
            <a:xfrm rot="10800000">
              <a:off x="3600567" y="5273912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55EC50F4-ED38-46BF-92AA-B46D7777E870}"/>
                </a:ext>
              </a:extLst>
            </p:cNvPr>
            <p:cNvSpPr/>
            <p:nvPr/>
          </p:nvSpPr>
          <p:spPr>
            <a:xfrm rot="8100000">
              <a:off x="3961247" y="4367612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48E00AE3-E36C-4401-93A5-C00A077C609C}"/>
                </a:ext>
              </a:extLst>
            </p:cNvPr>
            <p:cNvSpPr/>
            <p:nvPr/>
          </p:nvSpPr>
          <p:spPr>
            <a:xfrm rot="8100000">
              <a:off x="4474265" y="4901343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3D39441-F887-4108-9CEE-E9B558BAA60B}"/>
                </a:ext>
              </a:extLst>
            </p:cNvPr>
            <p:cNvSpPr/>
            <p:nvPr/>
          </p:nvSpPr>
          <p:spPr>
            <a:xfrm rot="10800000">
              <a:off x="3560351" y="3478911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8429EA65-0F0A-449E-8C27-EE20A4CE866B}"/>
                </a:ext>
              </a:extLst>
            </p:cNvPr>
            <p:cNvSpPr/>
            <p:nvPr/>
          </p:nvSpPr>
          <p:spPr>
            <a:xfrm rot="10800000">
              <a:off x="4837484" y="3992962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9F40BC6D-0975-40A5-BC70-6E319CC91899}"/>
                </a:ext>
              </a:extLst>
            </p:cNvPr>
            <p:cNvSpPr/>
            <p:nvPr/>
          </p:nvSpPr>
          <p:spPr>
            <a:xfrm rot="10800000">
              <a:off x="5390420" y="5273912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AE376A4E-FA2C-44F3-BF60-EE03862F235A}"/>
                </a:ext>
              </a:extLst>
            </p:cNvPr>
            <p:cNvSpPr/>
            <p:nvPr/>
          </p:nvSpPr>
          <p:spPr>
            <a:xfrm rot="8100000">
              <a:off x="5754893" y="4396287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5EB7D63F-3578-4409-8C5A-8BA0138948E9}"/>
                </a:ext>
              </a:extLst>
            </p:cNvPr>
            <p:cNvSpPr/>
            <p:nvPr/>
          </p:nvSpPr>
          <p:spPr>
            <a:xfrm rot="8100000">
              <a:off x="5770774" y="6178443"/>
              <a:ext cx="741680" cy="741680"/>
            </a:xfrm>
            <a:prstGeom prst="rect">
              <a:avLst/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" name="Parallelogram 66">
              <a:extLst>
                <a:ext uri="{FF2B5EF4-FFF2-40B4-BE49-F238E27FC236}">
                  <a16:creationId xmlns:a16="http://schemas.microsoft.com/office/drawing/2014/main" id="{A1388E73-A007-401A-9717-5D34256014AB}"/>
                </a:ext>
              </a:extLst>
            </p:cNvPr>
            <p:cNvSpPr/>
            <p:nvPr/>
          </p:nvSpPr>
          <p:spPr>
            <a:xfrm rot="10800000">
              <a:off x="3054045" y="4214005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" name="Parallelogram 67">
              <a:extLst>
                <a:ext uri="{FF2B5EF4-FFF2-40B4-BE49-F238E27FC236}">
                  <a16:creationId xmlns:a16="http://schemas.microsoft.com/office/drawing/2014/main" id="{15B92E9A-EA11-4FBD-B565-CF876B28B574}"/>
                </a:ext>
              </a:extLst>
            </p:cNvPr>
            <p:cNvSpPr/>
            <p:nvPr/>
          </p:nvSpPr>
          <p:spPr>
            <a:xfrm rot="10800000" flipH="1">
              <a:off x="3054045" y="4747736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9" name="Parallelogram 68">
              <a:extLst>
                <a:ext uri="{FF2B5EF4-FFF2-40B4-BE49-F238E27FC236}">
                  <a16:creationId xmlns:a16="http://schemas.microsoft.com/office/drawing/2014/main" id="{27D90C20-7C3B-4B9C-9428-A520879DA309}"/>
                </a:ext>
              </a:extLst>
            </p:cNvPr>
            <p:cNvSpPr/>
            <p:nvPr/>
          </p:nvSpPr>
          <p:spPr>
            <a:xfrm rot="10800000" flipH="1">
              <a:off x="4830015" y="4747736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0" name="Parallelogram 69">
              <a:extLst>
                <a:ext uri="{FF2B5EF4-FFF2-40B4-BE49-F238E27FC236}">
                  <a16:creationId xmlns:a16="http://schemas.microsoft.com/office/drawing/2014/main" id="{23625A14-3251-4343-A0BB-7B8B97DC3F79}"/>
                </a:ext>
              </a:extLst>
            </p:cNvPr>
            <p:cNvSpPr/>
            <p:nvPr/>
          </p:nvSpPr>
          <p:spPr>
            <a:xfrm rot="10800000">
              <a:off x="4855554" y="6024836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1" name="Parallelogram 70">
              <a:extLst>
                <a:ext uri="{FF2B5EF4-FFF2-40B4-BE49-F238E27FC236}">
                  <a16:creationId xmlns:a16="http://schemas.microsoft.com/office/drawing/2014/main" id="{5F9F5C2C-58FC-4680-B2B4-1A917B660A22}"/>
                </a:ext>
              </a:extLst>
            </p:cNvPr>
            <p:cNvSpPr/>
            <p:nvPr/>
          </p:nvSpPr>
          <p:spPr>
            <a:xfrm rot="10800000">
              <a:off x="4836504" y="3478911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2" name="Parallelogram 71">
              <a:extLst>
                <a:ext uri="{FF2B5EF4-FFF2-40B4-BE49-F238E27FC236}">
                  <a16:creationId xmlns:a16="http://schemas.microsoft.com/office/drawing/2014/main" id="{D777C7A3-A3E1-4275-862C-691D14374B7B}"/>
                </a:ext>
              </a:extLst>
            </p:cNvPr>
            <p:cNvSpPr/>
            <p:nvPr/>
          </p:nvSpPr>
          <p:spPr>
            <a:xfrm rot="8100000">
              <a:off x="5229380" y="385367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" name="Parallelogram 72">
              <a:extLst>
                <a:ext uri="{FF2B5EF4-FFF2-40B4-BE49-F238E27FC236}">
                  <a16:creationId xmlns:a16="http://schemas.microsoft.com/office/drawing/2014/main" id="{D6BD7850-DC28-4B9D-9588-25A1C0CE7185}"/>
                </a:ext>
              </a:extLst>
            </p:cNvPr>
            <p:cNvSpPr/>
            <p:nvPr/>
          </p:nvSpPr>
          <p:spPr>
            <a:xfrm rot="8100000">
              <a:off x="2662906" y="385367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74" name="Parallelogram 73">
              <a:extLst>
                <a:ext uri="{FF2B5EF4-FFF2-40B4-BE49-F238E27FC236}">
                  <a16:creationId xmlns:a16="http://schemas.microsoft.com/office/drawing/2014/main" id="{599E2300-10F7-4A35-9B28-EE1C2AFC2D62}"/>
                </a:ext>
              </a:extLst>
            </p:cNvPr>
            <p:cNvSpPr/>
            <p:nvPr/>
          </p:nvSpPr>
          <p:spPr>
            <a:xfrm rot="8100000">
              <a:off x="4479137" y="5648679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" name="Parallelogram 74">
              <a:extLst>
                <a:ext uri="{FF2B5EF4-FFF2-40B4-BE49-F238E27FC236}">
                  <a16:creationId xmlns:a16="http://schemas.microsoft.com/office/drawing/2014/main" id="{EA26F209-E9DB-443F-A989-87868158F173}"/>
                </a:ext>
              </a:extLst>
            </p:cNvPr>
            <p:cNvSpPr/>
            <p:nvPr/>
          </p:nvSpPr>
          <p:spPr>
            <a:xfrm rot="13500000" flipH="1">
              <a:off x="3929833" y="3853678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76" name="Parallelogram 75">
              <a:extLst>
                <a:ext uri="{FF2B5EF4-FFF2-40B4-BE49-F238E27FC236}">
                  <a16:creationId xmlns:a16="http://schemas.microsoft.com/office/drawing/2014/main" id="{5EA80AA7-42DD-4929-BC69-3C0565B56BC9}"/>
                </a:ext>
              </a:extLst>
            </p:cNvPr>
            <p:cNvSpPr/>
            <p:nvPr/>
          </p:nvSpPr>
          <p:spPr>
            <a:xfrm rot="13500000" flipH="1">
              <a:off x="3932372" y="5648679"/>
              <a:ext cx="1273386" cy="515163"/>
            </a:xfrm>
            <a:prstGeom prst="parallelogram">
              <a:avLst>
                <a:gd name="adj" fmla="val 99943"/>
              </a:avLst>
            </a:prstGeom>
            <a:solidFill>
              <a:schemeClr val="bg1"/>
            </a:solidFill>
            <a:ln w="38100" cap="rnd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DD19325F-2F2D-40E3-85C6-2E60277F7AC0}"/>
              </a:ext>
            </a:extLst>
          </p:cNvPr>
          <p:cNvGrpSpPr/>
          <p:nvPr/>
        </p:nvGrpSpPr>
        <p:grpSpPr>
          <a:xfrm>
            <a:off x="2505417" y="-168799"/>
            <a:ext cx="7249720" cy="7251772"/>
            <a:chOff x="2279609" y="-5851211"/>
            <a:chExt cx="7590688" cy="19092220"/>
          </a:xfrm>
        </p:grpSpPr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966B6B5B-D2A9-47B6-9D38-1FAE75AE36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28980" y="312908"/>
              <a:ext cx="6809" cy="1926948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892B150-3180-488A-8002-4B185938C5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27182" y="2250723"/>
              <a:ext cx="783381" cy="1793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F10DABAA-66E0-47D0-93E4-B774BBEFE9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64572" y="2257029"/>
              <a:ext cx="564545" cy="1457293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2B549E5F-F885-401F-9899-137665748F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66546" y="1773792"/>
              <a:ext cx="36089" cy="401414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1831FA7F-4F69-4F16-98C4-FF02F7D332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62140" y="3704838"/>
              <a:ext cx="555086" cy="145755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30D7272E-50C1-4BD1-BA4C-29CFB086290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19626" y="7106074"/>
              <a:ext cx="552787" cy="1326993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346E09E6-F63E-40E3-8319-CF47EEF16D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26240" y="5150504"/>
              <a:ext cx="0" cy="199033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0EA1DD61-3F5C-44E9-AF3E-05114ED4BA1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72924" y="5648672"/>
              <a:ext cx="763629" cy="9749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F36ADAC0-38AD-436F-8657-693CE1EDB0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65837" y="8473625"/>
              <a:ext cx="1558493" cy="104289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205FC834-591E-4B5A-A120-89D96F7464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47055" y="2252201"/>
              <a:ext cx="518473" cy="141487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238AF7B8-09FD-4A9F-90D9-AC13E6EA82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7668" y="3721071"/>
              <a:ext cx="557861" cy="1395745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D16DCD26-36F1-47E7-9086-519A5650BB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56266" y="295677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F2B14FE3-59A1-4A2C-8A64-0F5569168D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92041" y="-1135411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9083AAC6-79BA-4970-BA43-9745B4B3AE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83398" y="-1126975"/>
              <a:ext cx="555086" cy="142231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3812434-FBBF-4F07-8023-C3A775DA65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90519" y="-3092883"/>
              <a:ext cx="2363" cy="190061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93539BE7-FA3C-44EF-9266-2ECFB6356BC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30418" y="-3041001"/>
              <a:ext cx="31722" cy="1890015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6F5B8821-9EC1-4E39-9C8C-B276F86087F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82675" y="-3064133"/>
              <a:ext cx="1558635" cy="4536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92565378-0906-421C-B3EF-E1D16CA03D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64861" y="-1066406"/>
              <a:ext cx="539985" cy="1326053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DF188E42-B9E0-4B34-A97A-1581B33B60E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66826" y="-1079172"/>
              <a:ext cx="556663" cy="1406863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B73428DC-84A8-488E-8136-4F374820A93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03298" y="5643133"/>
              <a:ext cx="750672" cy="8179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B09DE145-B3B7-45A0-8B71-BE0B97EE03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60856" y="5637559"/>
              <a:ext cx="555818" cy="144588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CEFE9C55-8690-4EF1-9F25-42E73DE97E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15533" y="3671453"/>
              <a:ext cx="562465" cy="151811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F5075681-7057-46F6-A875-6C7551F28A3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16674" y="1750467"/>
              <a:ext cx="773434" cy="1391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F2CE3D09-8F2D-4B6C-BFDE-91175D36CB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79700" y="1876344"/>
              <a:ext cx="6087" cy="184706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2F5E7A33-43B9-49A7-9DD9-FA0B765B16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3298" y="1801144"/>
              <a:ext cx="6087" cy="184706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50ABC000-F54B-48B0-88E5-DF48F4E93D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69794" y="3799503"/>
              <a:ext cx="550271" cy="124561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56A9584-0965-4FB5-BAAC-10B48C002C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03270" y="-1129308"/>
              <a:ext cx="564545" cy="14572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FC4F5944-A17C-493B-8767-E1ADA9FCB4B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26370" y="350999"/>
              <a:ext cx="4826" cy="202047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BD6B6452-0607-4734-B92F-43C507626C9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83968" y="3771226"/>
              <a:ext cx="539554" cy="139116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1E690E61-0DE5-4330-9919-51B7F37CB5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79609" y="2382342"/>
              <a:ext cx="557977" cy="1314809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FEBDF0E2-7A08-47B0-9233-ED687A0B34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31809" y="5134575"/>
              <a:ext cx="6087" cy="184706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6F291C55-8E99-4143-A3B5-1AC925B0C6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52945" y="7086535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18728886-79BC-48F2-A033-B7EA8FF779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07156" y="5218532"/>
              <a:ext cx="6087" cy="184706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66F58307-D5A1-48D8-AF20-9F593EE551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19468" y="8423126"/>
              <a:ext cx="594316" cy="1426678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9784C01C-2A1C-421A-AC38-02A2CE73D1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71154" y="-1107293"/>
              <a:ext cx="555086" cy="145755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FEF5522A-B6E8-4FAB-80C8-81F9624A4813}"/>
                </a:ext>
              </a:extLst>
            </p:cNvPr>
            <p:cNvCxnSpPr>
              <a:cxnSpLocks/>
            </p:cNvCxnSpPr>
            <p:nvPr/>
          </p:nvCxnSpPr>
          <p:spPr>
            <a:xfrm>
              <a:off x="7426760" y="324100"/>
              <a:ext cx="576509" cy="1477593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33BE6D75-EF85-4D0E-86A1-0AB5E22B95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37197" y="3648207"/>
              <a:ext cx="8128" cy="195801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AFFE6247-C9DD-4BB6-BB2F-8EF9DDFE6A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28218" y="5702552"/>
              <a:ext cx="550271" cy="124561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F70BE865-E16B-43A9-9C8B-90A16C31E8B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60653" y="7091607"/>
              <a:ext cx="571917" cy="147427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F80A800A-A68B-487F-99FE-243EAA2489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16479" y="7136767"/>
              <a:ext cx="600379" cy="143670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70806C7E-2041-4677-8A94-50766F896A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52695" y="2261079"/>
              <a:ext cx="564545" cy="14572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7CC2D0DA-2483-4CB1-97FD-9119325695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25839" y="5787932"/>
              <a:ext cx="531717" cy="1347663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333460F9-D6AE-4D05-A5EB-87744FE995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50189" y="2264406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B51507ED-49B6-4C41-B938-9596223AB65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37046" y="7091607"/>
              <a:ext cx="1075034" cy="2797235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DAF729C5-6072-4ABB-8BE5-B77A6F63D6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58139" y="318324"/>
              <a:ext cx="564823" cy="1432143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D17D7A2F-9605-489E-BCA2-5D2F80162F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12984" y="2257030"/>
              <a:ext cx="525637" cy="141004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420BB661-1E44-4C1E-8D55-DAD7465319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73407" y="7006729"/>
              <a:ext cx="564545" cy="14572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6010DA67-A586-4517-B495-B3CA7A7AEB3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63581" y="5709568"/>
              <a:ext cx="552787" cy="1326993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F998CD57-EF50-40A7-93DB-57A2656CEB0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15501" y="7149001"/>
              <a:ext cx="552787" cy="1326993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6B567949-DE98-464B-911B-BC447FF9BA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29337" y="-4450863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8202515F-1448-479C-A979-1247B9687E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0947" y="-3009340"/>
              <a:ext cx="6087" cy="184706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47E6A5EA-E819-44F2-A362-B451DDE6F5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14230" y="-2973948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98AA00A5-308C-4F97-BFD8-C98248AFCC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09145" y="-4401978"/>
              <a:ext cx="507081" cy="1405165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A77F91E0-8550-405A-9C88-CD8BDF48C9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43374" y="-5851211"/>
              <a:ext cx="507081" cy="1405165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5EBE5038-2187-4586-802D-4BDA579CDA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61011" y="-5811369"/>
              <a:ext cx="551753" cy="138734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8091E3D3-5BE7-45E7-B330-F1C99EFBF3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12764" y="-4397121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C996C03C-9462-4D60-B12D-C30B40E994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44400" y="-4383654"/>
              <a:ext cx="551753" cy="138734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6F81C2EF-98CA-4D5A-857C-16D8CE5980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68478" y="-3014255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F523BBA9-4AA5-49DD-B1C8-BCC68EBDB2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38444" y="-2908078"/>
              <a:ext cx="6087" cy="184706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61F98151-0A38-429C-A897-8ACD3BBFE115}"/>
                </a:ext>
              </a:extLst>
            </p:cNvPr>
            <p:cNvCxnSpPr>
              <a:cxnSpLocks/>
            </p:cNvCxnSpPr>
            <p:nvPr/>
          </p:nvCxnSpPr>
          <p:spPr>
            <a:xfrm>
              <a:off x="8743174" y="-1046452"/>
              <a:ext cx="575059" cy="135936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BD38AC79-F291-4AB5-8712-64DDE817C2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33197" y="422555"/>
              <a:ext cx="6087" cy="184706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8CFE7A26-04C5-453D-A873-892CC13CE1A2}"/>
                </a:ext>
              </a:extLst>
            </p:cNvPr>
            <p:cNvCxnSpPr>
              <a:cxnSpLocks/>
            </p:cNvCxnSpPr>
            <p:nvPr/>
          </p:nvCxnSpPr>
          <p:spPr>
            <a:xfrm>
              <a:off x="9310473" y="2239856"/>
              <a:ext cx="545891" cy="140088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25C133F2-2433-4938-960C-0C4FA1ABEA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05752" y="3620952"/>
              <a:ext cx="564545" cy="14572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C12ACE2B-315D-440A-9439-B4721812F1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12517" y="5048920"/>
              <a:ext cx="18336" cy="203948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466BAB6B-D462-400A-8B84-BDB451F82D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51139" y="7088890"/>
              <a:ext cx="564545" cy="14572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070EEDCF-1F93-4717-A88E-A92BC5484F59}"/>
                </a:ext>
              </a:extLst>
            </p:cNvPr>
            <p:cNvCxnSpPr>
              <a:cxnSpLocks/>
            </p:cNvCxnSpPr>
            <p:nvPr/>
          </p:nvCxnSpPr>
          <p:spPr>
            <a:xfrm>
              <a:off x="8761508" y="8516215"/>
              <a:ext cx="0" cy="191463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8A96B29A-1CFC-4967-BE98-CEF168C42B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63161" y="10386653"/>
              <a:ext cx="812383" cy="441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9DA43C44-49EE-4DF4-A67F-7DDB9DF233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23440" y="8569152"/>
              <a:ext cx="6087" cy="184706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C5F9F1AD-DB25-43B2-92FA-E126E74F1D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12902" y="10483568"/>
              <a:ext cx="780978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763A7053-C98E-40C7-B2AC-33FA3E0E8D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27888" y="10393109"/>
              <a:ext cx="564545" cy="14572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5BAD8F62-9915-418D-90DD-1D33980735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12764" y="11873829"/>
              <a:ext cx="812383" cy="441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2D00DA2E-FC75-420C-9B46-90D13E1F5D0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30043" y="11854371"/>
              <a:ext cx="812383" cy="441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AA3CEBBB-FA25-4DBC-9C93-F773FEF8CDA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89776" y="10556873"/>
              <a:ext cx="501250" cy="129550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438F89A8-76F5-4324-870A-48D0ED12BDF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59382" y="11873829"/>
              <a:ext cx="501250" cy="129550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931D8309-43BC-4E48-AA13-C6F415487B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5734" y="11854371"/>
              <a:ext cx="559085" cy="1386638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B7309BF1-9B65-40DC-B240-FABBA52FF3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72924" y="1751049"/>
              <a:ext cx="763629" cy="9749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FC89813C-A27A-4A1D-A8AD-008146B852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56583" y="411647"/>
              <a:ext cx="564545" cy="14572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B0C37A5A-A958-49A5-800A-ADC96D7F6A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18074" y="-1102146"/>
              <a:ext cx="564545" cy="145729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9E33EE05-E2F6-4EC7-9A0D-D9ABB88DBA9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43319" y="2275380"/>
              <a:ext cx="518473" cy="1414872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55022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</TotalTime>
  <Words>70</Words>
  <Application>Microsoft Office PowerPoint</Application>
  <PresentationFormat>Widescreen</PresentationFormat>
  <Paragraphs>38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Pedro</dc:creator>
  <cp:lastModifiedBy>Pedro</cp:lastModifiedBy>
  <cp:revision>33</cp:revision>
  <dcterms:created xsi:type="dcterms:W3CDTF">2020-09-04T15:45:16Z</dcterms:created>
  <dcterms:modified xsi:type="dcterms:W3CDTF">2020-09-04T23:49:46Z</dcterms:modified>
</cp:coreProperties>
</file>