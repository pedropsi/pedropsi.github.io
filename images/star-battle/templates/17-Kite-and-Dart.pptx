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3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EEDB"/>
    <a:srgbClr val="EBE9A9"/>
    <a:srgbClr val="FFFFF7"/>
    <a:srgbClr val="FFFFCC"/>
    <a:srgbClr val="D7D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160" y="1172"/>
      </p:cViewPr>
      <p:guideLst>
        <p:guide orient="horz" pos="2160"/>
        <p:guide pos="4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A4DD-4D1A-4DB6-A81D-CA5C329D0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268D9-8344-4329-8400-C90136D4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63EF-7686-453C-A9D3-BF54970F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2BB2-E4A3-45D8-BAA2-D7B50F19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9BFB-CB12-46C7-A237-A7843B7C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4893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57FE-E725-4894-A43E-678EDD1C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624E-CD04-4F27-8A0E-ACF3F6374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F6E5A-4C78-467A-B129-AFA5B0E2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662FE-72E9-441C-A4BD-1528367D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AFBF-F706-4A3B-8753-FD50AB09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086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07E1-B5CE-4092-8AAB-EE0BBB7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3961-9F8D-4E26-9F27-AA866AD06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89E53-01D6-4D28-BE4F-AE9A7B81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0320-79C1-4972-AC42-553D3BC0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3244-2ED7-4741-9BA1-FB0A4166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9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766A-9F27-4D5B-8CD0-204A9835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0A07-071A-4944-BF3C-3FF7AE6FA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EE387-3A2B-4B73-96AA-517A9367C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83A69-5445-4376-A642-58CE7B2D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7B3C0-2310-42B8-96C1-7C92309A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EB23A-4223-4F68-BB22-69CB4431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653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5749-C05A-4EFC-80AC-BE83659E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B1B78-AF63-43EC-BD57-A24B40DB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34FA0-080E-4265-9F9F-D8759E56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C551-6541-4867-9BE9-325C5A1E7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FB807-4802-4312-8BBB-B1CF406ED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3000F-0ACC-4B3D-8563-477B43C5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00B72-A425-4F37-859F-1604482E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94E4F-D2DB-4F46-8910-3AE6CC73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952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3D4B-8AF6-43BA-A551-3DE672F0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E5A2-2011-4608-AF53-A35A382C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EFBA2-6EC4-41CB-B782-73C36C97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84FB-DF02-481B-8C65-DF8AA51A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0923D-A2BD-4AA9-A83B-8C191820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6C34A-9E6E-45DA-AC49-5ACA95F6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78E8B-639C-489B-B2FD-F8B6C5FA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918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5AB8-176F-4533-A59E-8817D219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3537-FBE8-434A-9A9E-C0A0DA189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5C44D-44FE-443C-9876-3D4B6EE69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5F05-5C69-4417-878B-21CE3265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02B8-21D7-4232-B5B8-96B8D643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1E173-5214-4EA2-A9D8-6DECC2DD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45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12BC-C8C8-4A9E-8793-E001978D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EB7E7-7712-4B22-A1C2-7E74BDAF8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AA2B-F2A8-4B9D-B23F-947CDF13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44866-773B-4451-852D-96B1EF34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71D5-C71F-4246-B351-58E9FAB2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E3F9D-F37A-458E-B91E-74D0470D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51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496-CC00-4E33-A6A9-A8D5043C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7904-1C2E-46D5-B5AE-B7447844A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6E9A-8740-4717-ACDE-E8F1C404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81A9-BE45-4338-9B80-4C5B72DB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789B-944B-47F3-8CC4-DF28D4E2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1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B359E-7331-401F-A035-15D26DA47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C0C3C-3C43-4CDD-B5AD-43675D5D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8023C-0083-4F01-AD36-DC7C21CF5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0AA1-AE6C-43F9-91A6-1A813C8C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97A7-D2B8-444C-BC68-3F4FC7FB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11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809BC-D2C0-4A3F-968F-7B965001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08487-09BF-426F-904F-00232FA94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B7B5-3891-4F0C-B9E2-FD46832A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E44-2F0A-4043-A22D-B8F26AE54140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CCE6-22A1-49A7-84A0-DAF8B42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F554-7EB4-4529-AB80-C7A3B45D6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C2A93-9711-493D-80E2-34F03D746DB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440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D93A1EFD-3B92-4C8D-8723-E69F8F35E870}"/>
              </a:ext>
            </a:extLst>
          </p:cNvPr>
          <p:cNvGrpSpPr/>
          <p:nvPr/>
        </p:nvGrpSpPr>
        <p:grpSpPr>
          <a:xfrm>
            <a:off x="317769" y="-6603999"/>
            <a:ext cx="11556460" cy="15466068"/>
            <a:chOff x="317769" y="-6603999"/>
            <a:chExt cx="11556460" cy="1546606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F3B4E15-9CBB-4733-A7DE-59D4A5477F65}"/>
                </a:ext>
              </a:extLst>
            </p:cNvPr>
            <p:cNvSpPr/>
            <p:nvPr/>
          </p:nvSpPr>
          <p:spPr>
            <a:xfrm>
              <a:off x="317769" y="-6603999"/>
              <a:ext cx="11556460" cy="15466068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5B4A0A2-A69C-43C1-BECD-8D2EEAE24229}"/>
                </a:ext>
              </a:extLst>
            </p:cNvPr>
            <p:cNvSpPr txBox="1"/>
            <p:nvPr/>
          </p:nvSpPr>
          <p:spPr>
            <a:xfrm>
              <a:off x="1393445" y="-6202958"/>
              <a:ext cx="94051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5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Kite</a:t>
              </a:r>
              <a:r>
                <a:rPr lang="pt-PT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Dart</a:t>
              </a:r>
              <a:r>
                <a:rPr lang="pt-PT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54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5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r>
                <a:rPr lang="pt-PT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★</a:t>
              </a:r>
              <a:endParaRPr lang="pt-PT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A761143-01AB-4EAA-8826-DAB18A4EB6D2}"/>
                </a:ext>
              </a:extLst>
            </p:cNvPr>
            <p:cNvSpPr txBox="1"/>
            <p:nvPr/>
          </p:nvSpPr>
          <p:spPr>
            <a:xfrm>
              <a:off x="831184" y="-5282009"/>
              <a:ext cx="10529630" cy="12003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36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6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36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36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36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D8B6D28-66E1-4DF8-9A16-D46474801A00}"/>
                </a:ext>
              </a:extLst>
            </p:cNvPr>
            <p:cNvGrpSpPr/>
            <p:nvPr/>
          </p:nvGrpSpPr>
          <p:grpSpPr>
            <a:xfrm>
              <a:off x="496927" y="8031346"/>
              <a:ext cx="11198144" cy="692497"/>
              <a:chOff x="472702" y="8031346"/>
              <a:chExt cx="11198144" cy="692497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56DFC6C-0AD6-440F-997A-D5FA76B7A5D1}"/>
                  </a:ext>
                </a:extLst>
              </p:cNvPr>
              <p:cNvSpPr/>
              <p:nvPr/>
            </p:nvSpPr>
            <p:spPr>
              <a:xfrm>
                <a:off x="472702" y="8031346"/>
                <a:ext cx="5515929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pt-PT" sz="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PT" b="1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Interactive</a:t>
                </a:r>
                <a:r>
                  <a:rPr lang="pt-PT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b="1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version</a:t>
                </a:r>
                <a:r>
                  <a:rPr lang="pt-PT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b="1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available</a:t>
                </a:r>
                <a:endPara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PT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Made</a:t>
                </a:r>
                <a:r>
                  <a:rPr lang="pt-PT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ZenoRogue’s</a:t>
                </a:r>
                <a:r>
                  <a:rPr lang="pt-PT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adapted</a:t>
                </a:r>
                <a:r>
                  <a:rPr lang="pt-PT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HyperRogue</a:t>
                </a:r>
                <a:r>
                  <a:rPr lang="pt-PT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i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engine</a:t>
                </a:r>
                <a:endParaRPr lang="pt-PT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84D46CC-ACA4-48EE-9B6F-6DE7B972DD4B}"/>
                  </a:ext>
                </a:extLst>
              </p:cNvPr>
              <p:cNvSpPr/>
              <p:nvPr/>
            </p:nvSpPr>
            <p:spPr>
              <a:xfrm>
                <a:off x="6605780" y="8031346"/>
                <a:ext cx="506506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endParaRPr lang="pt-PT" sz="3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r"/>
                <a:r>
                  <a:rPr 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#17 by Pedro PSI – 28</a:t>
                </a:r>
                <a:r>
                  <a:rPr lang="en-US" b="1" baseline="30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November 2020</a:t>
                </a:r>
              </a:p>
              <a:p>
                <a:pPr algn="r"/>
                <a:r>
                  <a:rPr lang="pt-PT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pedropsi.github.io/star-battle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37B4DFD-105B-4D57-9993-78F0B96A5327}"/>
                </a:ext>
              </a:extLst>
            </p:cNvPr>
            <p:cNvGrpSpPr/>
            <p:nvPr/>
          </p:nvGrpSpPr>
          <p:grpSpPr>
            <a:xfrm>
              <a:off x="1016527" y="-1101548"/>
              <a:ext cx="10158944" cy="8847601"/>
              <a:chOff x="951385" y="-866760"/>
              <a:chExt cx="10158944" cy="8847601"/>
            </a:xfrm>
          </p:grpSpPr>
          <p:pic>
            <p:nvPicPr>
              <p:cNvPr id="204" name="Picture 203">
                <a:extLst>
                  <a:ext uri="{FF2B5EF4-FFF2-40B4-BE49-F238E27FC236}">
                    <a16:creationId xmlns:a16="http://schemas.microsoft.com/office/drawing/2014/main" id="{B33B15BF-458E-454E-8286-F46DBD5A9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1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-60000">
                <a:off x="1826453" y="-170504"/>
                <a:ext cx="8255170" cy="7335008"/>
              </a:xfrm>
              <a:prstGeom prst="rect">
                <a:avLst/>
              </a:prstGeom>
            </p:spPr>
          </p:pic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D0BDB696-C177-4AE0-8060-BCB00EC1AAAA}"/>
                  </a:ext>
                </a:extLst>
              </p:cNvPr>
              <p:cNvGrpSpPr/>
              <p:nvPr/>
            </p:nvGrpSpPr>
            <p:grpSpPr>
              <a:xfrm>
                <a:off x="2265675" y="128040"/>
                <a:ext cx="7407833" cy="6881430"/>
                <a:chOff x="2285130" y="128040"/>
                <a:chExt cx="7407833" cy="6881430"/>
              </a:xfrm>
            </p:grpSpPr>
            <p:cxnSp>
              <p:nvCxnSpPr>
                <p:cNvPr id="3" name="Straight Connector 2">
                  <a:extLst>
                    <a:ext uri="{FF2B5EF4-FFF2-40B4-BE49-F238E27FC236}">
                      <a16:creationId xmlns:a16="http://schemas.microsoft.com/office/drawing/2014/main" id="{6A05FF9F-B35F-4FDA-BB82-9219AC0B9A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80272" y="135771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CFB08978-B6B5-42D6-A640-A7ED24539D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39026" y="461546"/>
                  <a:ext cx="538568" cy="73322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3AB15D71-DB12-44FE-885A-4554049694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67212" y="705988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E648E813-C2BC-4890-B9E3-BE8AD4C87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80504" y="1162795"/>
                  <a:ext cx="514496" cy="1941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B4A3ADFE-E462-4FF3-A6FF-FC144358A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05588" y="1188862"/>
                  <a:ext cx="572006" cy="168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E2109C9A-7C63-43F8-852E-6C166159A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7192" y="69812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B83F0A8F-7D36-4881-91EA-AD61CB55BA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82401" y="1163984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49ED2A21-5AF7-4D04-BC2E-3F1ECE935C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02456" y="1308102"/>
                  <a:ext cx="276838" cy="45978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9242DAE-E167-4C9A-AAA9-F4DF1A379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09194" y="1575176"/>
                  <a:ext cx="276838" cy="45978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77E7FFC5-B891-40FA-B929-5924B6CEA1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14161" y="1787732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58FC2489-7F2B-4E86-8DD2-C9BCFA88A8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1405" y="1383779"/>
                  <a:ext cx="545692" cy="18367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F5ABB24-82CF-4AF8-A948-E0ADC383E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54449" y="1126203"/>
                  <a:ext cx="902206" cy="25757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6228C6C-1397-4C43-B93D-538651947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49319" y="404891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EDE58A28-3071-4686-AD9C-F46ECD460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04274" y="128040"/>
                  <a:ext cx="866351" cy="2768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6A4656BF-FD33-48CF-B6C7-42F1893C2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4512" y="204961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93662BB-C6BA-4240-91B3-88B81115D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0031" y="1776362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8D52F952-40B9-47D6-BD50-9E4434C2D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70031" y="2184754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A1E26BA2-E20F-4F65-BF6C-84780AC504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8844" y="2199001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F97628F3-38B4-4423-9B95-FEF5EB058D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2714" y="1387818"/>
                  <a:ext cx="517830" cy="15827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6236187C-BEE6-4B80-8922-C9B5F14EAF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68143" y="1563519"/>
                  <a:ext cx="361447" cy="413969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5E9875DE-6F20-4CB9-BE34-F42E2607A1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21708" y="1977488"/>
                  <a:ext cx="552730" cy="74781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AA8E38E9-E318-42C7-AFC9-786C5A7D0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57845" y="1977488"/>
                  <a:ext cx="9262" cy="5728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3C04115B-EFDA-4D77-905E-67975E961B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8175" y="3229343"/>
                  <a:ext cx="509080" cy="74535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E89872F9-6F82-4725-AAF7-0B352850E3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5886" y="3046707"/>
                  <a:ext cx="493813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20951509-2844-4A23-9448-5DE54BD68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4030" y="3270548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7AFBFDF6-DAE0-4117-82E5-F044B7AF9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32561" y="434113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645C8B10-E628-40B2-8278-1685817E3E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15375" y="3104348"/>
                  <a:ext cx="506780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96CF9D48-0377-4D53-84C5-D92C2B586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94816" y="3254281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45AA0F62-2D6A-4B78-85E4-10DCDA75F1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2925" y="3316324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8FE12C73-FC94-46F3-99E0-2FACF9D9A2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3852" y="5347668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3FE212CC-902E-4A16-AAA0-8158CE06A3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30018" y="1651766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9A77A09D-0DFB-45AB-9CE8-F5AA118EA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19701" y="2669541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F62A6C44-8304-4B1D-81F6-7644F918C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73334" y="3297531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EA070490-54C3-40C3-8FD1-A794FCC9F9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15159" y="3148655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DA35B3FF-0158-4158-9E16-DCFF105AC4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0393" y="2103018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6CD7E7E6-B5EF-4EE4-93A6-741BDAD3B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2938" y="2392130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54F3DB96-EBA3-47AF-9698-7D4A8A532B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6014" y="2843220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8534CAA3-2B03-41D7-9B4E-D361723F6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0929" y="2423763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09FD1840-1B82-4153-BD3D-5248FA8EE2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90461" y="2916290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96D811F6-B5BD-4EDF-A494-BCAC02664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4303" y="1706913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9FD5D93E-A2B1-4AE7-A351-4AA26749D9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24827" y="1494578"/>
                  <a:ext cx="506780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FCDDC4E6-7D8F-4DF2-A7A3-FE52728C1E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77594" y="1186437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AEA2712F-AF8D-4706-B19E-1C7885265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68139" y="217621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98A44205-7375-4FF9-A999-676E322CB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59412" y="2780318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E96CC8F2-E9F6-45AD-98F0-A210BB409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04471" y="400298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8331B8D0-7EA8-448F-9537-A5A26C676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21073" y="3249096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81700586-8E0B-47E6-A96D-895F3BBD2A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3652" y="3979934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3A316646-2BFD-48B1-BA11-23557D9C3D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2976" y="5655418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04E42A28-6AD0-4407-8E44-10528B81C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9169" y="4423796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A4160CE7-A133-43FE-9CA5-6BFAFAC62E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5446" y="4085276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77A9D390-DF10-4C27-896F-08767CD4A9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27923" y="4069389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DB849E45-50D9-4845-9768-528D8EF1F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1528" y="4010452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01E5C926-6993-42A3-BD39-0C82CC20F0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616" y="2746395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7E11690D-9934-4A50-8A05-00392A8232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5130" y="4260539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1A9FA971-C458-4535-98AF-BB8C144518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3262" y="4996657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41870C9C-B192-4666-982B-C613F2B561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4137" y="4715185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3022AB1D-4C84-43D6-812E-CE6395045F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9019" y="4278800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02B60767-C9B3-498F-A6E5-CF07E9A1A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54447" y="5761528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989AE8A7-5BCC-4E8F-9F29-D15E7AC43A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61418" y="5331408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188077AB-D323-4F24-9C2A-3327061EBC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11082" y="4740759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5C906A69-C81C-4272-8E21-732AAEC6CD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28865" y="574192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66DE2DCF-0A98-474E-9537-93F4090B1F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88066" y="5115439"/>
                  <a:ext cx="365177" cy="45972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0846BF63-6A6F-4D7E-A07D-D9DCA72B0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30261" y="4393778"/>
                  <a:ext cx="552730" cy="74781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C37E96AF-8135-49E0-9540-86A49108E4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65812" y="1655977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CF0906A-42EC-431C-BC4F-35452E5DF1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12448" y="5575682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900884C2-0CC2-4BC9-971E-453489D9F3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39869" y="6684591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75E8A711-7779-47B2-BED7-DB8C6C69D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12383" y="6738607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38BC2475-896F-457F-8F96-83DA71CB8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7012" y="5948107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98EC7BDA-F6F3-4BB5-904D-B0034E9B92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70003" y="6032511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31C17EF3-7E4E-47E1-90FB-8BB7A505EC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5097" y="5434311"/>
                  <a:ext cx="493813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316C0BAF-2D95-4D14-82A2-B90F4694EF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72157" y="3356357"/>
                  <a:ext cx="538568" cy="73322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FCDFCB69-04BA-48F0-82B6-98E49BCAF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35302" y="3326475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9D35D88D-87CE-4267-8FDF-310518A76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79901" y="5815813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B314D6AA-2593-4366-81BB-5C5B5654E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3132" y="5986553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6B96CCAD-2094-4D98-9598-09711EC4EE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15234" y="509521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F76C55CC-E65C-4DCE-9834-DDBD6CABDC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1262" y="1805319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92C36A17-8A61-49C8-A492-058696C50B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88274" y="3796145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CE77E623-07AF-48B1-8978-F92B1D4B9F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92948" y="3653765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6F9C02E0-4719-4EA5-9A31-6DB0353910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1435" y="4009458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DEC2265F-7E32-493B-8A6B-546603534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3120" y="3225303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ACB800B1-DABC-48AE-936C-871EA7D1E1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6749" y="3925114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39C6ADA3-726B-446E-B1F7-BE9808E30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83902" y="501573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93713F82-7EC4-4F08-BD2E-7DF6587E37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37717" y="4444578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0475E80F-6CCB-473E-9C03-21C6BCE5C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92179" y="134612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585A894E-3240-4492-B606-ECEF047AD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9453" y="2332742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4BDA5F5E-00BD-433D-A0DD-06FA481CA8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74401" y="2309481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E4C91C1-B8BD-4634-8FC9-01FE0D44E70D}"/>
                  </a:ext>
                </a:extLst>
              </p:cNvPr>
              <p:cNvGrpSpPr/>
              <p:nvPr/>
            </p:nvGrpSpPr>
            <p:grpSpPr>
              <a:xfrm>
                <a:off x="951385" y="-866760"/>
                <a:ext cx="10158944" cy="8847601"/>
                <a:chOff x="951385" y="-866760"/>
                <a:chExt cx="10158944" cy="8847601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C69771AC-A5B7-41E6-ACB6-4D5550731804}"/>
                    </a:ext>
                  </a:extLst>
                </p:cNvPr>
                <p:cNvSpPr/>
                <p:nvPr/>
              </p:nvSpPr>
              <p:spPr>
                <a:xfrm>
                  <a:off x="6362519" y="-272014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2400" b="1" dirty="0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F0F97B9-94EB-462D-ABCB-315301612B6F}"/>
                    </a:ext>
                  </a:extLst>
                </p:cNvPr>
                <p:cNvSpPr/>
                <p:nvPr/>
              </p:nvSpPr>
              <p:spPr>
                <a:xfrm>
                  <a:off x="7215959" y="350962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2400" b="1" dirty="0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7763CF4-CE75-4C76-B5C0-D81D0F9E6BF4}"/>
                    </a:ext>
                  </a:extLst>
                </p:cNvPr>
                <p:cNvSpPr/>
                <p:nvPr/>
              </p:nvSpPr>
              <p:spPr>
                <a:xfrm>
                  <a:off x="7737190" y="811536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2400" b="1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981587E-DC32-4E83-9CCC-2FD22131F545}"/>
                    </a:ext>
                  </a:extLst>
                </p:cNvPr>
                <p:cNvSpPr/>
                <p:nvPr/>
              </p:nvSpPr>
              <p:spPr>
                <a:xfrm>
                  <a:off x="2530190" y="5116836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2400" b="1" dirty="0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1170E20-2713-432B-B8F8-8C940A58CFD5}"/>
                    </a:ext>
                  </a:extLst>
                </p:cNvPr>
                <p:cNvSpPr/>
                <p:nvPr/>
              </p:nvSpPr>
              <p:spPr>
                <a:xfrm>
                  <a:off x="4521049" y="350962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2400" b="1" dirty="0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9505C6E-8045-4802-BC40-AFBA781C009E}"/>
                    </a:ext>
                  </a:extLst>
                </p:cNvPr>
                <p:cNvSpPr/>
                <p:nvPr/>
              </p:nvSpPr>
              <p:spPr>
                <a:xfrm>
                  <a:off x="9486719" y="2032510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2400" b="1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46D30EE-3F2E-4B18-B74F-C6EAE68576BE}"/>
                    </a:ext>
                  </a:extLst>
                </p:cNvPr>
                <p:cNvSpPr/>
                <p:nvPr/>
              </p:nvSpPr>
              <p:spPr>
                <a:xfrm>
                  <a:off x="8583735" y="1105868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2400" b="1" dirty="0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C88AEB1-8046-49CE-9EF2-8A5DEC1FEDE4}"/>
                    </a:ext>
                  </a:extLst>
                </p:cNvPr>
                <p:cNvSpPr/>
                <p:nvPr/>
              </p:nvSpPr>
              <p:spPr>
                <a:xfrm>
                  <a:off x="8405393" y="5691088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2400" b="1" dirty="0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5467C8A-94E8-4596-965E-D602C42C9230}"/>
                    </a:ext>
                  </a:extLst>
                </p:cNvPr>
                <p:cNvSpPr/>
                <p:nvPr/>
              </p:nvSpPr>
              <p:spPr>
                <a:xfrm>
                  <a:off x="9079235" y="1515823"/>
                  <a:ext cx="3898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2400" b="1" dirty="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4E25E0E-C914-4723-9C94-28B3B4A7553C}"/>
                    </a:ext>
                  </a:extLst>
                </p:cNvPr>
                <p:cNvSpPr/>
                <p:nvPr/>
              </p:nvSpPr>
              <p:spPr>
                <a:xfrm>
                  <a:off x="9755231" y="3902161"/>
                  <a:ext cx="3898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2400" b="1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4E0A91E-FBE0-4D54-BE82-D24A958F589D}"/>
                    </a:ext>
                  </a:extLst>
                </p:cNvPr>
                <p:cNvSpPr/>
                <p:nvPr/>
              </p:nvSpPr>
              <p:spPr>
                <a:xfrm>
                  <a:off x="9755231" y="3046707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2400" b="1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88ECD2C-182F-4B90-A20A-9BE076B1DC1A}"/>
                    </a:ext>
                  </a:extLst>
                </p:cNvPr>
                <p:cNvSpPr/>
                <p:nvPr/>
              </p:nvSpPr>
              <p:spPr>
                <a:xfrm>
                  <a:off x="7615253" y="5936171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2400" b="1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EA5679C-3729-410D-9BC1-A05F830E544F}"/>
                    </a:ext>
                  </a:extLst>
                </p:cNvPr>
                <p:cNvSpPr/>
                <p:nvPr/>
              </p:nvSpPr>
              <p:spPr>
                <a:xfrm>
                  <a:off x="9521985" y="4757615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2400" b="1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13EC20-78D1-47EA-BD57-AE56DAB1C1DC}"/>
                    </a:ext>
                  </a:extLst>
                </p:cNvPr>
                <p:cNvSpPr/>
                <p:nvPr/>
              </p:nvSpPr>
              <p:spPr>
                <a:xfrm>
                  <a:off x="6216031" y="6911256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2400" b="1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6AD8FBB-AA6A-4CD4-90BA-836379F4CE56}"/>
                    </a:ext>
                  </a:extLst>
                </p:cNvPr>
                <p:cNvSpPr/>
                <p:nvPr/>
              </p:nvSpPr>
              <p:spPr>
                <a:xfrm>
                  <a:off x="7055002" y="6302812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2400" b="1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A27180F-A853-4BCD-837E-524CFF826338}"/>
                    </a:ext>
                  </a:extLst>
                </p:cNvPr>
                <p:cNvSpPr/>
                <p:nvPr/>
              </p:nvSpPr>
              <p:spPr>
                <a:xfrm>
                  <a:off x="4397135" y="6302812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2400" b="1" dirty="0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538406C8-DACE-40AC-8E88-304EEC463575}"/>
                    </a:ext>
                  </a:extLst>
                </p:cNvPr>
                <p:cNvSpPr/>
                <p:nvPr/>
              </p:nvSpPr>
              <p:spPr>
                <a:xfrm>
                  <a:off x="5252044" y="6911256"/>
                  <a:ext cx="26962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2400" b="1" dirty="0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00206DBA-5539-4346-B4F6-35656CAE58A0}"/>
                    </a:ext>
                  </a:extLst>
                </p:cNvPr>
                <p:cNvSpPr/>
                <p:nvPr/>
              </p:nvSpPr>
              <p:spPr>
                <a:xfrm>
                  <a:off x="2111688" y="4487702"/>
                  <a:ext cx="26962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2400" b="1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DD389EA-C692-44CA-A0C9-59423D826E6C}"/>
                    </a:ext>
                  </a:extLst>
                </p:cNvPr>
                <p:cNvSpPr/>
                <p:nvPr/>
              </p:nvSpPr>
              <p:spPr>
                <a:xfrm>
                  <a:off x="3726289" y="5828447"/>
                  <a:ext cx="35618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2400" b="1" dirty="0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0768CE5E-E160-4E19-B83E-17D8E3D70E72}"/>
                    </a:ext>
                  </a:extLst>
                </p:cNvPr>
                <p:cNvSpPr/>
                <p:nvPr/>
              </p:nvSpPr>
              <p:spPr>
                <a:xfrm>
                  <a:off x="1860763" y="2882032"/>
                  <a:ext cx="35618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2400" b="1" dirty="0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A550EE1-7553-41C6-B51F-94567DB644AE}"/>
                    </a:ext>
                  </a:extLst>
                </p:cNvPr>
                <p:cNvSpPr/>
                <p:nvPr/>
              </p:nvSpPr>
              <p:spPr>
                <a:xfrm>
                  <a:off x="3059742" y="5578501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2400" b="1" dirty="0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0186FA9-C082-42D3-96DA-5F192BE65279}"/>
                    </a:ext>
                  </a:extLst>
                </p:cNvPr>
                <p:cNvSpPr/>
                <p:nvPr/>
              </p:nvSpPr>
              <p:spPr>
                <a:xfrm>
                  <a:off x="3230667" y="963934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2400" b="1" dirty="0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A58183B-BA7D-4299-9D8C-BDF9BF2635FB}"/>
                    </a:ext>
                  </a:extLst>
                </p:cNvPr>
                <p:cNvSpPr/>
                <p:nvPr/>
              </p:nvSpPr>
              <p:spPr>
                <a:xfrm>
                  <a:off x="1778024" y="3684867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2400" b="1" dirty="0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9F5B8F58-5FC9-47BD-A2A2-0C07CBA84435}"/>
                    </a:ext>
                  </a:extLst>
                </p:cNvPr>
                <p:cNvSpPr/>
                <p:nvPr/>
              </p:nvSpPr>
              <p:spPr>
                <a:xfrm>
                  <a:off x="2131539" y="1963495"/>
                  <a:ext cx="44114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2400" b="1" dirty="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D64ADE3-770D-4E10-B54A-EB7D199E7208}"/>
                    </a:ext>
                  </a:extLst>
                </p:cNvPr>
                <p:cNvSpPr/>
                <p:nvPr/>
              </p:nvSpPr>
              <p:spPr>
                <a:xfrm>
                  <a:off x="5371248" y="-272015"/>
                  <a:ext cx="44114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  <a:endParaRPr lang="pt-PT" sz="2400" b="1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64D7337-AD3B-4907-95D4-DFD4FE8E6E62}"/>
                    </a:ext>
                  </a:extLst>
                </p:cNvPr>
                <p:cNvSpPr/>
                <p:nvPr/>
              </p:nvSpPr>
              <p:spPr>
                <a:xfrm>
                  <a:off x="2618596" y="1336700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2400" b="1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4BCDA208-75EA-4422-8CB6-125E074F0097}"/>
                    </a:ext>
                  </a:extLst>
                </p:cNvPr>
                <p:cNvSpPr/>
                <p:nvPr/>
              </p:nvSpPr>
              <p:spPr>
                <a:xfrm>
                  <a:off x="3912359" y="759802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2400" b="1" dirty="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41C7496-DDFE-4F57-B13A-2E93604E9A22}"/>
                    </a:ext>
                  </a:extLst>
                </p:cNvPr>
                <p:cNvSpPr/>
                <p:nvPr/>
              </p:nvSpPr>
              <p:spPr>
                <a:xfrm>
                  <a:off x="8991219" y="5290467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endParaRPr lang="pt-PT" sz="2400" b="1" dirty="0"/>
                </a:p>
              </p:txBody>
            </p:sp>
            <p:sp>
              <p:nvSpPr>
                <p:cNvPr id="5" name="Arc 4">
                  <a:extLst>
                    <a:ext uri="{FF2B5EF4-FFF2-40B4-BE49-F238E27FC236}">
                      <a16:creationId xmlns:a16="http://schemas.microsoft.com/office/drawing/2014/main" id="{EED153FE-28E2-4C7E-A151-7DC0D9141866}"/>
                    </a:ext>
                  </a:extLst>
                </p:cNvPr>
                <p:cNvSpPr/>
                <p:nvPr/>
              </p:nvSpPr>
              <p:spPr>
                <a:xfrm>
                  <a:off x="5673429" y="811535"/>
                  <a:ext cx="5175415" cy="5437425"/>
                </a:xfrm>
                <a:prstGeom prst="arc">
                  <a:avLst>
                    <a:gd name="adj1" fmla="val 18130430"/>
                    <a:gd name="adj2" fmla="val 3483433"/>
                  </a:avLst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b="1"/>
                </a:p>
              </p:txBody>
            </p: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CA4DF1BB-D669-4CEA-BDD5-2573222A2D33}"/>
                    </a:ext>
                  </a:extLst>
                </p:cNvPr>
                <p:cNvGrpSpPr/>
                <p:nvPr/>
              </p:nvGrpSpPr>
              <p:grpSpPr>
                <a:xfrm>
                  <a:off x="10616173" y="3187845"/>
                  <a:ext cx="494156" cy="497022"/>
                  <a:chOff x="8901809" y="-242038"/>
                  <a:chExt cx="494156" cy="497022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7BB00E0A-FC09-4A82-A908-EAD650CDA498}"/>
                      </a:ext>
                    </a:extLst>
                  </p:cNvPr>
                  <p:cNvSpPr/>
                  <p:nvPr/>
                </p:nvSpPr>
                <p:spPr>
                  <a:xfrm>
                    <a:off x="8937130" y="-224359"/>
                    <a:ext cx="389850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</a:t>
                    </a:r>
                    <a:endParaRPr lang="pt-PT" sz="2400" b="1" dirty="0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621467A5-C384-41BB-8610-C276C3FCF239}"/>
                      </a:ext>
                    </a:extLst>
                  </p:cNvPr>
                  <p:cNvSpPr/>
                  <p:nvPr/>
                </p:nvSpPr>
                <p:spPr>
                  <a:xfrm>
                    <a:off x="8901809" y="-242038"/>
                    <a:ext cx="494156" cy="49702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b="1"/>
                  </a:p>
                </p:txBody>
              </p:sp>
            </p:grpSp>
            <p:sp>
              <p:nvSpPr>
                <p:cNvPr id="50" name="Arc 49">
                  <a:extLst>
                    <a:ext uri="{FF2B5EF4-FFF2-40B4-BE49-F238E27FC236}">
                      <a16:creationId xmlns:a16="http://schemas.microsoft.com/office/drawing/2014/main" id="{B473F3B3-9F76-44A0-9045-02A5C5B2FFE0}"/>
                    </a:ext>
                  </a:extLst>
                </p:cNvPr>
                <p:cNvSpPr/>
                <p:nvPr/>
              </p:nvSpPr>
              <p:spPr>
                <a:xfrm flipH="1">
                  <a:off x="1162837" y="811535"/>
                  <a:ext cx="5175415" cy="5437425"/>
                </a:xfrm>
                <a:prstGeom prst="arc">
                  <a:avLst>
                    <a:gd name="adj1" fmla="val 18130430"/>
                    <a:gd name="adj2" fmla="val 3483433"/>
                  </a:avLst>
                </a:prstGeom>
                <a:ln w="381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b="1"/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2102CE56-5619-405B-BDA6-01A71A99465D}"/>
                    </a:ext>
                  </a:extLst>
                </p:cNvPr>
                <p:cNvGrpSpPr/>
                <p:nvPr/>
              </p:nvGrpSpPr>
              <p:grpSpPr>
                <a:xfrm>
                  <a:off x="951385" y="3187845"/>
                  <a:ext cx="494156" cy="497022"/>
                  <a:chOff x="9061493" y="-242038"/>
                  <a:chExt cx="494156" cy="497022"/>
                </a:xfrm>
              </p:grpSpPr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FB615C00-8F59-432E-B1F5-C27C523BB84C}"/>
                      </a:ext>
                    </a:extLst>
                  </p:cNvPr>
                  <p:cNvSpPr/>
                  <p:nvPr/>
                </p:nvSpPr>
                <p:spPr>
                  <a:xfrm>
                    <a:off x="9110159" y="-224359"/>
                    <a:ext cx="407484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</a:t>
                    </a:r>
                    <a:endParaRPr lang="pt-PT" sz="2400" b="1" dirty="0"/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317824E4-5A89-41FF-8518-A4FFC5CFEBF0}"/>
                      </a:ext>
                    </a:extLst>
                  </p:cNvPr>
                  <p:cNvSpPr/>
                  <p:nvPr/>
                </p:nvSpPr>
                <p:spPr>
                  <a:xfrm>
                    <a:off x="9061493" y="-242038"/>
                    <a:ext cx="494156" cy="49702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b="1"/>
                  </a:p>
                </p:txBody>
              </p:sp>
            </p:grpSp>
            <p:sp>
              <p:nvSpPr>
                <p:cNvPr id="54" name="Arc 53">
                  <a:extLst>
                    <a:ext uri="{FF2B5EF4-FFF2-40B4-BE49-F238E27FC236}">
                      <a16:creationId xmlns:a16="http://schemas.microsoft.com/office/drawing/2014/main" id="{FD9BC477-C720-4FB6-981C-052A3C19A851}"/>
                    </a:ext>
                  </a:extLst>
                </p:cNvPr>
                <p:cNvSpPr/>
                <p:nvPr/>
              </p:nvSpPr>
              <p:spPr>
                <a:xfrm flipH="1">
                  <a:off x="4522382" y="-624143"/>
                  <a:ext cx="2956134" cy="2789052"/>
                </a:xfrm>
                <a:prstGeom prst="arc">
                  <a:avLst>
                    <a:gd name="adj1" fmla="val 12836852"/>
                    <a:gd name="adj2" fmla="val 19295278"/>
                  </a:avLst>
                </a:prstGeom>
                <a:ln w="381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b="1"/>
                </a:p>
              </p:txBody>
            </p: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8F26A2EF-C4C1-4CD8-A577-49657EFC8B3D}"/>
                    </a:ext>
                  </a:extLst>
                </p:cNvPr>
                <p:cNvGrpSpPr/>
                <p:nvPr/>
              </p:nvGrpSpPr>
              <p:grpSpPr>
                <a:xfrm>
                  <a:off x="5831551" y="-866760"/>
                  <a:ext cx="530968" cy="497022"/>
                  <a:chOff x="9039600" y="-242038"/>
                  <a:chExt cx="530968" cy="497022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01D64582-19DE-4F93-AFA5-BDE7A561A468}"/>
                      </a:ext>
                    </a:extLst>
                  </p:cNvPr>
                  <p:cNvSpPr/>
                  <p:nvPr/>
                </p:nvSpPr>
                <p:spPr>
                  <a:xfrm>
                    <a:off x="9039600" y="-224359"/>
                    <a:ext cx="530968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</a:t>
                    </a:r>
                    <a:endParaRPr lang="pt-PT" sz="2400" b="1" dirty="0"/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7055C315-00D8-4B92-AE97-F126D6CD5550}"/>
                      </a:ext>
                    </a:extLst>
                  </p:cNvPr>
                  <p:cNvSpPr/>
                  <p:nvPr/>
                </p:nvSpPr>
                <p:spPr>
                  <a:xfrm>
                    <a:off x="9061493" y="-242038"/>
                    <a:ext cx="494156" cy="49702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b="1" dirty="0"/>
                  </a:p>
                </p:txBody>
              </p:sp>
            </p:grpSp>
            <p:sp>
              <p:nvSpPr>
                <p:cNvPr id="67" name="Arc 66">
                  <a:extLst>
                    <a:ext uri="{FF2B5EF4-FFF2-40B4-BE49-F238E27FC236}">
                      <a16:creationId xmlns:a16="http://schemas.microsoft.com/office/drawing/2014/main" id="{F28B94C7-B837-426C-A9E2-99E1B2D548B9}"/>
                    </a:ext>
                  </a:extLst>
                </p:cNvPr>
                <p:cNvSpPr/>
                <p:nvPr/>
              </p:nvSpPr>
              <p:spPr>
                <a:xfrm rot="10800000" flipH="1">
                  <a:off x="4385506" y="4991338"/>
                  <a:ext cx="2956134" cy="2789052"/>
                </a:xfrm>
                <a:prstGeom prst="arc">
                  <a:avLst>
                    <a:gd name="adj1" fmla="val 12836852"/>
                    <a:gd name="adj2" fmla="val 19295278"/>
                  </a:avLst>
                </a:prstGeom>
                <a:ln w="381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 b="1"/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6267451A-8211-480A-867B-EF113E185448}"/>
                    </a:ext>
                  </a:extLst>
                </p:cNvPr>
                <p:cNvGrpSpPr/>
                <p:nvPr/>
              </p:nvGrpSpPr>
              <p:grpSpPr>
                <a:xfrm>
                  <a:off x="5627818" y="7483819"/>
                  <a:ext cx="530968" cy="497022"/>
                  <a:chOff x="9039600" y="-242038"/>
                  <a:chExt cx="530968" cy="497022"/>
                </a:xfrm>
              </p:grpSpPr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9ADF9438-422D-44AA-BB1C-EB104EF42D6D}"/>
                      </a:ext>
                    </a:extLst>
                  </p:cNvPr>
                  <p:cNvSpPr/>
                  <p:nvPr/>
                </p:nvSpPr>
                <p:spPr>
                  <a:xfrm>
                    <a:off x="9039600" y="-224359"/>
                    <a:ext cx="530968" cy="46166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Q</a:t>
                    </a:r>
                    <a:endParaRPr lang="pt-PT" sz="2400" b="1" dirty="0"/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5F0AEFA0-5F2F-4BF1-B2BE-DEEFFCB7744F}"/>
                      </a:ext>
                    </a:extLst>
                  </p:cNvPr>
                  <p:cNvSpPr/>
                  <p:nvPr/>
                </p:nvSpPr>
                <p:spPr>
                  <a:xfrm>
                    <a:off x="9061493" y="-242038"/>
                    <a:ext cx="494156" cy="497022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b="1" dirty="0"/>
                  </a:p>
                </p:txBody>
              </p:sp>
            </p:grpSp>
          </p:grp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9D06D75B-C79A-4704-BC9A-938E221E0DA5}"/>
                  </a:ext>
                </a:extLst>
              </p:cNvPr>
              <p:cNvGrpSpPr/>
              <p:nvPr/>
            </p:nvGrpSpPr>
            <p:grpSpPr>
              <a:xfrm>
                <a:off x="2278375" y="148272"/>
                <a:ext cx="7407833" cy="6881430"/>
                <a:chOff x="2285130" y="128040"/>
                <a:chExt cx="7407833" cy="6881430"/>
              </a:xfrm>
            </p:grpSpPr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34DFE8D5-A25B-48C7-87BA-8D5ED6CF9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80272" y="135771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F5A0704C-EEC6-471B-AFCE-A79D3F1D0E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39026" y="461546"/>
                  <a:ext cx="538568" cy="73322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477E216C-27AA-4019-AA2C-CC0F5D30CA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67212" y="705988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7221DAA0-9DEA-44D6-98B7-EC4EF0B60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80504" y="1162795"/>
                  <a:ext cx="514496" cy="1941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48EB5029-3F25-4B06-AC36-26F9F611BC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05588" y="1188862"/>
                  <a:ext cx="572006" cy="168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200A3BA0-44B8-417B-A51F-B43677488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7192" y="69812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3EBF809C-2433-4017-B5C6-1EB949DBA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82401" y="1163984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71063CD6-F151-401E-B412-AF507DD0C0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02456" y="1308102"/>
                  <a:ext cx="276838" cy="45978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D0D5C47B-18B4-400E-816E-15DD8BDCF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09194" y="1575176"/>
                  <a:ext cx="276838" cy="45978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EEAC3ACA-342D-40B5-94DA-4AF45D64D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14161" y="1787732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32229D8D-51E2-441D-BBF1-FD9EEE3AB3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1405" y="1383779"/>
                  <a:ext cx="545692" cy="18367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0A241565-276B-48A8-BC3B-2E9F505F2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54449" y="1126203"/>
                  <a:ext cx="902206" cy="25757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9B0F2A4E-F930-4303-A887-D9667A99CA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49319" y="404891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FE6C4678-6E97-425B-9DE2-60F42F67A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04274" y="128040"/>
                  <a:ext cx="866351" cy="2768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FCC4059F-DDDB-4124-BC13-5D55631471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4512" y="204961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C2B01F31-52BB-4525-B69D-C6B75F5C2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70031" y="1776362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546F6F00-327B-45ED-B875-0212E99694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70031" y="2184754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498C3C0F-D506-496F-B12F-DA34573D1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08844" y="2199001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53EB3548-B987-48C4-BE9F-DEAF3F420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2714" y="1387818"/>
                  <a:ext cx="517830" cy="15827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B74CECC4-852A-4B55-B921-0A6FAD190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68143" y="1563519"/>
                  <a:ext cx="361447" cy="413969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9B49FC49-9ED1-439B-B439-B42D607251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21708" y="1977488"/>
                  <a:ext cx="552730" cy="74781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FAACFDC5-D101-4820-9529-5B998DC38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57845" y="1977488"/>
                  <a:ext cx="9262" cy="5728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E1177CCB-4F88-4650-A063-4CEEB0EFF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8175" y="3229343"/>
                  <a:ext cx="509080" cy="74535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519C1FE-85D3-467D-BE7D-361FA894BA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5886" y="3046707"/>
                  <a:ext cx="493813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9460CF64-3C02-4EA4-B3B2-251735E752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4030" y="3270548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EA4C81EF-8CB4-4734-AEF5-22A981443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32561" y="434113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1B2962D9-0AB3-4466-A2CF-70DC4C58A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15375" y="3104348"/>
                  <a:ext cx="506780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BEE1004-7788-4392-BCDE-99FC25A666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94816" y="3254281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56CD0ED7-B961-44E9-85C2-6DFF3800F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2925" y="3316324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5F31CE61-179F-4E39-9C36-985A7CD6E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83852" y="5347668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D4A365AC-BA2C-443A-B097-626A400D0B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30018" y="1651766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888CC577-D9A3-406B-A920-A47CFF0D7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19701" y="2669541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59B8D317-8DEE-4F99-B195-2145B985D9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73334" y="3297531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C1F5A7DF-B687-44C4-A349-64A5A1D3D8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15159" y="3148655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8EC0B914-A2D0-4846-9B76-EAB2667C0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0393" y="2103018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7CDAEEAF-E336-4295-9039-6F04B33E5D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2938" y="2392130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9B8C2777-ACAF-41F9-B1E3-67B4F5F364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6014" y="2843220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CAF4BDBF-749E-4055-8573-62EB30A5BF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0929" y="2423763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0CA5CFF2-B895-46FC-BE0A-81B921D0BD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90461" y="2916290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DDE391D7-0647-4D1E-B66A-1F52F7B60F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4303" y="1706913"/>
                  <a:ext cx="313292" cy="45799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ECA9D488-CFFF-4715-9A05-E245F85E0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24827" y="1494578"/>
                  <a:ext cx="506780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49536596-A699-4503-939E-528715CA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77594" y="1186437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1C9E3F16-7808-48C4-A5F5-E090459A43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68139" y="2176212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95353FC9-2ED1-42C8-AC6E-D9A25D2B31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59412" y="2780318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41F4706-993E-4C33-818D-4EF6F819E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04471" y="400298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C398B865-1435-426D-B544-5C5E1924B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121073" y="3249096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6DE02982-EA7F-4136-895A-B7BD2B8516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3652" y="3979934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BE7B4834-FDCB-4C17-8D14-9C1546D1FE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2976" y="5655418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1A3C967F-24E0-4F2D-B5DA-C62FEA052D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9169" y="4423796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867F2039-3AF1-4494-A782-3864353D7C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5446" y="4085276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0824C1CD-3B51-4D87-8E05-8E162445E6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27923" y="4069389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6BA0E41B-6DDA-4826-AA90-B6344AD22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1528" y="4010452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6E803966-8B75-4EA5-9FC0-DF8CE2C5FD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616" y="2746395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A1C7E8D7-D3F8-4520-8C26-2173FC3CD7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5130" y="4260539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C5881940-DC56-4C8E-A48D-FC6046D78A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93262" y="4996657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FF6D81C6-2314-461D-8EBD-ABAD8758C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4137" y="4715185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6043EC66-B992-4ED5-832A-22E4B2646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09019" y="4278800"/>
                  <a:ext cx="294870" cy="430586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1EBC8658-3501-4E31-B735-23BAAA94B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54447" y="5761528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8A89E48C-C0F5-43E1-A38A-19646FE35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61418" y="5331408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E9A015E8-C9D4-4828-B472-736E55DDC6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11082" y="4740759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61A4FE4E-886F-4024-B137-AFDC0B0C04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28865" y="574192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5A452E89-9C2C-4AF4-BEAD-4479B9E9CB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88066" y="5115439"/>
                  <a:ext cx="365177" cy="45972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884DEC95-75DF-4563-9637-5AA893E895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30261" y="4393778"/>
                  <a:ext cx="552730" cy="74781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04EBD8A4-6830-4393-9229-368D4B7DDA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65812" y="1655977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E4D5B8F8-EB85-492A-B4EF-CB54CAE8B0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12448" y="5575682"/>
                  <a:ext cx="538813" cy="16775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5C436263-7F29-41D0-AB3D-9990EE9241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39869" y="6684591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4F3C6197-EA6B-4E42-B528-A445F9A833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12383" y="6738607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5F629C01-DF82-41E9-9FC9-F33DEF017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7012" y="5948107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74477621-9353-45F1-8ED7-654E92FFF2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70003" y="6032511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4D709B3-4C5D-44AF-BDF6-C5038FBADC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45097" y="5434311"/>
                  <a:ext cx="493813" cy="20235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8FC9D626-DCBA-4CE3-B49E-9EA06676AD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72157" y="3356357"/>
                  <a:ext cx="538568" cy="73322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F81BDC1E-CD9C-4D8F-B2A4-5A399C97BB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35302" y="3326475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06B2FC4F-7AC8-4A60-AFD3-125934D2E0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79901" y="5815813"/>
                  <a:ext cx="527459" cy="13564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B11568AB-87E7-448C-9A5D-7E2D2F4454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3132" y="5986553"/>
                  <a:ext cx="524824" cy="73256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1A72F26F-3F99-4333-8FDB-F6784FEF4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15234" y="5095215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3BB8764C-057A-45ED-A34C-80007F0E21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1262" y="1805319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816EFFDD-C0CF-4016-B20C-B84CCD52AD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88274" y="3796145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CF1C69DC-C77D-49C3-8FDC-310169BBBB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92948" y="3653765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06381D04-1076-440F-9580-4C969B7390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1435" y="4009458"/>
                  <a:ext cx="857832" cy="3169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31A76D1C-8AD5-4A4A-A4D4-70EA503A59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3120" y="3225303"/>
                  <a:ext cx="556126" cy="72500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E06E0F82-D8A4-4200-BBD3-1E1300679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6749" y="3925114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70E5CAD5-C78A-4CB8-A140-42146FC5A8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83902" y="501573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BF8A97D6-E032-4843-84AF-C6A5811C9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37717" y="4444578"/>
                  <a:ext cx="0" cy="5761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839B795C-D71E-4361-AF56-02D8893C42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92179" y="1346120"/>
                  <a:ext cx="336964" cy="458948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C4B6668C-49B1-4FC7-BFE2-9F5C25B57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9453" y="2332742"/>
                  <a:ext cx="0" cy="89256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9D9D7099-83B1-4733-96A3-A4D9E03ED0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74401" y="2309481"/>
                  <a:ext cx="865133" cy="270863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6A312AB7-EFA5-43A8-A96E-6F06ED3D4CB8}"/>
                  </a:ext>
                </a:extLst>
              </p:cNvPr>
              <p:cNvGrpSpPr/>
              <p:nvPr/>
            </p:nvGrpSpPr>
            <p:grpSpPr>
              <a:xfrm>
                <a:off x="2266618" y="142053"/>
                <a:ext cx="7407833" cy="6881430"/>
                <a:chOff x="22168724" y="-5763870"/>
                <a:chExt cx="7407833" cy="6881430"/>
              </a:xfrm>
            </p:grpSpPr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0DBB1C57-68F1-4D2C-9A35-82B455334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63866" y="-5756139"/>
                  <a:ext cx="857832" cy="3169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D4401628-FAEF-48F8-A33E-E73EF91E8E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22620" y="-5430364"/>
                  <a:ext cx="538568" cy="733220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47C00AEA-B84D-4705-8105-BBC6771EC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638043" y="-4765707"/>
                  <a:ext cx="902206" cy="257576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8604775B-920B-45A9-8AC3-EC9B9DDB03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532913" y="-5487019"/>
                  <a:ext cx="556126" cy="725002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4FC73C8E-FF55-4FBB-BDCB-0F3FDC18C5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087868" y="-5763870"/>
                  <a:ext cx="866351" cy="276851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184D8864-7619-4352-A92C-47A8849F3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116308" y="-4504092"/>
                  <a:ext cx="517830" cy="15827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BB5E9EEA-245C-4210-98A1-647AACE172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1737" y="-4328391"/>
                  <a:ext cx="361447" cy="413969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DECE32AA-FC7A-4238-AC92-1E91DF62D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05302" y="-3914422"/>
                  <a:ext cx="552730" cy="74781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0BDC6D3D-3D3D-4C75-BF2C-294F55C3D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74055" y="-2975620"/>
                  <a:ext cx="0" cy="892561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6D47390A-CD92-47B0-95EC-F82138927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37897" y="-4184997"/>
                  <a:ext cx="313292" cy="457996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8CCD71E7-616B-4522-8294-14DAB91FD6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08421" y="-4397332"/>
                  <a:ext cx="506780" cy="202351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53EF761F-114A-485B-A769-3B2A31119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361188" y="-4705473"/>
                  <a:ext cx="857832" cy="3169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27998CB7-AFBE-4E34-8A7E-B5D678F8A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51733" y="-3715698"/>
                  <a:ext cx="524824" cy="732567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DC7B53AA-7292-4FD9-AB25-89EACBC3A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66570" y="-236492"/>
                  <a:ext cx="857832" cy="3169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060BEE24-CA35-4F33-BE0A-594AEF1FF1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87210" y="-3145515"/>
                  <a:ext cx="0" cy="892561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B094D390-5B38-417F-B02F-4CD6633561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68724" y="-1631371"/>
                  <a:ext cx="524824" cy="732567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CD33CA68-8C47-4BC8-B24E-4BB058E545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676856" y="-895253"/>
                  <a:ext cx="297424" cy="411337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66B341BE-DA86-458A-B489-C0A1021F5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12459" y="-149985"/>
                  <a:ext cx="865133" cy="2708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CE2872DA-230F-4122-B017-8A24DD985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671660" y="-776471"/>
                  <a:ext cx="365177" cy="459728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>
                  <a:extLst>
                    <a:ext uri="{FF2B5EF4-FFF2-40B4-BE49-F238E27FC236}">
                      <a16:creationId xmlns:a16="http://schemas.microsoft.com/office/drawing/2014/main" id="{B4CDEA7E-399B-4F9D-806E-F85EA22C7E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013855" y="-1498132"/>
                  <a:ext cx="552730" cy="74781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5BBCBBBA-0868-46A1-B222-1DD9A1A73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96042" y="-316228"/>
                  <a:ext cx="538813" cy="167757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468EF4F4-2805-4927-90AB-0681FB0D3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923463" y="792681"/>
                  <a:ext cx="857832" cy="3169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F7228F12-810C-4216-BFFF-435538C6C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795977" y="846697"/>
                  <a:ext cx="865133" cy="270863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50045303-0368-4E15-9E94-858B76379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390606" y="56197"/>
                  <a:ext cx="524824" cy="732567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132EE81E-2F89-419C-BEC1-16E25F1F05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67013" y="140601"/>
                  <a:ext cx="542710" cy="681239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FD61E8E3-4A9E-4DE6-899B-338A9E633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28691" y="-457599"/>
                  <a:ext cx="493813" cy="202351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0339F915-1DAA-4FD7-B3D2-08E611DC4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71868" y="-2095765"/>
                  <a:ext cx="0" cy="576148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86E89A06-136E-4BA8-8B71-1EF0FA0883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76542" y="-2238145"/>
                  <a:ext cx="0" cy="576148"/>
                </a:xfrm>
                <a:prstGeom prst="line">
                  <a:avLst/>
                </a:prstGeom>
                <a:ln w="762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BD8D9BB-0F4F-4C3D-AD15-0BFEDC6FAB53}"/>
                </a:ext>
              </a:extLst>
            </p:cNvPr>
            <p:cNvGrpSpPr/>
            <p:nvPr/>
          </p:nvGrpSpPr>
          <p:grpSpPr>
            <a:xfrm>
              <a:off x="1529585" y="-3904313"/>
              <a:ext cx="9132829" cy="2309909"/>
              <a:chOff x="1819668" y="-3610049"/>
              <a:chExt cx="9132829" cy="2309909"/>
            </a:xfrm>
          </p:grpSpPr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AE57DE5-D257-4AB0-8BA7-07CA3B8C5B47}"/>
                  </a:ext>
                </a:extLst>
              </p:cNvPr>
              <p:cNvGrpSpPr/>
              <p:nvPr/>
            </p:nvGrpSpPr>
            <p:grpSpPr>
              <a:xfrm>
                <a:off x="1819668" y="-3562559"/>
                <a:ext cx="3937114" cy="2242031"/>
                <a:chOff x="1090927" y="556278"/>
                <a:chExt cx="3937114" cy="2242031"/>
              </a:xfrm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089F2118-C2AA-4C9B-BB91-85A5461D9284}"/>
                    </a:ext>
                  </a:extLst>
                </p:cNvPr>
                <p:cNvSpPr/>
                <p:nvPr/>
              </p:nvSpPr>
              <p:spPr>
                <a:xfrm>
                  <a:off x="1090927" y="760287"/>
                  <a:ext cx="3937114" cy="2038022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400DFD18-4071-4968-A6B8-CB325FA8C392}"/>
                    </a:ext>
                  </a:extLst>
                </p:cNvPr>
                <p:cNvGrpSpPr/>
                <p:nvPr/>
              </p:nvGrpSpPr>
              <p:grpSpPr>
                <a:xfrm>
                  <a:off x="1441450" y="1164271"/>
                  <a:ext cx="3162505" cy="1208512"/>
                  <a:chOff x="1898650" y="1697671"/>
                  <a:chExt cx="3162505" cy="1208512"/>
                </a:xfrm>
              </p:grpSpPr>
              <p:sp>
                <p:nvSpPr>
                  <p:cNvPr id="298" name="Trapezoid 1">
                    <a:extLst>
                      <a:ext uri="{FF2B5EF4-FFF2-40B4-BE49-F238E27FC236}">
                        <a16:creationId xmlns:a16="http://schemas.microsoft.com/office/drawing/2014/main" id="{A9501EA4-57A9-4713-923C-3BCDB941C8E4}"/>
                      </a:ext>
                    </a:extLst>
                  </p:cNvPr>
                  <p:cNvSpPr/>
                  <p:nvPr/>
                </p:nvSpPr>
                <p:spPr>
                  <a:xfrm>
                    <a:off x="2239470" y="1875193"/>
                    <a:ext cx="894173" cy="918965"/>
                  </a:xfrm>
                  <a:custGeom>
                    <a:avLst/>
                    <a:gdLst>
                      <a:gd name="connsiteX0" fmla="*/ 0 w 1732373"/>
                      <a:gd name="connsiteY0" fmla="*/ 1673345 h 1673345"/>
                      <a:gd name="connsiteX1" fmla="*/ 418336 w 1732373"/>
                      <a:gd name="connsiteY1" fmla="*/ 0 h 1673345"/>
                      <a:gd name="connsiteX2" fmla="*/ 1314037 w 1732373"/>
                      <a:gd name="connsiteY2" fmla="*/ 0 h 1673345"/>
                      <a:gd name="connsiteX3" fmla="*/ 1732373 w 1732373"/>
                      <a:gd name="connsiteY3" fmla="*/ 1673345 h 1673345"/>
                      <a:gd name="connsiteX4" fmla="*/ 0 w 1732373"/>
                      <a:gd name="connsiteY4" fmla="*/ 1673345 h 1673345"/>
                      <a:gd name="connsiteX0" fmla="*/ 8384 w 1314037"/>
                      <a:gd name="connsiteY0" fmla="*/ 799585 h 1673345"/>
                      <a:gd name="connsiteX1" fmla="*/ 0 w 1314037"/>
                      <a:gd name="connsiteY1" fmla="*/ 0 h 1673345"/>
                      <a:gd name="connsiteX2" fmla="*/ 895701 w 1314037"/>
                      <a:gd name="connsiteY2" fmla="*/ 0 h 1673345"/>
                      <a:gd name="connsiteX3" fmla="*/ 1314037 w 1314037"/>
                      <a:gd name="connsiteY3" fmla="*/ 1673345 h 1673345"/>
                      <a:gd name="connsiteX4" fmla="*/ 8384 w 1314037"/>
                      <a:gd name="connsiteY4" fmla="*/ 799585 h 1673345"/>
                      <a:gd name="connsiteX0" fmla="*/ 8384 w 895701"/>
                      <a:gd name="connsiteY0" fmla="*/ 799585 h 799585"/>
                      <a:gd name="connsiteX1" fmla="*/ 0 w 895701"/>
                      <a:gd name="connsiteY1" fmla="*/ 0 h 799585"/>
                      <a:gd name="connsiteX2" fmla="*/ 895701 w 895701"/>
                      <a:gd name="connsiteY2" fmla="*/ 0 h 799585"/>
                      <a:gd name="connsiteX3" fmla="*/ 694277 w 895701"/>
                      <a:gd name="connsiteY3" fmla="*/ 535425 h 799585"/>
                      <a:gd name="connsiteX4" fmla="*/ 8384 w 895701"/>
                      <a:gd name="connsiteY4" fmla="*/ 799585 h 799585"/>
                      <a:gd name="connsiteX0" fmla="*/ 8384 w 895701"/>
                      <a:gd name="connsiteY0" fmla="*/ 799585 h 799585"/>
                      <a:gd name="connsiteX1" fmla="*/ 0 w 895701"/>
                      <a:gd name="connsiteY1" fmla="*/ 0 h 799585"/>
                      <a:gd name="connsiteX2" fmla="*/ 895701 w 895701"/>
                      <a:gd name="connsiteY2" fmla="*/ 0 h 799585"/>
                      <a:gd name="connsiteX3" fmla="*/ 694277 w 895701"/>
                      <a:gd name="connsiteY3" fmla="*/ 535425 h 799585"/>
                      <a:gd name="connsiteX4" fmla="*/ 8384 w 895701"/>
                      <a:gd name="connsiteY4" fmla="*/ 799585 h 799585"/>
                      <a:gd name="connsiteX0" fmla="*/ 69344 w 895701"/>
                      <a:gd name="connsiteY0" fmla="*/ 891025 h 891025"/>
                      <a:gd name="connsiteX1" fmla="*/ 0 w 895701"/>
                      <a:gd name="connsiteY1" fmla="*/ 0 h 891025"/>
                      <a:gd name="connsiteX2" fmla="*/ 895701 w 895701"/>
                      <a:gd name="connsiteY2" fmla="*/ 0 h 891025"/>
                      <a:gd name="connsiteX3" fmla="*/ 694277 w 895701"/>
                      <a:gd name="connsiteY3" fmla="*/ 535425 h 891025"/>
                      <a:gd name="connsiteX4" fmla="*/ 69344 w 895701"/>
                      <a:gd name="connsiteY4" fmla="*/ 891025 h 891025"/>
                      <a:gd name="connsiteX0" fmla="*/ 69344 w 1010394"/>
                      <a:gd name="connsiteY0" fmla="*/ 891025 h 891025"/>
                      <a:gd name="connsiteX1" fmla="*/ 0 w 1010394"/>
                      <a:gd name="connsiteY1" fmla="*/ 0 h 891025"/>
                      <a:gd name="connsiteX2" fmla="*/ 895701 w 1010394"/>
                      <a:gd name="connsiteY2" fmla="*/ 0 h 891025"/>
                      <a:gd name="connsiteX3" fmla="*/ 938117 w 1010394"/>
                      <a:gd name="connsiteY3" fmla="*/ 697985 h 891025"/>
                      <a:gd name="connsiteX4" fmla="*/ 69344 w 1010394"/>
                      <a:gd name="connsiteY4" fmla="*/ 891025 h 891025"/>
                      <a:gd name="connsiteX0" fmla="*/ 69344 w 979628"/>
                      <a:gd name="connsiteY0" fmla="*/ 891025 h 891025"/>
                      <a:gd name="connsiteX1" fmla="*/ 0 w 979628"/>
                      <a:gd name="connsiteY1" fmla="*/ 0 h 891025"/>
                      <a:gd name="connsiteX2" fmla="*/ 560421 w 979628"/>
                      <a:gd name="connsiteY2" fmla="*/ 193040 h 891025"/>
                      <a:gd name="connsiteX3" fmla="*/ 938117 w 979628"/>
                      <a:gd name="connsiteY3" fmla="*/ 697985 h 891025"/>
                      <a:gd name="connsiteX4" fmla="*/ 69344 w 979628"/>
                      <a:gd name="connsiteY4" fmla="*/ 891025 h 891025"/>
                      <a:gd name="connsiteX0" fmla="*/ 69344 w 985759"/>
                      <a:gd name="connsiteY0" fmla="*/ 891025 h 891025"/>
                      <a:gd name="connsiteX1" fmla="*/ 0 w 985759"/>
                      <a:gd name="connsiteY1" fmla="*/ 0 h 891025"/>
                      <a:gd name="connsiteX2" fmla="*/ 662021 w 985759"/>
                      <a:gd name="connsiteY2" fmla="*/ 132080 h 891025"/>
                      <a:gd name="connsiteX3" fmla="*/ 938117 w 985759"/>
                      <a:gd name="connsiteY3" fmla="*/ 697985 h 891025"/>
                      <a:gd name="connsiteX4" fmla="*/ 69344 w 985759"/>
                      <a:gd name="connsiteY4" fmla="*/ 891025 h 891025"/>
                      <a:gd name="connsiteX0" fmla="*/ 148 w 916563"/>
                      <a:gd name="connsiteY0" fmla="*/ 758945 h 758945"/>
                      <a:gd name="connsiteX1" fmla="*/ 32404 w 916563"/>
                      <a:gd name="connsiteY1" fmla="*/ 10160 h 758945"/>
                      <a:gd name="connsiteX2" fmla="*/ 592825 w 916563"/>
                      <a:gd name="connsiteY2" fmla="*/ 0 h 758945"/>
                      <a:gd name="connsiteX3" fmla="*/ 868921 w 916563"/>
                      <a:gd name="connsiteY3" fmla="*/ 565905 h 758945"/>
                      <a:gd name="connsiteX4" fmla="*/ 148 w 916563"/>
                      <a:gd name="connsiteY4" fmla="*/ 758945 h 758945"/>
                      <a:gd name="connsiteX0" fmla="*/ 49024 w 965439"/>
                      <a:gd name="connsiteY0" fmla="*/ 880865 h 880865"/>
                      <a:gd name="connsiteX1" fmla="*/ 0 w 965439"/>
                      <a:gd name="connsiteY1" fmla="*/ 0 h 880865"/>
                      <a:gd name="connsiteX2" fmla="*/ 641701 w 965439"/>
                      <a:gd name="connsiteY2" fmla="*/ 121920 h 880865"/>
                      <a:gd name="connsiteX3" fmla="*/ 917797 w 965439"/>
                      <a:gd name="connsiteY3" fmla="*/ 687825 h 880865"/>
                      <a:gd name="connsiteX4" fmla="*/ 49024 w 965439"/>
                      <a:gd name="connsiteY4" fmla="*/ 880865 h 880865"/>
                      <a:gd name="connsiteX0" fmla="*/ 17274 w 933689"/>
                      <a:gd name="connsiteY0" fmla="*/ 893565 h 893565"/>
                      <a:gd name="connsiteX1" fmla="*/ 0 w 933689"/>
                      <a:gd name="connsiteY1" fmla="*/ 0 h 893565"/>
                      <a:gd name="connsiteX2" fmla="*/ 609951 w 933689"/>
                      <a:gd name="connsiteY2" fmla="*/ 134620 h 893565"/>
                      <a:gd name="connsiteX3" fmla="*/ 886047 w 933689"/>
                      <a:gd name="connsiteY3" fmla="*/ 700525 h 893565"/>
                      <a:gd name="connsiteX4" fmla="*/ 17274 w 933689"/>
                      <a:gd name="connsiteY4" fmla="*/ 893565 h 893565"/>
                      <a:gd name="connsiteX0" fmla="*/ 143 w 967358"/>
                      <a:gd name="connsiteY0" fmla="*/ 918965 h 918965"/>
                      <a:gd name="connsiteX1" fmla="*/ 33669 w 967358"/>
                      <a:gd name="connsiteY1" fmla="*/ 0 h 918965"/>
                      <a:gd name="connsiteX2" fmla="*/ 643620 w 967358"/>
                      <a:gd name="connsiteY2" fmla="*/ 134620 h 918965"/>
                      <a:gd name="connsiteX3" fmla="*/ 919716 w 967358"/>
                      <a:gd name="connsiteY3" fmla="*/ 700525 h 918965"/>
                      <a:gd name="connsiteX4" fmla="*/ 143 w 967358"/>
                      <a:gd name="connsiteY4" fmla="*/ 918965 h 918965"/>
                      <a:gd name="connsiteX0" fmla="*/ 0 w 967215"/>
                      <a:gd name="connsiteY0" fmla="*/ 918965 h 918965"/>
                      <a:gd name="connsiteX1" fmla="*/ 33526 w 967215"/>
                      <a:gd name="connsiteY1" fmla="*/ 0 h 918965"/>
                      <a:gd name="connsiteX2" fmla="*/ 643477 w 967215"/>
                      <a:gd name="connsiteY2" fmla="*/ 134620 h 918965"/>
                      <a:gd name="connsiteX3" fmla="*/ 919573 w 967215"/>
                      <a:gd name="connsiteY3" fmla="*/ 700525 h 918965"/>
                      <a:gd name="connsiteX4" fmla="*/ 0 w 967215"/>
                      <a:gd name="connsiteY4" fmla="*/ 918965 h 918965"/>
                      <a:gd name="connsiteX0" fmla="*/ 0 w 967215"/>
                      <a:gd name="connsiteY0" fmla="*/ 918965 h 918965"/>
                      <a:gd name="connsiteX1" fmla="*/ 33526 w 967215"/>
                      <a:gd name="connsiteY1" fmla="*/ 0 h 918965"/>
                      <a:gd name="connsiteX2" fmla="*/ 643477 w 967215"/>
                      <a:gd name="connsiteY2" fmla="*/ 134620 h 918965"/>
                      <a:gd name="connsiteX3" fmla="*/ 919573 w 967215"/>
                      <a:gd name="connsiteY3" fmla="*/ 700525 h 918965"/>
                      <a:gd name="connsiteX4" fmla="*/ 0 w 967215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583152 w 919573"/>
                      <a:gd name="connsiteY2" fmla="*/ 207645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576802 w 919573"/>
                      <a:gd name="connsiteY2" fmla="*/ 17907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4173" h="918965">
                        <a:moveTo>
                          <a:pt x="0" y="918965"/>
                        </a:moveTo>
                        <a:cubicBezTo>
                          <a:pt x="44830" y="-4788"/>
                          <a:pt x="36321" y="266528"/>
                          <a:pt x="33526" y="0"/>
                        </a:cubicBezTo>
                        <a:cubicBezTo>
                          <a:pt x="236843" y="44873"/>
                          <a:pt x="27410" y="-5503"/>
                          <a:pt x="576802" y="179070"/>
                        </a:cubicBezTo>
                        <a:cubicBezTo>
                          <a:pt x="893836" y="684570"/>
                          <a:pt x="605079" y="217885"/>
                          <a:pt x="894173" y="700525"/>
                        </a:cubicBezTo>
                        <a:cubicBezTo>
                          <a:pt x="397149" y="827313"/>
                          <a:pt x="858974" y="709627"/>
                          <a:pt x="0" y="91896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299" name="Trapezoid 1">
                    <a:extLst>
                      <a:ext uri="{FF2B5EF4-FFF2-40B4-BE49-F238E27FC236}">
                        <a16:creationId xmlns:a16="http://schemas.microsoft.com/office/drawing/2014/main" id="{C83C152F-9583-415F-940E-B40AB5B7E365}"/>
                      </a:ext>
                    </a:extLst>
                  </p:cNvPr>
                  <p:cNvSpPr/>
                  <p:nvPr/>
                </p:nvSpPr>
                <p:spPr>
                  <a:xfrm>
                    <a:off x="3814440" y="1697671"/>
                    <a:ext cx="858613" cy="1014215"/>
                  </a:xfrm>
                  <a:custGeom>
                    <a:avLst/>
                    <a:gdLst>
                      <a:gd name="connsiteX0" fmla="*/ 0 w 1732373"/>
                      <a:gd name="connsiteY0" fmla="*/ 1673345 h 1673345"/>
                      <a:gd name="connsiteX1" fmla="*/ 418336 w 1732373"/>
                      <a:gd name="connsiteY1" fmla="*/ 0 h 1673345"/>
                      <a:gd name="connsiteX2" fmla="*/ 1314037 w 1732373"/>
                      <a:gd name="connsiteY2" fmla="*/ 0 h 1673345"/>
                      <a:gd name="connsiteX3" fmla="*/ 1732373 w 1732373"/>
                      <a:gd name="connsiteY3" fmla="*/ 1673345 h 1673345"/>
                      <a:gd name="connsiteX4" fmla="*/ 0 w 1732373"/>
                      <a:gd name="connsiteY4" fmla="*/ 1673345 h 1673345"/>
                      <a:gd name="connsiteX0" fmla="*/ 8384 w 1314037"/>
                      <a:gd name="connsiteY0" fmla="*/ 799585 h 1673345"/>
                      <a:gd name="connsiteX1" fmla="*/ 0 w 1314037"/>
                      <a:gd name="connsiteY1" fmla="*/ 0 h 1673345"/>
                      <a:gd name="connsiteX2" fmla="*/ 895701 w 1314037"/>
                      <a:gd name="connsiteY2" fmla="*/ 0 h 1673345"/>
                      <a:gd name="connsiteX3" fmla="*/ 1314037 w 1314037"/>
                      <a:gd name="connsiteY3" fmla="*/ 1673345 h 1673345"/>
                      <a:gd name="connsiteX4" fmla="*/ 8384 w 1314037"/>
                      <a:gd name="connsiteY4" fmla="*/ 799585 h 1673345"/>
                      <a:gd name="connsiteX0" fmla="*/ 8384 w 895701"/>
                      <a:gd name="connsiteY0" fmla="*/ 799585 h 799585"/>
                      <a:gd name="connsiteX1" fmla="*/ 0 w 895701"/>
                      <a:gd name="connsiteY1" fmla="*/ 0 h 799585"/>
                      <a:gd name="connsiteX2" fmla="*/ 895701 w 895701"/>
                      <a:gd name="connsiteY2" fmla="*/ 0 h 799585"/>
                      <a:gd name="connsiteX3" fmla="*/ 694277 w 895701"/>
                      <a:gd name="connsiteY3" fmla="*/ 535425 h 799585"/>
                      <a:gd name="connsiteX4" fmla="*/ 8384 w 895701"/>
                      <a:gd name="connsiteY4" fmla="*/ 799585 h 799585"/>
                      <a:gd name="connsiteX0" fmla="*/ 8384 w 895701"/>
                      <a:gd name="connsiteY0" fmla="*/ 799585 h 799585"/>
                      <a:gd name="connsiteX1" fmla="*/ 0 w 895701"/>
                      <a:gd name="connsiteY1" fmla="*/ 0 h 799585"/>
                      <a:gd name="connsiteX2" fmla="*/ 895701 w 895701"/>
                      <a:gd name="connsiteY2" fmla="*/ 0 h 799585"/>
                      <a:gd name="connsiteX3" fmla="*/ 694277 w 895701"/>
                      <a:gd name="connsiteY3" fmla="*/ 535425 h 799585"/>
                      <a:gd name="connsiteX4" fmla="*/ 8384 w 895701"/>
                      <a:gd name="connsiteY4" fmla="*/ 799585 h 799585"/>
                      <a:gd name="connsiteX0" fmla="*/ 69344 w 895701"/>
                      <a:gd name="connsiteY0" fmla="*/ 891025 h 891025"/>
                      <a:gd name="connsiteX1" fmla="*/ 0 w 895701"/>
                      <a:gd name="connsiteY1" fmla="*/ 0 h 891025"/>
                      <a:gd name="connsiteX2" fmla="*/ 895701 w 895701"/>
                      <a:gd name="connsiteY2" fmla="*/ 0 h 891025"/>
                      <a:gd name="connsiteX3" fmla="*/ 694277 w 895701"/>
                      <a:gd name="connsiteY3" fmla="*/ 535425 h 891025"/>
                      <a:gd name="connsiteX4" fmla="*/ 69344 w 895701"/>
                      <a:gd name="connsiteY4" fmla="*/ 891025 h 891025"/>
                      <a:gd name="connsiteX0" fmla="*/ 69344 w 1010394"/>
                      <a:gd name="connsiteY0" fmla="*/ 891025 h 891025"/>
                      <a:gd name="connsiteX1" fmla="*/ 0 w 1010394"/>
                      <a:gd name="connsiteY1" fmla="*/ 0 h 891025"/>
                      <a:gd name="connsiteX2" fmla="*/ 895701 w 1010394"/>
                      <a:gd name="connsiteY2" fmla="*/ 0 h 891025"/>
                      <a:gd name="connsiteX3" fmla="*/ 938117 w 1010394"/>
                      <a:gd name="connsiteY3" fmla="*/ 697985 h 891025"/>
                      <a:gd name="connsiteX4" fmla="*/ 69344 w 1010394"/>
                      <a:gd name="connsiteY4" fmla="*/ 891025 h 891025"/>
                      <a:gd name="connsiteX0" fmla="*/ 69344 w 979628"/>
                      <a:gd name="connsiteY0" fmla="*/ 891025 h 891025"/>
                      <a:gd name="connsiteX1" fmla="*/ 0 w 979628"/>
                      <a:gd name="connsiteY1" fmla="*/ 0 h 891025"/>
                      <a:gd name="connsiteX2" fmla="*/ 560421 w 979628"/>
                      <a:gd name="connsiteY2" fmla="*/ 193040 h 891025"/>
                      <a:gd name="connsiteX3" fmla="*/ 938117 w 979628"/>
                      <a:gd name="connsiteY3" fmla="*/ 697985 h 891025"/>
                      <a:gd name="connsiteX4" fmla="*/ 69344 w 979628"/>
                      <a:gd name="connsiteY4" fmla="*/ 891025 h 891025"/>
                      <a:gd name="connsiteX0" fmla="*/ 69344 w 985759"/>
                      <a:gd name="connsiteY0" fmla="*/ 891025 h 891025"/>
                      <a:gd name="connsiteX1" fmla="*/ 0 w 985759"/>
                      <a:gd name="connsiteY1" fmla="*/ 0 h 891025"/>
                      <a:gd name="connsiteX2" fmla="*/ 662021 w 985759"/>
                      <a:gd name="connsiteY2" fmla="*/ 132080 h 891025"/>
                      <a:gd name="connsiteX3" fmla="*/ 938117 w 985759"/>
                      <a:gd name="connsiteY3" fmla="*/ 697985 h 891025"/>
                      <a:gd name="connsiteX4" fmla="*/ 69344 w 985759"/>
                      <a:gd name="connsiteY4" fmla="*/ 891025 h 891025"/>
                      <a:gd name="connsiteX0" fmla="*/ 148 w 916563"/>
                      <a:gd name="connsiteY0" fmla="*/ 758945 h 758945"/>
                      <a:gd name="connsiteX1" fmla="*/ 32404 w 916563"/>
                      <a:gd name="connsiteY1" fmla="*/ 10160 h 758945"/>
                      <a:gd name="connsiteX2" fmla="*/ 592825 w 916563"/>
                      <a:gd name="connsiteY2" fmla="*/ 0 h 758945"/>
                      <a:gd name="connsiteX3" fmla="*/ 868921 w 916563"/>
                      <a:gd name="connsiteY3" fmla="*/ 565905 h 758945"/>
                      <a:gd name="connsiteX4" fmla="*/ 148 w 916563"/>
                      <a:gd name="connsiteY4" fmla="*/ 758945 h 758945"/>
                      <a:gd name="connsiteX0" fmla="*/ 49024 w 965439"/>
                      <a:gd name="connsiteY0" fmla="*/ 880865 h 880865"/>
                      <a:gd name="connsiteX1" fmla="*/ 0 w 965439"/>
                      <a:gd name="connsiteY1" fmla="*/ 0 h 880865"/>
                      <a:gd name="connsiteX2" fmla="*/ 641701 w 965439"/>
                      <a:gd name="connsiteY2" fmla="*/ 121920 h 880865"/>
                      <a:gd name="connsiteX3" fmla="*/ 917797 w 965439"/>
                      <a:gd name="connsiteY3" fmla="*/ 687825 h 880865"/>
                      <a:gd name="connsiteX4" fmla="*/ 49024 w 965439"/>
                      <a:gd name="connsiteY4" fmla="*/ 880865 h 880865"/>
                      <a:gd name="connsiteX0" fmla="*/ 17274 w 933689"/>
                      <a:gd name="connsiteY0" fmla="*/ 893565 h 893565"/>
                      <a:gd name="connsiteX1" fmla="*/ 0 w 933689"/>
                      <a:gd name="connsiteY1" fmla="*/ 0 h 893565"/>
                      <a:gd name="connsiteX2" fmla="*/ 609951 w 933689"/>
                      <a:gd name="connsiteY2" fmla="*/ 134620 h 893565"/>
                      <a:gd name="connsiteX3" fmla="*/ 886047 w 933689"/>
                      <a:gd name="connsiteY3" fmla="*/ 700525 h 893565"/>
                      <a:gd name="connsiteX4" fmla="*/ 17274 w 933689"/>
                      <a:gd name="connsiteY4" fmla="*/ 893565 h 893565"/>
                      <a:gd name="connsiteX0" fmla="*/ 143 w 967358"/>
                      <a:gd name="connsiteY0" fmla="*/ 918965 h 918965"/>
                      <a:gd name="connsiteX1" fmla="*/ 33669 w 967358"/>
                      <a:gd name="connsiteY1" fmla="*/ 0 h 918965"/>
                      <a:gd name="connsiteX2" fmla="*/ 643620 w 967358"/>
                      <a:gd name="connsiteY2" fmla="*/ 134620 h 918965"/>
                      <a:gd name="connsiteX3" fmla="*/ 919716 w 967358"/>
                      <a:gd name="connsiteY3" fmla="*/ 700525 h 918965"/>
                      <a:gd name="connsiteX4" fmla="*/ 143 w 967358"/>
                      <a:gd name="connsiteY4" fmla="*/ 918965 h 918965"/>
                      <a:gd name="connsiteX0" fmla="*/ 0 w 967215"/>
                      <a:gd name="connsiteY0" fmla="*/ 918965 h 918965"/>
                      <a:gd name="connsiteX1" fmla="*/ 33526 w 967215"/>
                      <a:gd name="connsiteY1" fmla="*/ 0 h 918965"/>
                      <a:gd name="connsiteX2" fmla="*/ 643477 w 967215"/>
                      <a:gd name="connsiteY2" fmla="*/ 134620 h 918965"/>
                      <a:gd name="connsiteX3" fmla="*/ 919573 w 967215"/>
                      <a:gd name="connsiteY3" fmla="*/ 700525 h 918965"/>
                      <a:gd name="connsiteX4" fmla="*/ 0 w 967215"/>
                      <a:gd name="connsiteY4" fmla="*/ 918965 h 918965"/>
                      <a:gd name="connsiteX0" fmla="*/ 0 w 967215"/>
                      <a:gd name="connsiteY0" fmla="*/ 918965 h 918965"/>
                      <a:gd name="connsiteX1" fmla="*/ 33526 w 967215"/>
                      <a:gd name="connsiteY1" fmla="*/ 0 h 918965"/>
                      <a:gd name="connsiteX2" fmla="*/ 643477 w 967215"/>
                      <a:gd name="connsiteY2" fmla="*/ 134620 h 918965"/>
                      <a:gd name="connsiteX3" fmla="*/ 919573 w 967215"/>
                      <a:gd name="connsiteY3" fmla="*/ 700525 h 918965"/>
                      <a:gd name="connsiteX4" fmla="*/ 0 w 967215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643477 w 919573"/>
                      <a:gd name="connsiteY2" fmla="*/ 13462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583152 w 919573"/>
                      <a:gd name="connsiteY2" fmla="*/ 207645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919573"/>
                      <a:gd name="connsiteY0" fmla="*/ 918965 h 918965"/>
                      <a:gd name="connsiteX1" fmla="*/ 33526 w 919573"/>
                      <a:gd name="connsiteY1" fmla="*/ 0 h 918965"/>
                      <a:gd name="connsiteX2" fmla="*/ 576802 w 919573"/>
                      <a:gd name="connsiteY2" fmla="*/ 179070 h 918965"/>
                      <a:gd name="connsiteX3" fmla="*/ 919573 w 919573"/>
                      <a:gd name="connsiteY3" fmla="*/ 700525 h 918965"/>
                      <a:gd name="connsiteX4" fmla="*/ 0 w 9195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94173"/>
                      <a:gd name="connsiteY0" fmla="*/ 918965 h 918965"/>
                      <a:gd name="connsiteX1" fmla="*/ 33526 w 894173"/>
                      <a:gd name="connsiteY1" fmla="*/ 0 h 918965"/>
                      <a:gd name="connsiteX2" fmla="*/ 576802 w 894173"/>
                      <a:gd name="connsiteY2" fmla="*/ 179070 h 918965"/>
                      <a:gd name="connsiteX3" fmla="*/ 894173 w 894173"/>
                      <a:gd name="connsiteY3" fmla="*/ 700525 h 918965"/>
                      <a:gd name="connsiteX4" fmla="*/ 0 w 894173"/>
                      <a:gd name="connsiteY4" fmla="*/ 918965 h 918965"/>
                      <a:gd name="connsiteX0" fmla="*/ 0 w 858613"/>
                      <a:gd name="connsiteY0" fmla="*/ 918965 h 1230607"/>
                      <a:gd name="connsiteX1" fmla="*/ 33526 w 858613"/>
                      <a:gd name="connsiteY1" fmla="*/ 0 h 1230607"/>
                      <a:gd name="connsiteX2" fmla="*/ 576802 w 858613"/>
                      <a:gd name="connsiteY2" fmla="*/ 179070 h 1230607"/>
                      <a:gd name="connsiteX3" fmla="*/ 858613 w 858613"/>
                      <a:gd name="connsiteY3" fmla="*/ 1213605 h 1230607"/>
                      <a:gd name="connsiteX4" fmla="*/ 0 w 858613"/>
                      <a:gd name="connsiteY4" fmla="*/ 918965 h 1230607"/>
                      <a:gd name="connsiteX0" fmla="*/ 0 w 858613"/>
                      <a:gd name="connsiteY0" fmla="*/ 787382 h 1099024"/>
                      <a:gd name="connsiteX1" fmla="*/ 48766 w 858613"/>
                      <a:gd name="connsiteY1" fmla="*/ 234177 h 1099024"/>
                      <a:gd name="connsiteX2" fmla="*/ 576802 w 858613"/>
                      <a:gd name="connsiteY2" fmla="*/ 47487 h 1099024"/>
                      <a:gd name="connsiteX3" fmla="*/ 858613 w 858613"/>
                      <a:gd name="connsiteY3" fmla="*/ 1082022 h 1099024"/>
                      <a:gd name="connsiteX4" fmla="*/ 0 w 858613"/>
                      <a:gd name="connsiteY4" fmla="*/ 787382 h 1099024"/>
                      <a:gd name="connsiteX0" fmla="*/ 0 w 858613"/>
                      <a:gd name="connsiteY0" fmla="*/ 666564 h 978206"/>
                      <a:gd name="connsiteX1" fmla="*/ 48766 w 858613"/>
                      <a:gd name="connsiteY1" fmla="*/ 113359 h 978206"/>
                      <a:gd name="connsiteX2" fmla="*/ 495522 w 858613"/>
                      <a:gd name="connsiteY2" fmla="*/ 63829 h 978206"/>
                      <a:gd name="connsiteX3" fmla="*/ 858613 w 858613"/>
                      <a:gd name="connsiteY3" fmla="*/ 961204 h 978206"/>
                      <a:gd name="connsiteX4" fmla="*/ 0 w 858613"/>
                      <a:gd name="connsiteY4" fmla="*/ 666564 h 978206"/>
                      <a:gd name="connsiteX0" fmla="*/ 0 w 858613"/>
                      <a:gd name="connsiteY0" fmla="*/ 768930 h 1080572"/>
                      <a:gd name="connsiteX1" fmla="*/ 48766 w 858613"/>
                      <a:gd name="connsiteY1" fmla="*/ 215725 h 1080572"/>
                      <a:gd name="connsiteX2" fmla="*/ 551402 w 858613"/>
                      <a:gd name="connsiteY2" fmla="*/ 49355 h 1080572"/>
                      <a:gd name="connsiteX3" fmla="*/ 858613 w 858613"/>
                      <a:gd name="connsiteY3" fmla="*/ 1063570 h 1080572"/>
                      <a:gd name="connsiteX4" fmla="*/ 0 w 858613"/>
                      <a:gd name="connsiteY4" fmla="*/ 768930 h 1080572"/>
                      <a:gd name="connsiteX0" fmla="*/ 0 w 858613"/>
                      <a:gd name="connsiteY0" fmla="*/ 768930 h 1080572"/>
                      <a:gd name="connsiteX1" fmla="*/ 48766 w 858613"/>
                      <a:gd name="connsiteY1" fmla="*/ 215725 h 1080572"/>
                      <a:gd name="connsiteX2" fmla="*/ 551402 w 858613"/>
                      <a:gd name="connsiteY2" fmla="*/ 49355 h 1080572"/>
                      <a:gd name="connsiteX3" fmla="*/ 858613 w 858613"/>
                      <a:gd name="connsiteY3" fmla="*/ 1063570 h 1080572"/>
                      <a:gd name="connsiteX4" fmla="*/ 0 w 858613"/>
                      <a:gd name="connsiteY4" fmla="*/ 768930 h 1080572"/>
                      <a:gd name="connsiteX0" fmla="*/ 0 w 858613"/>
                      <a:gd name="connsiteY0" fmla="*/ 719575 h 1031217"/>
                      <a:gd name="connsiteX1" fmla="*/ 48766 w 858613"/>
                      <a:gd name="connsiteY1" fmla="*/ 166370 h 1031217"/>
                      <a:gd name="connsiteX2" fmla="*/ 551402 w 858613"/>
                      <a:gd name="connsiteY2" fmla="*/ 0 h 1031217"/>
                      <a:gd name="connsiteX3" fmla="*/ 858613 w 858613"/>
                      <a:gd name="connsiteY3" fmla="*/ 1014215 h 1031217"/>
                      <a:gd name="connsiteX4" fmla="*/ 0 w 858613"/>
                      <a:gd name="connsiteY4" fmla="*/ 719575 h 1031217"/>
                      <a:gd name="connsiteX0" fmla="*/ 0 w 858613"/>
                      <a:gd name="connsiteY0" fmla="*/ 719575 h 1031217"/>
                      <a:gd name="connsiteX1" fmla="*/ 48766 w 858613"/>
                      <a:gd name="connsiteY1" fmla="*/ 166370 h 1031217"/>
                      <a:gd name="connsiteX2" fmla="*/ 551402 w 858613"/>
                      <a:gd name="connsiteY2" fmla="*/ 0 h 1031217"/>
                      <a:gd name="connsiteX3" fmla="*/ 858613 w 858613"/>
                      <a:gd name="connsiteY3" fmla="*/ 1014215 h 1031217"/>
                      <a:gd name="connsiteX4" fmla="*/ 0 w 858613"/>
                      <a:gd name="connsiteY4" fmla="*/ 719575 h 1031217"/>
                      <a:gd name="connsiteX0" fmla="*/ 0 w 873151"/>
                      <a:gd name="connsiteY0" fmla="*/ 719575 h 1031217"/>
                      <a:gd name="connsiteX1" fmla="*/ 48766 w 873151"/>
                      <a:gd name="connsiteY1" fmla="*/ 166370 h 1031217"/>
                      <a:gd name="connsiteX2" fmla="*/ 551402 w 873151"/>
                      <a:gd name="connsiteY2" fmla="*/ 0 h 1031217"/>
                      <a:gd name="connsiteX3" fmla="*/ 455916 w 873151"/>
                      <a:gd name="connsiteY3" fmla="*/ 505070 h 1031217"/>
                      <a:gd name="connsiteX4" fmla="*/ 858613 w 873151"/>
                      <a:gd name="connsiteY4" fmla="*/ 1014215 h 1031217"/>
                      <a:gd name="connsiteX5" fmla="*/ 0 w 873151"/>
                      <a:gd name="connsiteY5" fmla="*/ 719575 h 1031217"/>
                      <a:gd name="connsiteX0" fmla="*/ 0 w 876427"/>
                      <a:gd name="connsiteY0" fmla="*/ 719575 h 1031217"/>
                      <a:gd name="connsiteX1" fmla="*/ 48766 w 876427"/>
                      <a:gd name="connsiteY1" fmla="*/ 166370 h 1031217"/>
                      <a:gd name="connsiteX2" fmla="*/ 551402 w 876427"/>
                      <a:gd name="connsiteY2" fmla="*/ 0 h 1031217"/>
                      <a:gd name="connsiteX3" fmla="*/ 552436 w 876427"/>
                      <a:gd name="connsiteY3" fmla="*/ 535550 h 1031217"/>
                      <a:gd name="connsiteX4" fmla="*/ 858613 w 876427"/>
                      <a:gd name="connsiteY4" fmla="*/ 1014215 h 1031217"/>
                      <a:gd name="connsiteX5" fmla="*/ 0 w 876427"/>
                      <a:gd name="connsiteY5" fmla="*/ 719575 h 1031217"/>
                      <a:gd name="connsiteX0" fmla="*/ 0 w 876427"/>
                      <a:gd name="connsiteY0" fmla="*/ 719575 h 1031217"/>
                      <a:gd name="connsiteX1" fmla="*/ 48766 w 876427"/>
                      <a:gd name="connsiteY1" fmla="*/ 166370 h 1031217"/>
                      <a:gd name="connsiteX2" fmla="*/ 551402 w 876427"/>
                      <a:gd name="connsiteY2" fmla="*/ 0 h 1031217"/>
                      <a:gd name="connsiteX3" fmla="*/ 552436 w 876427"/>
                      <a:gd name="connsiteY3" fmla="*/ 535550 h 1031217"/>
                      <a:gd name="connsiteX4" fmla="*/ 858613 w 876427"/>
                      <a:gd name="connsiteY4" fmla="*/ 1014215 h 1031217"/>
                      <a:gd name="connsiteX5" fmla="*/ 0 w 876427"/>
                      <a:gd name="connsiteY5" fmla="*/ 719575 h 1031217"/>
                      <a:gd name="connsiteX0" fmla="*/ 0 w 876427"/>
                      <a:gd name="connsiteY0" fmla="*/ 719575 h 1031217"/>
                      <a:gd name="connsiteX1" fmla="*/ 48766 w 876427"/>
                      <a:gd name="connsiteY1" fmla="*/ 166370 h 1031217"/>
                      <a:gd name="connsiteX2" fmla="*/ 551402 w 876427"/>
                      <a:gd name="connsiteY2" fmla="*/ 0 h 1031217"/>
                      <a:gd name="connsiteX3" fmla="*/ 552436 w 876427"/>
                      <a:gd name="connsiteY3" fmla="*/ 535550 h 1031217"/>
                      <a:gd name="connsiteX4" fmla="*/ 858613 w 876427"/>
                      <a:gd name="connsiteY4" fmla="*/ 1014215 h 1031217"/>
                      <a:gd name="connsiteX5" fmla="*/ 0 w 876427"/>
                      <a:gd name="connsiteY5" fmla="*/ 719575 h 1031217"/>
                      <a:gd name="connsiteX0" fmla="*/ 0 w 858613"/>
                      <a:gd name="connsiteY0" fmla="*/ 719575 h 1031217"/>
                      <a:gd name="connsiteX1" fmla="*/ 48766 w 858613"/>
                      <a:gd name="connsiteY1" fmla="*/ 166370 h 1031217"/>
                      <a:gd name="connsiteX2" fmla="*/ 551402 w 858613"/>
                      <a:gd name="connsiteY2" fmla="*/ 0 h 1031217"/>
                      <a:gd name="connsiteX3" fmla="*/ 552436 w 858613"/>
                      <a:gd name="connsiteY3" fmla="*/ 535550 h 1031217"/>
                      <a:gd name="connsiteX4" fmla="*/ 858613 w 858613"/>
                      <a:gd name="connsiteY4" fmla="*/ 1014215 h 1031217"/>
                      <a:gd name="connsiteX5" fmla="*/ 0 w 858613"/>
                      <a:gd name="connsiteY5" fmla="*/ 719575 h 1031217"/>
                      <a:gd name="connsiteX0" fmla="*/ 0 w 858613"/>
                      <a:gd name="connsiteY0" fmla="*/ 719575 h 1014215"/>
                      <a:gd name="connsiteX1" fmla="*/ 48766 w 858613"/>
                      <a:gd name="connsiteY1" fmla="*/ 166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0 w 858613"/>
                      <a:gd name="connsiteY0" fmla="*/ 719575 h 1014215"/>
                      <a:gd name="connsiteX1" fmla="*/ 48766 w 858613"/>
                      <a:gd name="connsiteY1" fmla="*/ 166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0 w 858613"/>
                      <a:gd name="connsiteY0" fmla="*/ 719575 h 1014215"/>
                      <a:gd name="connsiteX1" fmla="*/ 48766 w 858613"/>
                      <a:gd name="connsiteY1" fmla="*/ 166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0 w 858613"/>
                      <a:gd name="connsiteY0" fmla="*/ 719575 h 1014215"/>
                      <a:gd name="connsiteX1" fmla="*/ 48766 w 858613"/>
                      <a:gd name="connsiteY1" fmla="*/ 166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0 w 858613"/>
                      <a:gd name="connsiteY0" fmla="*/ 719575 h 1014215"/>
                      <a:gd name="connsiteX1" fmla="*/ 48766 w 858613"/>
                      <a:gd name="connsiteY1" fmla="*/ 166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0 w 858613"/>
                      <a:gd name="connsiteY0" fmla="*/ 719575 h 1014215"/>
                      <a:gd name="connsiteX1" fmla="*/ 145286 w 858613"/>
                      <a:gd name="connsiteY1" fmla="*/ 293370 h 1014215"/>
                      <a:gd name="connsiteX2" fmla="*/ 551402 w 858613"/>
                      <a:gd name="connsiteY2" fmla="*/ 0 h 1014215"/>
                      <a:gd name="connsiteX3" fmla="*/ 552436 w 858613"/>
                      <a:gd name="connsiteY3" fmla="*/ 535550 h 1014215"/>
                      <a:gd name="connsiteX4" fmla="*/ 858613 w 858613"/>
                      <a:gd name="connsiteY4" fmla="*/ 1014215 h 1014215"/>
                      <a:gd name="connsiteX5" fmla="*/ 0 w 858613"/>
                      <a:gd name="connsiteY5" fmla="*/ 719575 h 1014215"/>
                      <a:gd name="connsiteX0" fmla="*/ 56049 w 914662"/>
                      <a:gd name="connsiteY0" fmla="*/ 719575 h 1014215"/>
                      <a:gd name="connsiteX1" fmla="*/ 3215 w 914662"/>
                      <a:gd name="connsiteY1" fmla="*/ 151130 h 1014215"/>
                      <a:gd name="connsiteX2" fmla="*/ 607451 w 914662"/>
                      <a:gd name="connsiteY2" fmla="*/ 0 h 1014215"/>
                      <a:gd name="connsiteX3" fmla="*/ 608485 w 914662"/>
                      <a:gd name="connsiteY3" fmla="*/ 535550 h 1014215"/>
                      <a:gd name="connsiteX4" fmla="*/ 914662 w 914662"/>
                      <a:gd name="connsiteY4" fmla="*/ 1014215 h 1014215"/>
                      <a:gd name="connsiteX5" fmla="*/ 56049 w 914662"/>
                      <a:gd name="connsiteY5" fmla="*/ 719575 h 1014215"/>
                      <a:gd name="connsiteX0" fmla="*/ 56049 w 914662"/>
                      <a:gd name="connsiteY0" fmla="*/ 719575 h 1014215"/>
                      <a:gd name="connsiteX1" fmla="*/ 3215 w 914662"/>
                      <a:gd name="connsiteY1" fmla="*/ 151130 h 1014215"/>
                      <a:gd name="connsiteX2" fmla="*/ 607451 w 914662"/>
                      <a:gd name="connsiteY2" fmla="*/ 0 h 1014215"/>
                      <a:gd name="connsiteX3" fmla="*/ 608485 w 914662"/>
                      <a:gd name="connsiteY3" fmla="*/ 535550 h 1014215"/>
                      <a:gd name="connsiteX4" fmla="*/ 914662 w 914662"/>
                      <a:gd name="connsiteY4" fmla="*/ 1014215 h 1014215"/>
                      <a:gd name="connsiteX5" fmla="*/ 56049 w 914662"/>
                      <a:gd name="connsiteY5" fmla="*/ 719575 h 1014215"/>
                      <a:gd name="connsiteX0" fmla="*/ 3600 w 862213"/>
                      <a:gd name="connsiteY0" fmla="*/ 719575 h 1014215"/>
                      <a:gd name="connsiteX1" fmla="*/ 555002 w 862213"/>
                      <a:gd name="connsiteY1" fmla="*/ 0 h 1014215"/>
                      <a:gd name="connsiteX2" fmla="*/ 556036 w 862213"/>
                      <a:gd name="connsiteY2" fmla="*/ 535550 h 1014215"/>
                      <a:gd name="connsiteX3" fmla="*/ 862213 w 862213"/>
                      <a:gd name="connsiteY3" fmla="*/ 1014215 h 1014215"/>
                      <a:gd name="connsiteX4" fmla="*/ 3600 w 862213"/>
                      <a:gd name="connsiteY4" fmla="*/ 719575 h 1014215"/>
                      <a:gd name="connsiteX0" fmla="*/ 5869 w 864482"/>
                      <a:gd name="connsiteY0" fmla="*/ 719575 h 1014215"/>
                      <a:gd name="connsiteX1" fmla="*/ 557271 w 864482"/>
                      <a:gd name="connsiteY1" fmla="*/ 0 h 1014215"/>
                      <a:gd name="connsiteX2" fmla="*/ 558305 w 864482"/>
                      <a:gd name="connsiteY2" fmla="*/ 535550 h 1014215"/>
                      <a:gd name="connsiteX3" fmla="*/ 864482 w 864482"/>
                      <a:gd name="connsiteY3" fmla="*/ 1014215 h 1014215"/>
                      <a:gd name="connsiteX4" fmla="*/ 5869 w 864482"/>
                      <a:gd name="connsiteY4" fmla="*/ 719575 h 1014215"/>
                      <a:gd name="connsiteX0" fmla="*/ 0 w 858613"/>
                      <a:gd name="connsiteY0" fmla="*/ 719575 h 1014215"/>
                      <a:gd name="connsiteX1" fmla="*/ 551402 w 858613"/>
                      <a:gd name="connsiteY1" fmla="*/ 0 h 1014215"/>
                      <a:gd name="connsiteX2" fmla="*/ 552436 w 858613"/>
                      <a:gd name="connsiteY2" fmla="*/ 535550 h 1014215"/>
                      <a:gd name="connsiteX3" fmla="*/ 858613 w 858613"/>
                      <a:gd name="connsiteY3" fmla="*/ 1014215 h 1014215"/>
                      <a:gd name="connsiteX4" fmla="*/ 0 w 858613"/>
                      <a:gd name="connsiteY4" fmla="*/ 719575 h 1014215"/>
                      <a:gd name="connsiteX0" fmla="*/ 0 w 858613"/>
                      <a:gd name="connsiteY0" fmla="*/ 719575 h 1014215"/>
                      <a:gd name="connsiteX1" fmla="*/ 551402 w 858613"/>
                      <a:gd name="connsiteY1" fmla="*/ 0 h 1014215"/>
                      <a:gd name="connsiteX2" fmla="*/ 552436 w 858613"/>
                      <a:gd name="connsiteY2" fmla="*/ 535550 h 1014215"/>
                      <a:gd name="connsiteX3" fmla="*/ 858613 w 858613"/>
                      <a:gd name="connsiteY3" fmla="*/ 1014215 h 1014215"/>
                      <a:gd name="connsiteX4" fmla="*/ 0 w 858613"/>
                      <a:gd name="connsiteY4" fmla="*/ 719575 h 10142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58613" h="1014215">
                        <a:moveTo>
                          <a:pt x="0" y="719575"/>
                        </a:moveTo>
                        <a:cubicBezTo>
                          <a:pt x="370438" y="210179"/>
                          <a:pt x="240889" y="386271"/>
                          <a:pt x="551402" y="0"/>
                        </a:cubicBezTo>
                        <a:cubicBezTo>
                          <a:pt x="547294" y="308757"/>
                          <a:pt x="531714" y="264914"/>
                          <a:pt x="552436" y="535550"/>
                        </a:cubicBezTo>
                        <a:cubicBezTo>
                          <a:pt x="750958" y="877306"/>
                          <a:pt x="659432" y="748171"/>
                          <a:pt x="858613" y="1014215"/>
                        </a:cubicBezTo>
                        <a:cubicBezTo>
                          <a:pt x="356509" y="836203"/>
                          <a:pt x="422094" y="870917"/>
                          <a:pt x="0" y="71957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5AEC82A8-FB19-45A0-B76F-C6E166FB27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98650" y="2204778"/>
                    <a:ext cx="1413403" cy="182823"/>
                  </a:xfrm>
                  <a:prstGeom prst="line">
                    <a:avLst/>
                  </a:prstGeom>
                  <a:noFill/>
                  <a:ln w="50800"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3337F137-C625-46DD-AD11-39A62D96E6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528358" y="1716617"/>
                    <a:ext cx="202142" cy="1189566"/>
                  </a:xfrm>
                  <a:prstGeom prst="line">
                    <a:avLst/>
                  </a:prstGeom>
                  <a:noFill/>
                  <a:ln w="50800">
                    <a:solidFill>
                      <a:srgbClr val="00B05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302" name="Freeform: Shape 301">
                    <a:extLst>
                      <a:ext uri="{FF2B5EF4-FFF2-40B4-BE49-F238E27FC236}">
                        <a16:creationId xmlns:a16="http://schemas.microsoft.com/office/drawing/2014/main" id="{F7619F84-FD42-4144-8E84-636BE24172D2}"/>
                      </a:ext>
                    </a:extLst>
                  </p:cNvPr>
                  <p:cNvSpPr/>
                  <p:nvPr/>
                </p:nvSpPr>
                <p:spPr>
                  <a:xfrm>
                    <a:off x="3911600" y="1756833"/>
                    <a:ext cx="1096433" cy="744107"/>
                  </a:xfrm>
                  <a:custGeom>
                    <a:avLst/>
                    <a:gdLst>
                      <a:gd name="connsiteX0" fmla="*/ 0 w 1248833"/>
                      <a:gd name="connsiteY0" fmla="*/ 0 h 523992"/>
                      <a:gd name="connsiteX1" fmla="*/ 440267 w 1248833"/>
                      <a:gd name="connsiteY1" fmla="*/ 508000 h 523992"/>
                      <a:gd name="connsiteX2" fmla="*/ 1248833 w 1248833"/>
                      <a:gd name="connsiteY2" fmla="*/ 406400 h 523992"/>
                      <a:gd name="connsiteX3" fmla="*/ 1248833 w 1248833"/>
                      <a:gd name="connsiteY3" fmla="*/ 406400 h 523992"/>
                      <a:gd name="connsiteX0" fmla="*/ 0 w 1096433"/>
                      <a:gd name="connsiteY0" fmla="*/ 0 h 703625"/>
                      <a:gd name="connsiteX1" fmla="*/ 287867 w 1096433"/>
                      <a:gd name="connsiteY1" fmla="*/ 677333 h 703625"/>
                      <a:gd name="connsiteX2" fmla="*/ 1096433 w 1096433"/>
                      <a:gd name="connsiteY2" fmla="*/ 575733 h 703625"/>
                      <a:gd name="connsiteX3" fmla="*/ 1096433 w 1096433"/>
                      <a:gd name="connsiteY3" fmla="*/ 575733 h 703625"/>
                      <a:gd name="connsiteX0" fmla="*/ 0 w 1096433"/>
                      <a:gd name="connsiteY0" fmla="*/ 0 h 744107"/>
                      <a:gd name="connsiteX1" fmla="*/ 376767 w 1096433"/>
                      <a:gd name="connsiteY1" fmla="*/ 719666 h 744107"/>
                      <a:gd name="connsiteX2" fmla="*/ 1096433 w 1096433"/>
                      <a:gd name="connsiteY2" fmla="*/ 575733 h 744107"/>
                      <a:gd name="connsiteX3" fmla="*/ 1096433 w 1096433"/>
                      <a:gd name="connsiteY3" fmla="*/ 575733 h 744107"/>
                      <a:gd name="connsiteX0" fmla="*/ 0 w 1096433"/>
                      <a:gd name="connsiteY0" fmla="*/ 0 h 744107"/>
                      <a:gd name="connsiteX1" fmla="*/ 376767 w 1096433"/>
                      <a:gd name="connsiteY1" fmla="*/ 719666 h 744107"/>
                      <a:gd name="connsiteX2" fmla="*/ 1096433 w 1096433"/>
                      <a:gd name="connsiteY2" fmla="*/ 575733 h 744107"/>
                      <a:gd name="connsiteX3" fmla="*/ 1096433 w 1096433"/>
                      <a:gd name="connsiteY3" fmla="*/ 575733 h 74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96433" h="744107">
                        <a:moveTo>
                          <a:pt x="0" y="0"/>
                        </a:moveTo>
                        <a:cubicBezTo>
                          <a:pt x="116064" y="220133"/>
                          <a:pt x="194028" y="623711"/>
                          <a:pt x="376767" y="719666"/>
                        </a:cubicBezTo>
                        <a:cubicBezTo>
                          <a:pt x="559506" y="815621"/>
                          <a:pt x="976489" y="599722"/>
                          <a:pt x="1096433" y="575733"/>
                        </a:cubicBezTo>
                        <a:lnTo>
                          <a:pt x="1096433" y="575733"/>
                        </a:lnTo>
                      </a:path>
                    </a:pathLst>
                  </a:custGeom>
                  <a:noFill/>
                  <a:ln w="50800">
                    <a:solidFill>
                      <a:srgbClr val="00206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03" name="Freeform: Shape 302">
                    <a:extLst>
                      <a:ext uri="{FF2B5EF4-FFF2-40B4-BE49-F238E27FC236}">
                        <a16:creationId xmlns:a16="http://schemas.microsoft.com/office/drawing/2014/main" id="{141FDA6E-055C-43AF-A1FB-CEB364971678}"/>
                      </a:ext>
                    </a:extLst>
                  </p:cNvPr>
                  <p:cNvSpPr/>
                  <p:nvPr/>
                </p:nvSpPr>
                <p:spPr>
                  <a:xfrm rot="19589510" flipV="1">
                    <a:off x="3964722" y="1977975"/>
                    <a:ext cx="1096433" cy="744107"/>
                  </a:xfrm>
                  <a:custGeom>
                    <a:avLst/>
                    <a:gdLst>
                      <a:gd name="connsiteX0" fmla="*/ 0 w 1248833"/>
                      <a:gd name="connsiteY0" fmla="*/ 0 h 523992"/>
                      <a:gd name="connsiteX1" fmla="*/ 440267 w 1248833"/>
                      <a:gd name="connsiteY1" fmla="*/ 508000 h 523992"/>
                      <a:gd name="connsiteX2" fmla="*/ 1248833 w 1248833"/>
                      <a:gd name="connsiteY2" fmla="*/ 406400 h 523992"/>
                      <a:gd name="connsiteX3" fmla="*/ 1248833 w 1248833"/>
                      <a:gd name="connsiteY3" fmla="*/ 406400 h 523992"/>
                      <a:gd name="connsiteX0" fmla="*/ 0 w 1096433"/>
                      <a:gd name="connsiteY0" fmla="*/ 0 h 703625"/>
                      <a:gd name="connsiteX1" fmla="*/ 287867 w 1096433"/>
                      <a:gd name="connsiteY1" fmla="*/ 677333 h 703625"/>
                      <a:gd name="connsiteX2" fmla="*/ 1096433 w 1096433"/>
                      <a:gd name="connsiteY2" fmla="*/ 575733 h 703625"/>
                      <a:gd name="connsiteX3" fmla="*/ 1096433 w 1096433"/>
                      <a:gd name="connsiteY3" fmla="*/ 575733 h 703625"/>
                      <a:gd name="connsiteX0" fmla="*/ 0 w 1096433"/>
                      <a:gd name="connsiteY0" fmla="*/ 0 h 744107"/>
                      <a:gd name="connsiteX1" fmla="*/ 376767 w 1096433"/>
                      <a:gd name="connsiteY1" fmla="*/ 719666 h 744107"/>
                      <a:gd name="connsiteX2" fmla="*/ 1096433 w 1096433"/>
                      <a:gd name="connsiteY2" fmla="*/ 575733 h 744107"/>
                      <a:gd name="connsiteX3" fmla="*/ 1096433 w 1096433"/>
                      <a:gd name="connsiteY3" fmla="*/ 575733 h 744107"/>
                      <a:gd name="connsiteX0" fmla="*/ 0 w 1096433"/>
                      <a:gd name="connsiteY0" fmla="*/ 0 h 744107"/>
                      <a:gd name="connsiteX1" fmla="*/ 376767 w 1096433"/>
                      <a:gd name="connsiteY1" fmla="*/ 719666 h 744107"/>
                      <a:gd name="connsiteX2" fmla="*/ 1096433 w 1096433"/>
                      <a:gd name="connsiteY2" fmla="*/ 575733 h 744107"/>
                      <a:gd name="connsiteX3" fmla="*/ 1096433 w 1096433"/>
                      <a:gd name="connsiteY3" fmla="*/ 575733 h 74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96433" h="744107">
                        <a:moveTo>
                          <a:pt x="0" y="0"/>
                        </a:moveTo>
                        <a:cubicBezTo>
                          <a:pt x="116064" y="220133"/>
                          <a:pt x="194028" y="623711"/>
                          <a:pt x="376767" y="719666"/>
                        </a:cubicBezTo>
                        <a:cubicBezTo>
                          <a:pt x="559506" y="815621"/>
                          <a:pt x="976489" y="599722"/>
                          <a:pt x="1096433" y="575733"/>
                        </a:cubicBezTo>
                        <a:lnTo>
                          <a:pt x="1096433" y="575733"/>
                        </a:lnTo>
                      </a:path>
                    </a:pathLst>
                  </a:custGeom>
                  <a:noFill/>
                  <a:ln w="5080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D86D06D6-EF9C-4693-B6E8-C9E0D93DFFB7}"/>
                    </a:ext>
                  </a:extLst>
                </p:cNvPr>
                <p:cNvSpPr/>
                <p:nvPr/>
              </p:nvSpPr>
              <p:spPr>
                <a:xfrm>
                  <a:off x="1417336" y="556278"/>
                  <a:ext cx="33009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Lines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cross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cells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follows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6455E25-7AE8-4DC2-8CE2-C498D849F15C}"/>
                  </a:ext>
                </a:extLst>
              </p:cNvPr>
              <p:cNvGrpSpPr/>
              <p:nvPr/>
            </p:nvGrpSpPr>
            <p:grpSpPr>
              <a:xfrm>
                <a:off x="6179149" y="-3610049"/>
                <a:ext cx="4773348" cy="2270901"/>
                <a:chOff x="6179149" y="-3432083"/>
                <a:chExt cx="4773348" cy="2270901"/>
              </a:xfrm>
            </p:grpSpPr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7FAD2A14-30BB-4BC6-BF6D-CC30B4D4D16F}"/>
                    </a:ext>
                  </a:extLst>
                </p:cNvPr>
                <p:cNvSpPr/>
                <p:nvPr/>
              </p:nvSpPr>
              <p:spPr>
                <a:xfrm>
                  <a:off x="6179149" y="-3200728"/>
                  <a:ext cx="4773348" cy="2039546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6" name="Rectangle 305">
                  <a:extLst>
                    <a:ext uri="{FF2B5EF4-FFF2-40B4-BE49-F238E27FC236}">
                      <a16:creationId xmlns:a16="http://schemas.microsoft.com/office/drawing/2014/main" id="{03AD55F5-6716-40BE-A53E-19AFE41E8536}"/>
                    </a:ext>
                  </a:extLst>
                </p:cNvPr>
                <p:cNvSpPr/>
                <p:nvPr/>
              </p:nvSpPr>
              <p:spPr>
                <a:xfrm>
                  <a:off x="6607099" y="-3432083"/>
                  <a:ext cx="403187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Examples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of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cells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sharing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vertex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/>
                </a:p>
              </p:txBody>
            </p:sp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4D3DA0B1-532E-4C6C-B4A1-B1B7BFCBDF49}"/>
                    </a:ext>
                  </a:extLst>
                </p:cNvPr>
                <p:cNvGrpSpPr/>
                <p:nvPr/>
              </p:nvGrpSpPr>
              <p:grpSpPr>
                <a:xfrm>
                  <a:off x="7025193" y="-2805144"/>
                  <a:ext cx="1046260" cy="1241848"/>
                  <a:chOff x="6937344" y="829173"/>
                  <a:chExt cx="1206114" cy="1431586"/>
                </a:xfrm>
              </p:grpSpPr>
              <p:grpSp>
                <p:nvGrpSpPr>
                  <p:cNvPr id="316" name="Group 315">
                    <a:extLst>
                      <a:ext uri="{FF2B5EF4-FFF2-40B4-BE49-F238E27FC236}">
                        <a16:creationId xmlns:a16="http://schemas.microsoft.com/office/drawing/2014/main" id="{E45D6CF0-0B88-4691-A189-7F57AEECAEAA}"/>
                      </a:ext>
                    </a:extLst>
                  </p:cNvPr>
                  <p:cNvGrpSpPr/>
                  <p:nvPr/>
                </p:nvGrpSpPr>
                <p:grpSpPr>
                  <a:xfrm>
                    <a:off x="6937344" y="829173"/>
                    <a:ext cx="1206114" cy="1431586"/>
                    <a:chOff x="2241735" y="1525633"/>
                    <a:chExt cx="1461526" cy="1669098"/>
                  </a:xfrm>
                </p:grpSpPr>
                <p:sp>
                  <p:nvSpPr>
                    <p:cNvPr id="318" name="Trapezoid 1">
                      <a:extLst>
                        <a:ext uri="{FF2B5EF4-FFF2-40B4-BE49-F238E27FC236}">
                          <a16:creationId xmlns:a16="http://schemas.microsoft.com/office/drawing/2014/main" id="{911B4613-552B-458D-ADA7-90F32853FD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1735" y="1525633"/>
                      <a:ext cx="894173" cy="918965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94173" h="918965">
                          <a:moveTo>
                            <a:pt x="0" y="918965"/>
                          </a:moveTo>
                          <a:cubicBezTo>
                            <a:pt x="44830" y="-4788"/>
                            <a:pt x="36321" y="266528"/>
                            <a:pt x="33526" y="0"/>
                          </a:cubicBezTo>
                          <a:cubicBezTo>
                            <a:pt x="236843" y="44873"/>
                            <a:pt x="27410" y="-5503"/>
                            <a:pt x="576802" y="179070"/>
                          </a:cubicBezTo>
                          <a:cubicBezTo>
                            <a:pt x="893836" y="684570"/>
                            <a:pt x="605079" y="217885"/>
                            <a:pt x="894173" y="700525"/>
                          </a:cubicBezTo>
                          <a:cubicBezTo>
                            <a:pt x="397149" y="827313"/>
                            <a:pt x="858974" y="709627"/>
                            <a:pt x="0" y="91896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19" name="Trapezoid 1">
                      <a:extLst>
                        <a:ext uri="{FF2B5EF4-FFF2-40B4-BE49-F238E27FC236}">
                          <a16:creationId xmlns:a16="http://schemas.microsoft.com/office/drawing/2014/main" id="{84723789-6BE1-41A6-94CB-565333AFA113}"/>
                        </a:ext>
                      </a:extLst>
                    </p:cNvPr>
                    <p:cNvSpPr/>
                    <p:nvPr/>
                  </p:nvSpPr>
                  <p:spPr>
                    <a:xfrm rot="10994989">
                      <a:off x="2798099" y="1743449"/>
                      <a:ext cx="905162" cy="1069200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58613"/>
                        <a:gd name="connsiteY0" fmla="*/ 918965 h 1230607"/>
                        <a:gd name="connsiteX1" fmla="*/ 33526 w 858613"/>
                        <a:gd name="connsiteY1" fmla="*/ 0 h 1230607"/>
                        <a:gd name="connsiteX2" fmla="*/ 576802 w 858613"/>
                        <a:gd name="connsiteY2" fmla="*/ 179070 h 1230607"/>
                        <a:gd name="connsiteX3" fmla="*/ 858613 w 858613"/>
                        <a:gd name="connsiteY3" fmla="*/ 1213605 h 1230607"/>
                        <a:gd name="connsiteX4" fmla="*/ 0 w 858613"/>
                        <a:gd name="connsiteY4" fmla="*/ 918965 h 1230607"/>
                        <a:gd name="connsiteX0" fmla="*/ 0 w 858613"/>
                        <a:gd name="connsiteY0" fmla="*/ 787382 h 1099024"/>
                        <a:gd name="connsiteX1" fmla="*/ 48766 w 858613"/>
                        <a:gd name="connsiteY1" fmla="*/ 234177 h 1099024"/>
                        <a:gd name="connsiteX2" fmla="*/ 576802 w 858613"/>
                        <a:gd name="connsiteY2" fmla="*/ 47487 h 1099024"/>
                        <a:gd name="connsiteX3" fmla="*/ 858613 w 858613"/>
                        <a:gd name="connsiteY3" fmla="*/ 1082022 h 1099024"/>
                        <a:gd name="connsiteX4" fmla="*/ 0 w 858613"/>
                        <a:gd name="connsiteY4" fmla="*/ 787382 h 1099024"/>
                        <a:gd name="connsiteX0" fmla="*/ 0 w 858613"/>
                        <a:gd name="connsiteY0" fmla="*/ 666564 h 978206"/>
                        <a:gd name="connsiteX1" fmla="*/ 48766 w 858613"/>
                        <a:gd name="connsiteY1" fmla="*/ 113359 h 978206"/>
                        <a:gd name="connsiteX2" fmla="*/ 495522 w 858613"/>
                        <a:gd name="connsiteY2" fmla="*/ 63829 h 978206"/>
                        <a:gd name="connsiteX3" fmla="*/ 858613 w 858613"/>
                        <a:gd name="connsiteY3" fmla="*/ 961204 h 978206"/>
                        <a:gd name="connsiteX4" fmla="*/ 0 w 858613"/>
                        <a:gd name="connsiteY4" fmla="*/ 666564 h 978206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73151"/>
                        <a:gd name="connsiteY0" fmla="*/ 719575 h 1031217"/>
                        <a:gd name="connsiteX1" fmla="*/ 48766 w 873151"/>
                        <a:gd name="connsiteY1" fmla="*/ 166370 h 1031217"/>
                        <a:gd name="connsiteX2" fmla="*/ 551402 w 873151"/>
                        <a:gd name="connsiteY2" fmla="*/ 0 h 1031217"/>
                        <a:gd name="connsiteX3" fmla="*/ 455916 w 873151"/>
                        <a:gd name="connsiteY3" fmla="*/ 505070 h 1031217"/>
                        <a:gd name="connsiteX4" fmla="*/ 858613 w 873151"/>
                        <a:gd name="connsiteY4" fmla="*/ 1014215 h 1031217"/>
                        <a:gd name="connsiteX5" fmla="*/ 0 w 873151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552436 w 858613"/>
                        <a:gd name="connsiteY3" fmla="*/ 535550 h 1031217"/>
                        <a:gd name="connsiteX4" fmla="*/ 858613 w 858613"/>
                        <a:gd name="connsiteY4" fmla="*/ 1014215 h 1031217"/>
                        <a:gd name="connsiteX5" fmla="*/ 0 w 858613"/>
                        <a:gd name="connsiteY5" fmla="*/ 719575 h 1031217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145286 w 858613"/>
                        <a:gd name="connsiteY1" fmla="*/ 293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3600 w 862213"/>
                        <a:gd name="connsiteY0" fmla="*/ 719575 h 1014215"/>
                        <a:gd name="connsiteX1" fmla="*/ 555002 w 862213"/>
                        <a:gd name="connsiteY1" fmla="*/ 0 h 1014215"/>
                        <a:gd name="connsiteX2" fmla="*/ 556036 w 862213"/>
                        <a:gd name="connsiteY2" fmla="*/ 535550 h 1014215"/>
                        <a:gd name="connsiteX3" fmla="*/ 862213 w 862213"/>
                        <a:gd name="connsiteY3" fmla="*/ 1014215 h 1014215"/>
                        <a:gd name="connsiteX4" fmla="*/ 3600 w 862213"/>
                        <a:gd name="connsiteY4" fmla="*/ 719575 h 1014215"/>
                        <a:gd name="connsiteX0" fmla="*/ 5869 w 864482"/>
                        <a:gd name="connsiteY0" fmla="*/ 719575 h 1014215"/>
                        <a:gd name="connsiteX1" fmla="*/ 557271 w 864482"/>
                        <a:gd name="connsiteY1" fmla="*/ 0 h 1014215"/>
                        <a:gd name="connsiteX2" fmla="*/ 558305 w 864482"/>
                        <a:gd name="connsiteY2" fmla="*/ 535550 h 1014215"/>
                        <a:gd name="connsiteX3" fmla="*/ 864482 w 864482"/>
                        <a:gd name="connsiteY3" fmla="*/ 1014215 h 1014215"/>
                        <a:gd name="connsiteX4" fmla="*/ 5869 w 864482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8613" h="1014215">
                          <a:moveTo>
                            <a:pt x="0" y="719575"/>
                          </a:moveTo>
                          <a:cubicBezTo>
                            <a:pt x="370438" y="210179"/>
                            <a:pt x="240889" y="386271"/>
                            <a:pt x="551402" y="0"/>
                          </a:cubicBezTo>
                          <a:cubicBezTo>
                            <a:pt x="547294" y="308757"/>
                            <a:pt x="531714" y="264914"/>
                            <a:pt x="552436" y="535550"/>
                          </a:cubicBezTo>
                          <a:cubicBezTo>
                            <a:pt x="636416" y="695076"/>
                            <a:pt x="659432" y="748171"/>
                            <a:pt x="858613" y="1014215"/>
                          </a:cubicBezTo>
                          <a:cubicBezTo>
                            <a:pt x="356509" y="836203"/>
                            <a:pt x="422094" y="870917"/>
                            <a:pt x="0" y="71957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20" name="Trapezoid 1">
                      <a:extLst>
                        <a:ext uri="{FF2B5EF4-FFF2-40B4-BE49-F238E27FC236}">
                          <a16:creationId xmlns:a16="http://schemas.microsoft.com/office/drawing/2014/main" id="{B0ED53D7-E5F5-4BC3-8E56-FD78AA9D8FFD}"/>
                        </a:ext>
                      </a:extLst>
                    </p:cNvPr>
                    <p:cNvSpPr/>
                    <p:nvPr/>
                  </p:nvSpPr>
                  <p:spPr>
                    <a:xfrm rot="4397950">
                      <a:off x="2351782" y="2288162"/>
                      <a:ext cx="894173" cy="918965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94173" h="918965">
                          <a:moveTo>
                            <a:pt x="0" y="918965"/>
                          </a:moveTo>
                          <a:cubicBezTo>
                            <a:pt x="44830" y="-4788"/>
                            <a:pt x="36321" y="266528"/>
                            <a:pt x="33526" y="0"/>
                          </a:cubicBezTo>
                          <a:cubicBezTo>
                            <a:pt x="236843" y="44873"/>
                            <a:pt x="27410" y="-5503"/>
                            <a:pt x="576802" y="179070"/>
                          </a:cubicBezTo>
                          <a:cubicBezTo>
                            <a:pt x="893836" y="684570"/>
                            <a:pt x="605079" y="217885"/>
                            <a:pt x="894173" y="700525"/>
                          </a:cubicBezTo>
                          <a:cubicBezTo>
                            <a:pt x="397149" y="827313"/>
                            <a:pt x="858974" y="709627"/>
                            <a:pt x="0" y="91896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</p:grpSp>
              <p:sp>
                <p:nvSpPr>
                  <p:cNvPr id="317" name="Oval 316">
                    <a:extLst>
                      <a:ext uri="{FF2B5EF4-FFF2-40B4-BE49-F238E27FC236}">
                        <a16:creationId xmlns:a16="http://schemas.microsoft.com/office/drawing/2014/main" id="{A45AFE0E-8B9A-459E-AA8E-4C46569D1B2D}"/>
                      </a:ext>
                    </a:extLst>
                  </p:cNvPr>
                  <p:cNvSpPr/>
                  <p:nvPr/>
                </p:nvSpPr>
                <p:spPr>
                  <a:xfrm>
                    <a:off x="7447399" y="1236990"/>
                    <a:ext cx="397810" cy="397810"/>
                  </a:xfrm>
                  <a:prstGeom prst="ellipse">
                    <a:avLst/>
                  </a:prstGeom>
                  <a:noFill/>
                  <a:ln w="571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id="{D604503B-5E0C-46DC-A069-90D84AD24BD3}"/>
                    </a:ext>
                  </a:extLst>
                </p:cNvPr>
                <p:cNvGrpSpPr/>
                <p:nvPr/>
              </p:nvGrpSpPr>
              <p:grpSpPr>
                <a:xfrm>
                  <a:off x="8611210" y="-2941114"/>
                  <a:ext cx="1670398" cy="1608546"/>
                  <a:chOff x="8357842" y="2448038"/>
                  <a:chExt cx="1967418" cy="1894568"/>
                </a:xfrm>
              </p:grpSpPr>
              <p:grpSp>
                <p:nvGrpSpPr>
                  <p:cNvPr id="309" name="Group 308">
                    <a:extLst>
                      <a:ext uri="{FF2B5EF4-FFF2-40B4-BE49-F238E27FC236}">
                        <a16:creationId xmlns:a16="http://schemas.microsoft.com/office/drawing/2014/main" id="{4F76ACBC-22D3-43C3-B53E-952A3A5055DA}"/>
                      </a:ext>
                    </a:extLst>
                  </p:cNvPr>
                  <p:cNvGrpSpPr/>
                  <p:nvPr/>
                </p:nvGrpSpPr>
                <p:grpSpPr>
                  <a:xfrm>
                    <a:off x="8357842" y="2448038"/>
                    <a:ext cx="1967418" cy="1894568"/>
                    <a:chOff x="8357842" y="2448038"/>
                    <a:chExt cx="1967418" cy="1894568"/>
                  </a:xfrm>
                </p:grpSpPr>
                <p:sp>
                  <p:nvSpPr>
                    <p:cNvPr id="311" name="Trapezoid 1">
                      <a:extLst>
                        <a:ext uri="{FF2B5EF4-FFF2-40B4-BE49-F238E27FC236}">
                          <a16:creationId xmlns:a16="http://schemas.microsoft.com/office/drawing/2014/main" id="{D173928F-4C45-4A9B-9840-1881A3BC1FAF}"/>
                        </a:ext>
                      </a:extLst>
                    </p:cNvPr>
                    <p:cNvSpPr/>
                    <p:nvPr/>
                  </p:nvSpPr>
                  <p:spPr>
                    <a:xfrm rot="10994989">
                      <a:off x="8357842" y="3055758"/>
                      <a:ext cx="905162" cy="1069200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58613"/>
                        <a:gd name="connsiteY0" fmla="*/ 918965 h 1230607"/>
                        <a:gd name="connsiteX1" fmla="*/ 33526 w 858613"/>
                        <a:gd name="connsiteY1" fmla="*/ 0 h 1230607"/>
                        <a:gd name="connsiteX2" fmla="*/ 576802 w 858613"/>
                        <a:gd name="connsiteY2" fmla="*/ 179070 h 1230607"/>
                        <a:gd name="connsiteX3" fmla="*/ 858613 w 858613"/>
                        <a:gd name="connsiteY3" fmla="*/ 1213605 h 1230607"/>
                        <a:gd name="connsiteX4" fmla="*/ 0 w 858613"/>
                        <a:gd name="connsiteY4" fmla="*/ 918965 h 1230607"/>
                        <a:gd name="connsiteX0" fmla="*/ 0 w 858613"/>
                        <a:gd name="connsiteY0" fmla="*/ 787382 h 1099024"/>
                        <a:gd name="connsiteX1" fmla="*/ 48766 w 858613"/>
                        <a:gd name="connsiteY1" fmla="*/ 234177 h 1099024"/>
                        <a:gd name="connsiteX2" fmla="*/ 576802 w 858613"/>
                        <a:gd name="connsiteY2" fmla="*/ 47487 h 1099024"/>
                        <a:gd name="connsiteX3" fmla="*/ 858613 w 858613"/>
                        <a:gd name="connsiteY3" fmla="*/ 1082022 h 1099024"/>
                        <a:gd name="connsiteX4" fmla="*/ 0 w 858613"/>
                        <a:gd name="connsiteY4" fmla="*/ 787382 h 1099024"/>
                        <a:gd name="connsiteX0" fmla="*/ 0 w 858613"/>
                        <a:gd name="connsiteY0" fmla="*/ 666564 h 978206"/>
                        <a:gd name="connsiteX1" fmla="*/ 48766 w 858613"/>
                        <a:gd name="connsiteY1" fmla="*/ 113359 h 978206"/>
                        <a:gd name="connsiteX2" fmla="*/ 495522 w 858613"/>
                        <a:gd name="connsiteY2" fmla="*/ 63829 h 978206"/>
                        <a:gd name="connsiteX3" fmla="*/ 858613 w 858613"/>
                        <a:gd name="connsiteY3" fmla="*/ 961204 h 978206"/>
                        <a:gd name="connsiteX4" fmla="*/ 0 w 858613"/>
                        <a:gd name="connsiteY4" fmla="*/ 666564 h 978206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73151"/>
                        <a:gd name="connsiteY0" fmla="*/ 719575 h 1031217"/>
                        <a:gd name="connsiteX1" fmla="*/ 48766 w 873151"/>
                        <a:gd name="connsiteY1" fmla="*/ 166370 h 1031217"/>
                        <a:gd name="connsiteX2" fmla="*/ 551402 w 873151"/>
                        <a:gd name="connsiteY2" fmla="*/ 0 h 1031217"/>
                        <a:gd name="connsiteX3" fmla="*/ 455916 w 873151"/>
                        <a:gd name="connsiteY3" fmla="*/ 505070 h 1031217"/>
                        <a:gd name="connsiteX4" fmla="*/ 858613 w 873151"/>
                        <a:gd name="connsiteY4" fmla="*/ 1014215 h 1031217"/>
                        <a:gd name="connsiteX5" fmla="*/ 0 w 873151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552436 w 858613"/>
                        <a:gd name="connsiteY3" fmla="*/ 535550 h 1031217"/>
                        <a:gd name="connsiteX4" fmla="*/ 858613 w 858613"/>
                        <a:gd name="connsiteY4" fmla="*/ 1014215 h 1031217"/>
                        <a:gd name="connsiteX5" fmla="*/ 0 w 858613"/>
                        <a:gd name="connsiteY5" fmla="*/ 719575 h 1031217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145286 w 858613"/>
                        <a:gd name="connsiteY1" fmla="*/ 293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3600 w 862213"/>
                        <a:gd name="connsiteY0" fmla="*/ 719575 h 1014215"/>
                        <a:gd name="connsiteX1" fmla="*/ 555002 w 862213"/>
                        <a:gd name="connsiteY1" fmla="*/ 0 h 1014215"/>
                        <a:gd name="connsiteX2" fmla="*/ 556036 w 862213"/>
                        <a:gd name="connsiteY2" fmla="*/ 535550 h 1014215"/>
                        <a:gd name="connsiteX3" fmla="*/ 862213 w 862213"/>
                        <a:gd name="connsiteY3" fmla="*/ 1014215 h 1014215"/>
                        <a:gd name="connsiteX4" fmla="*/ 3600 w 862213"/>
                        <a:gd name="connsiteY4" fmla="*/ 719575 h 1014215"/>
                        <a:gd name="connsiteX0" fmla="*/ 5869 w 864482"/>
                        <a:gd name="connsiteY0" fmla="*/ 719575 h 1014215"/>
                        <a:gd name="connsiteX1" fmla="*/ 557271 w 864482"/>
                        <a:gd name="connsiteY1" fmla="*/ 0 h 1014215"/>
                        <a:gd name="connsiteX2" fmla="*/ 558305 w 864482"/>
                        <a:gd name="connsiteY2" fmla="*/ 535550 h 1014215"/>
                        <a:gd name="connsiteX3" fmla="*/ 864482 w 864482"/>
                        <a:gd name="connsiteY3" fmla="*/ 1014215 h 1014215"/>
                        <a:gd name="connsiteX4" fmla="*/ 5869 w 864482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8613" h="1014215">
                          <a:moveTo>
                            <a:pt x="0" y="719575"/>
                          </a:moveTo>
                          <a:cubicBezTo>
                            <a:pt x="370438" y="210179"/>
                            <a:pt x="240889" y="386271"/>
                            <a:pt x="551402" y="0"/>
                          </a:cubicBezTo>
                          <a:cubicBezTo>
                            <a:pt x="547294" y="308757"/>
                            <a:pt x="531714" y="264914"/>
                            <a:pt x="552436" y="535550"/>
                          </a:cubicBezTo>
                          <a:cubicBezTo>
                            <a:pt x="636416" y="695076"/>
                            <a:pt x="659432" y="748171"/>
                            <a:pt x="858613" y="1014215"/>
                          </a:cubicBezTo>
                          <a:cubicBezTo>
                            <a:pt x="356509" y="836203"/>
                            <a:pt x="422094" y="870917"/>
                            <a:pt x="0" y="71957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12" name="Trapezoid 1">
                      <a:extLst>
                        <a:ext uri="{FF2B5EF4-FFF2-40B4-BE49-F238E27FC236}">
                          <a16:creationId xmlns:a16="http://schemas.microsoft.com/office/drawing/2014/main" id="{00F5C99A-4A6E-4371-89C5-54CEAEEC9ABB}"/>
                        </a:ext>
                      </a:extLst>
                    </p:cNvPr>
                    <p:cNvSpPr/>
                    <p:nvPr/>
                  </p:nvSpPr>
                  <p:spPr>
                    <a:xfrm rot="6629536">
                      <a:off x="8881098" y="3355425"/>
                      <a:ext cx="905162" cy="1069200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58613"/>
                        <a:gd name="connsiteY0" fmla="*/ 918965 h 1230607"/>
                        <a:gd name="connsiteX1" fmla="*/ 33526 w 858613"/>
                        <a:gd name="connsiteY1" fmla="*/ 0 h 1230607"/>
                        <a:gd name="connsiteX2" fmla="*/ 576802 w 858613"/>
                        <a:gd name="connsiteY2" fmla="*/ 179070 h 1230607"/>
                        <a:gd name="connsiteX3" fmla="*/ 858613 w 858613"/>
                        <a:gd name="connsiteY3" fmla="*/ 1213605 h 1230607"/>
                        <a:gd name="connsiteX4" fmla="*/ 0 w 858613"/>
                        <a:gd name="connsiteY4" fmla="*/ 918965 h 1230607"/>
                        <a:gd name="connsiteX0" fmla="*/ 0 w 858613"/>
                        <a:gd name="connsiteY0" fmla="*/ 787382 h 1099024"/>
                        <a:gd name="connsiteX1" fmla="*/ 48766 w 858613"/>
                        <a:gd name="connsiteY1" fmla="*/ 234177 h 1099024"/>
                        <a:gd name="connsiteX2" fmla="*/ 576802 w 858613"/>
                        <a:gd name="connsiteY2" fmla="*/ 47487 h 1099024"/>
                        <a:gd name="connsiteX3" fmla="*/ 858613 w 858613"/>
                        <a:gd name="connsiteY3" fmla="*/ 1082022 h 1099024"/>
                        <a:gd name="connsiteX4" fmla="*/ 0 w 858613"/>
                        <a:gd name="connsiteY4" fmla="*/ 787382 h 1099024"/>
                        <a:gd name="connsiteX0" fmla="*/ 0 w 858613"/>
                        <a:gd name="connsiteY0" fmla="*/ 666564 h 978206"/>
                        <a:gd name="connsiteX1" fmla="*/ 48766 w 858613"/>
                        <a:gd name="connsiteY1" fmla="*/ 113359 h 978206"/>
                        <a:gd name="connsiteX2" fmla="*/ 495522 w 858613"/>
                        <a:gd name="connsiteY2" fmla="*/ 63829 h 978206"/>
                        <a:gd name="connsiteX3" fmla="*/ 858613 w 858613"/>
                        <a:gd name="connsiteY3" fmla="*/ 961204 h 978206"/>
                        <a:gd name="connsiteX4" fmla="*/ 0 w 858613"/>
                        <a:gd name="connsiteY4" fmla="*/ 666564 h 978206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73151"/>
                        <a:gd name="connsiteY0" fmla="*/ 719575 h 1031217"/>
                        <a:gd name="connsiteX1" fmla="*/ 48766 w 873151"/>
                        <a:gd name="connsiteY1" fmla="*/ 166370 h 1031217"/>
                        <a:gd name="connsiteX2" fmla="*/ 551402 w 873151"/>
                        <a:gd name="connsiteY2" fmla="*/ 0 h 1031217"/>
                        <a:gd name="connsiteX3" fmla="*/ 455916 w 873151"/>
                        <a:gd name="connsiteY3" fmla="*/ 505070 h 1031217"/>
                        <a:gd name="connsiteX4" fmla="*/ 858613 w 873151"/>
                        <a:gd name="connsiteY4" fmla="*/ 1014215 h 1031217"/>
                        <a:gd name="connsiteX5" fmla="*/ 0 w 873151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552436 w 858613"/>
                        <a:gd name="connsiteY3" fmla="*/ 535550 h 1031217"/>
                        <a:gd name="connsiteX4" fmla="*/ 858613 w 858613"/>
                        <a:gd name="connsiteY4" fmla="*/ 1014215 h 1031217"/>
                        <a:gd name="connsiteX5" fmla="*/ 0 w 858613"/>
                        <a:gd name="connsiteY5" fmla="*/ 719575 h 1031217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145286 w 858613"/>
                        <a:gd name="connsiteY1" fmla="*/ 293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3600 w 862213"/>
                        <a:gd name="connsiteY0" fmla="*/ 719575 h 1014215"/>
                        <a:gd name="connsiteX1" fmla="*/ 555002 w 862213"/>
                        <a:gd name="connsiteY1" fmla="*/ 0 h 1014215"/>
                        <a:gd name="connsiteX2" fmla="*/ 556036 w 862213"/>
                        <a:gd name="connsiteY2" fmla="*/ 535550 h 1014215"/>
                        <a:gd name="connsiteX3" fmla="*/ 862213 w 862213"/>
                        <a:gd name="connsiteY3" fmla="*/ 1014215 h 1014215"/>
                        <a:gd name="connsiteX4" fmla="*/ 3600 w 862213"/>
                        <a:gd name="connsiteY4" fmla="*/ 719575 h 1014215"/>
                        <a:gd name="connsiteX0" fmla="*/ 5869 w 864482"/>
                        <a:gd name="connsiteY0" fmla="*/ 719575 h 1014215"/>
                        <a:gd name="connsiteX1" fmla="*/ 557271 w 864482"/>
                        <a:gd name="connsiteY1" fmla="*/ 0 h 1014215"/>
                        <a:gd name="connsiteX2" fmla="*/ 558305 w 864482"/>
                        <a:gd name="connsiteY2" fmla="*/ 535550 h 1014215"/>
                        <a:gd name="connsiteX3" fmla="*/ 864482 w 864482"/>
                        <a:gd name="connsiteY3" fmla="*/ 1014215 h 1014215"/>
                        <a:gd name="connsiteX4" fmla="*/ 5869 w 864482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8613" h="1014215">
                          <a:moveTo>
                            <a:pt x="0" y="719575"/>
                          </a:moveTo>
                          <a:cubicBezTo>
                            <a:pt x="370438" y="210179"/>
                            <a:pt x="240889" y="386271"/>
                            <a:pt x="551402" y="0"/>
                          </a:cubicBezTo>
                          <a:cubicBezTo>
                            <a:pt x="547294" y="308757"/>
                            <a:pt x="531714" y="264914"/>
                            <a:pt x="552436" y="535550"/>
                          </a:cubicBezTo>
                          <a:cubicBezTo>
                            <a:pt x="636416" y="695076"/>
                            <a:pt x="659432" y="748171"/>
                            <a:pt x="858613" y="1014215"/>
                          </a:cubicBezTo>
                          <a:cubicBezTo>
                            <a:pt x="356509" y="836203"/>
                            <a:pt x="422094" y="870917"/>
                            <a:pt x="0" y="71957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13" name="Trapezoid 1">
                      <a:extLst>
                        <a:ext uri="{FF2B5EF4-FFF2-40B4-BE49-F238E27FC236}">
                          <a16:creationId xmlns:a16="http://schemas.microsoft.com/office/drawing/2014/main" id="{E4A717B3-9113-4198-8078-80B1CABAF947}"/>
                        </a:ext>
                      </a:extLst>
                    </p:cNvPr>
                    <p:cNvSpPr/>
                    <p:nvPr/>
                  </p:nvSpPr>
                  <p:spPr>
                    <a:xfrm rot="15166243">
                      <a:off x="8482551" y="2476263"/>
                      <a:ext cx="905162" cy="1069200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58613"/>
                        <a:gd name="connsiteY0" fmla="*/ 918965 h 1230607"/>
                        <a:gd name="connsiteX1" fmla="*/ 33526 w 858613"/>
                        <a:gd name="connsiteY1" fmla="*/ 0 h 1230607"/>
                        <a:gd name="connsiteX2" fmla="*/ 576802 w 858613"/>
                        <a:gd name="connsiteY2" fmla="*/ 179070 h 1230607"/>
                        <a:gd name="connsiteX3" fmla="*/ 858613 w 858613"/>
                        <a:gd name="connsiteY3" fmla="*/ 1213605 h 1230607"/>
                        <a:gd name="connsiteX4" fmla="*/ 0 w 858613"/>
                        <a:gd name="connsiteY4" fmla="*/ 918965 h 1230607"/>
                        <a:gd name="connsiteX0" fmla="*/ 0 w 858613"/>
                        <a:gd name="connsiteY0" fmla="*/ 787382 h 1099024"/>
                        <a:gd name="connsiteX1" fmla="*/ 48766 w 858613"/>
                        <a:gd name="connsiteY1" fmla="*/ 234177 h 1099024"/>
                        <a:gd name="connsiteX2" fmla="*/ 576802 w 858613"/>
                        <a:gd name="connsiteY2" fmla="*/ 47487 h 1099024"/>
                        <a:gd name="connsiteX3" fmla="*/ 858613 w 858613"/>
                        <a:gd name="connsiteY3" fmla="*/ 1082022 h 1099024"/>
                        <a:gd name="connsiteX4" fmla="*/ 0 w 858613"/>
                        <a:gd name="connsiteY4" fmla="*/ 787382 h 1099024"/>
                        <a:gd name="connsiteX0" fmla="*/ 0 w 858613"/>
                        <a:gd name="connsiteY0" fmla="*/ 666564 h 978206"/>
                        <a:gd name="connsiteX1" fmla="*/ 48766 w 858613"/>
                        <a:gd name="connsiteY1" fmla="*/ 113359 h 978206"/>
                        <a:gd name="connsiteX2" fmla="*/ 495522 w 858613"/>
                        <a:gd name="connsiteY2" fmla="*/ 63829 h 978206"/>
                        <a:gd name="connsiteX3" fmla="*/ 858613 w 858613"/>
                        <a:gd name="connsiteY3" fmla="*/ 961204 h 978206"/>
                        <a:gd name="connsiteX4" fmla="*/ 0 w 858613"/>
                        <a:gd name="connsiteY4" fmla="*/ 666564 h 978206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68930 h 1080572"/>
                        <a:gd name="connsiteX1" fmla="*/ 48766 w 858613"/>
                        <a:gd name="connsiteY1" fmla="*/ 215725 h 1080572"/>
                        <a:gd name="connsiteX2" fmla="*/ 551402 w 858613"/>
                        <a:gd name="connsiteY2" fmla="*/ 49355 h 1080572"/>
                        <a:gd name="connsiteX3" fmla="*/ 858613 w 858613"/>
                        <a:gd name="connsiteY3" fmla="*/ 1063570 h 1080572"/>
                        <a:gd name="connsiteX4" fmla="*/ 0 w 858613"/>
                        <a:gd name="connsiteY4" fmla="*/ 768930 h 1080572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858613 w 858613"/>
                        <a:gd name="connsiteY3" fmla="*/ 1014215 h 1031217"/>
                        <a:gd name="connsiteX4" fmla="*/ 0 w 858613"/>
                        <a:gd name="connsiteY4" fmla="*/ 719575 h 1031217"/>
                        <a:gd name="connsiteX0" fmla="*/ 0 w 873151"/>
                        <a:gd name="connsiteY0" fmla="*/ 719575 h 1031217"/>
                        <a:gd name="connsiteX1" fmla="*/ 48766 w 873151"/>
                        <a:gd name="connsiteY1" fmla="*/ 166370 h 1031217"/>
                        <a:gd name="connsiteX2" fmla="*/ 551402 w 873151"/>
                        <a:gd name="connsiteY2" fmla="*/ 0 h 1031217"/>
                        <a:gd name="connsiteX3" fmla="*/ 455916 w 873151"/>
                        <a:gd name="connsiteY3" fmla="*/ 505070 h 1031217"/>
                        <a:gd name="connsiteX4" fmla="*/ 858613 w 873151"/>
                        <a:gd name="connsiteY4" fmla="*/ 1014215 h 1031217"/>
                        <a:gd name="connsiteX5" fmla="*/ 0 w 873151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76427"/>
                        <a:gd name="connsiteY0" fmla="*/ 719575 h 1031217"/>
                        <a:gd name="connsiteX1" fmla="*/ 48766 w 876427"/>
                        <a:gd name="connsiteY1" fmla="*/ 166370 h 1031217"/>
                        <a:gd name="connsiteX2" fmla="*/ 551402 w 876427"/>
                        <a:gd name="connsiteY2" fmla="*/ 0 h 1031217"/>
                        <a:gd name="connsiteX3" fmla="*/ 552436 w 876427"/>
                        <a:gd name="connsiteY3" fmla="*/ 535550 h 1031217"/>
                        <a:gd name="connsiteX4" fmla="*/ 858613 w 876427"/>
                        <a:gd name="connsiteY4" fmla="*/ 1014215 h 1031217"/>
                        <a:gd name="connsiteX5" fmla="*/ 0 w 876427"/>
                        <a:gd name="connsiteY5" fmla="*/ 719575 h 1031217"/>
                        <a:gd name="connsiteX0" fmla="*/ 0 w 858613"/>
                        <a:gd name="connsiteY0" fmla="*/ 719575 h 1031217"/>
                        <a:gd name="connsiteX1" fmla="*/ 48766 w 858613"/>
                        <a:gd name="connsiteY1" fmla="*/ 166370 h 1031217"/>
                        <a:gd name="connsiteX2" fmla="*/ 551402 w 858613"/>
                        <a:gd name="connsiteY2" fmla="*/ 0 h 1031217"/>
                        <a:gd name="connsiteX3" fmla="*/ 552436 w 858613"/>
                        <a:gd name="connsiteY3" fmla="*/ 535550 h 1031217"/>
                        <a:gd name="connsiteX4" fmla="*/ 858613 w 858613"/>
                        <a:gd name="connsiteY4" fmla="*/ 1014215 h 1031217"/>
                        <a:gd name="connsiteX5" fmla="*/ 0 w 858613"/>
                        <a:gd name="connsiteY5" fmla="*/ 719575 h 1031217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48766 w 858613"/>
                        <a:gd name="connsiteY1" fmla="*/ 166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0 w 858613"/>
                        <a:gd name="connsiteY0" fmla="*/ 719575 h 1014215"/>
                        <a:gd name="connsiteX1" fmla="*/ 145286 w 858613"/>
                        <a:gd name="connsiteY1" fmla="*/ 293370 h 1014215"/>
                        <a:gd name="connsiteX2" fmla="*/ 551402 w 858613"/>
                        <a:gd name="connsiteY2" fmla="*/ 0 h 1014215"/>
                        <a:gd name="connsiteX3" fmla="*/ 552436 w 858613"/>
                        <a:gd name="connsiteY3" fmla="*/ 535550 h 1014215"/>
                        <a:gd name="connsiteX4" fmla="*/ 858613 w 858613"/>
                        <a:gd name="connsiteY4" fmla="*/ 1014215 h 1014215"/>
                        <a:gd name="connsiteX5" fmla="*/ 0 w 858613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56049 w 914662"/>
                        <a:gd name="connsiteY0" fmla="*/ 719575 h 1014215"/>
                        <a:gd name="connsiteX1" fmla="*/ 3215 w 914662"/>
                        <a:gd name="connsiteY1" fmla="*/ 151130 h 1014215"/>
                        <a:gd name="connsiteX2" fmla="*/ 607451 w 914662"/>
                        <a:gd name="connsiteY2" fmla="*/ 0 h 1014215"/>
                        <a:gd name="connsiteX3" fmla="*/ 608485 w 914662"/>
                        <a:gd name="connsiteY3" fmla="*/ 535550 h 1014215"/>
                        <a:gd name="connsiteX4" fmla="*/ 914662 w 914662"/>
                        <a:gd name="connsiteY4" fmla="*/ 1014215 h 1014215"/>
                        <a:gd name="connsiteX5" fmla="*/ 56049 w 914662"/>
                        <a:gd name="connsiteY5" fmla="*/ 719575 h 1014215"/>
                        <a:gd name="connsiteX0" fmla="*/ 3600 w 862213"/>
                        <a:gd name="connsiteY0" fmla="*/ 719575 h 1014215"/>
                        <a:gd name="connsiteX1" fmla="*/ 555002 w 862213"/>
                        <a:gd name="connsiteY1" fmla="*/ 0 h 1014215"/>
                        <a:gd name="connsiteX2" fmla="*/ 556036 w 862213"/>
                        <a:gd name="connsiteY2" fmla="*/ 535550 h 1014215"/>
                        <a:gd name="connsiteX3" fmla="*/ 862213 w 862213"/>
                        <a:gd name="connsiteY3" fmla="*/ 1014215 h 1014215"/>
                        <a:gd name="connsiteX4" fmla="*/ 3600 w 862213"/>
                        <a:gd name="connsiteY4" fmla="*/ 719575 h 1014215"/>
                        <a:gd name="connsiteX0" fmla="*/ 5869 w 864482"/>
                        <a:gd name="connsiteY0" fmla="*/ 719575 h 1014215"/>
                        <a:gd name="connsiteX1" fmla="*/ 557271 w 864482"/>
                        <a:gd name="connsiteY1" fmla="*/ 0 h 1014215"/>
                        <a:gd name="connsiteX2" fmla="*/ 558305 w 864482"/>
                        <a:gd name="connsiteY2" fmla="*/ 535550 h 1014215"/>
                        <a:gd name="connsiteX3" fmla="*/ 864482 w 864482"/>
                        <a:gd name="connsiteY3" fmla="*/ 1014215 h 1014215"/>
                        <a:gd name="connsiteX4" fmla="*/ 5869 w 864482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  <a:gd name="connsiteX0" fmla="*/ 0 w 858613"/>
                        <a:gd name="connsiteY0" fmla="*/ 719575 h 1014215"/>
                        <a:gd name="connsiteX1" fmla="*/ 551402 w 858613"/>
                        <a:gd name="connsiteY1" fmla="*/ 0 h 1014215"/>
                        <a:gd name="connsiteX2" fmla="*/ 552436 w 858613"/>
                        <a:gd name="connsiteY2" fmla="*/ 535550 h 1014215"/>
                        <a:gd name="connsiteX3" fmla="*/ 858613 w 858613"/>
                        <a:gd name="connsiteY3" fmla="*/ 1014215 h 1014215"/>
                        <a:gd name="connsiteX4" fmla="*/ 0 w 858613"/>
                        <a:gd name="connsiteY4" fmla="*/ 719575 h 10142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58613" h="1014215">
                          <a:moveTo>
                            <a:pt x="0" y="719575"/>
                          </a:moveTo>
                          <a:cubicBezTo>
                            <a:pt x="370438" y="210179"/>
                            <a:pt x="240889" y="386271"/>
                            <a:pt x="551402" y="0"/>
                          </a:cubicBezTo>
                          <a:cubicBezTo>
                            <a:pt x="547294" y="308757"/>
                            <a:pt x="531714" y="264914"/>
                            <a:pt x="552436" y="535550"/>
                          </a:cubicBezTo>
                          <a:cubicBezTo>
                            <a:pt x="636416" y="695076"/>
                            <a:pt x="659432" y="748171"/>
                            <a:pt x="858613" y="1014215"/>
                          </a:cubicBezTo>
                          <a:cubicBezTo>
                            <a:pt x="356509" y="836203"/>
                            <a:pt x="422094" y="870917"/>
                            <a:pt x="0" y="71957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14" name="Trapezoid 1">
                      <a:extLst>
                        <a:ext uri="{FF2B5EF4-FFF2-40B4-BE49-F238E27FC236}">
                          <a16:creationId xmlns:a16="http://schemas.microsoft.com/office/drawing/2014/main" id="{5FE7E6FB-2F22-47B9-BFC6-082C88CACC38}"/>
                        </a:ext>
                      </a:extLst>
                    </p:cNvPr>
                    <p:cNvSpPr/>
                    <p:nvPr/>
                  </p:nvSpPr>
                  <p:spPr>
                    <a:xfrm rot="4307487">
                      <a:off x="9418691" y="3213186"/>
                      <a:ext cx="894173" cy="918965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94173" h="918965">
                          <a:moveTo>
                            <a:pt x="0" y="918965"/>
                          </a:moveTo>
                          <a:cubicBezTo>
                            <a:pt x="44830" y="-4788"/>
                            <a:pt x="36321" y="266528"/>
                            <a:pt x="33526" y="0"/>
                          </a:cubicBezTo>
                          <a:cubicBezTo>
                            <a:pt x="236843" y="44873"/>
                            <a:pt x="27410" y="-5503"/>
                            <a:pt x="576802" y="179070"/>
                          </a:cubicBezTo>
                          <a:cubicBezTo>
                            <a:pt x="893836" y="684570"/>
                            <a:pt x="605079" y="217885"/>
                            <a:pt x="894173" y="700525"/>
                          </a:cubicBezTo>
                          <a:cubicBezTo>
                            <a:pt x="397149" y="827313"/>
                            <a:pt x="858974" y="709627"/>
                            <a:pt x="0" y="91896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  <p:sp>
                  <p:nvSpPr>
                    <p:cNvPr id="315" name="Trapezoid 1">
                      <a:extLst>
                        <a:ext uri="{FF2B5EF4-FFF2-40B4-BE49-F238E27FC236}">
                          <a16:creationId xmlns:a16="http://schemas.microsoft.com/office/drawing/2014/main" id="{2A10F73F-CBCD-4335-B1BB-8B06EA0B5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75721" y="2448038"/>
                      <a:ext cx="894173" cy="918965"/>
                    </a:xfrm>
                    <a:custGeom>
                      <a:avLst/>
                      <a:gdLst>
                        <a:gd name="connsiteX0" fmla="*/ 0 w 1732373"/>
                        <a:gd name="connsiteY0" fmla="*/ 1673345 h 1673345"/>
                        <a:gd name="connsiteX1" fmla="*/ 418336 w 1732373"/>
                        <a:gd name="connsiteY1" fmla="*/ 0 h 1673345"/>
                        <a:gd name="connsiteX2" fmla="*/ 1314037 w 1732373"/>
                        <a:gd name="connsiteY2" fmla="*/ 0 h 1673345"/>
                        <a:gd name="connsiteX3" fmla="*/ 1732373 w 1732373"/>
                        <a:gd name="connsiteY3" fmla="*/ 1673345 h 1673345"/>
                        <a:gd name="connsiteX4" fmla="*/ 0 w 1732373"/>
                        <a:gd name="connsiteY4" fmla="*/ 1673345 h 1673345"/>
                        <a:gd name="connsiteX0" fmla="*/ 8384 w 1314037"/>
                        <a:gd name="connsiteY0" fmla="*/ 799585 h 1673345"/>
                        <a:gd name="connsiteX1" fmla="*/ 0 w 1314037"/>
                        <a:gd name="connsiteY1" fmla="*/ 0 h 1673345"/>
                        <a:gd name="connsiteX2" fmla="*/ 895701 w 1314037"/>
                        <a:gd name="connsiteY2" fmla="*/ 0 h 1673345"/>
                        <a:gd name="connsiteX3" fmla="*/ 1314037 w 1314037"/>
                        <a:gd name="connsiteY3" fmla="*/ 1673345 h 1673345"/>
                        <a:gd name="connsiteX4" fmla="*/ 8384 w 1314037"/>
                        <a:gd name="connsiteY4" fmla="*/ 799585 h 167334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8384 w 895701"/>
                        <a:gd name="connsiteY0" fmla="*/ 799585 h 799585"/>
                        <a:gd name="connsiteX1" fmla="*/ 0 w 895701"/>
                        <a:gd name="connsiteY1" fmla="*/ 0 h 799585"/>
                        <a:gd name="connsiteX2" fmla="*/ 895701 w 895701"/>
                        <a:gd name="connsiteY2" fmla="*/ 0 h 799585"/>
                        <a:gd name="connsiteX3" fmla="*/ 694277 w 895701"/>
                        <a:gd name="connsiteY3" fmla="*/ 535425 h 799585"/>
                        <a:gd name="connsiteX4" fmla="*/ 8384 w 895701"/>
                        <a:gd name="connsiteY4" fmla="*/ 799585 h 799585"/>
                        <a:gd name="connsiteX0" fmla="*/ 69344 w 895701"/>
                        <a:gd name="connsiteY0" fmla="*/ 891025 h 891025"/>
                        <a:gd name="connsiteX1" fmla="*/ 0 w 895701"/>
                        <a:gd name="connsiteY1" fmla="*/ 0 h 891025"/>
                        <a:gd name="connsiteX2" fmla="*/ 895701 w 895701"/>
                        <a:gd name="connsiteY2" fmla="*/ 0 h 891025"/>
                        <a:gd name="connsiteX3" fmla="*/ 694277 w 895701"/>
                        <a:gd name="connsiteY3" fmla="*/ 535425 h 891025"/>
                        <a:gd name="connsiteX4" fmla="*/ 69344 w 895701"/>
                        <a:gd name="connsiteY4" fmla="*/ 891025 h 891025"/>
                        <a:gd name="connsiteX0" fmla="*/ 69344 w 1010394"/>
                        <a:gd name="connsiteY0" fmla="*/ 891025 h 891025"/>
                        <a:gd name="connsiteX1" fmla="*/ 0 w 1010394"/>
                        <a:gd name="connsiteY1" fmla="*/ 0 h 891025"/>
                        <a:gd name="connsiteX2" fmla="*/ 895701 w 1010394"/>
                        <a:gd name="connsiteY2" fmla="*/ 0 h 891025"/>
                        <a:gd name="connsiteX3" fmla="*/ 938117 w 1010394"/>
                        <a:gd name="connsiteY3" fmla="*/ 697985 h 891025"/>
                        <a:gd name="connsiteX4" fmla="*/ 69344 w 1010394"/>
                        <a:gd name="connsiteY4" fmla="*/ 891025 h 891025"/>
                        <a:gd name="connsiteX0" fmla="*/ 69344 w 979628"/>
                        <a:gd name="connsiteY0" fmla="*/ 891025 h 891025"/>
                        <a:gd name="connsiteX1" fmla="*/ 0 w 979628"/>
                        <a:gd name="connsiteY1" fmla="*/ 0 h 891025"/>
                        <a:gd name="connsiteX2" fmla="*/ 560421 w 979628"/>
                        <a:gd name="connsiteY2" fmla="*/ 193040 h 891025"/>
                        <a:gd name="connsiteX3" fmla="*/ 938117 w 979628"/>
                        <a:gd name="connsiteY3" fmla="*/ 697985 h 891025"/>
                        <a:gd name="connsiteX4" fmla="*/ 69344 w 979628"/>
                        <a:gd name="connsiteY4" fmla="*/ 891025 h 891025"/>
                        <a:gd name="connsiteX0" fmla="*/ 69344 w 985759"/>
                        <a:gd name="connsiteY0" fmla="*/ 891025 h 891025"/>
                        <a:gd name="connsiteX1" fmla="*/ 0 w 985759"/>
                        <a:gd name="connsiteY1" fmla="*/ 0 h 891025"/>
                        <a:gd name="connsiteX2" fmla="*/ 662021 w 985759"/>
                        <a:gd name="connsiteY2" fmla="*/ 132080 h 891025"/>
                        <a:gd name="connsiteX3" fmla="*/ 938117 w 985759"/>
                        <a:gd name="connsiteY3" fmla="*/ 697985 h 891025"/>
                        <a:gd name="connsiteX4" fmla="*/ 69344 w 985759"/>
                        <a:gd name="connsiteY4" fmla="*/ 891025 h 891025"/>
                        <a:gd name="connsiteX0" fmla="*/ 148 w 916563"/>
                        <a:gd name="connsiteY0" fmla="*/ 758945 h 758945"/>
                        <a:gd name="connsiteX1" fmla="*/ 32404 w 916563"/>
                        <a:gd name="connsiteY1" fmla="*/ 10160 h 758945"/>
                        <a:gd name="connsiteX2" fmla="*/ 592825 w 916563"/>
                        <a:gd name="connsiteY2" fmla="*/ 0 h 758945"/>
                        <a:gd name="connsiteX3" fmla="*/ 868921 w 916563"/>
                        <a:gd name="connsiteY3" fmla="*/ 565905 h 758945"/>
                        <a:gd name="connsiteX4" fmla="*/ 148 w 916563"/>
                        <a:gd name="connsiteY4" fmla="*/ 758945 h 758945"/>
                        <a:gd name="connsiteX0" fmla="*/ 49024 w 965439"/>
                        <a:gd name="connsiteY0" fmla="*/ 880865 h 880865"/>
                        <a:gd name="connsiteX1" fmla="*/ 0 w 965439"/>
                        <a:gd name="connsiteY1" fmla="*/ 0 h 880865"/>
                        <a:gd name="connsiteX2" fmla="*/ 641701 w 965439"/>
                        <a:gd name="connsiteY2" fmla="*/ 121920 h 880865"/>
                        <a:gd name="connsiteX3" fmla="*/ 917797 w 965439"/>
                        <a:gd name="connsiteY3" fmla="*/ 687825 h 880865"/>
                        <a:gd name="connsiteX4" fmla="*/ 49024 w 965439"/>
                        <a:gd name="connsiteY4" fmla="*/ 880865 h 880865"/>
                        <a:gd name="connsiteX0" fmla="*/ 17274 w 933689"/>
                        <a:gd name="connsiteY0" fmla="*/ 893565 h 893565"/>
                        <a:gd name="connsiteX1" fmla="*/ 0 w 933689"/>
                        <a:gd name="connsiteY1" fmla="*/ 0 h 893565"/>
                        <a:gd name="connsiteX2" fmla="*/ 609951 w 933689"/>
                        <a:gd name="connsiteY2" fmla="*/ 134620 h 893565"/>
                        <a:gd name="connsiteX3" fmla="*/ 886047 w 933689"/>
                        <a:gd name="connsiteY3" fmla="*/ 700525 h 893565"/>
                        <a:gd name="connsiteX4" fmla="*/ 17274 w 933689"/>
                        <a:gd name="connsiteY4" fmla="*/ 893565 h 893565"/>
                        <a:gd name="connsiteX0" fmla="*/ 143 w 967358"/>
                        <a:gd name="connsiteY0" fmla="*/ 918965 h 918965"/>
                        <a:gd name="connsiteX1" fmla="*/ 33669 w 967358"/>
                        <a:gd name="connsiteY1" fmla="*/ 0 h 918965"/>
                        <a:gd name="connsiteX2" fmla="*/ 643620 w 967358"/>
                        <a:gd name="connsiteY2" fmla="*/ 134620 h 918965"/>
                        <a:gd name="connsiteX3" fmla="*/ 919716 w 967358"/>
                        <a:gd name="connsiteY3" fmla="*/ 700525 h 918965"/>
                        <a:gd name="connsiteX4" fmla="*/ 143 w 967358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67215"/>
                        <a:gd name="connsiteY0" fmla="*/ 918965 h 918965"/>
                        <a:gd name="connsiteX1" fmla="*/ 33526 w 967215"/>
                        <a:gd name="connsiteY1" fmla="*/ 0 h 918965"/>
                        <a:gd name="connsiteX2" fmla="*/ 643477 w 967215"/>
                        <a:gd name="connsiteY2" fmla="*/ 134620 h 918965"/>
                        <a:gd name="connsiteX3" fmla="*/ 919573 w 967215"/>
                        <a:gd name="connsiteY3" fmla="*/ 700525 h 918965"/>
                        <a:gd name="connsiteX4" fmla="*/ 0 w 967215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643477 w 919573"/>
                        <a:gd name="connsiteY2" fmla="*/ 13462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83152 w 919573"/>
                        <a:gd name="connsiteY2" fmla="*/ 207645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919573"/>
                        <a:gd name="connsiteY0" fmla="*/ 918965 h 918965"/>
                        <a:gd name="connsiteX1" fmla="*/ 33526 w 919573"/>
                        <a:gd name="connsiteY1" fmla="*/ 0 h 918965"/>
                        <a:gd name="connsiteX2" fmla="*/ 576802 w 919573"/>
                        <a:gd name="connsiteY2" fmla="*/ 179070 h 918965"/>
                        <a:gd name="connsiteX3" fmla="*/ 919573 w 919573"/>
                        <a:gd name="connsiteY3" fmla="*/ 700525 h 918965"/>
                        <a:gd name="connsiteX4" fmla="*/ 0 w 9195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  <a:gd name="connsiteX0" fmla="*/ 0 w 894173"/>
                        <a:gd name="connsiteY0" fmla="*/ 918965 h 918965"/>
                        <a:gd name="connsiteX1" fmla="*/ 33526 w 894173"/>
                        <a:gd name="connsiteY1" fmla="*/ 0 h 918965"/>
                        <a:gd name="connsiteX2" fmla="*/ 576802 w 894173"/>
                        <a:gd name="connsiteY2" fmla="*/ 179070 h 918965"/>
                        <a:gd name="connsiteX3" fmla="*/ 894173 w 894173"/>
                        <a:gd name="connsiteY3" fmla="*/ 700525 h 918965"/>
                        <a:gd name="connsiteX4" fmla="*/ 0 w 894173"/>
                        <a:gd name="connsiteY4" fmla="*/ 918965 h 9189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894173" h="918965">
                          <a:moveTo>
                            <a:pt x="0" y="918965"/>
                          </a:moveTo>
                          <a:cubicBezTo>
                            <a:pt x="44830" y="-4788"/>
                            <a:pt x="36321" y="266528"/>
                            <a:pt x="33526" y="0"/>
                          </a:cubicBezTo>
                          <a:cubicBezTo>
                            <a:pt x="236843" y="44873"/>
                            <a:pt x="27410" y="-5503"/>
                            <a:pt x="576802" y="179070"/>
                          </a:cubicBezTo>
                          <a:cubicBezTo>
                            <a:pt x="893836" y="684570"/>
                            <a:pt x="605079" y="217885"/>
                            <a:pt x="894173" y="700525"/>
                          </a:cubicBezTo>
                          <a:cubicBezTo>
                            <a:pt x="397149" y="827313"/>
                            <a:pt x="858974" y="709627"/>
                            <a:pt x="0" y="918965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pt-PT" dirty="0"/>
                    </a:p>
                  </p:txBody>
                </p:sp>
              </p:grpSp>
              <p:sp>
                <p:nvSpPr>
                  <p:cNvPr id="310" name="Oval 309">
                    <a:extLst>
                      <a:ext uri="{FF2B5EF4-FFF2-40B4-BE49-F238E27FC236}">
                        <a16:creationId xmlns:a16="http://schemas.microsoft.com/office/drawing/2014/main" id="{A1317E22-39E4-46D0-A425-FF0C6FCE4D85}"/>
                      </a:ext>
                    </a:extLst>
                  </p:cNvPr>
                  <p:cNvSpPr/>
                  <p:nvPr/>
                </p:nvSpPr>
                <p:spPr>
                  <a:xfrm>
                    <a:off x="9081811" y="3185906"/>
                    <a:ext cx="415576" cy="415576"/>
                  </a:xfrm>
                  <a:prstGeom prst="ellipse">
                    <a:avLst/>
                  </a:prstGeom>
                  <a:noFill/>
                  <a:ln w="571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</p:grp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DD0D893F-ABC1-41D4-8A0C-B73D73DC0362}"/>
                  </a:ext>
                </a:extLst>
              </p:cNvPr>
              <p:cNvSpPr/>
              <p:nvPr/>
            </p:nvSpPr>
            <p:spPr>
              <a:xfrm>
                <a:off x="1846519" y="-2499364"/>
                <a:ext cx="372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endParaRPr lang="pt-PT" sz="2400" b="1" dirty="0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22774789-F4A7-4ED1-A8BE-184F7CBA9626}"/>
                  </a:ext>
                </a:extLst>
              </p:cNvPr>
              <p:cNvSpPr/>
              <p:nvPr/>
            </p:nvSpPr>
            <p:spPr>
              <a:xfrm>
                <a:off x="2825662" y="-1780486"/>
                <a:ext cx="389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pt-PT" sz="2400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9F445B4C-AE7C-46CD-82BF-9BE0B2113BF7}"/>
                  </a:ext>
                </a:extLst>
              </p:cNvPr>
              <p:cNvSpPr/>
              <p:nvPr/>
            </p:nvSpPr>
            <p:spPr>
              <a:xfrm>
                <a:off x="5124412" y="-3007148"/>
                <a:ext cx="389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endParaRPr lang="pt-PT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8AAC78E5-D30D-4505-B772-EAAAA8445ECA}"/>
                  </a:ext>
                </a:extLst>
              </p:cNvPr>
              <p:cNvSpPr/>
              <p:nvPr/>
            </p:nvSpPr>
            <p:spPr>
              <a:xfrm>
                <a:off x="4360119" y="-1761805"/>
                <a:ext cx="389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endParaRPr lang="pt-PT" sz="2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6D63ADD2-BC50-4B5F-81B1-B8B598B1254B}"/>
                  </a:ext>
                </a:extLst>
              </p:cNvPr>
              <p:cNvSpPr/>
              <p:nvPr/>
            </p:nvSpPr>
            <p:spPr>
              <a:xfrm>
                <a:off x="5238669" y="-2516374"/>
                <a:ext cx="4748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endParaRPr lang="pt-PT" sz="24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7DC334AC-2406-4AA8-83E9-18AD8238D62D}"/>
                  </a:ext>
                </a:extLst>
              </p:cNvPr>
              <p:cNvSpPr/>
              <p:nvPr/>
            </p:nvSpPr>
            <p:spPr>
              <a:xfrm>
                <a:off x="3798306" y="-3163961"/>
                <a:ext cx="4748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endParaRPr lang="pt-PT" sz="2400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9CA9930D-3311-43F4-AE40-738212CC1F76}"/>
                  </a:ext>
                </a:extLst>
              </p:cNvPr>
              <p:cNvSpPr/>
              <p:nvPr/>
            </p:nvSpPr>
            <p:spPr>
              <a:xfrm>
                <a:off x="2714676" y="-3171649"/>
                <a:ext cx="389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endParaRPr lang="pt-PT" sz="2400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13C88A2C-C1C6-4112-BF26-22DC9879F93D}"/>
                  </a:ext>
                </a:extLst>
              </p:cNvPr>
              <p:cNvSpPr/>
              <p:nvPr/>
            </p:nvSpPr>
            <p:spPr>
              <a:xfrm>
                <a:off x="3502236" y="-2632993"/>
                <a:ext cx="372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endParaRPr lang="pt-PT" sz="24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532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0454DD3-DDBE-4904-882E-5D750A1F029E}"/>
              </a:ext>
            </a:extLst>
          </p:cNvPr>
          <p:cNvGrpSpPr/>
          <p:nvPr/>
        </p:nvGrpSpPr>
        <p:grpSpPr>
          <a:xfrm>
            <a:off x="1273995" y="556278"/>
            <a:ext cx="3495615" cy="2166374"/>
            <a:chOff x="1273995" y="556278"/>
            <a:chExt cx="3495615" cy="216637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F13D26B-FCDD-4C0A-8F24-799DDE6ED014}"/>
                </a:ext>
              </a:extLst>
            </p:cNvPr>
            <p:cNvSpPr/>
            <p:nvPr/>
          </p:nvSpPr>
          <p:spPr>
            <a:xfrm>
              <a:off x="1273995" y="760287"/>
              <a:ext cx="3495615" cy="19623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72360E7-589C-4A5A-AA71-9431D6D2D983}"/>
                </a:ext>
              </a:extLst>
            </p:cNvPr>
            <p:cNvGrpSpPr/>
            <p:nvPr/>
          </p:nvGrpSpPr>
          <p:grpSpPr>
            <a:xfrm>
              <a:off x="1441450" y="1164271"/>
              <a:ext cx="3162505" cy="1208512"/>
              <a:chOff x="1898650" y="1697671"/>
              <a:chExt cx="3162505" cy="1208512"/>
            </a:xfrm>
          </p:grpSpPr>
          <p:sp>
            <p:nvSpPr>
              <p:cNvPr id="4" name="Trapezoid 1">
                <a:extLst>
                  <a:ext uri="{FF2B5EF4-FFF2-40B4-BE49-F238E27FC236}">
                    <a16:creationId xmlns:a16="http://schemas.microsoft.com/office/drawing/2014/main" id="{E20BED1A-C15D-4074-AC08-53B8169F28E0}"/>
                  </a:ext>
                </a:extLst>
              </p:cNvPr>
              <p:cNvSpPr/>
              <p:nvPr/>
            </p:nvSpPr>
            <p:spPr>
              <a:xfrm>
                <a:off x="2239470" y="1875193"/>
                <a:ext cx="894173" cy="918965"/>
              </a:xfrm>
              <a:custGeom>
                <a:avLst/>
                <a:gdLst>
                  <a:gd name="connsiteX0" fmla="*/ 0 w 1732373"/>
                  <a:gd name="connsiteY0" fmla="*/ 1673345 h 1673345"/>
                  <a:gd name="connsiteX1" fmla="*/ 418336 w 1732373"/>
                  <a:gd name="connsiteY1" fmla="*/ 0 h 1673345"/>
                  <a:gd name="connsiteX2" fmla="*/ 1314037 w 1732373"/>
                  <a:gd name="connsiteY2" fmla="*/ 0 h 1673345"/>
                  <a:gd name="connsiteX3" fmla="*/ 1732373 w 1732373"/>
                  <a:gd name="connsiteY3" fmla="*/ 1673345 h 1673345"/>
                  <a:gd name="connsiteX4" fmla="*/ 0 w 1732373"/>
                  <a:gd name="connsiteY4" fmla="*/ 1673345 h 1673345"/>
                  <a:gd name="connsiteX0" fmla="*/ 8384 w 1314037"/>
                  <a:gd name="connsiteY0" fmla="*/ 799585 h 1673345"/>
                  <a:gd name="connsiteX1" fmla="*/ 0 w 1314037"/>
                  <a:gd name="connsiteY1" fmla="*/ 0 h 1673345"/>
                  <a:gd name="connsiteX2" fmla="*/ 895701 w 1314037"/>
                  <a:gd name="connsiteY2" fmla="*/ 0 h 1673345"/>
                  <a:gd name="connsiteX3" fmla="*/ 1314037 w 1314037"/>
                  <a:gd name="connsiteY3" fmla="*/ 1673345 h 1673345"/>
                  <a:gd name="connsiteX4" fmla="*/ 8384 w 1314037"/>
                  <a:gd name="connsiteY4" fmla="*/ 799585 h 1673345"/>
                  <a:gd name="connsiteX0" fmla="*/ 8384 w 895701"/>
                  <a:gd name="connsiteY0" fmla="*/ 799585 h 799585"/>
                  <a:gd name="connsiteX1" fmla="*/ 0 w 895701"/>
                  <a:gd name="connsiteY1" fmla="*/ 0 h 799585"/>
                  <a:gd name="connsiteX2" fmla="*/ 895701 w 895701"/>
                  <a:gd name="connsiteY2" fmla="*/ 0 h 799585"/>
                  <a:gd name="connsiteX3" fmla="*/ 694277 w 895701"/>
                  <a:gd name="connsiteY3" fmla="*/ 535425 h 799585"/>
                  <a:gd name="connsiteX4" fmla="*/ 8384 w 895701"/>
                  <a:gd name="connsiteY4" fmla="*/ 799585 h 799585"/>
                  <a:gd name="connsiteX0" fmla="*/ 8384 w 895701"/>
                  <a:gd name="connsiteY0" fmla="*/ 799585 h 799585"/>
                  <a:gd name="connsiteX1" fmla="*/ 0 w 895701"/>
                  <a:gd name="connsiteY1" fmla="*/ 0 h 799585"/>
                  <a:gd name="connsiteX2" fmla="*/ 895701 w 895701"/>
                  <a:gd name="connsiteY2" fmla="*/ 0 h 799585"/>
                  <a:gd name="connsiteX3" fmla="*/ 694277 w 895701"/>
                  <a:gd name="connsiteY3" fmla="*/ 535425 h 799585"/>
                  <a:gd name="connsiteX4" fmla="*/ 8384 w 895701"/>
                  <a:gd name="connsiteY4" fmla="*/ 799585 h 799585"/>
                  <a:gd name="connsiteX0" fmla="*/ 69344 w 895701"/>
                  <a:gd name="connsiteY0" fmla="*/ 891025 h 891025"/>
                  <a:gd name="connsiteX1" fmla="*/ 0 w 895701"/>
                  <a:gd name="connsiteY1" fmla="*/ 0 h 891025"/>
                  <a:gd name="connsiteX2" fmla="*/ 895701 w 895701"/>
                  <a:gd name="connsiteY2" fmla="*/ 0 h 891025"/>
                  <a:gd name="connsiteX3" fmla="*/ 694277 w 895701"/>
                  <a:gd name="connsiteY3" fmla="*/ 535425 h 891025"/>
                  <a:gd name="connsiteX4" fmla="*/ 69344 w 895701"/>
                  <a:gd name="connsiteY4" fmla="*/ 891025 h 891025"/>
                  <a:gd name="connsiteX0" fmla="*/ 69344 w 1010394"/>
                  <a:gd name="connsiteY0" fmla="*/ 891025 h 891025"/>
                  <a:gd name="connsiteX1" fmla="*/ 0 w 1010394"/>
                  <a:gd name="connsiteY1" fmla="*/ 0 h 891025"/>
                  <a:gd name="connsiteX2" fmla="*/ 895701 w 1010394"/>
                  <a:gd name="connsiteY2" fmla="*/ 0 h 891025"/>
                  <a:gd name="connsiteX3" fmla="*/ 938117 w 1010394"/>
                  <a:gd name="connsiteY3" fmla="*/ 697985 h 891025"/>
                  <a:gd name="connsiteX4" fmla="*/ 69344 w 1010394"/>
                  <a:gd name="connsiteY4" fmla="*/ 891025 h 891025"/>
                  <a:gd name="connsiteX0" fmla="*/ 69344 w 979628"/>
                  <a:gd name="connsiteY0" fmla="*/ 891025 h 891025"/>
                  <a:gd name="connsiteX1" fmla="*/ 0 w 979628"/>
                  <a:gd name="connsiteY1" fmla="*/ 0 h 891025"/>
                  <a:gd name="connsiteX2" fmla="*/ 560421 w 979628"/>
                  <a:gd name="connsiteY2" fmla="*/ 193040 h 891025"/>
                  <a:gd name="connsiteX3" fmla="*/ 938117 w 979628"/>
                  <a:gd name="connsiteY3" fmla="*/ 697985 h 891025"/>
                  <a:gd name="connsiteX4" fmla="*/ 69344 w 979628"/>
                  <a:gd name="connsiteY4" fmla="*/ 891025 h 891025"/>
                  <a:gd name="connsiteX0" fmla="*/ 69344 w 985759"/>
                  <a:gd name="connsiteY0" fmla="*/ 891025 h 891025"/>
                  <a:gd name="connsiteX1" fmla="*/ 0 w 985759"/>
                  <a:gd name="connsiteY1" fmla="*/ 0 h 891025"/>
                  <a:gd name="connsiteX2" fmla="*/ 662021 w 985759"/>
                  <a:gd name="connsiteY2" fmla="*/ 132080 h 891025"/>
                  <a:gd name="connsiteX3" fmla="*/ 938117 w 985759"/>
                  <a:gd name="connsiteY3" fmla="*/ 697985 h 891025"/>
                  <a:gd name="connsiteX4" fmla="*/ 69344 w 985759"/>
                  <a:gd name="connsiteY4" fmla="*/ 891025 h 891025"/>
                  <a:gd name="connsiteX0" fmla="*/ 148 w 916563"/>
                  <a:gd name="connsiteY0" fmla="*/ 758945 h 758945"/>
                  <a:gd name="connsiteX1" fmla="*/ 32404 w 916563"/>
                  <a:gd name="connsiteY1" fmla="*/ 10160 h 758945"/>
                  <a:gd name="connsiteX2" fmla="*/ 592825 w 916563"/>
                  <a:gd name="connsiteY2" fmla="*/ 0 h 758945"/>
                  <a:gd name="connsiteX3" fmla="*/ 868921 w 916563"/>
                  <a:gd name="connsiteY3" fmla="*/ 565905 h 758945"/>
                  <a:gd name="connsiteX4" fmla="*/ 148 w 916563"/>
                  <a:gd name="connsiteY4" fmla="*/ 758945 h 758945"/>
                  <a:gd name="connsiteX0" fmla="*/ 49024 w 965439"/>
                  <a:gd name="connsiteY0" fmla="*/ 880865 h 880865"/>
                  <a:gd name="connsiteX1" fmla="*/ 0 w 965439"/>
                  <a:gd name="connsiteY1" fmla="*/ 0 h 880865"/>
                  <a:gd name="connsiteX2" fmla="*/ 641701 w 965439"/>
                  <a:gd name="connsiteY2" fmla="*/ 121920 h 880865"/>
                  <a:gd name="connsiteX3" fmla="*/ 917797 w 965439"/>
                  <a:gd name="connsiteY3" fmla="*/ 687825 h 880865"/>
                  <a:gd name="connsiteX4" fmla="*/ 49024 w 965439"/>
                  <a:gd name="connsiteY4" fmla="*/ 880865 h 880865"/>
                  <a:gd name="connsiteX0" fmla="*/ 17274 w 933689"/>
                  <a:gd name="connsiteY0" fmla="*/ 893565 h 893565"/>
                  <a:gd name="connsiteX1" fmla="*/ 0 w 933689"/>
                  <a:gd name="connsiteY1" fmla="*/ 0 h 893565"/>
                  <a:gd name="connsiteX2" fmla="*/ 609951 w 933689"/>
                  <a:gd name="connsiteY2" fmla="*/ 134620 h 893565"/>
                  <a:gd name="connsiteX3" fmla="*/ 886047 w 933689"/>
                  <a:gd name="connsiteY3" fmla="*/ 700525 h 893565"/>
                  <a:gd name="connsiteX4" fmla="*/ 17274 w 933689"/>
                  <a:gd name="connsiteY4" fmla="*/ 893565 h 893565"/>
                  <a:gd name="connsiteX0" fmla="*/ 143 w 967358"/>
                  <a:gd name="connsiteY0" fmla="*/ 918965 h 918965"/>
                  <a:gd name="connsiteX1" fmla="*/ 33669 w 967358"/>
                  <a:gd name="connsiteY1" fmla="*/ 0 h 918965"/>
                  <a:gd name="connsiteX2" fmla="*/ 643620 w 967358"/>
                  <a:gd name="connsiteY2" fmla="*/ 134620 h 918965"/>
                  <a:gd name="connsiteX3" fmla="*/ 919716 w 967358"/>
                  <a:gd name="connsiteY3" fmla="*/ 700525 h 918965"/>
                  <a:gd name="connsiteX4" fmla="*/ 143 w 967358"/>
                  <a:gd name="connsiteY4" fmla="*/ 918965 h 918965"/>
                  <a:gd name="connsiteX0" fmla="*/ 0 w 967215"/>
                  <a:gd name="connsiteY0" fmla="*/ 918965 h 918965"/>
                  <a:gd name="connsiteX1" fmla="*/ 33526 w 967215"/>
                  <a:gd name="connsiteY1" fmla="*/ 0 h 918965"/>
                  <a:gd name="connsiteX2" fmla="*/ 643477 w 967215"/>
                  <a:gd name="connsiteY2" fmla="*/ 134620 h 918965"/>
                  <a:gd name="connsiteX3" fmla="*/ 919573 w 967215"/>
                  <a:gd name="connsiteY3" fmla="*/ 700525 h 918965"/>
                  <a:gd name="connsiteX4" fmla="*/ 0 w 967215"/>
                  <a:gd name="connsiteY4" fmla="*/ 918965 h 918965"/>
                  <a:gd name="connsiteX0" fmla="*/ 0 w 967215"/>
                  <a:gd name="connsiteY0" fmla="*/ 918965 h 918965"/>
                  <a:gd name="connsiteX1" fmla="*/ 33526 w 967215"/>
                  <a:gd name="connsiteY1" fmla="*/ 0 h 918965"/>
                  <a:gd name="connsiteX2" fmla="*/ 643477 w 967215"/>
                  <a:gd name="connsiteY2" fmla="*/ 134620 h 918965"/>
                  <a:gd name="connsiteX3" fmla="*/ 919573 w 967215"/>
                  <a:gd name="connsiteY3" fmla="*/ 700525 h 918965"/>
                  <a:gd name="connsiteX4" fmla="*/ 0 w 967215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583152 w 919573"/>
                  <a:gd name="connsiteY2" fmla="*/ 207645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576802 w 919573"/>
                  <a:gd name="connsiteY2" fmla="*/ 17907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4173" h="918965">
                    <a:moveTo>
                      <a:pt x="0" y="918965"/>
                    </a:moveTo>
                    <a:cubicBezTo>
                      <a:pt x="44830" y="-4788"/>
                      <a:pt x="36321" y="266528"/>
                      <a:pt x="33526" y="0"/>
                    </a:cubicBezTo>
                    <a:cubicBezTo>
                      <a:pt x="236843" y="44873"/>
                      <a:pt x="27410" y="-5503"/>
                      <a:pt x="576802" y="179070"/>
                    </a:cubicBezTo>
                    <a:cubicBezTo>
                      <a:pt x="893836" y="684570"/>
                      <a:pt x="605079" y="217885"/>
                      <a:pt x="894173" y="700525"/>
                    </a:cubicBezTo>
                    <a:cubicBezTo>
                      <a:pt x="397149" y="827313"/>
                      <a:pt x="858974" y="709627"/>
                      <a:pt x="0" y="91896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PT" dirty="0"/>
              </a:p>
            </p:txBody>
          </p:sp>
          <p:sp>
            <p:nvSpPr>
              <p:cNvPr id="5" name="Trapezoid 1">
                <a:extLst>
                  <a:ext uri="{FF2B5EF4-FFF2-40B4-BE49-F238E27FC236}">
                    <a16:creationId xmlns:a16="http://schemas.microsoft.com/office/drawing/2014/main" id="{02DF4764-1954-4E23-9BD0-55EE2CF2E12E}"/>
                  </a:ext>
                </a:extLst>
              </p:cNvPr>
              <p:cNvSpPr/>
              <p:nvPr/>
            </p:nvSpPr>
            <p:spPr>
              <a:xfrm>
                <a:off x="3814440" y="1697671"/>
                <a:ext cx="858613" cy="1014215"/>
              </a:xfrm>
              <a:custGeom>
                <a:avLst/>
                <a:gdLst>
                  <a:gd name="connsiteX0" fmla="*/ 0 w 1732373"/>
                  <a:gd name="connsiteY0" fmla="*/ 1673345 h 1673345"/>
                  <a:gd name="connsiteX1" fmla="*/ 418336 w 1732373"/>
                  <a:gd name="connsiteY1" fmla="*/ 0 h 1673345"/>
                  <a:gd name="connsiteX2" fmla="*/ 1314037 w 1732373"/>
                  <a:gd name="connsiteY2" fmla="*/ 0 h 1673345"/>
                  <a:gd name="connsiteX3" fmla="*/ 1732373 w 1732373"/>
                  <a:gd name="connsiteY3" fmla="*/ 1673345 h 1673345"/>
                  <a:gd name="connsiteX4" fmla="*/ 0 w 1732373"/>
                  <a:gd name="connsiteY4" fmla="*/ 1673345 h 1673345"/>
                  <a:gd name="connsiteX0" fmla="*/ 8384 w 1314037"/>
                  <a:gd name="connsiteY0" fmla="*/ 799585 h 1673345"/>
                  <a:gd name="connsiteX1" fmla="*/ 0 w 1314037"/>
                  <a:gd name="connsiteY1" fmla="*/ 0 h 1673345"/>
                  <a:gd name="connsiteX2" fmla="*/ 895701 w 1314037"/>
                  <a:gd name="connsiteY2" fmla="*/ 0 h 1673345"/>
                  <a:gd name="connsiteX3" fmla="*/ 1314037 w 1314037"/>
                  <a:gd name="connsiteY3" fmla="*/ 1673345 h 1673345"/>
                  <a:gd name="connsiteX4" fmla="*/ 8384 w 1314037"/>
                  <a:gd name="connsiteY4" fmla="*/ 799585 h 1673345"/>
                  <a:gd name="connsiteX0" fmla="*/ 8384 w 895701"/>
                  <a:gd name="connsiteY0" fmla="*/ 799585 h 799585"/>
                  <a:gd name="connsiteX1" fmla="*/ 0 w 895701"/>
                  <a:gd name="connsiteY1" fmla="*/ 0 h 799585"/>
                  <a:gd name="connsiteX2" fmla="*/ 895701 w 895701"/>
                  <a:gd name="connsiteY2" fmla="*/ 0 h 799585"/>
                  <a:gd name="connsiteX3" fmla="*/ 694277 w 895701"/>
                  <a:gd name="connsiteY3" fmla="*/ 535425 h 799585"/>
                  <a:gd name="connsiteX4" fmla="*/ 8384 w 895701"/>
                  <a:gd name="connsiteY4" fmla="*/ 799585 h 799585"/>
                  <a:gd name="connsiteX0" fmla="*/ 8384 w 895701"/>
                  <a:gd name="connsiteY0" fmla="*/ 799585 h 799585"/>
                  <a:gd name="connsiteX1" fmla="*/ 0 w 895701"/>
                  <a:gd name="connsiteY1" fmla="*/ 0 h 799585"/>
                  <a:gd name="connsiteX2" fmla="*/ 895701 w 895701"/>
                  <a:gd name="connsiteY2" fmla="*/ 0 h 799585"/>
                  <a:gd name="connsiteX3" fmla="*/ 694277 w 895701"/>
                  <a:gd name="connsiteY3" fmla="*/ 535425 h 799585"/>
                  <a:gd name="connsiteX4" fmla="*/ 8384 w 895701"/>
                  <a:gd name="connsiteY4" fmla="*/ 799585 h 799585"/>
                  <a:gd name="connsiteX0" fmla="*/ 69344 w 895701"/>
                  <a:gd name="connsiteY0" fmla="*/ 891025 h 891025"/>
                  <a:gd name="connsiteX1" fmla="*/ 0 w 895701"/>
                  <a:gd name="connsiteY1" fmla="*/ 0 h 891025"/>
                  <a:gd name="connsiteX2" fmla="*/ 895701 w 895701"/>
                  <a:gd name="connsiteY2" fmla="*/ 0 h 891025"/>
                  <a:gd name="connsiteX3" fmla="*/ 694277 w 895701"/>
                  <a:gd name="connsiteY3" fmla="*/ 535425 h 891025"/>
                  <a:gd name="connsiteX4" fmla="*/ 69344 w 895701"/>
                  <a:gd name="connsiteY4" fmla="*/ 891025 h 891025"/>
                  <a:gd name="connsiteX0" fmla="*/ 69344 w 1010394"/>
                  <a:gd name="connsiteY0" fmla="*/ 891025 h 891025"/>
                  <a:gd name="connsiteX1" fmla="*/ 0 w 1010394"/>
                  <a:gd name="connsiteY1" fmla="*/ 0 h 891025"/>
                  <a:gd name="connsiteX2" fmla="*/ 895701 w 1010394"/>
                  <a:gd name="connsiteY2" fmla="*/ 0 h 891025"/>
                  <a:gd name="connsiteX3" fmla="*/ 938117 w 1010394"/>
                  <a:gd name="connsiteY3" fmla="*/ 697985 h 891025"/>
                  <a:gd name="connsiteX4" fmla="*/ 69344 w 1010394"/>
                  <a:gd name="connsiteY4" fmla="*/ 891025 h 891025"/>
                  <a:gd name="connsiteX0" fmla="*/ 69344 w 979628"/>
                  <a:gd name="connsiteY0" fmla="*/ 891025 h 891025"/>
                  <a:gd name="connsiteX1" fmla="*/ 0 w 979628"/>
                  <a:gd name="connsiteY1" fmla="*/ 0 h 891025"/>
                  <a:gd name="connsiteX2" fmla="*/ 560421 w 979628"/>
                  <a:gd name="connsiteY2" fmla="*/ 193040 h 891025"/>
                  <a:gd name="connsiteX3" fmla="*/ 938117 w 979628"/>
                  <a:gd name="connsiteY3" fmla="*/ 697985 h 891025"/>
                  <a:gd name="connsiteX4" fmla="*/ 69344 w 979628"/>
                  <a:gd name="connsiteY4" fmla="*/ 891025 h 891025"/>
                  <a:gd name="connsiteX0" fmla="*/ 69344 w 985759"/>
                  <a:gd name="connsiteY0" fmla="*/ 891025 h 891025"/>
                  <a:gd name="connsiteX1" fmla="*/ 0 w 985759"/>
                  <a:gd name="connsiteY1" fmla="*/ 0 h 891025"/>
                  <a:gd name="connsiteX2" fmla="*/ 662021 w 985759"/>
                  <a:gd name="connsiteY2" fmla="*/ 132080 h 891025"/>
                  <a:gd name="connsiteX3" fmla="*/ 938117 w 985759"/>
                  <a:gd name="connsiteY3" fmla="*/ 697985 h 891025"/>
                  <a:gd name="connsiteX4" fmla="*/ 69344 w 985759"/>
                  <a:gd name="connsiteY4" fmla="*/ 891025 h 891025"/>
                  <a:gd name="connsiteX0" fmla="*/ 148 w 916563"/>
                  <a:gd name="connsiteY0" fmla="*/ 758945 h 758945"/>
                  <a:gd name="connsiteX1" fmla="*/ 32404 w 916563"/>
                  <a:gd name="connsiteY1" fmla="*/ 10160 h 758945"/>
                  <a:gd name="connsiteX2" fmla="*/ 592825 w 916563"/>
                  <a:gd name="connsiteY2" fmla="*/ 0 h 758945"/>
                  <a:gd name="connsiteX3" fmla="*/ 868921 w 916563"/>
                  <a:gd name="connsiteY3" fmla="*/ 565905 h 758945"/>
                  <a:gd name="connsiteX4" fmla="*/ 148 w 916563"/>
                  <a:gd name="connsiteY4" fmla="*/ 758945 h 758945"/>
                  <a:gd name="connsiteX0" fmla="*/ 49024 w 965439"/>
                  <a:gd name="connsiteY0" fmla="*/ 880865 h 880865"/>
                  <a:gd name="connsiteX1" fmla="*/ 0 w 965439"/>
                  <a:gd name="connsiteY1" fmla="*/ 0 h 880865"/>
                  <a:gd name="connsiteX2" fmla="*/ 641701 w 965439"/>
                  <a:gd name="connsiteY2" fmla="*/ 121920 h 880865"/>
                  <a:gd name="connsiteX3" fmla="*/ 917797 w 965439"/>
                  <a:gd name="connsiteY3" fmla="*/ 687825 h 880865"/>
                  <a:gd name="connsiteX4" fmla="*/ 49024 w 965439"/>
                  <a:gd name="connsiteY4" fmla="*/ 880865 h 880865"/>
                  <a:gd name="connsiteX0" fmla="*/ 17274 w 933689"/>
                  <a:gd name="connsiteY0" fmla="*/ 893565 h 893565"/>
                  <a:gd name="connsiteX1" fmla="*/ 0 w 933689"/>
                  <a:gd name="connsiteY1" fmla="*/ 0 h 893565"/>
                  <a:gd name="connsiteX2" fmla="*/ 609951 w 933689"/>
                  <a:gd name="connsiteY2" fmla="*/ 134620 h 893565"/>
                  <a:gd name="connsiteX3" fmla="*/ 886047 w 933689"/>
                  <a:gd name="connsiteY3" fmla="*/ 700525 h 893565"/>
                  <a:gd name="connsiteX4" fmla="*/ 17274 w 933689"/>
                  <a:gd name="connsiteY4" fmla="*/ 893565 h 893565"/>
                  <a:gd name="connsiteX0" fmla="*/ 143 w 967358"/>
                  <a:gd name="connsiteY0" fmla="*/ 918965 h 918965"/>
                  <a:gd name="connsiteX1" fmla="*/ 33669 w 967358"/>
                  <a:gd name="connsiteY1" fmla="*/ 0 h 918965"/>
                  <a:gd name="connsiteX2" fmla="*/ 643620 w 967358"/>
                  <a:gd name="connsiteY2" fmla="*/ 134620 h 918965"/>
                  <a:gd name="connsiteX3" fmla="*/ 919716 w 967358"/>
                  <a:gd name="connsiteY3" fmla="*/ 700525 h 918965"/>
                  <a:gd name="connsiteX4" fmla="*/ 143 w 967358"/>
                  <a:gd name="connsiteY4" fmla="*/ 918965 h 918965"/>
                  <a:gd name="connsiteX0" fmla="*/ 0 w 967215"/>
                  <a:gd name="connsiteY0" fmla="*/ 918965 h 918965"/>
                  <a:gd name="connsiteX1" fmla="*/ 33526 w 967215"/>
                  <a:gd name="connsiteY1" fmla="*/ 0 h 918965"/>
                  <a:gd name="connsiteX2" fmla="*/ 643477 w 967215"/>
                  <a:gd name="connsiteY2" fmla="*/ 134620 h 918965"/>
                  <a:gd name="connsiteX3" fmla="*/ 919573 w 967215"/>
                  <a:gd name="connsiteY3" fmla="*/ 700525 h 918965"/>
                  <a:gd name="connsiteX4" fmla="*/ 0 w 967215"/>
                  <a:gd name="connsiteY4" fmla="*/ 918965 h 918965"/>
                  <a:gd name="connsiteX0" fmla="*/ 0 w 967215"/>
                  <a:gd name="connsiteY0" fmla="*/ 918965 h 918965"/>
                  <a:gd name="connsiteX1" fmla="*/ 33526 w 967215"/>
                  <a:gd name="connsiteY1" fmla="*/ 0 h 918965"/>
                  <a:gd name="connsiteX2" fmla="*/ 643477 w 967215"/>
                  <a:gd name="connsiteY2" fmla="*/ 134620 h 918965"/>
                  <a:gd name="connsiteX3" fmla="*/ 919573 w 967215"/>
                  <a:gd name="connsiteY3" fmla="*/ 700525 h 918965"/>
                  <a:gd name="connsiteX4" fmla="*/ 0 w 967215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643477 w 919573"/>
                  <a:gd name="connsiteY2" fmla="*/ 13462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583152 w 919573"/>
                  <a:gd name="connsiteY2" fmla="*/ 207645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919573"/>
                  <a:gd name="connsiteY0" fmla="*/ 918965 h 918965"/>
                  <a:gd name="connsiteX1" fmla="*/ 33526 w 919573"/>
                  <a:gd name="connsiteY1" fmla="*/ 0 h 918965"/>
                  <a:gd name="connsiteX2" fmla="*/ 576802 w 919573"/>
                  <a:gd name="connsiteY2" fmla="*/ 179070 h 918965"/>
                  <a:gd name="connsiteX3" fmla="*/ 919573 w 919573"/>
                  <a:gd name="connsiteY3" fmla="*/ 700525 h 918965"/>
                  <a:gd name="connsiteX4" fmla="*/ 0 w 9195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94173"/>
                  <a:gd name="connsiteY0" fmla="*/ 918965 h 918965"/>
                  <a:gd name="connsiteX1" fmla="*/ 33526 w 894173"/>
                  <a:gd name="connsiteY1" fmla="*/ 0 h 918965"/>
                  <a:gd name="connsiteX2" fmla="*/ 576802 w 894173"/>
                  <a:gd name="connsiteY2" fmla="*/ 179070 h 918965"/>
                  <a:gd name="connsiteX3" fmla="*/ 894173 w 894173"/>
                  <a:gd name="connsiteY3" fmla="*/ 700525 h 918965"/>
                  <a:gd name="connsiteX4" fmla="*/ 0 w 894173"/>
                  <a:gd name="connsiteY4" fmla="*/ 918965 h 918965"/>
                  <a:gd name="connsiteX0" fmla="*/ 0 w 858613"/>
                  <a:gd name="connsiteY0" fmla="*/ 918965 h 1230607"/>
                  <a:gd name="connsiteX1" fmla="*/ 33526 w 858613"/>
                  <a:gd name="connsiteY1" fmla="*/ 0 h 1230607"/>
                  <a:gd name="connsiteX2" fmla="*/ 576802 w 858613"/>
                  <a:gd name="connsiteY2" fmla="*/ 179070 h 1230607"/>
                  <a:gd name="connsiteX3" fmla="*/ 858613 w 858613"/>
                  <a:gd name="connsiteY3" fmla="*/ 1213605 h 1230607"/>
                  <a:gd name="connsiteX4" fmla="*/ 0 w 858613"/>
                  <a:gd name="connsiteY4" fmla="*/ 918965 h 1230607"/>
                  <a:gd name="connsiteX0" fmla="*/ 0 w 858613"/>
                  <a:gd name="connsiteY0" fmla="*/ 787382 h 1099024"/>
                  <a:gd name="connsiteX1" fmla="*/ 48766 w 858613"/>
                  <a:gd name="connsiteY1" fmla="*/ 234177 h 1099024"/>
                  <a:gd name="connsiteX2" fmla="*/ 576802 w 858613"/>
                  <a:gd name="connsiteY2" fmla="*/ 47487 h 1099024"/>
                  <a:gd name="connsiteX3" fmla="*/ 858613 w 858613"/>
                  <a:gd name="connsiteY3" fmla="*/ 1082022 h 1099024"/>
                  <a:gd name="connsiteX4" fmla="*/ 0 w 858613"/>
                  <a:gd name="connsiteY4" fmla="*/ 787382 h 1099024"/>
                  <a:gd name="connsiteX0" fmla="*/ 0 w 858613"/>
                  <a:gd name="connsiteY0" fmla="*/ 666564 h 978206"/>
                  <a:gd name="connsiteX1" fmla="*/ 48766 w 858613"/>
                  <a:gd name="connsiteY1" fmla="*/ 113359 h 978206"/>
                  <a:gd name="connsiteX2" fmla="*/ 495522 w 858613"/>
                  <a:gd name="connsiteY2" fmla="*/ 63829 h 978206"/>
                  <a:gd name="connsiteX3" fmla="*/ 858613 w 858613"/>
                  <a:gd name="connsiteY3" fmla="*/ 961204 h 978206"/>
                  <a:gd name="connsiteX4" fmla="*/ 0 w 858613"/>
                  <a:gd name="connsiteY4" fmla="*/ 666564 h 978206"/>
                  <a:gd name="connsiteX0" fmla="*/ 0 w 858613"/>
                  <a:gd name="connsiteY0" fmla="*/ 768930 h 1080572"/>
                  <a:gd name="connsiteX1" fmla="*/ 48766 w 858613"/>
                  <a:gd name="connsiteY1" fmla="*/ 215725 h 1080572"/>
                  <a:gd name="connsiteX2" fmla="*/ 551402 w 858613"/>
                  <a:gd name="connsiteY2" fmla="*/ 49355 h 1080572"/>
                  <a:gd name="connsiteX3" fmla="*/ 858613 w 858613"/>
                  <a:gd name="connsiteY3" fmla="*/ 1063570 h 1080572"/>
                  <a:gd name="connsiteX4" fmla="*/ 0 w 858613"/>
                  <a:gd name="connsiteY4" fmla="*/ 768930 h 1080572"/>
                  <a:gd name="connsiteX0" fmla="*/ 0 w 858613"/>
                  <a:gd name="connsiteY0" fmla="*/ 768930 h 1080572"/>
                  <a:gd name="connsiteX1" fmla="*/ 48766 w 858613"/>
                  <a:gd name="connsiteY1" fmla="*/ 215725 h 1080572"/>
                  <a:gd name="connsiteX2" fmla="*/ 551402 w 858613"/>
                  <a:gd name="connsiteY2" fmla="*/ 49355 h 1080572"/>
                  <a:gd name="connsiteX3" fmla="*/ 858613 w 858613"/>
                  <a:gd name="connsiteY3" fmla="*/ 1063570 h 1080572"/>
                  <a:gd name="connsiteX4" fmla="*/ 0 w 858613"/>
                  <a:gd name="connsiteY4" fmla="*/ 768930 h 1080572"/>
                  <a:gd name="connsiteX0" fmla="*/ 0 w 858613"/>
                  <a:gd name="connsiteY0" fmla="*/ 719575 h 1031217"/>
                  <a:gd name="connsiteX1" fmla="*/ 48766 w 858613"/>
                  <a:gd name="connsiteY1" fmla="*/ 166370 h 1031217"/>
                  <a:gd name="connsiteX2" fmla="*/ 551402 w 858613"/>
                  <a:gd name="connsiteY2" fmla="*/ 0 h 1031217"/>
                  <a:gd name="connsiteX3" fmla="*/ 858613 w 858613"/>
                  <a:gd name="connsiteY3" fmla="*/ 1014215 h 1031217"/>
                  <a:gd name="connsiteX4" fmla="*/ 0 w 858613"/>
                  <a:gd name="connsiteY4" fmla="*/ 719575 h 1031217"/>
                  <a:gd name="connsiteX0" fmla="*/ 0 w 858613"/>
                  <a:gd name="connsiteY0" fmla="*/ 719575 h 1031217"/>
                  <a:gd name="connsiteX1" fmla="*/ 48766 w 858613"/>
                  <a:gd name="connsiteY1" fmla="*/ 166370 h 1031217"/>
                  <a:gd name="connsiteX2" fmla="*/ 551402 w 858613"/>
                  <a:gd name="connsiteY2" fmla="*/ 0 h 1031217"/>
                  <a:gd name="connsiteX3" fmla="*/ 858613 w 858613"/>
                  <a:gd name="connsiteY3" fmla="*/ 1014215 h 1031217"/>
                  <a:gd name="connsiteX4" fmla="*/ 0 w 858613"/>
                  <a:gd name="connsiteY4" fmla="*/ 719575 h 1031217"/>
                  <a:gd name="connsiteX0" fmla="*/ 0 w 873151"/>
                  <a:gd name="connsiteY0" fmla="*/ 719575 h 1031217"/>
                  <a:gd name="connsiteX1" fmla="*/ 48766 w 873151"/>
                  <a:gd name="connsiteY1" fmla="*/ 166370 h 1031217"/>
                  <a:gd name="connsiteX2" fmla="*/ 551402 w 873151"/>
                  <a:gd name="connsiteY2" fmla="*/ 0 h 1031217"/>
                  <a:gd name="connsiteX3" fmla="*/ 455916 w 873151"/>
                  <a:gd name="connsiteY3" fmla="*/ 505070 h 1031217"/>
                  <a:gd name="connsiteX4" fmla="*/ 858613 w 873151"/>
                  <a:gd name="connsiteY4" fmla="*/ 1014215 h 1031217"/>
                  <a:gd name="connsiteX5" fmla="*/ 0 w 873151"/>
                  <a:gd name="connsiteY5" fmla="*/ 719575 h 1031217"/>
                  <a:gd name="connsiteX0" fmla="*/ 0 w 876427"/>
                  <a:gd name="connsiteY0" fmla="*/ 719575 h 1031217"/>
                  <a:gd name="connsiteX1" fmla="*/ 48766 w 876427"/>
                  <a:gd name="connsiteY1" fmla="*/ 166370 h 1031217"/>
                  <a:gd name="connsiteX2" fmla="*/ 551402 w 876427"/>
                  <a:gd name="connsiteY2" fmla="*/ 0 h 1031217"/>
                  <a:gd name="connsiteX3" fmla="*/ 552436 w 876427"/>
                  <a:gd name="connsiteY3" fmla="*/ 535550 h 1031217"/>
                  <a:gd name="connsiteX4" fmla="*/ 858613 w 876427"/>
                  <a:gd name="connsiteY4" fmla="*/ 1014215 h 1031217"/>
                  <a:gd name="connsiteX5" fmla="*/ 0 w 876427"/>
                  <a:gd name="connsiteY5" fmla="*/ 719575 h 1031217"/>
                  <a:gd name="connsiteX0" fmla="*/ 0 w 876427"/>
                  <a:gd name="connsiteY0" fmla="*/ 719575 h 1031217"/>
                  <a:gd name="connsiteX1" fmla="*/ 48766 w 876427"/>
                  <a:gd name="connsiteY1" fmla="*/ 166370 h 1031217"/>
                  <a:gd name="connsiteX2" fmla="*/ 551402 w 876427"/>
                  <a:gd name="connsiteY2" fmla="*/ 0 h 1031217"/>
                  <a:gd name="connsiteX3" fmla="*/ 552436 w 876427"/>
                  <a:gd name="connsiteY3" fmla="*/ 535550 h 1031217"/>
                  <a:gd name="connsiteX4" fmla="*/ 858613 w 876427"/>
                  <a:gd name="connsiteY4" fmla="*/ 1014215 h 1031217"/>
                  <a:gd name="connsiteX5" fmla="*/ 0 w 876427"/>
                  <a:gd name="connsiteY5" fmla="*/ 719575 h 1031217"/>
                  <a:gd name="connsiteX0" fmla="*/ 0 w 876427"/>
                  <a:gd name="connsiteY0" fmla="*/ 719575 h 1031217"/>
                  <a:gd name="connsiteX1" fmla="*/ 48766 w 876427"/>
                  <a:gd name="connsiteY1" fmla="*/ 166370 h 1031217"/>
                  <a:gd name="connsiteX2" fmla="*/ 551402 w 876427"/>
                  <a:gd name="connsiteY2" fmla="*/ 0 h 1031217"/>
                  <a:gd name="connsiteX3" fmla="*/ 552436 w 876427"/>
                  <a:gd name="connsiteY3" fmla="*/ 535550 h 1031217"/>
                  <a:gd name="connsiteX4" fmla="*/ 858613 w 876427"/>
                  <a:gd name="connsiteY4" fmla="*/ 1014215 h 1031217"/>
                  <a:gd name="connsiteX5" fmla="*/ 0 w 876427"/>
                  <a:gd name="connsiteY5" fmla="*/ 719575 h 1031217"/>
                  <a:gd name="connsiteX0" fmla="*/ 0 w 858613"/>
                  <a:gd name="connsiteY0" fmla="*/ 719575 h 1031217"/>
                  <a:gd name="connsiteX1" fmla="*/ 48766 w 858613"/>
                  <a:gd name="connsiteY1" fmla="*/ 166370 h 1031217"/>
                  <a:gd name="connsiteX2" fmla="*/ 551402 w 858613"/>
                  <a:gd name="connsiteY2" fmla="*/ 0 h 1031217"/>
                  <a:gd name="connsiteX3" fmla="*/ 552436 w 858613"/>
                  <a:gd name="connsiteY3" fmla="*/ 535550 h 1031217"/>
                  <a:gd name="connsiteX4" fmla="*/ 858613 w 858613"/>
                  <a:gd name="connsiteY4" fmla="*/ 1014215 h 1031217"/>
                  <a:gd name="connsiteX5" fmla="*/ 0 w 858613"/>
                  <a:gd name="connsiteY5" fmla="*/ 719575 h 1031217"/>
                  <a:gd name="connsiteX0" fmla="*/ 0 w 858613"/>
                  <a:gd name="connsiteY0" fmla="*/ 719575 h 1014215"/>
                  <a:gd name="connsiteX1" fmla="*/ 48766 w 858613"/>
                  <a:gd name="connsiteY1" fmla="*/ 166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0 w 858613"/>
                  <a:gd name="connsiteY0" fmla="*/ 719575 h 1014215"/>
                  <a:gd name="connsiteX1" fmla="*/ 48766 w 858613"/>
                  <a:gd name="connsiteY1" fmla="*/ 166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0 w 858613"/>
                  <a:gd name="connsiteY0" fmla="*/ 719575 h 1014215"/>
                  <a:gd name="connsiteX1" fmla="*/ 48766 w 858613"/>
                  <a:gd name="connsiteY1" fmla="*/ 166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0 w 858613"/>
                  <a:gd name="connsiteY0" fmla="*/ 719575 h 1014215"/>
                  <a:gd name="connsiteX1" fmla="*/ 48766 w 858613"/>
                  <a:gd name="connsiteY1" fmla="*/ 166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0 w 858613"/>
                  <a:gd name="connsiteY0" fmla="*/ 719575 h 1014215"/>
                  <a:gd name="connsiteX1" fmla="*/ 48766 w 858613"/>
                  <a:gd name="connsiteY1" fmla="*/ 166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0 w 858613"/>
                  <a:gd name="connsiteY0" fmla="*/ 719575 h 1014215"/>
                  <a:gd name="connsiteX1" fmla="*/ 145286 w 858613"/>
                  <a:gd name="connsiteY1" fmla="*/ 293370 h 1014215"/>
                  <a:gd name="connsiteX2" fmla="*/ 551402 w 858613"/>
                  <a:gd name="connsiteY2" fmla="*/ 0 h 1014215"/>
                  <a:gd name="connsiteX3" fmla="*/ 552436 w 858613"/>
                  <a:gd name="connsiteY3" fmla="*/ 535550 h 1014215"/>
                  <a:gd name="connsiteX4" fmla="*/ 858613 w 858613"/>
                  <a:gd name="connsiteY4" fmla="*/ 1014215 h 1014215"/>
                  <a:gd name="connsiteX5" fmla="*/ 0 w 858613"/>
                  <a:gd name="connsiteY5" fmla="*/ 719575 h 1014215"/>
                  <a:gd name="connsiteX0" fmla="*/ 56049 w 914662"/>
                  <a:gd name="connsiteY0" fmla="*/ 719575 h 1014215"/>
                  <a:gd name="connsiteX1" fmla="*/ 3215 w 914662"/>
                  <a:gd name="connsiteY1" fmla="*/ 151130 h 1014215"/>
                  <a:gd name="connsiteX2" fmla="*/ 607451 w 914662"/>
                  <a:gd name="connsiteY2" fmla="*/ 0 h 1014215"/>
                  <a:gd name="connsiteX3" fmla="*/ 608485 w 914662"/>
                  <a:gd name="connsiteY3" fmla="*/ 535550 h 1014215"/>
                  <a:gd name="connsiteX4" fmla="*/ 914662 w 914662"/>
                  <a:gd name="connsiteY4" fmla="*/ 1014215 h 1014215"/>
                  <a:gd name="connsiteX5" fmla="*/ 56049 w 914662"/>
                  <a:gd name="connsiteY5" fmla="*/ 719575 h 1014215"/>
                  <a:gd name="connsiteX0" fmla="*/ 56049 w 914662"/>
                  <a:gd name="connsiteY0" fmla="*/ 719575 h 1014215"/>
                  <a:gd name="connsiteX1" fmla="*/ 3215 w 914662"/>
                  <a:gd name="connsiteY1" fmla="*/ 151130 h 1014215"/>
                  <a:gd name="connsiteX2" fmla="*/ 607451 w 914662"/>
                  <a:gd name="connsiteY2" fmla="*/ 0 h 1014215"/>
                  <a:gd name="connsiteX3" fmla="*/ 608485 w 914662"/>
                  <a:gd name="connsiteY3" fmla="*/ 535550 h 1014215"/>
                  <a:gd name="connsiteX4" fmla="*/ 914662 w 914662"/>
                  <a:gd name="connsiteY4" fmla="*/ 1014215 h 1014215"/>
                  <a:gd name="connsiteX5" fmla="*/ 56049 w 914662"/>
                  <a:gd name="connsiteY5" fmla="*/ 719575 h 1014215"/>
                  <a:gd name="connsiteX0" fmla="*/ 3600 w 862213"/>
                  <a:gd name="connsiteY0" fmla="*/ 719575 h 1014215"/>
                  <a:gd name="connsiteX1" fmla="*/ 555002 w 862213"/>
                  <a:gd name="connsiteY1" fmla="*/ 0 h 1014215"/>
                  <a:gd name="connsiteX2" fmla="*/ 556036 w 862213"/>
                  <a:gd name="connsiteY2" fmla="*/ 535550 h 1014215"/>
                  <a:gd name="connsiteX3" fmla="*/ 862213 w 862213"/>
                  <a:gd name="connsiteY3" fmla="*/ 1014215 h 1014215"/>
                  <a:gd name="connsiteX4" fmla="*/ 3600 w 862213"/>
                  <a:gd name="connsiteY4" fmla="*/ 719575 h 1014215"/>
                  <a:gd name="connsiteX0" fmla="*/ 5869 w 864482"/>
                  <a:gd name="connsiteY0" fmla="*/ 719575 h 1014215"/>
                  <a:gd name="connsiteX1" fmla="*/ 557271 w 864482"/>
                  <a:gd name="connsiteY1" fmla="*/ 0 h 1014215"/>
                  <a:gd name="connsiteX2" fmla="*/ 558305 w 864482"/>
                  <a:gd name="connsiteY2" fmla="*/ 535550 h 1014215"/>
                  <a:gd name="connsiteX3" fmla="*/ 864482 w 864482"/>
                  <a:gd name="connsiteY3" fmla="*/ 1014215 h 1014215"/>
                  <a:gd name="connsiteX4" fmla="*/ 5869 w 864482"/>
                  <a:gd name="connsiteY4" fmla="*/ 719575 h 1014215"/>
                  <a:gd name="connsiteX0" fmla="*/ 0 w 858613"/>
                  <a:gd name="connsiteY0" fmla="*/ 719575 h 1014215"/>
                  <a:gd name="connsiteX1" fmla="*/ 551402 w 858613"/>
                  <a:gd name="connsiteY1" fmla="*/ 0 h 1014215"/>
                  <a:gd name="connsiteX2" fmla="*/ 552436 w 858613"/>
                  <a:gd name="connsiteY2" fmla="*/ 535550 h 1014215"/>
                  <a:gd name="connsiteX3" fmla="*/ 858613 w 858613"/>
                  <a:gd name="connsiteY3" fmla="*/ 1014215 h 1014215"/>
                  <a:gd name="connsiteX4" fmla="*/ 0 w 858613"/>
                  <a:gd name="connsiteY4" fmla="*/ 719575 h 1014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8613" h="1014215">
                    <a:moveTo>
                      <a:pt x="0" y="719575"/>
                    </a:moveTo>
                    <a:cubicBezTo>
                      <a:pt x="370438" y="210179"/>
                      <a:pt x="240889" y="386271"/>
                      <a:pt x="551402" y="0"/>
                    </a:cubicBezTo>
                    <a:cubicBezTo>
                      <a:pt x="547294" y="308757"/>
                      <a:pt x="531714" y="264914"/>
                      <a:pt x="552436" y="535550"/>
                    </a:cubicBezTo>
                    <a:cubicBezTo>
                      <a:pt x="603638" y="704586"/>
                      <a:pt x="659432" y="748171"/>
                      <a:pt x="858613" y="1014215"/>
                    </a:cubicBezTo>
                    <a:cubicBezTo>
                      <a:pt x="356509" y="836203"/>
                      <a:pt x="422094" y="870917"/>
                      <a:pt x="0" y="71957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2233B32-9364-414A-896A-C91CDE9CC6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98650" y="2204778"/>
                <a:ext cx="1413403" cy="182823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BDCCC81-45AE-49AF-8FA0-EF75A9697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28358" y="1716617"/>
                <a:ext cx="202142" cy="1189566"/>
              </a:xfrm>
              <a:prstGeom prst="line">
                <a:avLst/>
              </a:prstGeom>
              <a:noFill/>
              <a:ln w="222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A11DE4B-E421-4E66-9087-98D7ED60EE20}"/>
                  </a:ext>
                </a:extLst>
              </p:cNvPr>
              <p:cNvSpPr/>
              <p:nvPr/>
            </p:nvSpPr>
            <p:spPr>
              <a:xfrm>
                <a:off x="3911600" y="1756833"/>
                <a:ext cx="1096433" cy="744107"/>
              </a:xfrm>
              <a:custGeom>
                <a:avLst/>
                <a:gdLst>
                  <a:gd name="connsiteX0" fmla="*/ 0 w 1248833"/>
                  <a:gd name="connsiteY0" fmla="*/ 0 h 523992"/>
                  <a:gd name="connsiteX1" fmla="*/ 440267 w 1248833"/>
                  <a:gd name="connsiteY1" fmla="*/ 508000 h 523992"/>
                  <a:gd name="connsiteX2" fmla="*/ 1248833 w 1248833"/>
                  <a:gd name="connsiteY2" fmla="*/ 406400 h 523992"/>
                  <a:gd name="connsiteX3" fmla="*/ 1248833 w 1248833"/>
                  <a:gd name="connsiteY3" fmla="*/ 406400 h 523992"/>
                  <a:gd name="connsiteX0" fmla="*/ 0 w 1096433"/>
                  <a:gd name="connsiteY0" fmla="*/ 0 h 703625"/>
                  <a:gd name="connsiteX1" fmla="*/ 287867 w 1096433"/>
                  <a:gd name="connsiteY1" fmla="*/ 677333 h 703625"/>
                  <a:gd name="connsiteX2" fmla="*/ 1096433 w 1096433"/>
                  <a:gd name="connsiteY2" fmla="*/ 575733 h 703625"/>
                  <a:gd name="connsiteX3" fmla="*/ 1096433 w 1096433"/>
                  <a:gd name="connsiteY3" fmla="*/ 575733 h 703625"/>
                  <a:gd name="connsiteX0" fmla="*/ 0 w 1096433"/>
                  <a:gd name="connsiteY0" fmla="*/ 0 h 744107"/>
                  <a:gd name="connsiteX1" fmla="*/ 376767 w 1096433"/>
                  <a:gd name="connsiteY1" fmla="*/ 719666 h 744107"/>
                  <a:gd name="connsiteX2" fmla="*/ 1096433 w 1096433"/>
                  <a:gd name="connsiteY2" fmla="*/ 575733 h 744107"/>
                  <a:gd name="connsiteX3" fmla="*/ 1096433 w 1096433"/>
                  <a:gd name="connsiteY3" fmla="*/ 575733 h 744107"/>
                  <a:gd name="connsiteX0" fmla="*/ 0 w 1096433"/>
                  <a:gd name="connsiteY0" fmla="*/ 0 h 744107"/>
                  <a:gd name="connsiteX1" fmla="*/ 376767 w 1096433"/>
                  <a:gd name="connsiteY1" fmla="*/ 719666 h 744107"/>
                  <a:gd name="connsiteX2" fmla="*/ 1096433 w 1096433"/>
                  <a:gd name="connsiteY2" fmla="*/ 575733 h 744107"/>
                  <a:gd name="connsiteX3" fmla="*/ 1096433 w 1096433"/>
                  <a:gd name="connsiteY3" fmla="*/ 575733 h 74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6433" h="744107">
                    <a:moveTo>
                      <a:pt x="0" y="0"/>
                    </a:moveTo>
                    <a:cubicBezTo>
                      <a:pt x="116064" y="220133"/>
                      <a:pt x="194028" y="623711"/>
                      <a:pt x="376767" y="719666"/>
                    </a:cubicBezTo>
                    <a:cubicBezTo>
                      <a:pt x="559506" y="815621"/>
                      <a:pt x="976489" y="599722"/>
                      <a:pt x="1096433" y="575733"/>
                    </a:cubicBezTo>
                    <a:lnTo>
                      <a:pt x="1096433" y="575733"/>
                    </a:lnTo>
                  </a:path>
                </a:pathLst>
              </a:custGeom>
              <a:noFill/>
              <a:ln w="2222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EAECA88-B9EC-490E-94BF-6B526231D325}"/>
                  </a:ext>
                </a:extLst>
              </p:cNvPr>
              <p:cNvSpPr/>
              <p:nvPr/>
            </p:nvSpPr>
            <p:spPr>
              <a:xfrm rot="19589510" flipV="1">
                <a:off x="3964722" y="1939346"/>
                <a:ext cx="1096433" cy="744107"/>
              </a:xfrm>
              <a:custGeom>
                <a:avLst/>
                <a:gdLst>
                  <a:gd name="connsiteX0" fmla="*/ 0 w 1248833"/>
                  <a:gd name="connsiteY0" fmla="*/ 0 h 523992"/>
                  <a:gd name="connsiteX1" fmla="*/ 440267 w 1248833"/>
                  <a:gd name="connsiteY1" fmla="*/ 508000 h 523992"/>
                  <a:gd name="connsiteX2" fmla="*/ 1248833 w 1248833"/>
                  <a:gd name="connsiteY2" fmla="*/ 406400 h 523992"/>
                  <a:gd name="connsiteX3" fmla="*/ 1248833 w 1248833"/>
                  <a:gd name="connsiteY3" fmla="*/ 406400 h 523992"/>
                  <a:gd name="connsiteX0" fmla="*/ 0 w 1096433"/>
                  <a:gd name="connsiteY0" fmla="*/ 0 h 703625"/>
                  <a:gd name="connsiteX1" fmla="*/ 287867 w 1096433"/>
                  <a:gd name="connsiteY1" fmla="*/ 677333 h 703625"/>
                  <a:gd name="connsiteX2" fmla="*/ 1096433 w 1096433"/>
                  <a:gd name="connsiteY2" fmla="*/ 575733 h 703625"/>
                  <a:gd name="connsiteX3" fmla="*/ 1096433 w 1096433"/>
                  <a:gd name="connsiteY3" fmla="*/ 575733 h 703625"/>
                  <a:gd name="connsiteX0" fmla="*/ 0 w 1096433"/>
                  <a:gd name="connsiteY0" fmla="*/ 0 h 744107"/>
                  <a:gd name="connsiteX1" fmla="*/ 376767 w 1096433"/>
                  <a:gd name="connsiteY1" fmla="*/ 719666 h 744107"/>
                  <a:gd name="connsiteX2" fmla="*/ 1096433 w 1096433"/>
                  <a:gd name="connsiteY2" fmla="*/ 575733 h 744107"/>
                  <a:gd name="connsiteX3" fmla="*/ 1096433 w 1096433"/>
                  <a:gd name="connsiteY3" fmla="*/ 575733 h 744107"/>
                  <a:gd name="connsiteX0" fmla="*/ 0 w 1096433"/>
                  <a:gd name="connsiteY0" fmla="*/ 0 h 744107"/>
                  <a:gd name="connsiteX1" fmla="*/ 376767 w 1096433"/>
                  <a:gd name="connsiteY1" fmla="*/ 719666 h 744107"/>
                  <a:gd name="connsiteX2" fmla="*/ 1096433 w 1096433"/>
                  <a:gd name="connsiteY2" fmla="*/ 575733 h 744107"/>
                  <a:gd name="connsiteX3" fmla="*/ 1096433 w 1096433"/>
                  <a:gd name="connsiteY3" fmla="*/ 575733 h 74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6433" h="744107">
                    <a:moveTo>
                      <a:pt x="0" y="0"/>
                    </a:moveTo>
                    <a:cubicBezTo>
                      <a:pt x="116064" y="220133"/>
                      <a:pt x="194028" y="623711"/>
                      <a:pt x="376767" y="719666"/>
                    </a:cubicBezTo>
                    <a:cubicBezTo>
                      <a:pt x="559506" y="815621"/>
                      <a:pt x="976489" y="599722"/>
                      <a:pt x="1096433" y="575733"/>
                    </a:cubicBezTo>
                    <a:lnTo>
                      <a:pt x="1096433" y="575733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475B76-967B-403B-9231-EAC40C774486}"/>
                </a:ext>
              </a:extLst>
            </p:cNvPr>
            <p:cNvSpPr/>
            <p:nvPr/>
          </p:nvSpPr>
          <p:spPr>
            <a:xfrm>
              <a:off x="1417336" y="556278"/>
              <a:ext cx="330090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as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follows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endParaRPr lang="pt-PT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6A81FB0-FD48-4065-9EC3-14E6DA239CF2}"/>
              </a:ext>
            </a:extLst>
          </p:cNvPr>
          <p:cNvGrpSpPr/>
          <p:nvPr/>
        </p:nvGrpSpPr>
        <p:grpSpPr>
          <a:xfrm>
            <a:off x="6299098" y="245040"/>
            <a:ext cx="4321705" cy="2299484"/>
            <a:chOff x="6299098" y="245040"/>
            <a:chExt cx="4321705" cy="229948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B64F097-C044-418E-B58C-47031803538F}"/>
                </a:ext>
              </a:extLst>
            </p:cNvPr>
            <p:cNvSpPr/>
            <p:nvPr/>
          </p:nvSpPr>
          <p:spPr>
            <a:xfrm>
              <a:off x="6299098" y="436525"/>
              <a:ext cx="4321705" cy="203954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307A8D5-4145-4DFB-8513-05004D594157}"/>
                </a:ext>
              </a:extLst>
            </p:cNvPr>
            <p:cNvSpPr/>
            <p:nvPr/>
          </p:nvSpPr>
          <p:spPr>
            <a:xfrm>
              <a:off x="6524889" y="245040"/>
              <a:ext cx="390363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Example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sharing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vertex</a:t>
              </a:r>
              <a:r>
                <a:rPr lang="pt-PT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endParaRPr lang="pt-PT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AB93D3B-F756-4F90-8763-3312955B4336}"/>
                </a:ext>
              </a:extLst>
            </p:cNvPr>
            <p:cNvGrpSpPr/>
            <p:nvPr/>
          </p:nvGrpSpPr>
          <p:grpSpPr>
            <a:xfrm>
              <a:off x="6850356" y="854197"/>
              <a:ext cx="1206114" cy="1431586"/>
              <a:chOff x="6937344" y="829173"/>
              <a:chExt cx="1206114" cy="1431586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E286C4E-17B2-4A60-8C38-FFA92DC081B9}"/>
                  </a:ext>
                </a:extLst>
              </p:cNvPr>
              <p:cNvGrpSpPr/>
              <p:nvPr/>
            </p:nvGrpSpPr>
            <p:grpSpPr>
              <a:xfrm>
                <a:off x="6937344" y="829173"/>
                <a:ext cx="1206114" cy="1431586"/>
                <a:chOff x="2241735" y="1525633"/>
                <a:chExt cx="1461526" cy="1669098"/>
              </a:xfrm>
            </p:grpSpPr>
            <p:sp>
              <p:nvSpPr>
                <p:cNvPr id="41" name="Trapezoid 1">
                  <a:extLst>
                    <a:ext uri="{FF2B5EF4-FFF2-40B4-BE49-F238E27FC236}">
                      <a16:creationId xmlns:a16="http://schemas.microsoft.com/office/drawing/2014/main" id="{EF9372EC-9FAB-4F62-985D-C42A4E517CA2}"/>
                    </a:ext>
                  </a:extLst>
                </p:cNvPr>
                <p:cNvSpPr/>
                <p:nvPr/>
              </p:nvSpPr>
              <p:spPr>
                <a:xfrm>
                  <a:off x="2241735" y="1525633"/>
                  <a:ext cx="894173" cy="918965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173" h="918965">
                      <a:moveTo>
                        <a:pt x="0" y="918965"/>
                      </a:moveTo>
                      <a:cubicBezTo>
                        <a:pt x="44830" y="-4788"/>
                        <a:pt x="36321" y="266528"/>
                        <a:pt x="33526" y="0"/>
                      </a:cubicBezTo>
                      <a:cubicBezTo>
                        <a:pt x="236843" y="44873"/>
                        <a:pt x="27410" y="-5503"/>
                        <a:pt x="576802" y="179070"/>
                      </a:cubicBezTo>
                      <a:cubicBezTo>
                        <a:pt x="893836" y="684570"/>
                        <a:pt x="605079" y="217885"/>
                        <a:pt x="894173" y="700525"/>
                      </a:cubicBezTo>
                      <a:cubicBezTo>
                        <a:pt x="397149" y="827313"/>
                        <a:pt x="858974" y="709627"/>
                        <a:pt x="0" y="91896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2" name="Trapezoid 1">
                  <a:extLst>
                    <a:ext uri="{FF2B5EF4-FFF2-40B4-BE49-F238E27FC236}">
                      <a16:creationId xmlns:a16="http://schemas.microsoft.com/office/drawing/2014/main" id="{14562485-33CE-4B4E-B572-A9030A19D8DC}"/>
                    </a:ext>
                  </a:extLst>
                </p:cNvPr>
                <p:cNvSpPr/>
                <p:nvPr/>
              </p:nvSpPr>
              <p:spPr>
                <a:xfrm rot="10994989">
                  <a:off x="2798099" y="1743449"/>
                  <a:ext cx="905162" cy="1069200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58613"/>
                    <a:gd name="connsiteY0" fmla="*/ 918965 h 1230607"/>
                    <a:gd name="connsiteX1" fmla="*/ 33526 w 858613"/>
                    <a:gd name="connsiteY1" fmla="*/ 0 h 1230607"/>
                    <a:gd name="connsiteX2" fmla="*/ 576802 w 858613"/>
                    <a:gd name="connsiteY2" fmla="*/ 179070 h 1230607"/>
                    <a:gd name="connsiteX3" fmla="*/ 858613 w 858613"/>
                    <a:gd name="connsiteY3" fmla="*/ 1213605 h 1230607"/>
                    <a:gd name="connsiteX4" fmla="*/ 0 w 858613"/>
                    <a:gd name="connsiteY4" fmla="*/ 918965 h 1230607"/>
                    <a:gd name="connsiteX0" fmla="*/ 0 w 858613"/>
                    <a:gd name="connsiteY0" fmla="*/ 787382 h 1099024"/>
                    <a:gd name="connsiteX1" fmla="*/ 48766 w 858613"/>
                    <a:gd name="connsiteY1" fmla="*/ 234177 h 1099024"/>
                    <a:gd name="connsiteX2" fmla="*/ 576802 w 858613"/>
                    <a:gd name="connsiteY2" fmla="*/ 47487 h 1099024"/>
                    <a:gd name="connsiteX3" fmla="*/ 858613 w 858613"/>
                    <a:gd name="connsiteY3" fmla="*/ 1082022 h 1099024"/>
                    <a:gd name="connsiteX4" fmla="*/ 0 w 858613"/>
                    <a:gd name="connsiteY4" fmla="*/ 787382 h 1099024"/>
                    <a:gd name="connsiteX0" fmla="*/ 0 w 858613"/>
                    <a:gd name="connsiteY0" fmla="*/ 666564 h 978206"/>
                    <a:gd name="connsiteX1" fmla="*/ 48766 w 858613"/>
                    <a:gd name="connsiteY1" fmla="*/ 113359 h 978206"/>
                    <a:gd name="connsiteX2" fmla="*/ 495522 w 858613"/>
                    <a:gd name="connsiteY2" fmla="*/ 63829 h 978206"/>
                    <a:gd name="connsiteX3" fmla="*/ 858613 w 858613"/>
                    <a:gd name="connsiteY3" fmla="*/ 961204 h 978206"/>
                    <a:gd name="connsiteX4" fmla="*/ 0 w 858613"/>
                    <a:gd name="connsiteY4" fmla="*/ 666564 h 978206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73151"/>
                    <a:gd name="connsiteY0" fmla="*/ 719575 h 1031217"/>
                    <a:gd name="connsiteX1" fmla="*/ 48766 w 873151"/>
                    <a:gd name="connsiteY1" fmla="*/ 166370 h 1031217"/>
                    <a:gd name="connsiteX2" fmla="*/ 551402 w 873151"/>
                    <a:gd name="connsiteY2" fmla="*/ 0 h 1031217"/>
                    <a:gd name="connsiteX3" fmla="*/ 455916 w 873151"/>
                    <a:gd name="connsiteY3" fmla="*/ 505070 h 1031217"/>
                    <a:gd name="connsiteX4" fmla="*/ 858613 w 873151"/>
                    <a:gd name="connsiteY4" fmla="*/ 1014215 h 1031217"/>
                    <a:gd name="connsiteX5" fmla="*/ 0 w 873151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552436 w 858613"/>
                    <a:gd name="connsiteY3" fmla="*/ 535550 h 1031217"/>
                    <a:gd name="connsiteX4" fmla="*/ 858613 w 858613"/>
                    <a:gd name="connsiteY4" fmla="*/ 1014215 h 1031217"/>
                    <a:gd name="connsiteX5" fmla="*/ 0 w 858613"/>
                    <a:gd name="connsiteY5" fmla="*/ 719575 h 1031217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145286 w 858613"/>
                    <a:gd name="connsiteY1" fmla="*/ 293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3600 w 862213"/>
                    <a:gd name="connsiteY0" fmla="*/ 719575 h 1014215"/>
                    <a:gd name="connsiteX1" fmla="*/ 555002 w 862213"/>
                    <a:gd name="connsiteY1" fmla="*/ 0 h 1014215"/>
                    <a:gd name="connsiteX2" fmla="*/ 556036 w 862213"/>
                    <a:gd name="connsiteY2" fmla="*/ 535550 h 1014215"/>
                    <a:gd name="connsiteX3" fmla="*/ 862213 w 862213"/>
                    <a:gd name="connsiteY3" fmla="*/ 1014215 h 1014215"/>
                    <a:gd name="connsiteX4" fmla="*/ 3600 w 862213"/>
                    <a:gd name="connsiteY4" fmla="*/ 719575 h 1014215"/>
                    <a:gd name="connsiteX0" fmla="*/ 5869 w 864482"/>
                    <a:gd name="connsiteY0" fmla="*/ 719575 h 1014215"/>
                    <a:gd name="connsiteX1" fmla="*/ 557271 w 864482"/>
                    <a:gd name="connsiteY1" fmla="*/ 0 h 1014215"/>
                    <a:gd name="connsiteX2" fmla="*/ 558305 w 864482"/>
                    <a:gd name="connsiteY2" fmla="*/ 535550 h 1014215"/>
                    <a:gd name="connsiteX3" fmla="*/ 864482 w 864482"/>
                    <a:gd name="connsiteY3" fmla="*/ 1014215 h 1014215"/>
                    <a:gd name="connsiteX4" fmla="*/ 5869 w 864482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8613" h="1014215">
                      <a:moveTo>
                        <a:pt x="0" y="719575"/>
                      </a:moveTo>
                      <a:cubicBezTo>
                        <a:pt x="370438" y="210179"/>
                        <a:pt x="240889" y="386271"/>
                        <a:pt x="551402" y="0"/>
                      </a:cubicBezTo>
                      <a:cubicBezTo>
                        <a:pt x="547294" y="308757"/>
                        <a:pt x="531714" y="264914"/>
                        <a:pt x="552436" y="535550"/>
                      </a:cubicBezTo>
                      <a:cubicBezTo>
                        <a:pt x="636416" y="695076"/>
                        <a:pt x="659432" y="748171"/>
                        <a:pt x="858613" y="1014215"/>
                      </a:cubicBezTo>
                      <a:cubicBezTo>
                        <a:pt x="356509" y="836203"/>
                        <a:pt x="422094" y="870917"/>
                        <a:pt x="0" y="71957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7" name="Trapezoid 1">
                  <a:extLst>
                    <a:ext uri="{FF2B5EF4-FFF2-40B4-BE49-F238E27FC236}">
                      <a16:creationId xmlns:a16="http://schemas.microsoft.com/office/drawing/2014/main" id="{9C0DF054-09CA-40B6-ACAA-2BD6B415EB74}"/>
                    </a:ext>
                  </a:extLst>
                </p:cNvPr>
                <p:cNvSpPr/>
                <p:nvPr/>
              </p:nvSpPr>
              <p:spPr>
                <a:xfrm rot="4397950">
                  <a:off x="2351782" y="2288162"/>
                  <a:ext cx="894173" cy="918965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173" h="918965">
                      <a:moveTo>
                        <a:pt x="0" y="918965"/>
                      </a:moveTo>
                      <a:cubicBezTo>
                        <a:pt x="44830" y="-4788"/>
                        <a:pt x="36321" y="266528"/>
                        <a:pt x="33526" y="0"/>
                      </a:cubicBezTo>
                      <a:cubicBezTo>
                        <a:pt x="236843" y="44873"/>
                        <a:pt x="27410" y="-5503"/>
                        <a:pt x="576802" y="179070"/>
                      </a:cubicBezTo>
                      <a:cubicBezTo>
                        <a:pt x="893836" y="684570"/>
                        <a:pt x="605079" y="217885"/>
                        <a:pt x="894173" y="700525"/>
                      </a:cubicBezTo>
                      <a:cubicBezTo>
                        <a:pt x="397149" y="827313"/>
                        <a:pt x="858974" y="709627"/>
                        <a:pt x="0" y="91896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</p:grp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9891B08-633B-48BF-BA0E-A5A6CED168E3}"/>
                  </a:ext>
                </a:extLst>
              </p:cNvPr>
              <p:cNvSpPr/>
              <p:nvPr/>
            </p:nvSpPr>
            <p:spPr>
              <a:xfrm>
                <a:off x="7447399" y="1236990"/>
                <a:ext cx="397810" cy="397810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6259192-D75F-4F62-9FFD-4AFCC7FEFCFE}"/>
                </a:ext>
              </a:extLst>
            </p:cNvPr>
            <p:cNvGrpSpPr/>
            <p:nvPr/>
          </p:nvGrpSpPr>
          <p:grpSpPr>
            <a:xfrm>
              <a:off x="8388693" y="690214"/>
              <a:ext cx="1925612" cy="1854310"/>
              <a:chOff x="8357842" y="2448038"/>
              <a:chExt cx="1967418" cy="1894568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F64440B-AA2E-4199-BBBC-D52FF933EF90}"/>
                  </a:ext>
                </a:extLst>
              </p:cNvPr>
              <p:cNvGrpSpPr/>
              <p:nvPr/>
            </p:nvGrpSpPr>
            <p:grpSpPr>
              <a:xfrm>
                <a:off x="8357842" y="2448038"/>
                <a:ext cx="1967418" cy="1894568"/>
                <a:chOff x="8357842" y="2448038"/>
                <a:chExt cx="1967418" cy="1894568"/>
              </a:xfrm>
            </p:grpSpPr>
            <p:sp>
              <p:nvSpPr>
                <p:cNvPr id="53" name="Trapezoid 1">
                  <a:extLst>
                    <a:ext uri="{FF2B5EF4-FFF2-40B4-BE49-F238E27FC236}">
                      <a16:creationId xmlns:a16="http://schemas.microsoft.com/office/drawing/2014/main" id="{27968AFD-260D-40A6-9E9A-0F0F38E18C30}"/>
                    </a:ext>
                  </a:extLst>
                </p:cNvPr>
                <p:cNvSpPr/>
                <p:nvPr/>
              </p:nvSpPr>
              <p:spPr>
                <a:xfrm rot="10994989">
                  <a:off x="8357842" y="3055758"/>
                  <a:ext cx="905162" cy="1069200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58613"/>
                    <a:gd name="connsiteY0" fmla="*/ 918965 h 1230607"/>
                    <a:gd name="connsiteX1" fmla="*/ 33526 w 858613"/>
                    <a:gd name="connsiteY1" fmla="*/ 0 h 1230607"/>
                    <a:gd name="connsiteX2" fmla="*/ 576802 w 858613"/>
                    <a:gd name="connsiteY2" fmla="*/ 179070 h 1230607"/>
                    <a:gd name="connsiteX3" fmla="*/ 858613 w 858613"/>
                    <a:gd name="connsiteY3" fmla="*/ 1213605 h 1230607"/>
                    <a:gd name="connsiteX4" fmla="*/ 0 w 858613"/>
                    <a:gd name="connsiteY4" fmla="*/ 918965 h 1230607"/>
                    <a:gd name="connsiteX0" fmla="*/ 0 w 858613"/>
                    <a:gd name="connsiteY0" fmla="*/ 787382 h 1099024"/>
                    <a:gd name="connsiteX1" fmla="*/ 48766 w 858613"/>
                    <a:gd name="connsiteY1" fmla="*/ 234177 h 1099024"/>
                    <a:gd name="connsiteX2" fmla="*/ 576802 w 858613"/>
                    <a:gd name="connsiteY2" fmla="*/ 47487 h 1099024"/>
                    <a:gd name="connsiteX3" fmla="*/ 858613 w 858613"/>
                    <a:gd name="connsiteY3" fmla="*/ 1082022 h 1099024"/>
                    <a:gd name="connsiteX4" fmla="*/ 0 w 858613"/>
                    <a:gd name="connsiteY4" fmla="*/ 787382 h 1099024"/>
                    <a:gd name="connsiteX0" fmla="*/ 0 w 858613"/>
                    <a:gd name="connsiteY0" fmla="*/ 666564 h 978206"/>
                    <a:gd name="connsiteX1" fmla="*/ 48766 w 858613"/>
                    <a:gd name="connsiteY1" fmla="*/ 113359 h 978206"/>
                    <a:gd name="connsiteX2" fmla="*/ 495522 w 858613"/>
                    <a:gd name="connsiteY2" fmla="*/ 63829 h 978206"/>
                    <a:gd name="connsiteX3" fmla="*/ 858613 w 858613"/>
                    <a:gd name="connsiteY3" fmla="*/ 961204 h 978206"/>
                    <a:gd name="connsiteX4" fmla="*/ 0 w 858613"/>
                    <a:gd name="connsiteY4" fmla="*/ 666564 h 978206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73151"/>
                    <a:gd name="connsiteY0" fmla="*/ 719575 h 1031217"/>
                    <a:gd name="connsiteX1" fmla="*/ 48766 w 873151"/>
                    <a:gd name="connsiteY1" fmla="*/ 166370 h 1031217"/>
                    <a:gd name="connsiteX2" fmla="*/ 551402 w 873151"/>
                    <a:gd name="connsiteY2" fmla="*/ 0 h 1031217"/>
                    <a:gd name="connsiteX3" fmla="*/ 455916 w 873151"/>
                    <a:gd name="connsiteY3" fmla="*/ 505070 h 1031217"/>
                    <a:gd name="connsiteX4" fmla="*/ 858613 w 873151"/>
                    <a:gd name="connsiteY4" fmla="*/ 1014215 h 1031217"/>
                    <a:gd name="connsiteX5" fmla="*/ 0 w 873151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552436 w 858613"/>
                    <a:gd name="connsiteY3" fmla="*/ 535550 h 1031217"/>
                    <a:gd name="connsiteX4" fmla="*/ 858613 w 858613"/>
                    <a:gd name="connsiteY4" fmla="*/ 1014215 h 1031217"/>
                    <a:gd name="connsiteX5" fmla="*/ 0 w 858613"/>
                    <a:gd name="connsiteY5" fmla="*/ 719575 h 1031217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145286 w 858613"/>
                    <a:gd name="connsiteY1" fmla="*/ 293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3600 w 862213"/>
                    <a:gd name="connsiteY0" fmla="*/ 719575 h 1014215"/>
                    <a:gd name="connsiteX1" fmla="*/ 555002 w 862213"/>
                    <a:gd name="connsiteY1" fmla="*/ 0 h 1014215"/>
                    <a:gd name="connsiteX2" fmla="*/ 556036 w 862213"/>
                    <a:gd name="connsiteY2" fmla="*/ 535550 h 1014215"/>
                    <a:gd name="connsiteX3" fmla="*/ 862213 w 862213"/>
                    <a:gd name="connsiteY3" fmla="*/ 1014215 h 1014215"/>
                    <a:gd name="connsiteX4" fmla="*/ 3600 w 862213"/>
                    <a:gd name="connsiteY4" fmla="*/ 719575 h 1014215"/>
                    <a:gd name="connsiteX0" fmla="*/ 5869 w 864482"/>
                    <a:gd name="connsiteY0" fmla="*/ 719575 h 1014215"/>
                    <a:gd name="connsiteX1" fmla="*/ 557271 w 864482"/>
                    <a:gd name="connsiteY1" fmla="*/ 0 h 1014215"/>
                    <a:gd name="connsiteX2" fmla="*/ 558305 w 864482"/>
                    <a:gd name="connsiteY2" fmla="*/ 535550 h 1014215"/>
                    <a:gd name="connsiteX3" fmla="*/ 864482 w 864482"/>
                    <a:gd name="connsiteY3" fmla="*/ 1014215 h 1014215"/>
                    <a:gd name="connsiteX4" fmla="*/ 5869 w 864482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8613" h="1014215">
                      <a:moveTo>
                        <a:pt x="0" y="719575"/>
                      </a:moveTo>
                      <a:cubicBezTo>
                        <a:pt x="370438" y="210179"/>
                        <a:pt x="240889" y="386271"/>
                        <a:pt x="551402" y="0"/>
                      </a:cubicBezTo>
                      <a:cubicBezTo>
                        <a:pt x="547294" y="308757"/>
                        <a:pt x="531714" y="264914"/>
                        <a:pt x="552436" y="535550"/>
                      </a:cubicBezTo>
                      <a:cubicBezTo>
                        <a:pt x="636416" y="695076"/>
                        <a:pt x="659432" y="748171"/>
                        <a:pt x="858613" y="1014215"/>
                      </a:cubicBezTo>
                      <a:cubicBezTo>
                        <a:pt x="356509" y="836203"/>
                        <a:pt x="422094" y="870917"/>
                        <a:pt x="0" y="71957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54" name="Trapezoid 1">
                  <a:extLst>
                    <a:ext uri="{FF2B5EF4-FFF2-40B4-BE49-F238E27FC236}">
                      <a16:creationId xmlns:a16="http://schemas.microsoft.com/office/drawing/2014/main" id="{0AEBC012-A94F-42E7-853A-EAA7FFCB0F85}"/>
                    </a:ext>
                  </a:extLst>
                </p:cNvPr>
                <p:cNvSpPr/>
                <p:nvPr/>
              </p:nvSpPr>
              <p:spPr>
                <a:xfrm rot="6629536">
                  <a:off x="8881098" y="3355425"/>
                  <a:ext cx="905162" cy="1069200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58613"/>
                    <a:gd name="connsiteY0" fmla="*/ 918965 h 1230607"/>
                    <a:gd name="connsiteX1" fmla="*/ 33526 w 858613"/>
                    <a:gd name="connsiteY1" fmla="*/ 0 h 1230607"/>
                    <a:gd name="connsiteX2" fmla="*/ 576802 w 858613"/>
                    <a:gd name="connsiteY2" fmla="*/ 179070 h 1230607"/>
                    <a:gd name="connsiteX3" fmla="*/ 858613 w 858613"/>
                    <a:gd name="connsiteY3" fmla="*/ 1213605 h 1230607"/>
                    <a:gd name="connsiteX4" fmla="*/ 0 w 858613"/>
                    <a:gd name="connsiteY4" fmla="*/ 918965 h 1230607"/>
                    <a:gd name="connsiteX0" fmla="*/ 0 w 858613"/>
                    <a:gd name="connsiteY0" fmla="*/ 787382 h 1099024"/>
                    <a:gd name="connsiteX1" fmla="*/ 48766 w 858613"/>
                    <a:gd name="connsiteY1" fmla="*/ 234177 h 1099024"/>
                    <a:gd name="connsiteX2" fmla="*/ 576802 w 858613"/>
                    <a:gd name="connsiteY2" fmla="*/ 47487 h 1099024"/>
                    <a:gd name="connsiteX3" fmla="*/ 858613 w 858613"/>
                    <a:gd name="connsiteY3" fmla="*/ 1082022 h 1099024"/>
                    <a:gd name="connsiteX4" fmla="*/ 0 w 858613"/>
                    <a:gd name="connsiteY4" fmla="*/ 787382 h 1099024"/>
                    <a:gd name="connsiteX0" fmla="*/ 0 w 858613"/>
                    <a:gd name="connsiteY0" fmla="*/ 666564 h 978206"/>
                    <a:gd name="connsiteX1" fmla="*/ 48766 w 858613"/>
                    <a:gd name="connsiteY1" fmla="*/ 113359 h 978206"/>
                    <a:gd name="connsiteX2" fmla="*/ 495522 w 858613"/>
                    <a:gd name="connsiteY2" fmla="*/ 63829 h 978206"/>
                    <a:gd name="connsiteX3" fmla="*/ 858613 w 858613"/>
                    <a:gd name="connsiteY3" fmla="*/ 961204 h 978206"/>
                    <a:gd name="connsiteX4" fmla="*/ 0 w 858613"/>
                    <a:gd name="connsiteY4" fmla="*/ 666564 h 978206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73151"/>
                    <a:gd name="connsiteY0" fmla="*/ 719575 h 1031217"/>
                    <a:gd name="connsiteX1" fmla="*/ 48766 w 873151"/>
                    <a:gd name="connsiteY1" fmla="*/ 166370 h 1031217"/>
                    <a:gd name="connsiteX2" fmla="*/ 551402 w 873151"/>
                    <a:gd name="connsiteY2" fmla="*/ 0 h 1031217"/>
                    <a:gd name="connsiteX3" fmla="*/ 455916 w 873151"/>
                    <a:gd name="connsiteY3" fmla="*/ 505070 h 1031217"/>
                    <a:gd name="connsiteX4" fmla="*/ 858613 w 873151"/>
                    <a:gd name="connsiteY4" fmla="*/ 1014215 h 1031217"/>
                    <a:gd name="connsiteX5" fmla="*/ 0 w 873151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552436 w 858613"/>
                    <a:gd name="connsiteY3" fmla="*/ 535550 h 1031217"/>
                    <a:gd name="connsiteX4" fmla="*/ 858613 w 858613"/>
                    <a:gd name="connsiteY4" fmla="*/ 1014215 h 1031217"/>
                    <a:gd name="connsiteX5" fmla="*/ 0 w 858613"/>
                    <a:gd name="connsiteY5" fmla="*/ 719575 h 1031217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145286 w 858613"/>
                    <a:gd name="connsiteY1" fmla="*/ 293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3600 w 862213"/>
                    <a:gd name="connsiteY0" fmla="*/ 719575 h 1014215"/>
                    <a:gd name="connsiteX1" fmla="*/ 555002 w 862213"/>
                    <a:gd name="connsiteY1" fmla="*/ 0 h 1014215"/>
                    <a:gd name="connsiteX2" fmla="*/ 556036 w 862213"/>
                    <a:gd name="connsiteY2" fmla="*/ 535550 h 1014215"/>
                    <a:gd name="connsiteX3" fmla="*/ 862213 w 862213"/>
                    <a:gd name="connsiteY3" fmla="*/ 1014215 h 1014215"/>
                    <a:gd name="connsiteX4" fmla="*/ 3600 w 862213"/>
                    <a:gd name="connsiteY4" fmla="*/ 719575 h 1014215"/>
                    <a:gd name="connsiteX0" fmla="*/ 5869 w 864482"/>
                    <a:gd name="connsiteY0" fmla="*/ 719575 h 1014215"/>
                    <a:gd name="connsiteX1" fmla="*/ 557271 w 864482"/>
                    <a:gd name="connsiteY1" fmla="*/ 0 h 1014215"/>
                    <a:gd name="connsiteX2" fmla="*/ 558305 w 864482"/>
                    <a:gd name="connsiteY2" fmla="*/ 535550 h 1014215"/>
                    <a:gd name="connsiteX3" fmla="*/ 864482 w 864482"/>
                    <a:gd name="connsiteY3" fmla="*/ 1014215 h 1014215"/>
                    <a:gd name="connsiteX4" fmla="*/ 5869 w 864482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8613" h="1014215">
                      <a:moveTo>
                        <a:pt x="0" y="719575"/>
                      </a:moveTo>
                      <a:cubicBezTo>
                        <a:pt x="370438" y="210179"/>
                        <a:pt x="240889" y="386271"/>
                        <a:pt x="551402" y="0"/>
                      </a:cubicBezTo>
                      <a:cubicBezTo>
                        <a:pt x="547294" y="308757"/>
                        <a:pt x="531714" y="264914"/>
                        <a:pt x="552436" y="535550"/>
                      </a:cubicBezTo>
                      <a:cubicBezTo>
                        <a:pt x="636416" y="695076"/>
                        <a:pt x="659432" y="748171"/>
                        <a:pt x="858613" y="1014215"/>
                      </a:cubicBezTo>
                      <a:cubicBezTo>
                        <a:pt x="356509" y="836203"/>
                        <a:pt x="422094" y="870917"/>
                        <a:pt x="0" y="71957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0A5FBA1D-C592-43A3-94AA-B7E985246FCA}"/>
                    </a:ext>
                  </a:extLst>
                </p:cNvPr>
                <p:cNvSpPr/>
                <p:nvPr/>
              </p:nvSpPr>
              <p:spPr>
                <a:xfrm rot="15166243">
                  <a:off x="8482551" y="2476263"/>
                  <a:ext cx="905162" cy="1069200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58613"/>
                    <a:gd name="connsiteY0" fmla="*/ 918965 h 1230607"/>
                    <a:gd name="connsiteX1" fmla="*/ 33526 w 858613"/>
                    <a:gd name="connsiteY1" fmla="*/ 0 h 1230607"/>
                    <a:gd name="connsiteX2" fmla="*/ 576802 w 858613"/>
                    <a:gd name="connsiteY2" fmla="*/ 179070 h 1230607"/>
                    <a:gd name="connsiteX3" fmla="*/ 858613 w 858613"/>
                    <a:gd name="connsiteY3" fmla="*/ 1213605 h 1230607"/>
                    <a:gd name="connsiteX4" fmla="*/ 0 w 858613"/>
                    <a:gd name="connsiteY4" fmla="*/ 918965 h 1230607"/>
                    <a:gd name="connsiteX0" fmla="*/ 0 w 858613"/>
                    <a:gd name="connsiteY0" fmla="*/ 787382 h 1099024"/>
                    <a:gd name="connsiteX1" fmla="*/ 48766 w 858613"/>
                    <a:gd name="connsiteY1" fmla="*/ 234177 h 1099024"/>
                    <a:gd name="connsiteX2" fmla="*/ 576802 w 858613"/>
                    <a:gd name="connsiteY2" fmla="*/ 47487 h 1099024"/>
                    <a:gd name="connsiteX3" fmla="*/ 858613 w 858613"/>
                    <a:gd name="connsiteY3" fmla="*/ 1082022 h 1099024"/>
                    <a:gd name="connsiteX4" fmla="*/ 0 w 858613"/>
                    <a:gd name="connsiteY4" fmla="*/ 787382 h 1099024"/>
                    <a:gd name="connsiteX0" fmla="*/ 0 w 858613"/>
                    <a:gd name="connsiteY0" fmla="*/ 666564 h 978206"/>
                    <a:gd name="connsiteX1" fmla="*/ 48766 w 858613"/>
                    <a:gd name="connsiteY1" fmla="*/ 113359 h 978206"/>
                    <a:gd name="connsiteX2" fmla="*/ 495522 w 858613"/>
                    <a:gd name="connsiteY2" fmla="*/ 63829 h 978206"/>
                    <a:gd name="connsiteX3" fmla="*/ 858613 w 858613"/>
                    <a:gd name="connsiteY3" fmla="*/ 961204 h 978206"/>
                    <a:gd name="connsiteX4" fmla="*/ 0 w 858613"/>
                    <a:gd name="connsiteY4" fmla="*/ 666564 h 978206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68930 h 1080572"/>
                    <a:gd name="connsiteX1" fmla="*/ 48766 w 858613"/>
                    <a:gd name="connsiteY1" fmla="*/ 215725 h 1080572"/>
                    <a:gd name="connsiteX2" fmla="*/ 551402 w 858613"/>
                    <a:gd name="connsiteY2" fmla="*/ 49355 h 1080572"/>
                    <a:gd name="connsiteX3" fmla="*/ 858613 w 858613"/>
                    <a:gd name="connsiteY3" fmla="*/ 1063570 h 1080572"/>
                    <a:gd name="connsiteX4" fmla="*/ 0 w 858613"/>
                    <a:gd name="connsiteY4" fmla="*/ 768930 h 1080572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858613 w 858613"/>
                    <a:gd name="connsiteY3" fmla="*/ 1014215 h 1031217"/>
                    <a:gd name="connsiteX4" fmla="*/ 0 w 858613"/>
                    <a:gd name="connsiteY4" fmla="*/ 719575 h 1031217"/>
                    <a:gd name="connsiteX0" fmla="*/ 0 w 873151"/>
                    <a:gd name="connsiteY0" fmla="*/ 719575 h 1031217"/>
                    <a:gd name="connsiteX1" fmla="*/ 48766 w 873151"/>
                    <a:gd name="connsiteY1" fmla="*/ 166370 h 1031217"/>
                    <a:gd name="connsiteX2" fmla="*/ 551402 w 873151"/>
                    <a:gd name="connsiteY2" fmla="*/ 0 h 1031217"/>
                    <a:gd name="connsiteX3" fmla="*/ 455916 w 873151"/>
                    <a:gd name="connsiteY3" fmla="*/ 505070 h 1031217"/>
                    <a:gd name="connsiteX4" fmla="*/ 858613 w 873151"/>
                    <a:gd name="connsiteY4" fmla="*/ 1014215 h 1031217"/>
                    <a:gd name="connsiteX5" fmla="*/ 0 w 873151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76427"/>
                    <a:gd name="connsiteY0" fmla="*/ 719575 h 1031217"/>
                    <a:gd name="connsiteX1" fmla="*/ 48766 w 876427"/>
                    <a:gd name="connsiteY1" fmla="*/ 166370 h 1031217"/>
                    <a:gd name="connsiteX2" fmla="*/ 551402 w 876427"/>
                    <a:gd name="connsiteY2" fmla="*/ 0 h 1031217"/>
                    <a:gd name="connsiteX3" fmla="*/ 552436 w 876427"/>
                    <a:gd name="connsiteY3" fmla="*/ 535550 h 1031217"/>
                    <a:gd name="connsiteX4" fmla="*/ 858613 w 876427"/>
                    <a:gd name="connsiteY4" fmla="*/ 1014215 h 1031217"/>
                    <a:gd name="connsiteX5" fmla="*/ 0 w 876427"/>
                    <a:gd name="connsiteY5" fmla="*/ 719575 h 1031217"/>
                    <a:gd name="connsiteX0" fmla="*/ 0 w 858613"/>
                    <a:gd name="connsiteY0" fmla="*/ 719575 h 1031217"/>
                    <a:gd name="connsiteX1" fmla="*/ 48766 w 858613"/>
                    <a:gd name="connsiteY1" fmla="*/ 166370 h 1031217"/>
                    <a:gd name="connsiteX2" fmla="*/ 551402 w 858613"/>
                    <a:gd name="connsiteY2" fmla="*/ 0 h 1031217"/>
                    <a:gd name="connsiteX3" fmla="*/ 552436 w 858613"/>
                    <a:gd name="connsiteY3" fmla="*/ 535550 h 1031217"/>
                    <a:gd name="connsiteX4" fmla="*/ 858613 w 858613"/>
                    <a:gd name="connsiteY4" fmla="*/ 1014215 h 1031217"/>
                    <a:gd name="connsiteX5" fmla="*/ 0 w 858613"/>
                    <a:gd name="connsiteY5" fmla="*/ 719575 h 1031217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48766 w 858613"/>
                    <a:gd name="connsiteY1" fmla="*/ 166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0 w 858613"/>
                    <a:gd name="connsiteY0" fmla="*/ 719575 h 1014215"/>
                    <a:gd name="connsiteX1" fmla="*/ 145286 w 858613"/>
                    <a:gd name="connsiteY1" fmla="*/ 293370 h 1014215"/>
                    <a:gd name="connsiteX2" fmla="*/ 551402 w 858613"/>
                    <a:gd name="connsiteY2" fmla="*/ 0 h 1014215"/>
                    <a:gd name="connsiteX3" fmla="*/ 552436 w 858613"/>
                    <a:gd name="connsiteY3" fmla="*/ 535550 h 1014215"/>
                    <a:gd name="connsiteX4" fmla="*/ 858613 w 858613"/>
                    <a:gd name="connsiteY4" fmla="*/ 1014215 h 1014215"/>
                    <a:gd name="connsiteX5" fmla="*/ 0 w 858613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56049 w 914662"/>
                    <a:gd name="connsiteY0" fmla="*/ 719575 h 1014215"/>
                    <a:gd name="connsiteX1" fmla="*/ 3215 w 914662"/>
                    <a:gd name="connsiteY1" fmla="*/ 151130 h 1014215"/>
                    <a:gd name="connsiteX2" fmla="*/ 607451 w 914662"/>
                    <a:gd name="connsiteY2" fmla="*/ 0 h 1014215"/>
                    <a:gd name="connsiteX3" fmla="*/ 608485 w 914662"/>
                    <a:gd name="connsiteY3" fmla="*/ 535550 h 1014215"/>
                    <a:gd name="connsiteX4" fmla="*/ 914662 w 914662"/>
                    <a:gd name="connsiteY4" fmla="*/ 1014215 h 1014215"/>
                    <a:gd name="connsiteX5" fmla="*/ 56049 w 914662"/>
                    <a:gd name="connsiteY5" fmla="*/ 719575 h 1014215"/>
                    <a:gd name="connsiteX0" fmla="*/ 3600 w 862213"/>
                    <a:gd name="connsiteY0" fmla="*/ 719575 h 1014215"/>
                    <a:gd name="connsiteX1" fmla="*/ 555002 w 862213"/>
                    <a:gd name="connsiteY1" fmla="*/ 0 h 1014215"/>
                    <a:gd name="connsiteX2" fmla="*/ 556036 w 862213"/>
                    <a:gd name="connsiteY2" fmla="*/ 535550 h 1014215"/>
                    <a:gd name="connsiteX3" fmla="*/ 862213 w 862213"/>
                    <a:gd name="connsiteY3" fmla="*/ 1014215 h 1014215"/>
                    <a:gd name="connsiteX4" fmla="*/ 3600 w 862213"/>
                    <a:gd name="connsiteY4" fmla="*/ 719575 h 1014215"/>
                    <a:gd name="connsiteX0" fmla="*/ 5869 w 864482"/>
                    <a:gd name="connsiteY0" fmla="*/ 719575 h 1014215"/>
                    <a:gd name="connsiteX1" fmla="*/ 557271 w 864482"/>
                    <a:gd name="connsiteY1" fmla="*/ 0 h 1014215"/>
                    <a:gd name="connsiteX2" fmla="*/ 558305 w 864482"/>
                    <a:gd name="connsiteY2" fmla="*/ 535550 h 1014215"/>
                    <a:gd name="connsiteX3" fmla="*/ 864482 w 864482"/>
                    <a:gd name="connsiteY3" fmla="*/ 1014215 h 1014215"/>
                    <a:gd name="connsiteX4" fmla="*/ 5869 w 864482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  <a:gd name="connsiteX0" fmla="*/ 0 w 858613"/>
                    <a:gd name="connsiteY0" fmla="*/ 719575 h 1014215"/>
                    <a:gd name="connsiteX1" fmla="*/ 551402 w 858613"/>
                    <a:gd name="connsiteY1" fmla="*/ 0 h 1014215"/>
                    <a:gd name="connsiteX2" fmla="*/ 552436 w 858613"/>
                    <a:gd name="connsiteY2" fmla="*/ 535550 h 1014215"/>
                    <a:gd name="connsiteX3" fmla="*/ 858613 w 858613"/>
                    <a:gd name="connsiteY3" fmla="*/ 1014215 h 1014215"/>
                    <a:gd name="connsiteX4" fmla="*/ 0 w 858613"/>
                    <a:gd name="connsiteY4" fmla="*/ 719575 h 1014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8613" h="1014215">
                      <a:moveTo>
                        <a:pt x="0" y="719575"/>
                      </a:moveTo>
                      <a:cubicBezTo>
                        <a:pt x="370438" y="210179"/>
                        <a:pt x="240889" y="386271"/>
                        <a:pt x="551402" y="0"/>
                      </a:cubicBezTo>
                      <a:cubicBezTo>
                        <a:pt x="547294" y="308757"/>
                        <a:pt x="531714" y="264914"/>
                        <a:pt x="552436" y="535550"/>
                      </a:cubicBezTo>
                      <a:cubicBezTo>
                        <a:pt x="636416" y="695076"/>
                        <a:pt x="659432" y="748171"/>
                        <a:pt x="858613" y="1014215"/>
                      </a:cubicBezTo>
                      <a:cubicBezTo>
                        <a:pt x="356509" y="836203"/>
                        <a:pt x="422094" y="870917"/>
                        <a:pt x="0" y="71957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1" name="Trapezoid 1">
                  <a:extLst>
                    <a:ext uri="{FF2B5EF4-FFF2-40B4-BE49-F238E27FC236}">
                      <a16:creationId xmlns:a16="http://schemas.microsoft.com/office/drawing/2014/main" id="{FE47B843-3D9D-4DD8-B438-C50B0A33FEFA}"/>
                    </a:ext>
                  </a:extLst>
                </p:cNvPr>
                <p:cNvSpPr/>
                <p:nvPr/>
              </p:nvSpPr>
              <p:spPr>
                <a:xfrm rot="4307487">
                  <a:off x="9418691" y="3213186"/>
                  <a:ext cx="894173" cy="918965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173" h="918965">
                      <a:moveTo>
                        <a:pt x="0" y="918965"/>
                      </a:moveTo>
                      <a:cubicBezTo>
                        <a:pt x="44830" y="-4788"/>
                        <a:pt x="36321" y="266528"/>
                        <a:pt x="33526" y="0"/>
                      </a:cubicBezTo>
                      <a:cubicBezTo>
                        <a:pt x="236843" y="44873"/>
                        <a:pt x="27410" y="-5503"/>
                        <a:pt x="576802" y="179070"/>
                      </a:cubicBezTo>
                      <a:cubicBezTo>
                        <a:pt x="893836" y="684570"/>
                        <a:pt x="605079" y="217885"/>
                        <a:pt x="894173" y="700525"/>
                      </a:cubicBezTo>
                      <a:cubicBezTo>
                        <a:pt x="397149" y="827313"/>
                        <a:pt x="858974" y="709627"/>
                        <a:pt x="0" y="91896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65" name="Trapezoid 1">
                  <a:extLst>
                    <a:ext uri="{FF2B5EF4-FFF2-40B4-BE49-F238E27FC236}">
                      <a16:creationId xmlns:a16="http://schemas.microsoft.com/office/drawing/2014/main" id="{DA6A31EB-9C02-4535-B892-F14BBDE91B7D}"/>
                    </a:ext>
                  </a:extLst>
                </p:cNvPr>
                <p:cNvSpPr/>
                <p:nvPr/>
              </p:nvSpPr>
              <p:spPr>
                <a:xfrm>
                  <a:off x="9275721" y="2448038"/>
                  <a:ext cx="894173" cy="918965"/>
                </a:xfrm>
                <a:custGeom>
                  <a:avLst/>
                  <a:gdLst>
                    <a:gd name="connsiteX0" fmla="*/ 0 w 1732373"/>
                    <a:gd name="connsiteY0" fmla="*/ 1673345 h 1673345"/>
                    <a:gd name="connsiteX1" fmla="*/ 418336 w 1732373"/>
                    <a:gd name="connsiteY1" fmla="*/ 0 h 1673345"/>
                    <a:gd name="connsiteX2" fmla="*/ 1314037 w 1732373"/>
                    <a:gd name="connsiteY2" fmla="*/ 0 h 1673345"/>
                    <a:gd name="connsiteX3" fmla="*/ 1732373 w 1732373"/>
                    <a:gd name="connsiteY3" fmla="*/ 1673345 h 1673345"/>
                    <a:gd name="connsiteX4" fmla="*/ 0 w 1732373"/>
                    <a:gd name="connsiteY4" fmla="*/ 1673345 h 1673345"/>
                    <a:gd name="connsiteX0" fmla="*/ 8384 w 1314037"/>
                    <a:gd name="connsiteY0" fmla="*/ 799585 h 1673345"/>
                    <a:gd name="connsiteX1" fmla="*/ 0 w 1314037"/>
                    <a:gd name="connsiteY1" fmla="*/ 0 h 1673345"/>
                    <a:gd name="connsiteX2" fmla="*/ 895701 w 1314037"/>
                    <a:gd name="connsiteY2" fmla="*/ 0 h 1673345"/>
                    <a:gd name="connsiteX3" fmla="*/ 1314037 w 1314037"/>
                    <a:gd name="connsiteY3" fmla="*/ 1673345 h 1673345"/>
                    <a:gd name="connsiteX4" fmla="*/ 8384 w 1314037"/>
                    <a:gd name="connsiteY4" fmla="*/ 799585 h 167334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8384 w 895701"/>
                    <a:gd name="connsiteY0" fmla="*/ 799585 h 799585"/>
                    <a:gd name="connsiteX1" fmla="*/ 0 w 895701"/>
                    <a:gd name="connsiteY1" fmla="*/ 0 h 799585"/>
                    <a:gd name="connsiteX2" fmla="*/ 895701 w 895701"/>
                    <a:gd name="connsiteY2" fmla="*/ 0 h 799585"/>
                    <a:gd name="connsiteX3" fmla="*/ 694277 w 895701"/>
                    <a:gd name="connsiteY3" fmla="*/ 535425 h 799585"/>
                    <a:gd name="connsiteX4" fmla="*/ 8384 w 895701"/>
                    <a:gd name="connsiteY4" fmla="*/ 799585 h 799585"/>
                    <a:gd name="connsiteX0" fmla="*/ 69344 w 895701"/>
                    <a:gd name="connsiteY0" fmla="*/ 891025 h 891025"/>
                    <a:gd name="connsiteX1" fmla="*/ 0 w 895701"/>
                    <a:gd name="connsiteY1" fmla="*/ 0 h 891025"/>
                    <a:gd name="connsiteX2" fmla="*/ 895701 w 895701"/>
                    <a:gd name="connsiteY2" fmla="*/ 0 h 891025"/>
                    <a:gd name="connsiteX3" fmla="*/ 694277 w 895701"/>
                    <a:gd name="connsiteY3" fmla="*/ 535425 h 891025"/>
                    <a:gd name="connsiteX4" fmla="*/ 69344 w 895701"/>
                    <a:gd name="connsiteY4" fmla="*/ 891025 h 891025"/>
                    <a:gd name="connsiteX0" fmla="*/ 69344 w 1010394"/>
                    <a:gd name="connsiteY0" fmla="*/ 891025 h 891025"/>
                    <a:gd name="connsiteX1" fmla="*/ 0 w 1010394"/>
                    <a:gd name="connsiteY1" fmla="*/ 0 h 891025"/>
                    <a:gd name="connsiteX2" fmla="*/ 895701 w 1010394"/>
                    <a:gd name="connsiteY2" fmla="*/ 0 h 891025"/>
                    <a:gd name="connsiteX3" fmla="*/ 938117 w 1010394"/>
                    <a:gd name="connsiteY3" fmla="*/ 697985 h 891025"/>
                    <a:gd name="connsiteX4" fmla="*/ 69344 w 1010394"/>
                    <a:gd name="connsiteY4" fmla="*/ 891025 h 891025"/>
                    <a:gd name="connsiteX0" fmla="*/ 69344 w 979628"/>
                    <a:gd name="connsiteY0" fmla="*/ 891025 h 891025"/>
                    <a:gd name="connsiteX1" fmla="*/ 0 w 979628"/>
                    <a:gd name="connsiteY1" fmla="*/ 0 h 891025"/>
                    <a:gd name="connsiteX2" fmla="*/ 560421 w 979628"/>
                    <a:gd name="connsiteY2" fmla="*/ 193040 h 891025"/>
                    <a:gd name="connsiteX3" fmla="*/ 938117 w 979628"/>
                    <a:gd name="connsiteY3" fmla="*/ 697985 h 891025"/>
                    <a:gd name="connsiteX4" fmla="*/ 69344 w 979628"/>
                    <a:gd name="connsiteY4" fmla="*/ 891025 h 891025"/>
                    <a:gd name="connsiteX0" fmla="*/ 69344 w 985759"/>
                    <a:gd name="connsiteY0" fmla="*/ 891025 h 891025"/>
                    <a:gd name="connsiteX1" fmla="*/ 0 w 985759"/>
                    <a:gd name="connsiteY1" fmla="*/ 0 h 891025"/>
                    <a:gd name="connsiteX2" fmla="*/ 662021 w 985759"/>
                    <a:gd name="connsiteY2" fmla="*/ 132080 h 891025"/>
                    <a:gd name="connsiteX3" fmla="*/ 938117 w 985759"/>
                    <a:gd name="connsiteY3" fmla="*/ 697985 h 891025"/>
                    <a:gd name="connsiteX4" fmla="*/ 69344 w 985759"/>
                    <a:gd name="connsiteY4" fmla="*/ 891025 h 891025"/>
                    <a:gd name="connsiteX0" fmla="*/ 148 w 916563"/>
                    <a:gd name="connsiteY0" fmla="*/ 758945 h 758945"/>
                    <a:gd name="connsiteX1" fmla="*/ 32404 w 916563"/>
                    <a:gd name="connsiteY1" fmla="*/ 10160 h 758945"/>
                    <a:gd name="connsiteX2" fmla="*/ 592825 w 916563"/>
                    <a:gd name="connsiteY2" fmla="*/ 0 h 758945"/>
                    <a:gd name="connsiteX3" fmla="*/ 868921 w 916563"/>
                    <a:gd name="connsiteY3" fmla="*/ 565905 h 758945"/>
                    <a:gd name="connsiteX4" fmla="*/ 148 w 916563"/>
                    <a:gd name="connsiteY4" fmla="*/ 758945 h 758945"/>
                    <a:gd name="connsiteX0" fmla="*/ 49024 w 965439"/>
                    <a:gd name="connsiteY0" fmla="*/ 880865 h 880865"/>
                    <a:gd name="connsiteX1" fmla="*/ 0 w 965439"/>
                    <a:gd name="connsiteY1" fmla="*/ 0 h 880865"/>
                    <a:gd name="connsiteX2" fmla="*/ 641701 w 965439"/>
                    <a:gd name="connsiteY2" fmla="*/ 121920 h 880865"/>
                    <a:gd name="connsiteX3" fmla="*/ 917797 w 965439"/>
                    <a:gd name="connsiteY3" fmla="*/ 687825 h 880865"/>
                    <a:gd name="connsiteX4" fmla="*/ 49024 w 965439"/>
                    <a:gd name="connsiteY4" fmla="*/ 880865 h 880865"/>
                    <a:gd name="connsiteX0" fmla="*/ 17274 w 933689"/>
                    <a:gd name="connsiteY0" fmla="*/ 893565 h 893565"/>
                    <a:gd name="connsiteX1" fmla="*/ 0 w 933689"/>
                    <a:gd name="connsiteY1" fmla="*/ 0 h 893565"/>
                    <a:gd name="connsiteX2" fmla="*/ 609951 w 933689"/>
                    <a:gd name="connsiteY2" fmla="*/ 134620 h 893565"/>
                    <a:gd name="connsiteX3" fmla="*/ 886047 w 933689"/>
                    <a:gd name="connsiteY3" fmla="*/ 700525 h 893565"/>
                    <a:gd name="connsiteX4" fmla="*/ 17274 w 933689"/>
                    <a:gd name="connsiteY4" fmla="*/ 893565 h 893565"/>
                    <a:gd name="connsiteX0" fmla="*/ 143 w 967358"/>
                    <a:gd name="connsiteY0" fmla="*/ 918965 h 918965"/>
                    <a:gd name="connsiteX1" fmla="*/ 33669 w 967358"/>
                    <a:gd name="connsiteY1" fmla="*/ 0 h 918965"/>
                    <a:gd name="connsiteX2" fmla="*/ 643620 w 967358"/>
                    <a:gd name="connsiteY2" fmla="*/ 134620 h 918965"/>
                    <a:gd name="connsiteX3" fmla="*/ 919716 w 967358"/>
                    <a:gd name="connsiteY3" fmla="*/ 700525 h 918965"/>
                    <a:gd name="connsiteX4" fmla="*/ 143 w 967358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67215"/>
                    <a:gd name="connsiteY0" fmla="*/ 918965 h 918965"/>
                    <a:gd name="connsiteX1" fmla="*/ 33526 w 967215"/>
                    <a:gd name="connsiteY1" fmla="*/ 0 h 918965"/>
                    <a:gd name="connsiteX2" fmla="*/ 643477 w 967215"/>
                    <a:gd name="connsiteY2" fmla="*/ 134620 h 918965"/>
                    <a:gd name="connsiteX3" fmla="*/ 919573 w 967215"/>
                    <a:gd name="connsiteY3" fmla="*/ 700525 h 918965"/>
                    <a:gd name="connsiteX4" fmla="*/ 0 w 967215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643477 w 919573"/>
                    <a:gd name="connsiteY2" fmla="*/ 13462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83152 w 919573"/>
                    <a:gd name="connsiteY2" fmla="*/ 207645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919573"/>
                    <a:gd name="connsiteY0" fmla="*/ 918965 h 918965"/>
                    <a:gd name="connsiteX1" fmla="*/ 33526 w 919573"/>
                    <a:gd name="connsiteY1" fmla="*/ 0 h 918965"/>
                    <a:gd name="connsiteX2" fmla="*/ 576802 w 919573"/>
                    <a:gd name="connsiteY2" fmla="*/ 179070 h 918965"/>
                    <a:gd name="connsiteX3" fmla="*/ 919573 w 919573"/>
                    <a:gd name="connsiteY3" fmla="*/ 700525 h 918965"/>
                    <a:gd name="connsiteX4" fmla="*/ 0 w 9195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  <a:gd name="connsiteX0" fmla="*/ 0 w 894173"/>
                    <a:gd name="connsiteY0" fmla="*/ 918965 h 918965"/>
                    <a:gd name="connsiteX1" fmla="*/ 33526 w 894173"/>
                    <a:gd name="connsiteY1" fmla="*/ 0 h 918965"/>
                    <a:gd name="connsiteX2" fmla="*/ 576802 w 894173"/>
                    <a:gd name="connsiteY2" fmla="*/ 179070 h 918965"/>
                    <a:gd name="connsiteX3" fmla="*/ 894173 w 894173"/>
                    <a:gd name="connsiteY3" fmla="*/ 700525 h 918965"/>
                    <a:gd name="connsiteX4" fmla="*/ 0 w 894173"/>
                    <a:gd name="connsiteY4" fmla="*/ 918965 h 918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173" h="918965">
                      <a:moveTo>
                        <a:pt x="0" y="918965"/>
                      </a:moveTo>
                      <a:cubicBezTo>
                        <a:pt x="44830" y="-4788"/>
                        <a:pt x="36321" y="266528"/>
                        <a:pt x="33526" y="0"/>
                      </a:cubicBezTo>
                      <a:cubicBezTo>
                        <a:pt x="236843" y="44873"/>
                        <a:pt x="27410" y="-5503"/>
                        <a:pt x="576802" y="179070"/>
                      </a:cubicBezTo>
                      <a:cubicBezTo>
                        <a:pt x="893836" y="684570"/>
                        <a:pt x="605079" y="217885"/>
                        <a:pt x="894173" y="700525"/>
                      </a:cubicBezTo>
                      <a:cubicBezTo>
                        <a:pt x="397149" y="827313"/>
                        <a:pt x="858974" y="709627"/>
                        <a:pt x="0" y="91896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PT" dirty="0"/>
                </a:p>
              </p:txBody>
            </p:sp>
          </p:grp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3AD4257-63C6-4529-A3E1-439C2BD860F7}"/>
                  </a:ext>
                </a:extLst>
              </p:cNvPr>
              <p:cNvSpPr/>
              <p:nvPr/>
            </p:nvSpPr>
            <p:spPr>
              <a:xfrm>
                <a:off x="9081811" y="3185906"/>
                <a:ext cx="415576" cy="415576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P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17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03F2B3-6D76-45C1-B597-7E0503A1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171" y="638031"/>
            <a:ext cx="5975657" cy="558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2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116</Words>
  <Application>Microsoft Office PowerPoint</Application>
  <PresentationFormat>Widescreen</PresentationFormat>
  <Paragraphs>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92</cp:revision>
  <dcterms:created xsi:type="dcterms:W3CDTF">2020-11-20T09:35:21Z</dcterms:created>
  <dcterms:modified xsi:type="dcterms:W3CDTF">2020-11-28T11:18:23Z</dcterms:modified>
</cp:coreProperties>
</file>