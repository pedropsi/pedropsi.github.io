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948" y="69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4B10-A2C1-480D-B251-52813054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82A1-D82B-4FB8-91DE-E3F29354B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A038-E56C-491C-8747-439B2899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D5525-D998-41F4-B0F3-931A94D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C1DF3-2D23-46E3-80BB-53C7697A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298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FBB-DD6B-4046-8577-8728074E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C797-7B07-4DAC-B981-D8350363C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DC9E-AFCF-4383-B004-0B8712E3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7D46-19D6-429A-8E9A-94740866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8C9A6-009C-4E35-B529-DD083CD1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379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681-665A-4C52-8EFF-88CE04DB0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B42AC-278C-4667-82F7-D0CD6653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A3A54-76F3-4B89-8CF3-F0007BBF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C969-E8AE-481A-B33A-25DD2F0B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02219-0684-4125-B75A-9366C71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74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09D-F2FA-4949-8AB6-CC05FB54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4E51-044E-46CE-B23B-07E1DD64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41A9A-21DD-4F01-95F4-F53E66876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B5CE7-8FEA-458A-B8B8-46A624738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A60D3-EA55-43C3-8905-086738AA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37640-E0E3-4D5F-AF75-B26249A4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711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F99A6-D916-4F1F-AD4D-E04AA8C9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1B0E8-E6D5-48AF-8568-A4E0C880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893AE-2BFF-45E7-9C2B-92B638966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57D34-A81E-4DBA-AFFE-8EAAC791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0DFA3-C31B-4E90-965F-C8BDA9DD9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D4CD-1A09-49E5-B497-FC6DA8D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DECC-5BC8-4A04-8CED-C6F4404D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16E1B-2D94-409D-B419-304E8750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32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630-C7BE-4CC3-A305-2BF36536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D2241-1E0A-45D4-920E-F0EBC57CF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5483F-C326-40DD-9D94-8672EF1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BB58C-EF52-4DEA-9101-B7D3442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5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A637A-58E1-468D-804C-CE510F94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47C9-8771-4468-B64A-3F70625AD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8BAA-F480-4277-BC34-9482482E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95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F407-6941-4BDC-A4F1-1DB206D4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CF04-F806-4B37-94D9-5EDF02D8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32CEB-35E8-42ED-9D40-321BBB365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D8A2D-DAE5-499E-ADDA-2A7A9720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2D464-6F70-4345-BCB1-479BDE3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21D1-700C-4F4B-B048-A1369ECA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309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156F-92CD-499E-BAFC-DDACD4EF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8423F-09E2-4FE5-B215-45699FD0D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3CF3-821E-4B4B-83B6-C10BC34F7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669-7653-4CDB-8B9F-32DCA9A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CB413-4EDD-463D-BC35-187226076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1CD3-AD2E-4C43-B49B-5E740D2D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5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0870-AAC7-418F-BD40-F2EE9D50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A2F20-8B54-4F21-9459-34AA30AB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B1A6-F31E-4753-B411-161284B15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1758-CF69-4E0E-B381-5544F77E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04C2A-69B7-405F-8562-2AEE9EB8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451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DD701F-FD77-4FCC-96E1-0478B151D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75123-8982-4FD7-856B-F84EA8071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8B2D-B1DC-4FB8-BBEB-F8D0B8FA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E78BF-9806-42E5-AD85-573B9F6D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086-8FDB-4215-AC17-3E1F0C16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913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9FA83-7235-4693-BB5D-1126828C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BDCBD-62F2-4DC4-8EA9-55C691CE4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5C98-8165-4822-8209-32DD1FEF1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B7C4-9810-433B-A50A-DC01EC0EDDAD}" type="datetimeFigureOut">
              <a:rPr lang="pt-PT" smtClean="0"/>
              <a:t>28/11/2020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0151-340E-4249-BBCB-AF2D8E315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6F5F8-94C2-4578-9119-2C5BA200E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6DD8-B2AE-4075-8BCE-4665AE15480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847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roup 494">
            <a:extLst>
              <a:ext uri="{FF2B5EF4-FFF2-40B4-BE49-F238E27FC236}">
                <a16:creationId xmlns:a16="http://schemas.microsoft.com/office/drawing/2014/main" id="{77A34379-AD39-4742-9B5A-4F64D3A27A09}"/>
              </a:ext>
            </a:extLst>
          </p:cNvPr>
          <p:cNvGrpSpPr/>
          <p:nvPr/>
        </p:nvGrpSpPr>
        <p:grpSpPr>
          <a:xfrm>
            <a:off x="768743" y="-1988805"/>
            <a:ext cx="10654514" cy="9674738"/>
            <a:chOff x="768743" y="-1988805"/>
            <a:chExt cx="10654514" cy="967473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1C9E42-B8AA-45C9-B7F1-CDBB0561C4BA}"/>
                </a:ext>
              </a:extLst>
            </p:cNvPr>
            <p:cNvSpPr/>
            <p:nvPr/>
          </p:nvSpPr>
          <p:spPr>
            <a:xfrm>
              <a:off x="768743" y="-1988805"/>
              <a:ext cx="10654514" cy="967473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762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AEDCFC-3A32-4C0F-BA52-48B896682AE2}"/>
                </a:ext>
              </a:extLst>
            </p:cNvPr>
            <p:cNvSpPr txBox="1"/>
            <p:nvPr/>
          </p:nvSpPr>
          <p:spPr>
            <a:xfrm>
              <a:off x="1393446" y="-1422690"/>
              <a:ext cx="94051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5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Half-hex</a:t>
              </a:r>
              <a:r>
                <a:rPr lang="pt-PT" sz="5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5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54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54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r>
                <a:rPr lang="pt-PT" sz="5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★</a:t>
              </a:r>
              <a:endParaRPr lang="pt-PT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C7BCD4-31C7-4838-84C2-5F02C8EA12A7}"/>
                </a:ext>
              </a:extLst>
            </p:cNvPr>
            <p:cNvSpPr txBox="1"/>
            <p:nvPr/>
          </p:nvSpPr>
          <p:spPr>
            <a:xfrm>
              <a:off x="831185" y="-479096"/>
              <a:ext cx="10529630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32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pt-PT" sz="32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32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32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F8DA777-1237-4731-A71B-746818B7DB1A}"/>
                </a:ext>
              </a:extLst>
            </p:cNvPr>
            <p:cNvSpPr/>
            <p:nvPr/>
          </p:nvSpPr>
          <p:spPr>
            <a:xfrm>
              <a:off x="6039884" y="6685449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#18 by Pedro PSI – 5</a:t>
              </a:r>
              <a:r>
                <a:rPr lang="en-US" b="1" baseline="30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of December 2020</a:t>
              </a:r>
            </a:p>
            <a:p>
              <a:pPr algn="r"/>
              <a:r>
                <a:rPr lang="pt-PT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487" name="Group 486">
              <a:extLst>
                <a:ext uri="{FF2B5EF4-FFF2-40B4-BE49-F238E27FC236}">
                  <a16:creationId xmlns:a16="http://schemas.microsoft.com/office/drawing/2014/main" id="{2CC9031E-F5EA-402A-9E93-BAADB2F04B54}"/>
                </a:ext>
              </a:extLst>
            </p:cNvPr>
            <p:cNvGrpSpPr/>
            <p:nvPr/>
          </p:nvGrpSpPr>
          <p:grpSpPr>
            <a:xfrm>
              <a:off x="5561858" y="1202377"/>
              <a:ext cx="5581592" cy="5267768"/>
              <a:chOff x="3310016" y="-3623623"/>
              <a:chExt cx="5581592" cy="5267768"/>
            </a:xfrm>
          </p:grpSpPr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90258EEE-F451-4D42-8643-A94125267CEA}"/>
                  </a:ext>
                </a:extLst>
              </p:cNvPr>
              <p:cNvGrpSpPr/>
              <p:nvPr/>
            </p:nvGrpSpPr>
            <p:grpSpPr>
              <a:xfrm>
                <a:off x="3565438" y="-3223985"/>
                <a:ext cx="4983205" cy="4461522"/>
                <a:chOff x="3565438" y="-3223985"/>
                <a:chExt cx="4983205" cy="4461522"/>
              </a:xfrm>
              <a:solidFill>
                <a:schemeClr val="bg1"/>
              </a:solidFill>
            </p:grpSpPr>
            <p:sp>
              <p:nvSpPr>
                <p:cNvPr id="326" name="Trapezoid 325">
                  <a:extLst>
                    <a:ext uri="{FF2B5EF4-FFF2-40B4-BE49-F238E27FC236}">
                      <a16:creationId xmlns:a16="http://schemas.microsoft.com/office/drawing/2014/main" id="{78FF47D2-E778-45CB-9704-9A9F971695B5}"/>
                    </a:ext>
                  </a:extLst>
                </p:cNvPr>
                <p:cNvSpPr/>
                <p:nvPr/>
              </p:nvSpPr>
              <p:spPr>
                <a:xfrm rot="10800000">
                  <a:off x="5623778" y="-3163428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DCC64009-51FA-4B14-B79F-234B2E97BF56}"/>
                    </a:ext>
                  </a:extLst>
                </p:cNvPr>
                <p:cNvGrpSpPr/>
                <p:nvPr/>
              </p:nvGrpSpPr>
              <p:grpSpPr>
                <a:xfrm rot="18000000">
                  <a:off x="6307674" y="-3157310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87" name="Trapezoid 386">
                    <a:extLst>
                      <a:ext uri="{FF2B5EF4-FFF2-40B4-BE49-F238E27FC236}">
                        <a16:creationId xmlns:a16="http://schemas.microsoft.com/office/drawing/2014/main" id="{9F4B3931-24BF-4B7A-B8A4-731ED9E49C59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88" name="Trapezoid 387">
                    <a:extLst>
                      <a:ext uri="{FF2B5EF4-FFF2-40B4-BE49-F238E27FC236}">
                        <a16:creationId xmlns:a16="http://schemas.microsoft.com/office/drawing/2014/main" id="{F60E5D72-5622-4073-AE46-9A810003BF0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28" name="Group 327">
                  <a:extLst>
                    <a:ext uri="{FF2B5EF4-FFF2-40B4-BE49-F238E27FC236}">
                      <a16:creationId xmlns:a16="http://schemas.microsoft.com/office/drawing/2014/main" id="{EB87DF32-DD78-4880-8814-F9C9823EF8CC}"/>
                    </a:ext>
                  </a:extLst>
                </p:cNvPr>
                <p:cNvGrpSpPr/>
                <p:nvPr/>
              </p:nvGrpSpPr>
              <p:grpSpPr>
                <a:xfrm rot="18000000">
                  <a:off x="4941870" y="-2363093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85" name="Trapezoid 384">
                    <a:extLst>
                      <a:ext uri="{FF2B5EF4-FFF2-40B4-BE49-F238E27FC236}">
                        <a16:creationId xmlns:a16="http://schemas.microsoft.com/office/drawing/2014/main" id="{1B7368BA-7E31-4329-BB34-F90377226ACC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86" name="Trapezoid 385">
                    <a:extLst>
                      <a:ext uri="{FF2B5EF4-FFF2-40B4-BE49-F238E27FC236}">
                        <a16:creationId xmlns:a16="http://schemas.microsoft.com/office/drawing/2014/main" id="{9D79C964-47EF-45FA-B14F-713ED3A57F1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29" name="Group 328">
                  <a:extLst>
                    <a:ext uri="{FF2B5EF4-FFF2-40B4-BE49-F238E27FC236}">
                      <a16:creationId xmlns:a16="http://schemas.microsoft.com/office/drawing/2014/main" id="{308A5DF3-E3B2-455B-87BC-59AA1DBD8A59}"/>
                    </a:ext>
                  </a:extLst>
                </p:cNvPr>
                <p:cNvGrpSpPr/>
                <p:nvPr/>
              </p:nvGrpSpPr>
              <p:grpSpPr>
                <a:xfrm rot="14400000">
                  <a:off x="6307675" y="-2363094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83" name="Trapezoid 382">
                    <a:extLst>
                      <a:ext uri="{FF2B5EF4-FFF2-40B4-BE49-F238E27FC236}">
                        <a16:creationId xmlns:a16="http://schemas.microsoft.com/office/drawing/2014/main" id="{93699A50-2BA9-45D3-A045-1002F75BF184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84" name="Trapezoid 383">
                    <a:extLst>
                      <a:ext uri="{FF2B5EF4-FFF2-40B4-BE49-F238E27FC236}">
                        <a16:creationId xmlns:a16="http://schemas.microsoft.com/office/drawing/2014/main" id="{73681901-3ED6-4E88-B258-8C80BBA6CF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0" name="Group 329">
                  <a:extLst>
                    <a:ext uri="{FF2B5EF4-FFF2-40B4-BE49-F238E27FC236}">
                      <a16:creationId xmlns:a16="http://schemas.microsoft.com/office/drawing/2014/main" id="{E1B8D0C3-AA40-4EE5-A393-650924A6004B}"/>
                    </a:ext>
                  </a:extLst>
                </p:cNvPr>
                <p:cNvGrpSpPr/>
                <p:nvPr/>
              </p:nvGrpSpPr>
              <p:grpSpPr>
                <a:xfrm rot="14400000">
                  <a:off x="4932568" y="-3157077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81" name="Trapezoid 380">
                    <a:extLst>
                      <a:ext uri="{FF2B5EF4-FFF2-40B4-BE49-F238E27FC236}">
                        <a16:creationId xmlns:a16="http://schemas.microsoft.com/office/drawing/2014/main" id="{1D5224FC-5E3C-4E48-B658-52B9421E463B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82" name="Trapezoid 381">
                    <a:extLst>
                      <a:ext uri="{FF2B5EF4-FFF2-40B4-BE49-F238E27FC236}">
                        <a16:creationId xmlns:a16="http://schemas.microsoft.com/office/drawing/2014/main" id="{BB8FED60-E6CC-4D50-B553-5E7A4A64028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1" name="Group 330">
                  <a:extLst>
                    <a:ext uri="{FF2B5EF4-FFF2-40B4-BE49-F238E27FC236}">
                      <a16:creationId xmlns:a16="http://schemas.microsoft.com/office/drawing/2014/main" id="{395DAB96-998A-43A1-A646-014697A11F58}"/>
                    </a:ext>
                  </a:extLst>
                </p:cNvPr>
                <p:cNvGrpSpPr/>
                <p:nvPr/>
              </p:nvGrpSpPr>
              <p:grpSpPr>
                <a:xfrm rot="18000000">
                  <a:off x="6998999" y="-2757026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79" name="Trapezoid 378">
                    <a:extLst>
                      <a:ext uri="{FF2B5EF4-FFF2-40B4-BE49-F238E27FC236}">
                        <a16:creationId xmlns:a16="http://schemas.microsoft.com/office/drawing/2014/main" id="{ED8904CB-34AC-4AD9-9FC9-9596EAE719EA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80" name="Trapezoid 379">
                    <a:extLst>
                      <a:ext uri="{FF2B5EF4-FFF2-40B4-BE49-F238E27FC236}">
                        <a16:creationId xmlns:a16="http://schemas.microsoft.com/office/drawing/2014/main" id="{7C9A847A-17E0-487C-AF1E-8BBB55F1990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2" name="Group 331">
                  <a:extLst>
                    <a:ext uri="{FF2B5EF4-FFF2-40B4-BE49-F238E27FC236}">
                      <a16:creationId xmlns:a16="http://schemas.microsoft.com/office/drawing/2014/main" id="{8910D95F-092C-49DE-9EAB-66B9C63A4CA4}"/>
                    </a:ext>
                  </a:extLst>
                </p:cNvPr>
                <p:cNvGrpSpPr/>
                <p:nvPr/>
              </p:nvGrpSpPr>
              <p:grpSpPr>
                <a:xfrm rot="18000000">
                  <a:off x="4940981" y="-1572327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77" name="Trapezoid 376">
                    <a:extLst>
                      <a:ext uri="{FF2B5EF4-FFF2-40B4-BE49-F238E27FC236}">
                        <a16:creationId xmlns:a16="http://schemas.microsoft.com/office/drawing/2014/main" id="{C01485A4-2AC6-41AA-A4C2-C4E64575945D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78" name="Trapezoid 377">
                    <a:extLst>
                      <a:ext uri="{FF2B5EF4-FFF2-40B4-BE49-F238E27FC236}">
                        <a16:creationId xmlns:a16="http://schemas.microsoft.com/office/drawing/2014/main" id="{55A8ABE4-E321-4984-B623-A942447A9CB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3" name="Group 332">
                  <a:extLst>
                    <a:ext uri="{FF2B5EF4-FFF2-40B4-BE49-F238E27FC236}">
                      <a16:creationId xmlns:a16="http://schemas.microsoft.com/office/drawing/2014/main" id="{F39E49B3-981D-4400-B7A5-A7279D7C76E7}"/>
                    </a:ext>
                  </a:extLst>
                </p:cNvPr>
                <p:cNvGrpSpPr/>
                <p:nvPr/>
              </p:nvGrpSpPr>
              <p:grpSpPr>
                <a:xfrm rot="3600000">
                  <a:off x="5623778" y="-2767356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75" name="Trapezoid 374">
                    <a:extLst>
                      <a:ext uri="{FF2B5EF4-FFF2-40B4-BE49-F238E27FC236}">
                        <a16:creationId xmlns:a16="http://schemas.microsoft.com/office/drawing/2014/main" id="{48085368-127C-4528-8FF8-6EEBA15C1DC0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76" name="Trapezoid 375">
                    <a:extLst>
                      <a:ext uri="{FF2B5EF4-FFF2-40B4-BE49-F238E27FC236}">
                        <a16:creationId xmlns:a16="http://schemas.microsoft.com/office/drawing/2014/main" id="{9501BA2A-4578-439B-9981-0FD9243CBE6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4" name="Group 333">
                  <a:extLst>
                    <a:ext uri="{FF2B5EF4-FFF2-40B4-BE49-F238E27FC236}">
                      <a16:creationId xmlns:a16="http://schemas.microsoft.com/office/drawing/2014/main" id="{E7A5CB48-B0AA-4942-BAAA-154D1D189E09}"/>
                    </a:ext>
                  </a:extLst>
                </p:cNvPr>
                <p:cNvGrpSpPr/>
                <p:nvPr/>
              </p:nvGrpSpPr>
              <p:grpSpPr>
                <a:xfrm>
                  <a:off x="6995487" y="-1972568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73" name="Trapezoid 372">
                    <a:extLst>
                      <a:ext uri="{FF2B5EF4-FFF2-40B4-BE49-F238E27FC236}">
                        <a16:creationId xmlns:a16="http://schemas.microsoft.com/office/drawing/2014/main" id="{CBC49526-4C92-4E1C-8FDD-E0A79598086A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74" name="Trapezoid 373">
                    <a:extLst>
                      <a:ext uri="{FF2B5EF4-FFF2-40B4-BE49-F238E27FC236}">
                        <a16:creationId xmlns:a16="http://schemas.microsoft.com/office/drawing/2014/main" id="{EDF9E38C-A5C2-4683-9CE0-CFDD07C1829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5" name="Group 334">
                  <a:extLst>
                    <a:ext uri="{FF2B5EF4-FFF2-40B4-BE49-F238E27FC236}">
                      <a16:creationId xmlns:a16="http://schemas.microsoft.com/office/drawing/2014/main" id="{0A34A4CC-2555-47D7-A732-20B6B6616FA2}"/>
                    </a:ext>
                  </a:extLst>
                </p:cNvPr>
                <p:cNvGrpSpPr/>
                <p:nvPr/>
              </p:nvGrpSpPr>
              <p:grpSpPr>
                <a:xfrm>
                  <a:off x="4263440" y="-1972568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71" name="Trapezoid 370">
                    <a:extLst>
                      <a:ext uri="{FF2B5EF4-FFF2-40B4-BE49-F238E27FC236}">
                        <a16:creationId xmlns:a16="http://schemas.microsoft.com/office/drawing/2014/main" id="{6E77F0EE-0CBB-4759-BE43-883C5C01CCEB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72" name="Trapezoid 371">
                    <a:extLst>
                      <a:ext uri="{FF2B5EF4-FFF2-40B4-BE49-F238E27FC236}">
                        <a16:creationId xmlns:a16="http://schemas.microsoft.com/office/drawing/2014/main" id="{7CAA5C68-B5F4-4B11-AAB8-68B9F125D2D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336" name="Trapezoid 335">
                  <a:extLst>
                    <a:ext uri="{FF2B5EF4-FFF2-40B4-BE49-F238E27FC236}">
                      <a16:creationId xmlns:a16="http://schemas.microsoft.com/office/drawing/2014/main" id="{1B47737A-CA24-4E09-A576-2A157001A4A5}"/>
                    </a:ext>
                  </a:extLst>
                </p:cNvPr>
                <p:cNvSpPr/>
                <p:nvPr/>
              </p:nvSpPr>
              <p:spPr>
                <a:xfrm rot="10800000">
                  <a:off x="4234565" y="-3163393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3EE5F91B-E047-4C51-A24E-C371DFBCE851}"/>
                    </a:ext>
                  </a:extLst>
                </p:cNvPr>
                <p:cNvGrpSpPr/>
                <p:nvPr/>
              </p:nvGrpSpPr>
              <p:grpSpPr>
                <a:xfrm>
                  <a:off x="5623778" y="-1200875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69" name="Trapezoid 368">
                    <a:extLst>
                      <a:ext uri="{FF2B5EF4-FFF2-40B4-BE49-F238E27FC236}">
                        <a16:creationId xmlns:a16="http://schemas.microsoft.com/office/drawing/2014/main" id="{7DC1CD39-9E9B-4E4D-8137-AD85D580F67B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70" name="Trapezoid 369">
                    <a:extLst>
                      <a:ext uri="{FF2B5EF4-FFF2-40B4-BE49-F238E27FC236}">
                        <a16:creationId xmlns:a16="http://schemas.microsoft.com/office/drawing/2014/main" id="{761CEC86-FC59-4869-AC96-FE116148077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8" name="Group 337">
                  <a:extLst>
                    <a:ext uri="{FF2B5EF4-FFF2-40B4-BE49-F238E27FC236}">
                      <a16:creationId xmlns:a16="http://schemas.microsoft.com/office/drawing/2014/main" id="{73D1DE3F-88CB-4BD2-8B23-1B4A6AF062AC}"/>
                    </a:ext>
                  </a:extLst>
                </p:cNvPr>
                <p:cNvGrpSpPr/>
                <p:nvPr/>
              </p:nvGrpSpPr>
              <p:grpSpPr>
                <a:xfrm>
                  <a:off x="6307674" y="-1581052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67" name="Trapezoid 366">
                    <a:extLst>
                      <a:ext uri="{FF2B5EF4-FFF2-40B4-BE49-F238E27FC236}">
                        <a16:creationId xmlns:a16="http://schemas.microsoft.com/office/drawing/2014/main" id="{6EDBBA2E-1D96-4113-831F-3BFCC0E5C585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68" name="Trapezoid 367">
                    <a:extLst>
                      <a:ext uri="{FF2B5EF4-FFF2-40B4-BE49-F238E27FC236}">
                        <a16:creationId xmlns:a16="http://schemas.microsoft.com/office/drawing/2014/main" id="{6F41B108-F193-463C-9451-20F8A9608EE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39" name="Group 338">
                  <a:extLst>
                    <a:ext uri="{FF2B5EF4-FFF2-40B4-BE49-F238E27FC236}">
                      <a16:creationId xmlns:a16="http://schemas.microsoft.com/office/drawing/2014/main" id="{7718B665-05FB-4A64-8708-2AD85AD693D0}"/>
                    </a:ext>
                  </a:extLst>
                </p:cNvPr>
                <p:cNvGrpSpPr/>
                <p:nvPr/>
              </p:nvGrpSpPr>
              <p:grpSpPr>
                <a:xfrm>
                  <a:off x="3565438" y="-3157311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65" name="Trapezoid 364">
                    <a:extLst>
                      <a:ext uri="{FF2B5EF4-FFF2-40B4-BE49-F238E27FC236}">
                        <a16:creationId xmlns:a16="http://schemas.microsoft.com/office/drawing/2014/main" id="{E52BF870-0342-4F13-A503-FD0D773D4905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66" name="Trapezoid 365">
                    <a:extLst>
                      <a:ext uri="{FF2B5EF4-FFF2-40B4-BE49-F238E27FC236}">
                        <a16:creationId xmlns:a16="http://schemas.microsoft.com/office/drawing/2014/main" id="{D712AE8D-2CF3-4F28-99EE-63C6A3A45D3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40" name="Group 339">
                  <a:extLst>
                    <a:ext uri="{FF2B5EF4-FFF2-40B4-BE49-F238E27FC236}">
                      <a16:creationId xmlns:a16="http://schemas.microsoft.com/office/drawing/2014/main" id="{2B05D00C-E0B4-4425-AD0C-8128081AD83E}"/>
                    </a:ext>
                  </a:extLst>
                </p:cNvPr>
                <p:cNvGrpSpPr/>
                <p:nvPr/>
              </p:nvGrpSpPr>
              <p:grpSpPr>
                <a:xfrm>
                  <a:off x="4250456" y="-2759933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63" name="Trapezoid 362">
                    <a:extLst>
                      <a:ext uri="{FF2B5EF4-FFF2-40B4-BE49-F238E27FC236}">
                        <a16:creationId xmlns:a16="http://schemas.microsoft.com/office/drawing/2014/main" id="{D8F01E0D-8BCD-4B7D-9587-F546560DE8B5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64" name="Trapezoid 363">
                    <a:extLst>
                      <a:ext uri="{FF2B5EF4-FFF2-40B4-BE49-F238E27FC236}">
                        <a16:creationId xmlns:a16="http://schemas.microsoft.com/office/drawing/2014/main" id="{3B30024A-537D-44ED-838F-129741AC698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341" name="Trapezoid 340">
                  <a:extLst>
                    <a:ext uri="{FF2B5EF4-FFF2-40B4-BE49-F238E27FC236}">
                      <a16:creationId xmlns:a16="http://schemas.microsoft.com/office/drawing/2014/main" id="{5EA0FFD9-4C6D-45C9-AA61-9AD2CA8DDE86}"/>
                    </a:ext>
                  </a:extLst>
                </p:cNvPr>
                <p:cNvSpPr/>
                <p:nvPr/>
              </p:nvSpPr>
              <p:spPr>
                <a:xfrm rot="3600000">
                  <a:off x="3753384" y="-2256498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2" name="Trapezoid 341">
                  <a:extLst>
                    <a:ext uri="{FF2B5EF4-FFF2-40B4-BE49-F238E27FC236}">
                      <a16:creationId xmlns:a16="http://schemas.microsoft.com/office/drawing/2014/main" id="{A85789CB-65A3-40AD-884E-6BB7021F47EB}"/>
                    </a:ext>
                  </a:extLst>
                </p:cNvPr>
                <p:cNvSpPr/>
                <p:nvPr/>
              </p:nvSpPr>
              <p:spPr>
                <a:xfrm rot="18000000">
                  <a:off x="6823230" y="-109341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43" name="Trapezoid 342">
                  <a:extLst>
                    <a:ext uri="{FF2B5EF4-FFF2-40B4-BE49-F238E27FC236}">
                      <a16:creationId xmlns:a16="http://schemas.microsoft.com/office/drawing/2014/main" id="{3C3798ED-9324-4BAE-A79D-AC79049AAD9A}"/>
                    </a:ext>
                  </a:extLst>
                </p:cNvPr>
                <p:cNvSpPr/>
                <p:nvPr/>
              </p:nvSpPr>
              <p:spPr>
                <a:xfrm rot="3600000">
                  <a:off x="4427731" y="-108876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344" name="Group 343">
                  <a:extLst>
                    <a:ext uri="{FF2B5EF4-FFF2-40B4-BE49-F238E27FC236}">
                      <a16:creationId xmlns:a16="http://schemas.microsoft.com/office/drawing/2014/main" id="{6A7DDB84-C1A2-45A1-9E29-925FBE38ACBF}"/>
                    </a:ext>
                  </a:extLst>
                </p:cNvPr>
                <p:cNvGrpSpPr/>
                <p:nvPr/>
              </p:nvGrpSpPr>
              <p:grpSpPr>
                <a:xfrm rot="18000000">
                  <a:off x="4932245" y="-791456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61" name="Trapezoid 360">
                    <a:extLst>
                      <a:ext uri="{FF2B5EF4-FFF2-40B4-BE49-F238E27FC236}">
                        <a16:creationId xmlns:a16="http://schemas.microsoft.com/office/drawing/2014/main" id="{93EED0F0-7318-4E54-8751-6217CC476708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62" name="Trapezoid 361">
                    <a:extLst>
                      <a:ext uri="{FF2B5EF4-FFF2-40B4-BE49-F238E27FC236}">
                        <a16:creationId xmlns:a16="http://schemas.microsoft.com/office/drawing/2014/main" id="{894D26E0-DBFD-4137-8CAE-8DB2BBE335E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45" name="Group 344">
                  <a:extLst>
                    <a:ext uri="{FF2B5EF4-FFF2-40B4-BE49-F238E27FC236}">
                      <a16:creationId xmlns:a16="http://schemas.microsoft.com/office/drawing/2014/main" id="{191D7689-8353-4F9F-A476-21921CC2723F}"/>
                    </a:ext>
                  </a:extLst>
                </p:cNvPr>
                <p:cNvGrpSpPr/>
                <p:nvPr/>
              </p:nvGrpSpPr>
              <p:grpSpPr>
                <a:xfrm rot="3600000">
                  <a:off x="5623778" y="-396272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59" name="Trapezoid 358">
                    <a:extLst>
                      <a:ext uri="{FF2B5EF4-FFF2-40B4-BE49-F238E27FC236}">
                        <a16:creationId xmlns:a16="http://schemas.microsoft.com/office/drawing/2014/main" id="{3FA9F23F-98AB-4057-BD11-B6616BADC5BE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60" name="Trapezoid 359">
                    <a:extLst>
                      <a:ext uri="{FF2B5EF4-FFF2-40B4-BE49-F238E27FC236}">
                        <a16:creationId xmlns:a16="http://schemas.microsoft.com/office/drawing/2014/main" id="{CD1F962E-45CD-4355-B3BF-47562CDEE5D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grpSp>
              <p:nvGrpSpPr>
                <p:cNvPr id="346" name="Group 345">
                  <a:extLst>
                    <a:ext uri="{FF2B5EF4-FFF2-40B4-BE49-F238E27FC236}">
                      <a16:creationId xmlns:a16="http://schemas.microsoft.com/office/drawing/2014/main" id="{1427975C-C1FA-43C2-9E43-EAE0C909F8ED}"/>
                    </a:ext>
                  </a:extLst>
                </p:cNvPr>
                <p:cNvGrpSpPr/>
                <p:nvPr/>
              </p:nvGrpSpPr>
              <p:grpSpPr>
                <a:xfrm rot="14400000">
                  <a:off x="6313213" y="-794343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57" name="Trapezoid 356">
                    <a:extLst>
                      <a:ext uri="{FF2B5EF4-FFF2-40B4-BE49-F238E27FC236}">
                        <a16:creationId xmlns:a16="http://schemas.microsoft.com/office/drawing/2014/main" id="{2D98A15E-BDE0-45A3-A723-A520F8E06881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58" name="Trapezoid 357">
                    <a:extLst>
                      <a:ext uri="{FF2B5EF4-FFF2-40B4-BE49-F238E27FC236}">
                        <a16:creationId xmlns:a16="http://schemas.microsoft.com/office/drawing/2014/main" id="{7F1F16A2-7AF4-4D0F-BE85-210BAA8743F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347" name="Group 346">
                  <a:extLst>
                    <a:ext uri="{FF2B5EF4-FFF2-40B4-BE49-F238E27FC236}">
                      <a16:creationId xmlns:a16="http://schemas.microsoft.com/office/drawing/2014/main" id="{DB193B3C-CEE9-4303-9D4F-2EE3F1E98FB7}"/>
                    </a:ext>
                  </a:extLst>
                </p:cNvPr>
                <p:cNvGrpSpPr/>
                <p:nvPr/>
              </p:nvGrpSpPr>
              <p:grpSpPr>
                <a:xfrm rot="3600000">
                  <a:off x="5623778" y="383462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55" name="Trapezoid 354">
                    <a:extLst>
                      <a:ext uri="{FF2B5EF4-FFF2-40B4-BE49-F238E27FC236}">
                        <a16:creationId xmlns:a16="http://schemas.microsoft.com/office/drawing/2014/main" id="{6B3240B8-0B83-4C7A-8036-AF95540BE034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56" name="Trapezoid 355">
                    <a:extLst>
                      <a:ext uri="{FF2B5EF4-FFF2-40B4-BE49-F238E27FC236}">
                        <a16:creationId xmlns:a16="http://schemas.microsoft.com/office/drawing/2014/main" id="{B8FFCBCF-4AFC-4ED9-A41F-0371039377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348" name="Trapezoid 347">
                  <a:extLst>
                    <a:ext uri="{FF2B5EF4-FFF2-40B4-BE49-F238E27FC236}">
                      <a16:creationId xmlns:a16="http://schemas.microsoft.com/office/drawing/2014/main" id="{EF325E95-111C-47ED-BB9C-70B6CF8AC2F6}"/>
                    </a:ext>
                  </a:extLst>
                </p:cNvPr>
                <p:cNvSpPr/>
                <p:nvPr/>
              </p:nvSpPr>
              <p:spPr>
                <a:xfrm rot="18000000">
                  <a:off x="6143436" y="92119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349" name="Trapezoid 348">
                  <a:extLst>
                    <a:ext uri="{FF2B5EF4-FFF2-40B4-BE49-F238E27FC236}">
                      <a16:creationId xmlns:a16="http://schemas.microsoft.com/office/drawing/2014/main" id="{5B5D5697-099C-4286-B0BC-07A532015D2B}"/>
                    </a:ext>
                  </a:extLst>
                </p:cNvPr>
                <p:cNvSpPr/>
                <p:nvPr/>
              </p:nvSpPr>
              <p:spPr>
                <a:xfrm rot="3600000">
                  <a:off x="5103209" y="9737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0" name="Trapezoid 349">
                  <a:extLst>
                    <a:ext uri="{FF2B5EF4-FFF2-40B4-BE49-F238E27FC236}">
                      <a16:creationId xmlns:a16="http://schemas.microsoft.com/office/drawing/2014/main" id="{FE86DAAC-156E-4510-BC7D-A8F89765AB2A}"/>
                    </a:ext>
                  </a:extLst>
                </p:cNvPr>
                <p:cNvSpPr/>
                <p:nvPr/>
              </p:nvSpPr>
              <p:spPr>
                <a:xfrm rot="10800000">
                  <a:off x="7003034" y="-3163428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51" name="Trapezoid 350">
                  <a:extLst>
                    <a:ext uri="{FF2B5EF4-FFF2-40B4-BE49-F238E27FC236}">
                      <a16:creationId xmlns:a16="http://schemas.microsoft.com/office/drawing/2014/main" id="{7B0FF614-5BA6-4DFC-AC51-B7D2A1C750E1}"/>
                    </a:ext>
                  </a:extLst>
                </p:cNvPr>
                <p:cNvSpPr/>
                <p:nvPr/>
              </p:nvSpPr>
              <p:spPr>
                <a:xfrm rot="18000000">
                  <a:off x="7516633" y="-2265618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352" name="Group 351">
                  <a:extLst>
                    <a:ext uri="{FF2B5EF4-FFF2-40B4-BE49-F238E27FC236}">
                      <a16:creationId xmlns:a16="http://schemas.microsoft.com/office/drawing/2014/main" id="{52D95A1F-0E7B-4157-B97D-99077EBE904E}"/>
                    </a:ext>
                  </a:extLst>
                </p:cNvPr>
                <p:cNvGrpSpPr/>
                <p:nvPr/>
              </p:nvGrpSpPr>
              <p:grpSpPr>
                <a:xfrm rot="7200000">
                  <a:off x="7694568" y="-3157078"/>
                  <a:ext cx="920750" cy="787400"/>
                  <a:chOff x="5632450" y="1584322"/>
                  <a:chExt cx="920750" cy="787400"/>
                </a:xfrm>
                <a:grpFill/>
              </p:grpSpPr>
              <p:sp>
                <p:nvSpPr>
                  <p:cNvPr id="353" name="Trapezoid 352">
                    <a:extLst>
                      <a:ext uri="{FF2B5EF4-FFF2-40B4-BE49-F238E27FC236}">
                        <a16:creationId xmlns:a16="http://schemas.microsoft.com/office/drawing/2014/main" id="{A15FDA26-325F-4B5C-9912-4BDC7C091079}"/>
                      </a:ext>
                    </a:extLst>
                  </p:cNvPr>
                  <p:cNvSpPr/>
                  <p:nvPr/>
                </p:nvSpPr>
                <p:spPr>
                  <a:xfrm>
                    <a:off x="5632450" y="1584322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354" name="Trapezoid 353">
                    <a:extLst>
                      <a:ext uri="{FF2B5EF4-FFF2-40B4-BE49-F238E27FC236}">
                        <a16:creationId xmlns:a16="http://schemas.microsoft.com/office/drawing/2014/main" id="{741112A3-10BB-4FF9-9EB3-1E75E8CAF8C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2450" y="1981197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grpFill/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484" name="Hexagon 483">
                  <a:extLst>
                    <a:ext uri="{FF2B5EF4-FFF2-40B4-BE49-F238E27FC236}">
                      <a16:creationId xmlns:a16="http://schemas.microsoft.com/office/drawing/2014/main" id="{89C2F515-9E57-40EF-93B9-BB3707E0542D}"/>
                    </a:ext>
                  </a:extLst>
                </p:cNvPr>
                <p:cNvSpPr/>
                <p:nvPr/>
              </p:nvSpPr>
              <p:spPr>
                <a:xfrm>
                  <a:off x="5609458" y="-2002180"/>
                  <a:ext cx="955438" cy="823652"/>
                </a:xfrm>
                <a:prstGeom prst="hexagon">
                  <a:avLst>
                    <a:gd name="adj" fmla="val 29377"/>
                    <a:gd name="vf" fmla="val 115470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5AA9CF78-25B2-4411-8662-6A89ECDB81E4}"/>
                  </a:ext>
                </a:extLst>
              </p:cNvPr>
              <p:cNvGrpSpPr/>
              <p:nvPr/>
            </p:nvGrpSpPr>
            <p:grpSpPr>
              <a:xfrm>
                <a:off x="3310016" y="-3623623"/>
                <a:ext cx="5581592" cy="5267768"/>
                <a:chOff x="3310016" y="-3623623"/>
                <a:chExt cx="5581592" cy="5267768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4161CA59-7547-4D2A-81B2-18BF90CE1E50}"/>
                    </a:ext>
                  </a:extLst>
                </p:cNvPr>
                <p:cNvSpPr/>
                <p:nvPr/>
              </p:nvSpPr>
              <p:spPr>
                <a:xfrm>
                  <a:off x="8501758" y="-3314869"/>
                  <a:ext cx="3898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2400" b="1" dirty="0"/>
                </a:p>
              </p:txBody>
            </p:sp>
            <p:grpSp>
              <p:nvGrpSpPr>
                <p:cNvPr id="300" name="Group 299">
                  <a:extLst>
                    <a:ext uri="{FF2B5EF4-FFF2-40B4-BE49-F238E27FC236}">
                      <a16:creationId xmlns:a16="http://schemas.microsoft.com/office/drawing/2014/main" id="{F0A45A40-1785-4B1F-93F8-623C5958537E}"/>
                    </a:ext>
                  </a:extLst>
                </p:cNvPr>
                <p:cNvGrpSpPr/>
                <p:nvPr/>
              </p:nvGrpSpPr>
              <p:grpSpPr>
                <a:xfrm rot="18000000">
                  <a:off x="5374882" y="-894112"/>
                  <a:ext cx="4562483" cy="423514"/>
                  <a:chOff x="5373201" y="4048383"/>
                  <a:chExt cx="4562483" cy="423514"/>
                </a:xfrm>
              </p:grpSpPr>
              <p:sp>
                <p:nvSpPr>
                  <p:cNvPr id="319" name="Rectangle 318">
                    <a:extLst>
                      <a:ext uri="{FF2B5EF4-FFF2-40B4-BE49-F238E27FC236}">
                        <a16:creationId xmlns:a16="http://schemas.microsoft.com/office/drawing/2014/main" id="{6B157919-17E4-4B83-988A-13121BC2A5C9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6814306" y="4029307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/>
                  </a:p>
                </p:txBody>
              </p:sp>
              <p:sp>
                <p:nvSpPr>
                  <p:cNvPr id="320" name="Rectangle 319">
                    <a:extLst>
                      <a:ext uri="{FF2B5EF4-FFF2-40B4-BE49-F238E27FC236}">
                        <a16:creationId xmlns:a16="http://schemas.microsoft.com/office/drawing/2014/main" id="{DD61A192-1C1F-4C0E-A380-5F57B7355CD8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9509927" y="4014730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endParaRPr lang="pt-PT" sz="2400" b="1" dirty="0"/>
                  </a:p>
                </p:txBody>
              </p:sp>
              <p:sp>
                <p:nvSpPr>
                  <p:cNvPr id="321" name="Rectangle 320">
                    <a:extLst>
                      <a:ext uri="{FF2B5EF4-FFF2-40B4-BE49-F238E27FC236}">
                        <a16:creationId xmlns:a16="http://schemas.microsoft.com/office/drawing/2014/main" id="{95E20031-1BAD-44D1-BE62-3CF4A182504A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8868935" y="4007095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2400" b="1" dirty="0"/>
                  </a:p>
                </p:txBody>
              </p:sp>
              <p:sp>
                <p:nvSpPr>
                  <p:cNvPr id="322" name="Rectangle 321">
                    <a:extLst>
                      <a:ext uri="{FF2B5EF4-FFF2-40B4-BE49-F238E27FC236}">
                        <a16:creationId xmlns:a16="http://schemas.microsoft.com/office/drawing/2014/main" id="{E0216C02-7C0C-4262-981D-35EA0211AE20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8289081" y="4029307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400" b="1" dirty="0"/>
                  </a:p>
                </p:txBody>
              </p:sp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C67EBF95-9B88-441A-A244-C6444D7411E0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7532788" y="4029307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400" b="1" dirty="0"/>
                  </a:p>
                </p:txBody>
              </p:sp>
              <p:sp>
                <p:nvSpPr>
                  <p:cNvPr id="324" name="Rectangle 323">
                    <a:extLst>
                      <a:ext uri="{FF2B5EF4-FFF2-40B4-BE49-F238E27FC236}">
                        <a16:creationId xmlns:a16="http://schemas.microsoft.com/office/drawing/2014/main" id="{06CDCE4F-A6E7-4594-842A-C31A99CAC967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6164285" y="3962672"/>
                    <a:ext cx="269626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2400" b="1" dirty="0"/>
                  </a:p>
                </p:txBody>
              </p:sp>
              <p:sp>
                <p:nvSpPr>
                  <p:cNvPr id="325" name="Rectangle 324">
                    <a:extLst>
                      <a:ext uri="{FF2B5EF4-FFF2-40B4-BE49-F238E27FC236}">
                        <a16:creationId xmlns:a16="http://schemas.microsoft.com/office/drawing/2014/main" id="{D97D20E9-D668-4CE8-98FC-6F522BC34029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5425940" y="4000154"/>
                    <a:ext cx="35618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2400" b="1" dirty="0"/>
                  </a:p>
                </p:txBody>
              </p:sp>
            </p:grp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DC5FEBED-3E7A-466D-AE3F-7DC4170A4310}"/>
                    </a:ext>
                  </a:extLst>
                </p:cNvPr>
                <p:cNvSpPr/>
                <p:nvPr/>
              </p:nvSpPr>
              <p:spPr>
                <a:xfrm>
                  <a:off x="5859380" y="1182480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2400" b="1" dirty="0"/>
                </a:p>
              </p:txBody>
            </p:sp>
            <p:grpSp>
              <p:nvGrpSpPr>
                <p:cNvPr id="302" name="Group 301">
                  <a:extLst>
                    <a:ext uri="{FF2B5EF4-FFF2-40B4-BE49-F238E27FC236}">
                      <a16:creationId xmlns:a16="http://schemas.microsoft.com/office/drawing/2014/main" id="{F30B9D29-11E7-4C15-B321-66C3BA62439C}"/>
                    </a:ext>
                  </a:extLst>
                </p:cNvPr>
                <p:cNvGrpSpPr/>
                <p:nvPr/>
              </p:nvGrpSpPr>
              <p:grpSpPr>
                <a:xfrm rot="3600000">
                  <a:off x="2233866" y="-888965"/>
                  <a:ext cx="4591168" cy="423514"/>
                  <a:chOff x="2303305" y="3972250"/>
                  <a:chExt cx="4591168" cy="423514"/>
                </a:xfrm>
              </p:grpSpPr>
              <p:sp>
                <p:nvSpPr>
                  <p:cNvPr id="312" name="Rectangle 311">
                    <a:extLst>
                      <a:ext uri="{FF2B5EF4-FFF2-40B4-BE49-F238E27FC236}">
                        <a16:creationId xmlns:a16="http://schemas.microsoft.com/office/drawing/2014/main" id="{0E6971C7-5750-4AD2-A0F8-C0284B8D2860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4463181" y="3953174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2400" b="1" dirty="0"/>
                  </a:p>
                </p:txBody>
              </p:sp>
              <p:sp>
                <p:nvSpPr>
                  <p:cNvPr id="313" name="Rectangle 312">
                    <a:extLst>
                      <a:ext uri="{FF2B5EF4-FFF2-40B4-BE49-F238E27FC236}">
                        <a16:creationId xmlns:a16="http://schemas.microsoft.com/office/drawing/2014/main" id="{D6015C81-21CD-42AB-A126-6E43BB03E0F5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5741068" y="3953174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2400" b="1" dirty="0"/>
                  </a:p>
                </p:txBody>
              </p:sp>
              <p:sp>
                <p:nvSpPr>
                  <p:cNvPr id="314" name="Rectangle 313">
                    <a:extLst>
                      <a:ext uri="{FF2B5EF4-FFF2-40B4-BE49-F238E27FC236}">
                        <a16:creationId xmlns:a16="http://schemas.microsoft.com/office/drawing/2014/main" id="{D3E30280-0EAE-4F5F-8ECE-25C359631978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5108618" y="3953174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2400" b="1" dirty="0"/>
                  </a:p>
                </p:txBody>
              </p:sp>
              <p:sp>
                <p:nvSpPr>
                  <p:cNvPr id="315" name="Rectangle 314">
                    <a:extLst>
                      <a:ext uri="{FF2B5EF4-FFF2-40B4-BE49-F238E27FC236}">
                        <a16:creationId xmlns:a16="http://schemas.microsoft.com/office/drawing/2014/main" id="{D82B3F7A-7B29-44D3-B529-BBD1054CCAC9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2348029" y="3930962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2400" b="1" dirty="0"/>
                  </a:p>
                </p:txBody>
              </p:sp>
              <p:sp>
                <p:nvSpPr>
                  <p:cNvPr id="316" name="Rectangle 315">
                    <a:extLst>
                      <a:ext uri="{FF2B5EF4-FFF2-40B4-BE49-F238E27FC236}">
                        <a16:creationId xmlns:a16="http://schemas.microsoft.com/office/drawing/2014/main" id="{E9FD450B-1335-40FD-B6EF-DFED2585CF34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3005716" y="3953174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</a:t>
                    </a:r>
                    <a:endParaRPr lang="pt-PT" sz="2400" b="1" dirty="0"/>
                  </a:p>
                </p:txBody>
              </p:sp>
              <p:sp>
                <p:nvSpPr>
                  <p:cNvPr id="317" name="Rectangle 316">
                    <a:extLst>
                      <a:ext uri="{FF2B5EF4-FFF2-40B4-BE49-F238E27FC236}">
                        <a16:creationId xmlns:a16="http://schemas.microsoft.com/office/drawing/2014/main" id="{25B243F5-9FEA-429A-BC69-A20A548BE94C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3692275" y="3953174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2400" b="1" dirty="0"/>
                  </a:p>
                </p:txBody>
              </p:sp>
              <p:sp>
                <p:nvSpPr>
                  <p:cNvPr id="318" name="Rectangle 317">
                    <a:extLst>
                      <a:ext uri="{FF2B5EF4-FFF2-40B4-BE49-F238E27FC236}">
                        <a16:creationId xmlns:a16="http://schemas.microsoft.com/office/drawing/2014/main" id="{054C02F8-A8CC-49A1-9299-571E9EF0EADE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6459899" y="3946233"/>
                    <a:ext cx="40748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  <a:endParaRPr lang="pt-PT" sz="2400" b="1" dirty="0"/>
                  </a:p>
                </p:txBody>
              </p:sp>
            </p:grp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B683F195-5C6C-43A8-B534-65CEF04C2D32}"/>
                    </a:ext>
                  </a:extLst>
                </p:cNvPr>
                <p:cNvSpPr/>
                <p:nvPr/>
              </p:nvSpPr>
              <p:spPr>
                <a:xfrm>
                  <a:off x="3310016" y="-3314869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2400" b="1" dirty="0"/>
                </a:p>
              </p:txBody>
            </p:sp>
            <p:grpSp>
              <p:nvGrpSpPr>
                <p:cNvPr id="304" name="Group 303">
                  <a:extLst>
                    <a:ext uri="{FF2B5EF4-FFF2-40B4-BE49-F238E27FC236}">
                      <a16:creationId xmlns:a16="http://schemas.microsoft.com/office/drawing/2014/main" id="{7F124451-3D66-4687-9B70-C740034C6D27}"/>
                    </a:ext>
                  </a:extLst>
                </p:cNvPr>
                <p:cNvGrpSpPr/>
                <p:nvPr/>
              </p:nvGrpSpPr>
              <p:grpSpPr>
                <a:xfrm>
                  <a:off x="3837111" y="-3623623"/>
                  <a:ext cx="4548991" cy="461665"/>
                  <a:chOff x="3876070" y="1318872"/>
                  <a:chExt cx="4548991" cy="461665"/>
                </a:xfrm>
              </p:grpSpPr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3DDF0914-5B19-4106-8FCA-B9E1FC78A950}"/>
                      </a:ext>
                    </a:extLst>
                  </p:cNvPr>
                  <p:cNvSpPr/>
                  <p:nvPr/>
                </p:nvSpPr>
                <p:spPr>
                  <a:xfrm>
                    <a:off x="5923118" y="1318872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endParaRPr lang="pt-PT" sz="2400" b="1" dirty="0"/>
                  </a:p>
                </p:txBody>
              </p:sp>
              <p:sp>
                <p:nvSpPr>
                  <p:cNvPr id="306" name="Rectangle 305">
                    <a:extLst>
                      <a:ext uri="{FF2B5EF4-FFF2-40B4-BE49-F238E27FC236}">
                        <a16:creationId xmlns:a16="http://schemas.microsoft.com/office/drawing/2014/main" id="{66C4B34D-6CE4-4DA9-B7C4-86CBEC1E7413}"/>
                      </a:ext>
                    </a:extLst>
                  </p:cNvPr>
                  <p:cNvSpPr/>
                  <p:nvPr/>
                </p:nvSpPr>
                <p:spPr>
                  <a:xfrm>
                    <a:off x="6591241" y="1318872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2400" b="1" dirty="0"/>
                  </a:p>
                </p:txBody>
              </p:sp>
              <p:sp>
                <p:nvSpPr>
                  <p:cNvPr id="307" name="Rectangle 306">
                    <a:extLst>
                      <a:ext uri="{FF2B5EF4-FFF2-40B4-BE49-F238E27FC236}">
                        <a16:creationId xmlns:a16="http://schemas.microsoft.com/office/drawing/2014/main" id="{FFA8753B-613F-40C8-BB8B-756F5ABB75A7}"/>
                      </a:ext>
                    </a:extLst>
                  </p:cNvPr>
                  <p:cNvSpPr/>
                  <p:nvPr/>
                </p:nvSpPr>
                <p:spPr>
                  <a:xfrm>
                    <a:off x="7330126" y="1318872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pt-PT" sz="2400" b="1" dirty="0"/>
                  </a:p>
                </p:txBody>
              </p:sp>
              <p:sp>
                <p:nvSpPr>
                  <p:cNvPr id="308" name="Rectangle 307">
                    <a:extLst>
                      <a:ext uri="{FF2B5EF4-FFF2-40B4-BE49-F238E27FC236}">
                        <a16:creationId xmlns:a16="http://schemas.microsoft.com/office/drawing/2014/main" id="{3B7FB3E9-6149-4D9A-B024-5CEE6F5124DA}"/>
                      </a:ext>
                    </a:extLst>
                  </p:cNvPr>
                  <p:cNvSpPr/>
                  <p:nvPr/>
                </p:nvSpPr>
                <p:spPr>
                  <a:xfrm>
                    <a:off x="8001547" y="1318872"/>
                    <a:ext cx="4235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2400" b="1" dirty="0"/>
                  </a:p>
                </p:txBody>
              </p:sp>
              <p:sp>
                <p:nvSpPr>
                  <p:cNvPr id="309" name="Rectangle 308">
                    <a:extLst>
                      <a:ext uri="{FF2B5EF4-FFF2-40B4-BE49-F238E27FC236}">
                        <a16:creationId xmlns:a16="http://schemas.microsoft.com/office/drawing/2014/main" id="{D65CA90C-4C5C-4DF4-B307-D15DFE03F2EF}"/>
                      </a:ext>
                    </a:extLst>
                  </p:cNvPr>
                  <p:cNvSpPr/>
                  <p:nvPr/>
                </p:nvSpPr>
                <p:spPr>
                  <a:xfrm>
                    <a:off x="5294165" y="1318872"/>
                    <a:ext cx="269626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2400" b="1" dirty="0"/>
                  </a:p>
                </p:txBody>
              </p:sp>
              <p:sp>
                <p:nvSpPr>
                  <p:cNvPr id="310" name="Rectangle 309">
                    <a:extLst>
                      <a:ext uri="{FF2B5EF4-FFF2-40B4-BE49-F238E27FC236}">
                        <a16:creationId xmlns:a16="http://schemas.microsoft.com/office/drawing/2014/main" id="{0E0E75C5-373B-48EB-8732-42199BD8D041}"/>
                      </a:ext>
                    </a:extLst>
                  </p:cNvPr>
                  <p:cNvSpPr/>
                  <p:nvPr/>
                </p:nvSpPr>
                <p:spPr>
                  <a:xfrm>
                    <a:off x="4570490" y="1318872"/>
                    <a:ext cx="35618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2400" b="1" dirty="0"/>
                  </a:p>
                </p:txBody>
              </p:sp>
              <p:sp>
                <p:nvSpPr>
                  <p:cNvPr id="311" name="Rectangle 310">
                    <a:extLst>
                      <a:ext uri="{FF2B5EF4-FFF2-40B4-BE49-F238E27FC236}">
                        <a16:creationId xmlns:a16="http://schemas.microsoft.com/office/drawing/2014/main" id="{90795FA4-6C93-45B3-BFCA-2F0E176B6BED}"/>
                      </a:ext>
                    </a:extLst>
                  </p:cNvPr>
                  <p:cNvSpPr/>
                  <p:nvPr/>
                </p:nvSpPr>
                <p:spPr>
                  <a:xfrm>
                    <a:off x="3876070" y="1318872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  <a:endParaRPr lang="pt-PT" sz="2400" b="1" dirty="0"/>
                  </a:p>
                </p:txBody>
              </p:sp>
            </p:grp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06C852BC-8534-41BE-8F42-67CB66EBD0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311530" y="-1959700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A0F674BA-4731-4DDB-BF2C-F7C2C3AC30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62326" y="-1592248"/>
                  <a:ext cx="464743" cy="79706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698F7B40-11BD-4E77-98B4-D691AA2C02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8954" y="-790893"/>
                  <a:ext cx="208025" cy="34783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5906A237-C217-41EF-91E9-D4B011E85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021801" y="-1189315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98DDC7A1-1984-4A23-A007-306FD54F5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14544" y="-1577056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D4D65F2A-D00F-4DC3-B984-785FB3D9A7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21009" y="-1188404"/>
                  <a:ext cx="907415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0BD3AA5D-98FB-4904-8A1A-950C581F3E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0058" y="-814800"/>
                  <a:ext cx="907415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B6FF79A9-8E9E-45D3-919D-CA725F37C8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529287" y="-822273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1B2C607-F3F7-4C93-846C-9C2C54D23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99547" y="-812720"/>
                  <a:ext cx="423515" cy="77927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8A4896CE-AAE2-44BF-A56F-AAB3C2C92E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68209" y="-1991492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ED45BA9D-BCF7-401E-8446-77A5FE99F9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9246" y="-1983505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ED9D0E91-794A-4807-AFB3-8A546F6293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599007" y="-2755176"/>
                  <a:ext cx="2269202" cy="392352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6E088537-9BB4-4C23-98F1-6F2AB3FBF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008087" y="-1564083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4EBE004E-56D7-40AD-941E-2386ECB0A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09701" y="-1592248"/>
                  <a:ext cx="907415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F06797E1-9AB5-4DBF-92F4-4685D03A7B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36772" y="-775501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8460D449-5F35-4C26-BEC6-94105851B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388971" y="-3174299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48444ADC-C8FF-44C7-A573-239945669C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93743" y="-3179791"/>
                  <a:ext cx="4589145" cy="8209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3F6B65E7-93BA-43F1-B4C3-662899328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11530" y="-2789755"/>
                  <a:ext cx="2310501" cy="394989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7E4C5C73-FA3A-47AB-A7C6-308B55179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56715" y="1169667"/>
                  <a:ext cx="454815" cy="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6EB500F9-B904-47CD-B114-0F1204844A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576208" y="-3174199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A659B5FC-413C-4AFE-AFE7-4ABDDBF80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44186" y="-394509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C626E108-B69C-43F1-BD96-452118FF08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94414" y="-403089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29D4132C-AD15-4345-85A8-E38A1C1F27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528550" y="-15638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6A259237-4E49-464D-AEFB-9B27566928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19007" y="-2781678"/>
                  <a:ext cx="464743" cy="79706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58364AE7-B7BD-4A6D-8E53-7B395C6A0D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66387" y="-3145863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6B17AD01-DF9A-42A7-A037-C1C138F5AE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89404" y="-1979182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20FB4D28-8684-4908-A18E-16A40E1E5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2179" y="-1577056"/>
                  <a:ext cx="907415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ABA34B1E-0DF3-4CA3-A15A-CF1BC9E62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940217" y="-2769253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55C4C8F4-145F-419A-8515-49021101C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175247" y="-2374190"/>
                  <a:ext cx="464743" cy="79706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E403588A-C3C9-4A59-881D-43F392641E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31441" y="-2784612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BF7EBE36-2FDB-4205-8321-05D1ECAE2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325800" y="-2771781"/>
                  <a:ext cx="233059" cy="39479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F759BB53-B5C8-473D-BBCB-7FE66B1AA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44166" y="-2779834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B91AE7D9-805B-4A81-9514-A102220ACD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13934" y="-2357421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46657DBA-759D-480C-9A4B-9CF445E23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486011" y="-2780023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ACD7EC5D-895C-4577-834A-5DFBB786C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58954" y="-2366698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D0D724D4-DF2C-4115-986B-E43D3CF694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04782" y="-1977897"/>
                  <a:ext cx="457741" cy="1494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8FBA8014-97AC-418D-AC5F-8D41D4537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92179" y="-1980869"/>
                  <a:ext cx="229602" cy="39378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3847AFD1-E065-4FD0-AECC-E21128E031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2234" y="-2776794"/>
                  <a:ext cx="907415" cy="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6855E673-0B41-457D-B466-F179B3D679B4}"/>
                </a:ext>
              </a:extLst>
            </p:cNvPr>
            <p:cNvGrpSpPr/>
            <p:nvPr/>
          </p:nvGrpSpPr>
          <p:grpSpPr>
            <a:xfrm>
              <a:off x="1192920" y="1421665"/>
              <a:ext cx="3937114" cy="4773843"/>
              <a:chOff x="9503637" y="-3404335"/>
              <a:chExt cx="3937114" cy="4773843"/>
            </a:xfrm>
          </p:grpSpPr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09391536-07C3-4B5B-B9A5-903831368024}"/>
                  </a:ext>
                </a:extLst>
              </p:cNvPr>
              <p:cNvGrpSpPr/>
              <p:nvPr/>
            </p:nvGrpSpPr>
            <p:grpSpPr>
              <a:xfrm>
                <a:off x="9503637" y="-3404335"/>
                <a:ext cx="3937114" cy="2317452"/>
                <a:chOff x="1450347" y="-6379409"/>
                <a:chExt cx="3937114" cy="231745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A6C79A7-552D-4B04-8C93-687BF2C3BFA2}"/>
                    </a:ext>
                  </a:extLst>
                </p:cNvPr>
                <p:cNvSpPr/>
                <p:nvPr/>
              </p:nvSpPr>
              <p:spPr>
                <a:xfrm>
                  <a:off x="1450347" y="-6379409"/>
                  <a:ext cx="3937114" cy="2317452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3B0CDDC4-4A72-4D5B-A617-1C8CDC3FA9A8}"/>
                    </a:ext>
                  </a:extLst>
                </p:cNvPr>
                <p:cNvSpPr/>
                <p:nvPr/>
              </p:nvSpPr>
              <p:spPr>
                <a:xfrm>
                  <a:off x="1767099" y="-6303988"/>
                  <a:ext cx="330090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Lines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cross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cells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follows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/>
                </a:p>
              </p:txBody>
            </p:sp>
            <p:grpSp>
              <p:nvGrpSpPr>
                <p:cNvPr id="459" name="Group 458">
                  <a:extLst>
                    <a:ext uri="{FF2B5EF4-FFF2-40B4-BE49-F238E27FC236}">
                      <a16:creationId xmlns:a16="http://schemas.microsoft.com/office/drawing/2014/main" id="{6E39A31F-EDC1-4BC0-9384-4B076263079B}"/>
                    </a:ext>
                  </a:extLst>
                </p:cNvPr>
                <p:cNvGrpSpPr/>
                <p:nvPr/>
              </p:nvGrpSpPr>
              <p:grpSpPr>
                <a:xfrm>
                  <a:off x="1602907" y="-5943578"/>
                  <a:ext cx="1434176" cy="1652495"/>
                  <a:chOff x="1602907" y="-5943578"/>
                  <a:chExt cx="1434176" cy="1652495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BD3E1D87-7E2C-4E0D-ACA2-3AE858EDF438}"/>
                      </a:ext>
                    </a:extLst>
                  </p:cNvPr>
                  <p:cNvSpPr/>
                  <p:nvPr/>
                </p:nvSpPr>
                <p:spPr>
                  <a:xfrm>
                    <a:off x="1602907" y="-5152367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  <a:endParaRPr lang="pt-PT" sz="2400" b="1" dirty="0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CEFCD95D-CB39-403F-8E6E-841EB019B275}"/>
                      </a:ext>
                    </a:extLst>
                  </p:cNvPr>
                  <p:cNvSpPr/>
                  <p:nvPr/>
                </p:nvSpPr>
                <p:spPr>
                  <a:xfrm>
                    <a:off x="2616665" y="-4752748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8E5B38F7-C02F-4380-86B3-7C2995036B48}"/>
                      </a:ext>
                    </a:extLst>
                  </p:cNvPr>
                  <p:cNvSpPr/>
                  <p:nvPr/>
                </p:nvSpPr>
                <p:spPr>
                  <a:xfrm>
                    <a:off x="1743031" y="-5943578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Y</a:t>
                    </a:r>
                    <a:endParaRPr lang="pt-PT" sz="2400" b="1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C8FFEC7B-84A4-4E97-9E7E-BADDF34E3EA2}"/>
                      </a:ext>
                    </a:extLst>
                  </p:cNvPr>
                  <p:cNvSpPr/>
                  <p:nvPr/>
                </p:nvSpPr>
                <p:spPr>
                  <a:xfrm>
                    <a:off x="2664865" y="-5519356"/>
                    <a:ext cx="37221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</a:t>
                    </a:r>
                    <a:endParaRPr lang="pt-PT" sz="2400" b="1" dirty="0"/>
                  </a:p>
                </p:txBody>
              </p:sp>
              <p:sp>
                <p:nvSpPr>
                  <p:cNvPr id="429" name="Trapezoid 428">
                    <a:extLst>
                      <a:ext uri="{FF2B5EF4-FFF2-40B4-BE49-F238E27FC236}">
                        <a16:creationId xmlns:a16="http://schemas.microsoft.com/office/drawing/2014/main" id="{228658A9-60AC-4D46-BBCB-7B4FE1A900F6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1868598" y="-5295614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84177AF8-8ACD-484D-96D3-946CB763DE79}"/>
                      </a:ext>
                    </a:extLst>
                  </p:cNvPr>
                  <p:cNvCxnSpPr>
                    <a:cxnSpLocks/>
                    <a:stCxn id="13" idx="3"/>
                    <a:endCxn id="20" idx="1"/>
                  </p:cNvCxnSpPr>
                  <p:nvPr/>
                </p:nvCxnSpPr>
                <p:spPr>
                  <a:xfrm flipV="1">
                    <a:off x="1975125" y="-5288523"/>
                    <a:ext cx="689740" cy="36698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73CC11D9-2A4D-4CD9-A5F8-AF19313612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045859" y="-5592655"/>
                    <a:ext cx="600688" cy="971676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grpSp>
              <p:nvGrpSpPr>
                <p:cNvPr id="460" name="Group 459">
                  <a:extLst>
                    <a:ext uri="{FF2B5EF4-FFF2-40B4-BE49-F238E27FC236}">
                      <a16:creationId xmlns:a16="http://schemas.microsoft.com/office/drawing/2014/main" id="{1C235A30-42E7-4223-B1DD-E03E206E27EB}"/>
                    </a:ext>
                  </a:extLst>
                </p:cNvPr>
                <p:cNvGrpSpPr/>
                <p:nvPr/>
              </p:nvGrpSpPr>
              <p:grpSpPr>
                <a:xfrm>
                  <a:off x="3335312" y="-5963500"/>
                  <a:ext cx="1835894" cy="1810284"/>
                  <a:chOff x="3335312" y="-5963500"/>
                  <a:chExt cx="1835894" cy="1810284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CFD42CE-BA93-44BE-A859-E80E9BD246E8}"/>
                      </a:ext>
                    </a:extLst>
                  </p:cNvPr>
                  <p:cNvSpPr/>
                  <p:nvPr/>
                </p:nvSpPr>
                <p:spPr>
                  <a:xfrm>
                    <a:off x="4062546" y="-5963500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</a:t>
                    </a:r>
                    <a:endParaRPr lang="pt-PT" sz="2400" b="1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D2EFEA20-24C8-48D8-9135-520363A20F09}"/>
                      </a:ext>
                    </a:extLst>
                  </p:cNvPr>
                  <p:cNvSpPr/>
                  <p:nvPr/>
                </p:nvSpPr>
                <p:spPr>
                  <a:xfrm>
                    <a:off x="4099359" y="-4614881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</a:t>
                    </a:r>
                    <a:endParaRPr lang="pt-PT" sz="2400" b="1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1740F8D-387F-4EF3-AB78-7FDC09BA7DE6}"/>
                      </a:ext>
                    </a:extLst>
                  </p:cNvPr>
                  <p:cNvSpPr/>
                  <p:nvPr/>
                </p:nvSpPr>
                <p:spPr>
                  <a:xfrm>
                    <a:off x="4696396" y="-5624746"/>
                    <a:ext cx="47481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</a:t>
                    </a:r>
                    <a:endParaRPr lang="pt-PT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AE942D69-12E5-47DF-A928-30AC5D4C0EB1}"/>
                      </a:ext>
                    </a:extLst>
                  </p:cNvPr>
                  <p:cNvSpPr/>
                  <p:nvPr/>
                </p:nvSpPr>
                <p:spPr>
                  <a:xfrm>
                    <a:off x="3335312" y="-4967411"/>
                    <a:ext cx="47481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</a:t>
                    </a:r>
                    <a:endParaRPr lang="pt-PT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  <p:sp>
                <p:nvSpPr>
                  <p:cNvPr id="428" name="Hexagon 427">
                    <a:extLst>
                      <a:ext uri="{FF2B5EF4-FFF2-40B4-BE49-F238E27FC236}">
                        <a16:creationId xmlns:a16="http://schemas.microsoft.com/office/drawing/2014/main" id="{C2B94377-C38E-4776-AF2E-CCE2B7CD892B}"/>
                      </a:ext>
                    </a:extLst>
                  </p:cNvPr>
                  <p:cNvSpPr/>
                  <p:nvPr/>
                </p:nvSpPr>
                <p:spPr>
                  <a:xfrm>
                    <a:off x="3797062" y="-5489765"/>
                    <a:ext cx="955438" cy="823652"/>
                  </a:xfrm>
                  <a:prstGeom prst="hexagon">
                    <a:avLst>
                      <a:gd name="adj" fmla="val 29377"/>
                      <a:gd name="vf" fmla="val 11547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39" name="Rectangle 438">
                    <a:extLst>
                      <a:ext uri="{FF2B5EF4-FFF2-40B4-BE49-F238E27FC236}">
                        <a16:creationId xmlns:a16="http://schemas.microsoft.com/office/drawing/2014/main" id="{5A9C0444-74A7-494D-A587-FB50E55B1FDC}"/>
                      </a:ext>
                    </a:extLst>
                  </p:cNvPr>
                  <p:cNvSpPr/>
                  <p:nvPr/>
                </p:nvSpPr>
                <p:spPr>
                  <a:xfrm>
                    <a:off x="3404644" y="-5622404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</a:t>
                    </a:r>
                    <a:endParaRPr lang="pt-PT" sz="2400" b="1" dirty="0"/>
                  </a:p>
                </p:txBody>
              </p:sp>
              <p:sp>
                <p:nvSpPr>
                  <p:cNvPr id="440" name="Rectangle 439">
                    <a:extLst>
                      <a:ext uri="{FF2B5EF4-FFF2-40B4-BE49-F238E27FC236}">
                        <a16:creationId xmlns:a16="http://schemas.microsoft.com/office/drawing/2014/main" id="{9E784477-6831-4C8C-84DE-1C463F51FB91}"/>
                      </a:ext>
                    </a:extLst>
                  </p:cNvPr>
                  <p:cNvSpPr/>
                  <p:nvPr/>
                </p:nvSpPr>
                <p:spPr>
                  <a:xfrm>
                    <a:off x="4715687" y="-5016568"/>
                    <a:ext cx="389850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pt-PT" sz="24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</a:t>
                    </a:r>
                    <a:endParaRPr lang="pt-PT" sz="2400" b="1" dirty="0"/>
                  </a:p>
                </p:txBody>
              </p:sp>
              <p:cxnSp>
                <p:nvCxnSpPr>
                  <p:cNvPr id="441" name="Straight Connector 440">
                    <a:extLst>
                      <a:ext uri="{FF2B5EF4-FFF2-40B4-BE49-F238E27FC236}">
                        <a16:creationId xmlns:a16="http://schemas.microsoft.com/office/drawing/2014/main" id="{4BB6E1BD-8BA0-42A5-A839-48E01A0141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257471" y="-5578056"/>
                    <a:ext cx="37158" cy="1095112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>
                        <a:lumMod val="50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44" name="Straight Connector 443">
                    <a:extLst>
                      <a:ext uri="{FF2B5EF4-FFF2-40B4-BE49-F238E27FC236}">
                        <a16:creationId xmlns:a16="http://schemas.microsoft.com/office/drawing/2014/main" id="{EEC2A04D-E853-49F8-80D5-7DE02B3DF77F}"/>
                      </a:ext>
                    </a:extLst>
                  </p:cNvPr>
                  <p:cNvCxnSpPr>
                    <a:cxnSpLocks/>
                    <a:stCxn id="18" idx="3"/>
                    <a:endCxn id="17" idx="1"/>
                  </p:cNvCxnSpPr>
                  <p:nvPr/>
                </p:nvCxnSpPr>
                <p:spPr>
                  <a:xfrm flipV="1">
                    <a:off x="3810122" y="-5393913"/>
                    <a:ext cx="886274" cy="657335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452" name="Straight Connector 451">
                    <a:extLst>
                      <a:ext uri="{FF2B5EF4-FFF2-40B4-BE49-F238E27FC236}">
                        <a16:creationId xmlns:a16="http://schemas.microsoft.com/office/drawing/2014/main" id="{248C986D-4790-4D03-82EF-CA77877BB1AC}"/>
                      </a:ext>
                    </a:extLst>
                  </p:cNvPr>
                  <p:cNvCxnSpPr>
                    <a:cxnSpLocks/>
                    <a:stCxn id="439" idx="3"/>
                    <a:endCxn id="440" idx="1"/>
                  </p:cNvCxnSpPr>
                  <p:nvPr/>
                </p:nvCxnSpPr>
                <p:spPr>
                  <a:xfrm>
                    <a:off x="3794494" y="-5391571"/>
                    <a:ext cx="921193" cy="6058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88075ABF-508C-494C-B72E-37815F81C42E}"/>
                  </a:ext>
                </a:extLst>
              </p:cNvPr>
              <p:cNvGrpSpPr/>
              <p:nvPr/>
            </p:nvGrpSpPr>
            <p:grpSpPr>
              <a:xfrm>
                <a:off x="9503637" y="-919448"/>
                <a:ext cx="3937114" cy="2288956"/>
                <a:chOff x="6315072" y="-6414123"/>
                <a:chExt cx="3937114" cy="2288956"/>
              </a:xfrm>
            </p:grpSpPr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C9B04F8B-4911-440D-952E-528385A01427}"/>
                    </a:ext>
                  </a:extLst>
                </p:cNvPr>
                <p:cNvSpPr/>
                <p:nvPr/>
              </p:nvSpPr>
              <p:spPr>
                <a:xfrm>
                  <a:off x="6315072" y="-6414123"/>
                  <a:ext cx="3937114" cy="2288956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50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35E9546-B517-4CCA-92B3-4061BCF3B8E8}"/>
                    </a:ext>
                  </a:extLst>
                </p:cNvPr>
                <p:cNvSpPr/>
                <p:nvPr/>
              </p:nvSpPr>
              <p:spPr>
                <a:xfrm>
                  <a:off x="6517816" y="-6351478"/>
                  <a:ext cx="361795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Cells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sharing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vertex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pt-PT" b="1" i="1" dirty="0" err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examples</a:t>
                  </a:r>
                  <a:r>
                    <a:rPr lang="pt-PT" b="1" i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</a:t>
                  </a:r>
                  <a:endParaRPr lang="pt-PT" dirty="0"/>
                </a:p>
              </p:txBody>
            </p: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85DE090D-4814-4535-9C7C-EE091A169D33}"/>
                    </a:ext>
                  </a:extLst>
                </p:cNvPr>
                <p:cNvGrpSpPr/>
                <p:nvPr/>
              </p:nvGrpSpPr>
              <p:grpSpPr>
                <a:xfrm>
                  <a:off x="6909243" y="-5830145"/>
                  <a:ext cx="738146" cy="1516529"/>
                  <a:chOff x="6708518" y="-5830145"/>
                  <a:chExt cx="738146" cy="1516529"/>
                </a:xfrm>
              </p:grpSpPr>
              <p:sp>
                <p:nvSpPr>
                  <p:cNvPr id="462" name="Trapezoid 461">
                    <a:extLst>
                      <a:ext uri="{FF2B5EF4-FFF2-40B4-BE49-F238E27FC236}">
                        <a16:creationId xmlns:a16="http://schemas.microsoft.com/office/drawing/2014/main" id="{BF06A6F9-C7C4-4DB3-B56B-99DF195FC143}"/>
                      </a:ext>
                    </a:extLst>
                  </p:cNvPr>
                  <p:cNvSpPr/>
                  <p:nvPr/>
                </p:nvSpPr>
                <p:spPr>
                  <a:xfrm rot="7200000">
                    <a:off x="6443406" y="-5565033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3" name="Trapezoid 462">
                    <a:extLst>
                      <a:ext uri="{FF2B5EF4-FFF2-40B4-BE49-F238E27FC236}">
                        <a16:creationId xmlns:a16="http://schemas.microsoft.com/office/drawing/2014/main" id="{4D57480E-126A-4C11-AF0B-904FE0320352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6443407" y="-4969254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64" name="Trapezoid 463">
                    <a:extLst>
                      <a:ext uri="{FF2B5EF4-FFF2-40B4-BE49-F238E27FC236}">
                        <a16:creationId xmlns:a16="http://schemas.microsoft.com/office/drawing/2014/main" id="{61A4CE46-4838-4168-ABB5-C59451CBBA62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6791027" y="-5363186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66" name="Oval 465">
                    <a:extLst>
                      <a:ext uri="{FF2B5EF4-FFF2-40B4-BE49-F238E27FC236}">
                        <a16:creationId xmlns:a16="http://schemas.microsoft.com/office/drawing/2014/main" id="{5FAC5EC5-EC09-447A-89C7-E7BCF5F7E013}"/>
                      </a:ext>
                    </a:extLst>
                  </p:cNvPr>
                  <p:cNvSpPr/>
                  <p:nvPr/>
                </p:nvSpPr>
                <p:spPr>
                  <a:xfrm>
                    <a:off x="6809457" y="-5250297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</p:grpSp>
            <p:grpSp>
              <p:nvGrpSpPr>
                <p:cNvPr id="478" name="Group 477">
                  <a:extLst>
                    <a:ext uri="{FF2B5EF4-FFF2-40B4-BE49-F238E27FC236}">
                      <a16:creationId xmlns:a16="http://schemas.microsoft.com/office/drawing/2014/main" id="{69718E80-CB82-45C8-BB9C-EFC2763531B0}"/>
                    </a:ext>
                  </a:extLst>
                </p:cNvPr>
                <p:cNvGrpSpPr/>
                <p:nvPr/>
              </p:nvGrpSpPr>
              <p:grpSpPr>
                <a:xfrm>
                  <a:off x="8227874" y="-6061120"/>
                  <a:ext cx="1527724" cy="1914880"/>
                  <a:chOff x="8286765" y="-6061120"/>
                  <a:chExt cx="1527724" cy="1914880"/>
                </a:xfrm>
              </p:grpSpPr>
              <p:sp>
                <p:nvSpPr>
                  <p:cNvPr id="469" name="Trapezoid 468">
                    <a:extLst>
                      <a:ext uri="{FF2B5EF4-FFF2-40B4-BE49-F238E27FC236}">
                        <a16:creationId xmlns:a16="http://schemas.microsoft.com/office/drawing/2014/main" id="{6202E8BC-1F1D-4165-9639-5B30F2545DE4}"/>
                      </a:ext>
                    </a:extLst>
                  </p:cNvPr>
                  <p:cNvSpPr/>
                  <p:nvPr/>
                </p:nvSpPr>
                <p:spPr>
                  <a:xfrm rot="18000000">
                    <a:off x="8810487" y="-5796008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68" name="Hexagon 467">
                    <a:extLst>
                      <a:ext uri="{FF2B5EF4-FFF2-40B4-BE49-F238E27FC236}">
                        <a16:creationId xmlns:a16="http://schemas.microsoft.com/office/drawing/2014/main" id="{1E79772C-F2AE-49E5-A4E0-7FCFD841BEEC}"/>
                      </a:ext>
                    </a:extLst>
                  </p:cNvPr>
                  <p:cNvSpPr/>
                  <p:nvPr/>
                </p:nvSpPr>
                <p:spPr>
                  <a:xfrm>
                    <a:off x="8286765" y="-5521985"/>
                    <a:ext cx="955438" cy="823652"/>
                  </a:xfrm>
                  <a:prstGeom prst="hexagon">
                    <a:avLst>
                      <a:gd name="adj" fmla="val 29377"/>
                      <a:gd name="vf" fmla="val 11547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0" name="Trapezoid 469">
                    <a:extLst>
                      <a:ext uri="{FF2B5EF4-FFF2-40B4-BE49-F238E27FC236}">
                        <a16:creationId xmlns:a16="http://schemas.microsoft.com/office/drawing/2014/main" id="{BDA8C22B-73FC-4085-91DE-905C1CDD2A44}"/>
                      </a:ext>
                    </a:extLst>
                  </p:cNvPr>
                  <p:cNvSpPr/>
                  <p:nvPr/>
                </p:nvSpPr>
                <p:spPr>
                  <a:xfrm rot="3600000">
                    <a:off x="9158108" y="-5011881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1" name="Trapezoid 470">
                    <a:extLst>
                      <a:ext uri="{FF2B5EF4-FFF2-40B4-BE49-F238E27FC236}">
                        <a16:creationId xmlns:a16="http://schemas.microsoft.com/office/drawing/2014/main" id="{93AF529E-AAAF-4601-8CE1-6A39495E22F7}"/>
                      </a:ext>
                    </a:extLst>
                  </p:cNvPr>
                  <p:cNvSpPr/>
                  <p:nvPr/>
                </p:nvSpPr>
                <p:spPr>
                  <a:xfrm rot="7200000">
                    <a:off x="9158852" y="-5607810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4" name="Trapezoid 473">
                    <a:extLst>
                      <a:ext uri="{FF2B5EF4-FFF2-40B4-BE49-F238E27FC236}">
                        <a16:creationId xmlns:a16="http://schemas.microsoft.com/office/drawing/2014/main" id="{4D6EAAEA-DA3C-4966-9D7A-82672C2C4C60}"/>
                      </a:ext>
                    </a:extLst>
                  </p:cNvPr>
                  <p:cNvSpPr/>
                  <p:nvPr/>
                </p:nvSpPr>
                <p:spPr>
                  <a:xfrm rot="14400000">
                    <a:off x="8823187" y="-4801878"/>
                    <a:ext cx="920750" cy="390525"/>
                  </a:xfrm>
                  <a:prstGeom prst="trapezoid">
                    <a:avLst>
                      <a:gd name="adj" fmla="val 60772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285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475" name="Oval 474">
                    <a:extLst>
                      <a:ext uri="{FF2B5EF4-FFF2-40B4-BE49-F238E27FC236}">
                        <a16:creationId xmlns:a16="http://schemas.microsoft.com/office/drawing/2014/main" id="{7F8E510C-4F10-4ED2-AC4E-A1F3A7214457}"/>
                      </a:ext>
                    </a:extLst>
                  </p:cNvPr>
                  <p:cNvSpPr/>
                  <p:nvPr/>
                </p:nvSpPr>
                <p:spPr>
                  <a:xfrm>
                    <a:off x="9038841" y="-5288524"/>
                    <a:ext cx="352837" cy="3528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pt-PT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2626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B70B972-D141-45AD-B505-5CF6F32E935C}"/>
              </a:ext>
            </a:extLst>
          </p:cNvPr>
          <p:cNvCxnSpPr>
            <a:cxnSpLocks/>
          </p:cNvCxnSpPr>
          <p:nvPr/>
        </p:nvCxnSpPr>
        <p:spPr>
          <a:xfrm flipH="1" flipV="1">
            <a:off x="-1103343" y="4083984"/>
            <a:ext cx="457741" cy="14946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36ACBCD-0A9C-4F94-88D6-A19D80542642}"/>
              </a:ext>
            </a:extLst>
          </p:cNvPr>
          <p:cNvCxnSpPr>
            <a:cxnSpLocks/>
          </p:cNvCxnSpPr>
          <p:nvPr/>
        </p:nvCxnSpPr>
        <p:spPr>
          <a:xfrm>
            <a:off x="-1243036" y="2706642"/>
            <a:ext cx="475809" cy="770697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3C5451A-AC8F-4CE1-9FF9-85DC8948C43E}"/>
              </a:ext>
            </a:extLst>
          </p:cNvPr>
          <p:cNvCxnSpPr>
            <a:cxnSpLocks/>
          </p:cNvCxnSpPr>
          <p:nvPr/>
        </p:nvCxnSpPr>
        <p:spPr>
          <a:xfrm flipH="1">
            <a:off x="-1709059" y="2524665"/>
            <a:ext cx="464743" cy="797066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AB5EC71-2B18-4FDD-B0CD-9941DD78698E}"/>
              </a:ext>
            </a:extLst>
          </p:cNvPr>
          <p:cNvCxnSpPr>
            <a:cxnSpLocks/>
          </p:cNvCxnSpPr>
          <p:nvPr/>
        </p:nvCxnSpPr>
        <p:spPr>
          <a:xfrm flipH="1">
            <a:off x="-709912" y="3853644"/>
            <a:ext cx="229602" cy="393781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03D80529-BA00-4844-AEEE-5B9FDAF8FD94}"/>
              </a:ext>
            </a:extLst>
          </p:cNvPr>
          <p:cNvCxnSpPr>
            <a:cxnSpLocks/>
          </p:cNvCxnSpPr>
          <p:nvPr/>
        </p:nvCxnSpPr>
        <p:spPr>
          <a:xfrm flipH="1" flipV="1">
            <a:off x="-1310136" y="4413408"/>
            <a:ext cx="233059" cy="394793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6B66722-0479-45C5-84A6-2D9CA17DC65F}"/>
              </a:ext>
            </a:extLst>
          </p:cNvPr>
          <p:cNvCxnSpPr>
            <a:cxnSpLocks/>
          </p:cNvCxnSpPr>
          <p:nvPr/>
        </p:nvCxnSpPr>
        <p:spPr>
          <a:xfrm>
            <a:off x="-1850528" y="3534853"/>
            <a:ext cx="907415" cy="0"/>
          </a:xfrm>
          <a:prstGeom prst="line">
            <a:avLst/>
          </a:prstGeom>
          <a:ln w="571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34BE59-53E9-481C-80CD-393902F9F956}"/>
              </a:ext>
            </a:extLst>
          </p:cNvPr>
          <p:cNvGrpSpPr/>
          <p:nvPr/>
        </p:nvGrpSpPr>
        <p:grpSpPr>
          <a:xfrm>
            <a:off x="581853" y="758604"/>
            <a:ext cx="5514217" cy="5267768"/>
            <a:chOff x="3377850" y="1318872"/>
            <a:chExt cx="5514217" cy="526776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2B98561-5E06-4205-9AE8-DAB1F7FE4513}"/>
                </a:ext>
              </a:extLst>
            </p:cNvPr>
            <p:cNvGrpSpPr/>
            <p:nvPr/>
          </p:nvGrpSpPr>
          <p:grpSpPr>
            <a:xfrm>
              <a:off x="3604397" y="1718510"/>
              <a:ext cx="4983205" cy="4461522"/>
              <a:chOff x="3574110" y="1920640"/>
              <a:chExt cx="4983205" cy="4461522"/>
            </a:xfrm>
          </p:grpSpPr>
          <p:sp>
            <p:nvSpPr>
              <p:cNvPr id="8" name="Trapezoid 7">
                <a:extLst>
                  <a:ext uri="{FF2B5EF4-FFF2-40B4-BE49-F238E27FC236}">
                    <a16:creationId xmlns:a16="http://schemas.microsoft.com/office/drawing/2014/main" id="{D99C37E4-809E-45CA-B619-F7B1DB9268CA}"/>
                  </a:ext>
                </a:extLst>
              </p:cNvPr>
              <p:cNvSpPr/>
              <p:nvPr/>
            </p:nvSpPr>
            <p:spPr>
              <a:xfrm rot="10800000">
                <a:off x="5632450" y="1981197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0115CA6-BA0F-4AB4-AC9E-F96E4DB7FDA6}"/>
                  </a:ext>
                </a:extLst>
              </p:cNvPr>
              <p:cNvGrpSpPr/>
              <p:nvPr/>
            </p:nvGrpSpPr>
            <p:grpSpPr>
              <a:xfrm rot="18000000">
                <a:off x="6316346" y="1987315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9" name="Trapezoid 18">
                  <a:extLst>
                    <a:ext uri="{FF2B5EF4-FFF2-40B4-BE49-F238E27FC236}">
                      <a16:creationId xmlns:a16="http://schemas.microsoft.com/office/drawing/2014/main" id="{F1C945EE-3BCD-44D8-A110-376640CE4AC7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" name="Trapezoid 19">
                  <a:extLst>
                    <a:ext uri="{FF2B5EF4-FFF2-40B4-BE49-F238E27FC236}">
                      <a16:creationId xmlns:a16="http://schemas.microsoft.com/office/drawing/2014/main" id="{ED032D2C-AC54-4550-8804-4A5D8E7328EA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A8FA016-1051-4DB7-A385-F60C6EF8F448}"/>
                  </a:ext>
                </a:extLst>
              </p:cNvPr>
              <p:cNvGrpSpPr/>
              <p:nvPr/>
            </p:nvGrpSpPr>
            <p:grpSpPr>
              <a:xfrm rot="18000000">
                <a:off x="4950542" y="2781532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22" name="Trapezoid 21">
                  <a:extLst>
                    <a:ext uri="{FF2B5EF4-FFF2-40B4-BE49-F238E27FC236}">
                      <a16:creationId xmlns:a16="http://schemas.microsoft.com/office/drawing/2014/main" id="{C75E359F-3F4E-4113-BED9-E4569DDDB8D9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" name="Trapezoid 22">
                  <a:extLst>
                    <a:ext uri="{FF2B5EF4-FFF2-40B4-BE49-F238E27FC236}">
                      <a16:creationId xmlns:a16="http://schemas.microsoft.com/office/drawing/2014/main" id="{FC2A8B51-73D2-4666-A2C1-7F9535E3E8F5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B0FC508-00BC-4B88-85D7-8982285CFF5F}"/>
                  </a:ext>
                </a:extLst>
              </p:cNvPr>
              <p:cNvGrpSpPr/>
              <p:nvPr/>
            </p:nvGrpSpPr>
            <p:grpSpPr>
              <a:xfrm rot="14400000">
                <a:off x="6316347" y="2781531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25" name="Trapezoid 24">
                  <a:extLst>
                    <a:ext uri="{FF2B5EF4-FFF2-40B4-BE49-F238E27FC236}">
                      <a16:creationId xmlns:a16="http://schemas.microsoft.com/office/drawing/2014/main" id="{5ABDDC37-1D60-4AE0-9FC5-AF81301DD8EF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6" name="Trapezoid 25">
                  <a:extLst>
                    <a:ext uri="{FF2B5EF4-FFF2-40B4-BE49-F238E27FC236}">
                      <a16:creationId xmlns:a16="http://schemas.microsoft.com/office/drawing/2014/main" id="{64CFF091-ABBE-4FFF-A6EC-EB493C9E63E7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48CD114-885C-48FD-AA95-B0D439D4A684}"/>
                  </a:ext>
                </a:extLst>
              </p:cNvPr>
              <p:cNvGrpSpPr/>
              <p:nvPr/>
            </p:nvGrpSpPr>
            <p:grpSpPr>
              <a:xfrm rot="14400000">
                <a:off x="4941240" y="1987548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28" name="Trapezoid 27">
                  <a:extLst>
                    <a:ext uri="{FF2B5EF4-FFF2-40B4-BE49-F238E27FC236}">
                      <a16:creationId xmlns:a16="http://schemas.microsoft.com/office/drawing/2014/main" id="{C28B4413-4F23-40A6-95C3-DBA97AA5A978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9" name="Trapezoid 28">
                  <a:extLst>
                    <a:ext uri="{FF2B5EF4-FFF2-40B4-BE49-F238E27FC236}">
                      <a16:creationId xmlns:a16="http://schemas.microsoft.com/office/drawing/2014/main" id="{5A2D33C9-076D-4925-B9AC-A02089C66F4C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F97EC4C-B228-46F5-B946-679DEE57975A}"/>
                  </a:ext>
                </a:extLst>
              </p:cNvPr>
              <p:cNvGrpSpPr/>
              <p:nvPr/>
            </p:nvGrpSpPr>
            <p:grpSpPr>
              <a:xfrm rot="18000000">
                <a:off x="7007671" y="2387599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31" name="Trapezoid 30">
                  <a:extLst>
                    <a:ext uri="{FF2B5EF4-FFF2-40B4-BE49-F238E27FC236}">
                      <a16:creationId xmlns:a16="http://schemas.microsoft.com/office/drawing/2014/main" id="{691AAA49-0E1D-4D0C-A541-B70DE2711093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2" name="Trapezoid 31">
                  <a:extLst>
                    <a:ext uri="{FF2B5EF4-FFF2-40B4-BE49-F238E27FC236}">
                      <a16:creationId xmlns:a16="http://schemas.microsoft.com/office/drawing/2014/main" id="{F0322150-5A4D-4802-9A9B-C12F72BC3797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4675B71-96AC-4F74-AC64-23B37FD7F142}"/>
                  </a:ext>
                </a:extLst>
              </p:cNvPr>
              <p:cNvGrpSpPr/>
              <p:nvPr/>
            </p:nvGrpSpPr>
            <p:grpSpPr>
              <a:xfrm rot="18000000">
                <a:off x="4949653" y="3572298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37" name="Trapezoid 36">
                  <a:extLst>
                    <a:ext uri="{FF2B5EF4-FFF2-40B4-BE49-F238E27FC236}">
                      <a16:creationId xmlns:a16="http://schemas.microsoft.com/office/drawing/2014/main" id="{61BC0B2F-F177-4905-986B-B2D6B07C3241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8" name="Trapezoid 37">
                  <a:extLst>
                    <a:ext uri="{FF2B5EF4-FFF2-40B4-BE49-F238E27FC236}">
                      <a16:creationId xmlns:a16="http://schemas.microsoft.com/office/drawing/2014/main" id="{C64C01B9-0D36-4B41-B2C1-2B9745265774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C7EC956-5FCA-4486-A020-3697A386A94B}"/>
                  </a:ext>
                </a:extLst>
              </p:cNvPr>
              <p:cNvGrpSpPr/>
              <p:nvPr/>
            </p:nvGrpSpPr>
            <p:grpSpPr>
              <a:xfrm rot="3600000">
                <a:off x="5632450" y="2377269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42" name="Trapezoid 41">
                  <a:extLst>
                    <a:ext uri="{FF2B5EF4-FFF2-40B4-BE49-F238E27FC236}">
                      <a16:creationId xmlns:a16="http://schemas.microsoft.com/office/drawing/2014/main" id="{45272416-5255-4CC3-869B-E1B9FF883767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3" name="Trapezoid 42">
                  <a:extLst>
                    <a:ext uri="{FF2B5EF4-FFF2-40B4-BE49-F238E27FC236}">
                      <a16:creationId xmlns:a16="http://schemas.microsoft.com/office/drawing/2014/main" id="{9633E44C-B570-49C9-9783-5742D2F72769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52940BD-2219-4EB5-9AB3-B1C426B85491}"/>
                  </a:ext>
                </a:extLst>
              </p:cNvPr>
              <p:cNvGrpSpPr/>
              <p:nvPr/>
            </p:nvGrpSpPr>
            <p:grpSpPr>
              <a:xfrm>
                <a:off x="7004159" y="3172057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48" name="Trapezoid 47">
                  <a:extLst>
                    <a:ext uri="{FF2B5EF4-FFF2-40B4-BE49-F238E27FC236}">
                      <a16:creationId xmlns:a16="http://schemas.microsoft.com/office/drawing/2014/main" id="{2FD0C637-A7C2-403B-9C0F-81173DAC8966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49" name="Trapezoid 48">
                  <a:extLst>
                    <a:ext uri="{FF2B5EF4-FFF2-40B4-BE49-F238E27FC236}">
                      <a16:creationId xmlns:a16="http://schemas.microsoft.com/office/drawing/2014/main" id="{96546E5B-AFAB-4621-BA11-CFA606D68767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3B1EE15-B038-4647-993E-9A7FF07D4263}"/>
                  </a:ext>
                </a:extLst>
              </p:cNvPr>
              <p:cNvGrpSpPr/>
              <p:nvPr/>
            </p:nvGrpSpPr>
            <p:grpSpPr>
              <a:xfrm>
                <a:off x="4272112" y="3172057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51" name="Trapezoid 50">
                  <a:extLst>
                    <a:ext uri="{FF2B5EF4-FFF2-40B4-BE49-F238E27FC236}">
                      <a16:creationId xmlns:a16="http://schemas.microsoft.com/office/drawing/2014/main" id="{C168AEE0-F6F4-4DDE-8DE6-69595D88B985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52" name="Trapezoid 51">
                  <a:extLst>
                    <a:ext uri="{FF2B5EF4-FFF2-40B4-BE49-F238E27FC236}">
                      <a16:creationId xmlns:a16="http://schemas.microsoft.com/office/drawing/2014/main" id="{9CEAB5BA-C01C-4668-AD1D-14AD49B34454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55" name="Trapezoid 54">
                <a:extLst>
                  <a:ext uri="{FF2B5EF4-FFF2-40B4-BE49-F238E27FC236}">
                    <a16:creationId xmlns:a16="http://schemas.microsoft.com/office/drawing/2014/main" id="{C9339224-B31F-4ABC-B30A-5522F1048F88}"/>
                  </a:ext>
                </a:extLst>
              </p:cNvPr>
              <p:cNvSpPr/>
              <p:nvPr/>
            </p:nvSpPr>
            <p:spPr>
              <a:xfrm rot="10800000">
                <a:off x="4243237" y="1981232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F65970D-5FFA-4845-AEFE-0B479243C1F5}"/>
                  </a:ext>
                </a:extLst>
              </p:cNvPr>
              <p:cNvGrpSpPr/>
              <p:nvPr/>
            </p:nvGrpSpPr>
            <p:grpSpPr>
              <a:xfrm>
                <a:off x="5632450" y="3943750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63" name="Trapezoid 62">
                  <a:extLst>
                    <a:ext uri="{FF2B5EF4-FFF2-40B4-BE49-F238E27FC236}">
                      <a16:creationId xmlns:a16="http://schemas.microsoft.com/office/drawing/2014/main" id="{2406926F-9ED1-4992-9D4D-38F1E1522706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4" name="Trapezoid 63">
                  <a:extLst>
                    <a:ext uri="{FF2B5EF4-FFF2-40B4-BE49-F238E27FC236}">
                      <a16:creationId xmlns:a16="http://schemas.microsoft.com/office/drawing/2014/main" id="{67F2C4FF-5DD7-4C1E-AA11-43ED2ABC4817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896C96-545C-4383-A7A4-5CB384471AFE}"/>
                  </a:ext>
                </a:extLst>
              </p:cNvPr>
              <p:cNvGrpSpPr/>
              <p:nvPr/>
            </p:nvGrpSpPr>
            <p:grpSpPr>
              <a:xfrm>
                <a:off x="6316346" y="3563573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66" name="Trapezoid 65">
                  <a:extLst>
                    <a:ext uri="{FF2B5EF4-FFF2-40B4-BE49-F238E27FC236}">
                      <a16:creationId xmlns:a16="http://schemas.microsoft.com/office/drawing/2014/main" id="{6334486E-1234-4E6E-8BE6-B27CE1D1A72A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Trapezoid 66">
                  <a:extLst>
                    <a:ext uri="{FF2B5EF4-FFF2-40B4-BE49-F238E27FC236}">
                      <a16:creationId xmlns:a16="http://schemas.microsoft.com/office/drawing/2014/main" id="{78D9B9AF-F6B5-49A3-A15C-07FFD32961A9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0CEAF275-EC7A-47C2-926C-B6B60A34D0DA}"/>
                  </a:ext>
                </a:extLst>
              </p:cNvPr>
              <p:cNvGrpSpPr/>
              <p:nvPr/>
            </p:nvGrpSpPr>
            <p:grpSpPr>
              <a:xfrm>
                <a:off x="3574110" y="1987314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78" name="Trapezoid 77">
                  <a:extLst>
                    <a:ext uri="{FF2B5EF4-FFF2-40B4-BE49-F238E27FC236}">
                      <a16:creationId xmlns:a16="http://schemas.microsoft.com/office/drawing/2014/main" id="{1B2C95CF-A665-4B44-BB64-26B3B6AAD2B6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9" name="Trapezoid 78">
                  <a:extLst>
                    <a:ext uri="{FF2B5EF4-FFF2-40B4-BE49-F238E27FC236}">
                      <a16:creationId xmlns:a16="http://schemas.microsoft.com/office/drawing/2014/main" id="{F4C66D93-379E-4A5D-A03C-77B45C81AD08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9756C5DB-1FE2-4C74-BEF7-7D434E426F79}"/>
                  </a:ext>
                </a:extLst>
              </p:cNvPr>
              <p:cNvGrpSpPr/>
              <p:nvPr/>
            </p:nvGrpSpPr>
            <p:grpSpPr>
              <a:xfrm>
                <a:off x="4259128" y="2384692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81" name="Trapezoid 80">
                  <a:extLst>
                    <a:ext uri="{FF2B5EF4-FFF2-40B4-BE49-F238E27FC236}">
                      <a16:creationId xmlns:a16="http://schemas.microsoft.com/office/drawing/2014/main" id="{7DD167E7-5923-4E68-ACA0-75ABC3F9D60C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2" name="Trapezoid 81">
                  <a:extLst>
                    <a:ext uri="{FF2B5EF4-FFF2-40B4-BE49-F238E27FC236}">
                      <a16:creationId xmlns:a16="http://schemas.microsoft.com/office/drawing/2014/main" id="{6C54DD26-8B93-4683-B231-1A63BE870DB1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88" name="Trapezoid 87">
                <a:extLst>
                  <a:ext uri="{FF2B5EF4-FFF2-40B4-BE49-F238E27FC236}">
                    <a16:creationId xmlns:a16="http://schemas.microsoft.com/office/drawing/2014/main" id="{4F1EC2F8-9B91-4C6D-A06E-4FF9E86523F1}"/>
                  </a:ext>
                </a:extLst>
              </p:cNvPr>
              <p:cNvSpPr/>
              <p:nvPr/>
            </p:nvSpPr>
            <p:spPr>
              <a:xfrm rot="3600000">
                <a:off x="3762056" y="2888127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" name="Trapezoid 89">
                <a:extLst>
                  <a:ext uri="{FF2B5EF4-FFF2-40B4-BE49-F238E27FC236}">
                    <a16:creationId xmlns:a16="http://schemas.microsoft.com/office/drawing/2014/main" id="{8967CC11-6F3F-4DEA-90C1-5EB1EC6E10DD}"/>
                  </a:ext>
                </a:extLst>
              </p:cNvPr>
              <p:cNvSpPr/>
              <p:nvPr/>
            </p:nvSpPr>
            <p:spPr>
              <a:xfrm rot="18000000">
                <a:off x="6831902" y="4051213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03" name="Trapezoid 102">
                <a:extLst>
                  <a:ext uri="{FF2B5EF4-FFF2-40B4-BE49-F238E27FC236}">
                    <a16:creationId xmlns:a16="http://schemas.microsoft.com/office/drawing/2014/main" id="{5735B328-5F95-4246-B154-32759BD3C6DF}"/>
                  </a:ext>
                </a:extLst>
              </p:cNvPr>
              <p:cNvSpPr/>
              <p:nvPr/>
            </p:nvSpPr>
            <p:spPr>
              <a:xfrm rot="3600000">
                <a:off x="4436403" y="4055863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BE3AC1C2-1C55-4E66-AE5F-C2DFA54F0887}"/>
                  </a:ext>
                </a:extLst>
              </p:cNvPr>
              <p:cNvGrpSpPr/>
              <p:nvPr/>
            </p:nvGrpSpPr>
            <p:grpSpPr>
              <a:xfrm rot="18000000">
                <a:off x="4940917" y="4353169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05" name="Trapezoid 104">
                  <a:extLst>
                    <a:ext uri="{FF2B5EF4-FFF2-40B4-BE49-F238E27FC236}">
                      <a16:creationId xmlns:a16="http://schemas.microsoft.com/office/drawing/2014/main" id="{6DFAB7BF-09A9-4347-9A46-135067CA7AE6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106" name="Trapezoid 105">
                  <a:extLst>
                    <a:ext uri="{FF2B5EF4-FFF2-40B4-BE49-F238E27FC236}">
                      <a16:creationId xmlns:a16="http://schemas.microsoft.com/office/drawing/2014/main" id="{05617DF8-182C-4201-B219-146CA3BA708A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10BCF17C-82CA-415E-A90D-6D14DC57B372}"/>
                  </a:ext>
                </a:extLst>
              </p:cNvPr>
              <p:cNvGrpSpPr/>
              <p:nvPr/>
            </p:nvGrpSpPr>
            <p:grpSpPr>
              <a:xfrm rot="3600000">
                <a:off x="5632450" y="4748353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08" name="Trapezoid 107">
                  <a:extLst>
                    <a:ext uri="{FF2B5EF4-FFF2-40B4-BE49-F238E27FC236}">
                      <a16:creationId xmlns:a16="http://schemas.microsoft.com/office/drawing/2014/main" id="{34CC442B-5786-4859-919C-26AB6F57D7E2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09" name="Trapezoid 108">
                  <a:extLst>
                    <a:ext uri="{FF2B5EF4-FFF2-40B4-BE49-F238E27FC236}">
                      <a16:creationId xmlns:a16="http://schemas.microsoft.com/office/drawing/2014/main" id="{ACC0598A-9A7B-448C-BDD7-0614C94BBDD4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D5BEB14C-0961-442A-8BF2-3D8540C53A57}"/>
                  </a:ext>
                </a:extLst>
              </p:cNvPr>
              <p:cNvGrpSpPr/>
              <p:nvPr/>
            </p:nvGrpSpPr>
            <p:grpSpPr>
              <a:xfrm rot="14400000">
                <a:off x="6321885" y="4350282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20" name="Trapezoid 119">
                  <a:extLst>
                    <a:ext uri="{FF2B5EF4-FFF2-40B4-BE49-F238E27FC236}">
                      <a16:creationId xmlns:a16="http://schemas.microsoft.com/office/drawing/2014/main" id="{7C776206-F314-4E29-A36D-751EA26EBF81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1" name="Trapezoid 120">
                  <a:extLst>
                    <a:ext uri="{FF2B5EF4-FFF2-40B4-BE49-F238E27FC236}">
                      <a16:creationId xmlns:a16="http://schemas.microsoft.com/office/drawing/2014/main" id="{2A1ADE6A-479C-4D34-B49B-10E687C273F1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AB5138D7-141D-4CE6-9897-35D173C31566}"/>
                  </a:ext>
                </a:extLst>
              </p:cNvPr>
              <p:cNvGrpSpPr/>
              <p:nvPr/>
            </p:nvGrpSpPr>
            <p:grpSpPr>
              <a:xfrm rot="3600000">
                <a:off x="5632450" y="5528087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23" name="Trapezoid 122">
                  <a:extLst>
                    <a:ext uri="{FF2B5EF4-FFF2-40B4-BE49-F238E27FC236}">
                      <a16:creationId xmlns:a16="http://schemas.microsoft.com/office/drawing/2014/main" id="{0B138510-C15A-49F5-8D8F-95140189BBF0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24" name="Trapezoid 123">
                  <a:extLst>
                    <a:ext uri="{FF2B5EF4-FFF2-40B4-BE49-F238E27FC236}">
                      <a16:creationId xmlns:a16="http://schemas.microsoft.com/office/drawing/2014/main" id="{B182A2CF-CA9A-44DA-A61D-109C8F23ECDA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sp>
            <p:nvSpPr>
              <p:cNvPr id="126" name="Trapezoid 125">
                <a:extLst>
                  <a:ext uri="{FF2B5EF4-FFF2-40B4-BE49-F238E27FC236}">
                    <a16:creationId xmlns:a16="http://schemas.microsoft.com/office/drawing/2014/main" id="{D6780FEB-56A0-4DC5-A8FA-F90FE68D47CD}"/>
                  </a:ext>
                </a:extLst>
              </p:cNvPr>
              <p:cNvSpPr/>
              <p:nvPr/>
            </p:nvSpPr>
            <p:spPr>
              <a:xfrm rot="18000000">
                <a:off x="6152108" y="5236744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30" name="Trapezoid 129">
                <a:extLst>
                  <a:ext uri="{FF2B5EF4-FFF2-40B4-BE49-F238E27FC236}">
                    <a16:creationId xmlns:a16="http://schemas.microsoft.com/office/drawing/2014/main" id="{B896134E-A254-4BCF-8F3C-6280D79161BD}"/>
                  </a:ext>
                </a:extLst>
              </p:cNvPr>
              <p:cNvSpPr/>
              <p:nvPr/>
            </p:nvSpPr>
            <p:spPr>
              <a:xfrm rot="3600000">
                <a:off x="5111881" y="5241997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4" name="Trapezoid 133">
                <a:extLst>
                  <a:ext uri="{FF2B5EF4-FFF2-40B4-BE49-F238E27FC236}">
                    <a16:creationId xmlns:a16="http://schemas.microsoft.com/office/drawing/2014/main" id="{F76DED41-754E-4C94-A379-30AC812E7B29}"/>
                  </a:ext>
                </a:extLst>
              </p:cNvPr>
              <p:cNvSpPr/>
              <p:nvPr/>
            </p:nvSpPr>
            <p:spPr>
              <a:xfrm rot="10800000">
                <a:off x="7011706" y="1981197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6" name="Trapezoid 135">
                <a:extLst>
                  <a:ext uri="{FF2B5EF4-FFF2-40B4-BE49-F238E27FC236}">
                    <a16:creationId xmlns:a16="http://schemas.microsoft.com/office/drawing/2014/main" id="{27D30AD4-8DBC-4BEB-9E13-DEE400D3D1F5}"/>
                  </a:ext>
                </a:extLst>
              </p:cNvPr>
              <p:cNvSpPr/>
              <p:nvPr/>
            </p:nvSpPr>
            <p:spPr>
              <a:xfrm rot="18000000">
                <a:off x="7525305" y="2879007"/>
                <a:ext cx="920750" cy="390525"/>
              </a:xfrm>
              <a:prstGeom prst="trapezoid">
                <a:avLst>
                  <a:gd name="adj" fmla="val 60772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3D772009-D0B2-4CFE-9049-CEE3D90BE7A7}"/>
                  </a:ext>
                </a:extLst>
              </p:cNvPr>
              <p:cNvGrpSpPr/>
              <p:nvPr/>
            </p:nvGrpSpPr>
            <p:grpSpPr>
              <a:xfrm rot="7200000">
                <a:off x="7703240" y="1987547"/>
                <a:ext cx="920750" cy="787400"/>
                <a:chOff x="5632450" y="1584322"/>
                <a:chExt cx="920750" cy="787400"/>
              </a:xfrm>
              <a:solidFill>
                <a:schemeClr val="bg1"/>
              </a:solidFill>
            </p:grpSpPr>
            <p:sp>
              <p:nvSpPr>
                <p:cNvPr id="139" name="Trapezoid 138">
                  <a:extLst>
                    <a:ext uri="{FF2B5EF4-FFF2-40B4-BE49-F238E27FC236}">
                      <a16:creationId xmlns:a16="http://schemas.microsoft.com/office/drawing/2014/main" id="{E9C49653-BDA9-48F2-8CBB-0C3A9A6951AF}"/>
                    </a:ext>
                  </a:extLst>
                </p:cNvPr>
                <p:cNvSpPr/>
                <p:nvPr/>
              </p:nvSpPr>
              <p:spPr>
                <a:xfrm>
                  <a:off x="5632450" y="1584322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0" name="Trapezoid 139">
                  <a:extLst>
                    <a:ext uri="{FF2B5EF4-FFF2-40B4-BE49-F238E27FC236}">
                      <a16:creationId xmlns:a16="http://schemas.microsoft.com/office/drawing/2014/main" id="{444AF1CC-5654-44AC-9E3E-C3B91AC13699}"/>
                    </a:ext>
                  </a:extLst>
                </p:cNvPr>
                <p:cNvSpPr/>
                <p:nvPr/>
              </p:nvSpPr>
              <p:spPr>
                <a:xfrm rot="10800000">
                  <a:off x="5632450" y="1981197"/>
                  <a:ext cx="920750" cy="390525"/>
                </a:xfrm>
                <a:prstGeom prst="trapezoid">
                  <a:avLst>
                    <a:gd name="adj" fmla="val 60772"/>
                  </a:avLst>
                </a:prstGeom>
                <a:grp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768A438-E9DF-4B54-A719-7C49887ABE7A}"/>
                </a:ext>
              </a:extLst>
            </p:cNvPr>
            <p:cNvSpPr/>
            <p:nvPr/>
          </p:nvSpPr>
          <p:spPr>
            <a:xfrm>
              <a:off x="8502217" y="1618001"/>
              <a:ext cx="3898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pt-PT" sz="2400" b="1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2B4C8F-676A-4EE8-B8F4-3F2CB7CAF972}"/>
                </a:ext>
              </a:extLst>
            </p:cNvPr>
            <p:cNvGrpSpPr/>
            <p:nvPr/>
          </p:nvGrpSpPr>
          <p:grpSpPr>
            <a:xfrm rot="18000000">
              <a:off x="5413841" y="4048383"/>
              <a:ext cx="4562483" cy="423514"/>
              <a:chOff x="5373201" y="4048383"/>
              <a:chExt cx="4562483" cy="423514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015D3F3-8BE9-4BB8-A0C2-C6120CF3204E}"/>
                  </a:ext>
                </a:extLst>
              </p:cNvPr>
              <p:cNvSpPr/>
              <p:nvPr/>
            </p:nvSpPr>
            <p:spPr>
              <a:xfrm rot="3600000">
                <a:off x="6814306" y="4029307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2400" b="1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8D5B0DC-65D3-44AE-A249-D6354A88D2E6}"/>
                  </a:ext>
                </a:extLst>
              </p:cNvPr>
              <p:cNvSpPr/>
              <p:nvPr/>
            </p:nvSpPr>
            <p:spPr>
              <a:xfrm rot="3600000">
                <a:off x="9509927" y="4014730"/>
                <a:ext cx="3898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pt-PT" sz="2400" b="1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601A52E-2C3D-496A-928C-32A0B5B2CFDA}"/>
                  </a:ext>
                </a:extLst>
              </p:cNvPr>
              <p:cNvSpPr/>
              <p:nvPr/>
            </p:nvSpPr>
            <p:spPr>
              <a:xfrm rot="3600000">
                <a:off x="8868935" y="4007095"/>
                <a:ext cx="372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2400" b="1" dirty="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4B8AFE-E6AE-4D58-A67B-614DACD1CA87}"/>
                  </a:ext>
                </a:extLst>
              </p:cNvPr>
              <p:cNvSpPr/>
              <p:nvPr/>
            </p:nvSpPr>
            <p:spPr>
              <a:xfrm rot="3600000">
                <a:off x="8289081" y="4029307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2400" b="1" dirty="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0641E97-F33A-4C9B-88F6-06977263B31A}"/>
                  </a:ext>
                </a:extLst>
              </p:cNvPr>
              <p:cNvSpPr/>
              <p:nvPr/>
            </p:nvSpPr>
            <p:spPr>
              <a:xfrm rot="3600000">
                <a:off x="7532788" y="4029307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2400" b="1" dirty="0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45837F8-0AEA-4832-BEA0-5CD5AD9AB52F}"/>
                  </a:ext>
                </a:extLst>
              </p:cNvPr>
              <p:cNvSpPr/>
              <p:nvPr/>
            </p:nvSpPr>
            <p:spPr>
              <a:xfrm rot="3600000">
                <a:off x="6164285" y="3962672"/>
                <a:ext cx="2696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2400" b="1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030686F9-6932-40D4-83AB-BE3CC8288B6A}"/>
                  </a:ext>
                </a:extLst>
              </p:cNvPr>
              <p:cNvSpPr/>
              <p:nvPr/>
            </p:nvSpPr>
            <p:spPr>
              <a:xfrm rot="3600000">
                <a:off x="5425940" y="4000154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2400" b="1" dirty="0"/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575ADE5-5416-4370-B683-48FE0A1EEA7F}"/>
                </a:ext>
              </a:extLst>
            </p:cNvPr>
            <p:cNvSpPr/>
            <p:nvPr/>
          </p:nvSpPr>
          <p:spPr>
            <a:xfrm>
              <a:off x="5898339" y="6124975"/>
              <a:ext cx="4074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endParaRPr lang="pt-PT" sz="2400" b="1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4EF2969-5288-4800-B04E-C8230016D22B}"/>
                </a:ext>
              </a:extLst>
            </p:cNvPr>
            <p:cNvGrpSpPr/>
            <p:nvPr/>
          </p:nvGrpSpPr>
          <p:grpSpPr>
            <a:xfrm rot="3600000">
              <a:off x="2272825" y="4053530"/>
              <a:ext cx="4591168" cy="423514"/>
              <a:chOff x="2303305" y="3972250"/>
              <a:chExt cx="4591168" cy="423514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8A6DE34-CA4E-4813-B99A-36218C72EF96}"/>
                  </a:ext>
                </a:extLst>
              </p:cNvPr>
              <p:cNvSpPr/>
              <p:nvPr/>
            </p:nvSpPr>
            <p:spPr>
              <a:xfrm rot="18000000">
                <a:off x="4463181" y="3953174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2400" b="1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91D4D2C-6F35-4DB6-865B-AFAB8D35EAAE}"/>
                  </a:ext>
                </a:extLst>
              </p:cNvPr>
              <p:cNvSpPr/>
              <p:nvPr/>
            </p:nvSpPr>
            <p:spPr>
              <a:xfrm rot="18000000">
                <a:off x="5741068" y="3953174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2400" b="1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294F309-D0E8-4177-8905-C22C1184C2E1}"/>
                  </a:ext>
                </a:extLst>
              </p:cNvPr>
              <p:cNvSpPr/>
              <p:nvPr/>
            </p:nvSpPr>
            <p:spPr>
              <a:xfrm rot="18000000">
                <a:off x="5108618" y="3953174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2400" b="1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938F42B0-A6B3-45F6-8474-12ACC3A2F76A}"/>
                  </a:ext>
                </a:extLst>
              </p:cNvPr>
              <p:cNvSpPr/>
              <p:nvPr/>
            </p:nvSpPr>
            <p:spPr>
              <a:xfrm rot="18000000">
                <a:off x="2348029" y="3930962"/>
                <a:ext cx="372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endParaRPr lang="pt-PT" sz="2400" b="1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9D8312E4-50A3-4D6A-B8D0-A31432BD851C}"/>
                  </a:ext>
                </a:extLst>
              </p:cNvPr>
              <p:cNvSpPr/>
              <p:nvPr/>
            </p:nvSpPr>
            <p:spPr>
              <a:xfrm rot="18000000">
                <a:off x="3005716" y="3953174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endParaRPr lang="pt-PT" sz="2400" b="1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9458C82-AC27-4D08-9C40-6CE9C66F8D1A}"/>
                  </a:ext>
                </a:extLst>
              </p:cNvPr>
              <p:cNvSpPr/>
              <p:nvPr/>
            </p:nvSpPr>
            <p:spPr>
              <a:xfrm rot="18000000">
                <a:off x="3692275" y="3953174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pt-PT" sz="2400" b="1" dirty="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F35023A-83C4-43F2-87CE-32BD8092BADF}"/>
                  </a:ext>
                </a:extLst>
              </p:cNvPr>
              <p:cNvSpPr/>
              <p:nvPr/>
            </p:nvSpPr>
            <p:spPr>
              <a:xfrm rot="18000000">
                <a:off x="6459899" y="3946233"/>
                <a:ext cx="4074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endParaRPr lang="pt-PT" sz="2400" b="1" dirty="0"/>
              </a:p>
            </p:txBody>
          </p:sp>
        </p:grp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B6FC3B6-6D64-4B77-9064-25CBF52D4549}"/>
                </a:ext>
              </a:extLst>
            </p:cNvPr>
            <p:cNvSpPr/>
            <p:nvPr/>
          </p:nvSpPr>
          <p:spPr>
            <a:xfrm>
              <a:off x="3377850" y="1595976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pt-PT" sz="2400" b="1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75FE2DB-D61E-46F6-B3B8-88F0651F8D19}"/>
                </a:ext>
              </a:extLst>
            </p:cNvPr>
            <p:cNvGrpSpPr/>
            <p:nvPr/>
          </p:nvGrpSpPr>
          <p:grpSpPr>
            <a:xfrm>
              <a:off x="3876070" y="1318872"/>
              <a:ext cx="4548991" cy="461665"/>
              <a:chOff x="3876070" y="1318872"/>
              <a:chExt cx="4548991" cy="461665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C2DCD3F-B7FC-41B2-B31C-537EBB401B25}"/>
                  </a:ext>
                </a:extLst>
              </p:cNvPr>
              <p:cNvSpPr/>
              <p:nvPr/>
            </p:nvSpPr>
            <p:spPr>
              <a:xfrm>
                <a:off x="5923118" y="1318872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pt-PT" sz="2400" b="1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ECD9E9BA-99D5-4D91-9F7C-80BB04CE97FA}"/>
                  </a:ext>
                </a:extLst>
              </p:cNvPr>
              <p:cNvSpPr/>
              <p:nvPr/>
            </p:nvSpPr>
            <p:spPr>
              <a:xfrm>
                <a:off x="6591241" y="1318872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pt-PT" sz="2400" b="1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FCEA3B0-BCAA-4479-81AC-A978FD5BC464}"/>
                  </a:ext>
                </a:extLst>
              </p:cNvPr>
              <p:cNvSpPr/>
              <p:nvPr/>
            </p:nvSpPr>
            <p:spPr>
              <a:xfrm>
                <a:off x="7330126" y="1318872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pt-PT" sz="2400" b="1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4D3B70D-FE3A-4037-870A-AA30C7064301}"/>
                  </a:ext>
                </a:extLst>
              </p:cNvPr>
              <p:cNvSpPr/>
              <p:nvPr/>
            </p:nvSpPr>
            <p:spPr>
              <a:xfrm>
                <a:off x="8001547" y="1318872"/>
                <a:ext cx="423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pt-PT" sz="2400" b="1" dirty="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B21167E-E0C7-42DF-A87E-A31821515E5A}"/>
                  </a:ext>
                </a:extLst>
              </p:cNvPr>
              <p:cNvSpPr/>
              <p:nvPr/>
            </p:nvSpPr>
            <p:spPr>
              <a:xfrm>
                <a:off x="5294165" y="1318872"/>
                <a:ext cx="2696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pt-PT" sz="2400" b="1" dirty="0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25FF8B6-678A-4ED3-A536-2BE311161F4C}"/>
                  </a:ext>
                </a:extLst>
              </p:cNvPr>
              <p:cNvSpPr/>
              <p:nvPr/>
            </p:nvSpPr>
            <p:spPr>
              <a:xfrm>
                <a:off x="4570490" y="1318872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endParaRPr lang="pt-PT" sz="2400" b="1" dirty="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0BBB18CB-B835-49C6-9386-621FCB03D160}"/>
                  </a:ext>
                </a:extLst>
              </p:cNvPr>
              <p:cNvSpPr/>
              <p:nvPr/>
            </p:nvSpPr>
            <p:spPr>
              <a:xfrm>
                <a:off x="3876070" y="1318872"/>
                <a:ext cx="3722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pt-PT" sz="2400" b="1" dirty="0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516F1E-9AD3-4FD2-BB7B-D624485F0F52}"/>
              </a:ext>
            </a:extLst>
          </p:cNvPr>
          <p:cNvGrpSpPr/>
          <p:nvPr/>
        </p:nvGrpSpPr>
        <p:grpSpPr>
          <a:xfrm>
            <a:off x="819170" y="1207928"/>
            <a:ext cx="5045822" cy="4344997"/>
            <a:chOff x="819170" y="1207928"/>
            <a:chExt cx="5045822" cy="4344997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234D807-0877-4671-BAA0-DD440978B6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4492" y="2422527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2E05D2A-10BA-4C88-B2EF-D7531029A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5288" y="2789979"/>
              <a:ext cx="464743" cy="79706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38FB1F4-EF1E-41F5-99A2-8DAA47C47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0339" y="3591334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7E3111C-3BAE-428F-805D-959732B811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4763" y="3192912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006ECBD-D364-46B5-9804-B33A24417D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7506" y="2805171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C78C3235-0A87-4582-A987-8FE76BB94554}"/>
                </a:ext>
              </a:extLst>
            </p:cNvPr>
            <p:cNvCxnSpPr>
              <a:cxnSpLocks/>
            </p:cNvCxnSpPr>
            <p:nvPr/>
          </p:nvCxnSpPr>
          <p:spPr>
            <a:xfrm>
              <a:off x="3563971" y="3193823"/>
              <a:ext cx="907415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EEE9060-79BE-4987-864A-55AF0A315BFC}"/>
                </a:ext>
              </a:extLst>
            </p:cNvPr>
            <p:cNvCxnSpPr>
              <a:cxnSpLocks/>
            </p:cNvCxnSpPr>
            <p:nvPr/>
          </p:nvCxnSpPr>
          <p:spPr>
            <a:xfrm>
              <a:off x="2863020" y="3567427"/>
              <a:ext cx="907415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09EF89C-0F63-4F90-BF58-88216254B3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2249" y="3559954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E78F6A4-6F6F-420C-B500-903E06A44B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1280" y="3569507"/>
              <a:ext cx="464743" cy="79706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79EAA42-B136-4225-94B3-1FE07BBD25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1171" y="2390735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3465765-DC7A-4AA9-BE27-7B03E13BE8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2208" y="2398722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665271A-9D28-4085-AF7A-5D0C31DA5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969" y="1627051"/>
              <a:ext cx="2269202" cy="3923525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72BFB73-F670-4D9A-A5F0-FE041A2B4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51049" y="2818144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85F0CF6-26A7-4DBA-94B3-CA1F7D38EDD7}"/>
                </a:ext>
              </a:extLst>
            </p:cNvPr>
            <p:cNvCxnSpPr>
              <a:cxnSpLocks/>
            </p:cNvCxnSpPr>
            <p:nvPr/>
          </p:nvCxnSpPr>
          <p:spPr>
            <a:xfrm>
              <a:off x="4252663" y="2789979"/>
              <a:ext cx="907415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5B80E96-6FED-48B9-BA8F-61903C9DA5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79734" y="3606726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D631CEE9-4D6A-4003-9FD1-A778F64312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31933" y="1207928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2E2C8BF-D9CF-4E7F-B494-03B61B4BE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705" y="1212061"/>
              <a:ext cx="4589145" cy="8209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AA3D5F4-3F7D-4389-8FA6-ECB845FA6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6585" y="1592472"/>
              <a:ext cx="2338407" cy="3958104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6E6C568E-F73D-42B2-8F63-474B2F3EAF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94198" y="5537979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8CBCD95F-97E7-4032-A51A-89FA78DEEF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170" y="1208028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AD48524A-6948-4C51-9646-AC8850602A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87148" y="3987718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095A8FA8-9254-4C45-BC48-A8D72769E7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7376" y="3979138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F29FAAFF-C1FD-4AC4-8570-7BCAF9FAB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71512" y="4360239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B1FD2F02-0DD7-43B9-878B-8D91403C4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1969" y="1600549"/>
              <a:ext cx="464743" cy="79706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62A6EE5-7F20-4D53-AF21-7095866B6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349" y="1236364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A28B16A-F211-4348-B480-68104CFBC2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366" y="2403045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0F19DBB8-BB58-48B9-AB2F-2A4EB1853AC6}"/>
                </a:ext>
              </a:extLst>
            </p:cNvPr>
            <p:cNvCxnSpPr>
              <a:cxnSpLocks/>
            </p:cNvCxnSpPr>
            <p:nvPr/>
          </p:nvCxnSpPr>
          <p:spPr>
            <a:xfrm>
              <a:off x="1535141" y="2805171"/>
              <a:ext cx="907415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A088B80-AFB8-4C6C-B6EF-B3C85D364B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3179" y="1612974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D9ED94B5-2A69-4286-AA52-1DEFB43DEC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8209" y="2008037"/>
              <a:ext cx="464743" cy="79706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ABE092E-E4A8-4B44-A2FE-CB53B8D13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4403" y="1597615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18429B4-EFFB-4653-9241-7E6C035A54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8762" y="1610446"/>
              <a:ext cx="233059" cy="394793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5090485-7591-4F88-BE8F-D7F086CDBF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87128" y="1602393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881DA5F-7E77-4B15-A937-4B0B7A1AC6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56896" y="2024806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87C2ABC-62E1-44F7-AC8C-BE430D3470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28973" y="1602204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9E7C035-D847-4193-B06F-842F54056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1916" y="2015529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6BFA72E-E84C-4E9F-98A1-1619E8E031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47744" y="2404330"/>
              <a:ext cx="457741" cy="14946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B7C3A7F-1C79-4EAB-B93C-E39C37D098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5141" y="2401358"/>
              <a:ext cx="229602" cy="393781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5A0186EF-BC1D-4797-9144-463980D7B3DB}"/>
                </a:ext>
              </a:extLst>
            </p:cNvPr>
            <p:cNvCxnSpPr>
              <a:cxnSpLocks/>
            </p:cNvCxnSpPr>
            <p:nvPr/>
          </p:nvCxnSpPr>
          <p:spPr>
            <a:xfrm>
              <a:off x="835196" y="1605433"/>
              <a:ext cx="907415" cy="0"/>
            </a:xfrm>
            <a:prstGeom prst="line">
              <a:avLst/>
            </a:prstGeom>
            <a:ln w="5715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23A63A8-931B-4143-BFE0-D95ACA4C6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137" y="1071028"/>
            <a:ext cx="4127712" cy="3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8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C231A-569B-4BE9-9BD0-30C11BE2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1914" y="294323"/>
            <a:ext cx="5364482" cy="5364476"/>
          </a:xfrm>
          <a:prstGeom prst="rect">
            <a:avLst/>
          </a:prstGeom>
        </p:spPr>
      </p:pic>
      <p:sp>
        <p:nvSpPr>
          <p:cNvPr id="8" name="Trapezoid 7">
            <a:extLst>
              <a:ext uri="{FF2B5EF4-FFF2-40B4-BE49-F238E27FC236}">
                <a16:creationId xmlns:a16="http://schemas.microsoft.com/office/drawing/2014/main" id="{D99C37E4-809E-45CA-B619-F7B1DB9268CA}"/>
              </a:ext>
            </a:extLst>
          </p:cNvPr>
          <p:cNvSpPr/>
          <p:nvPr/>
        </p:nvSpPr>
        <p:spPr>
          <a:xfrm rot="10800000">
            <a:off x="5632450" y="1981197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115CA6-BA0F-4AB4-AC9E-F96E4DB7FDA6}"/>
              </a:ext>
            </a:extLst>
          </p:cNvPr>
          <p:cNvGrpSpPr/>
          <p:nvPr/>
        </p:nvGrpSpPr>
        <p:grpSpPr>
          <a:xfrm rot="18000000">
            <a:off x="6316346" y="1987315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F1C945EE-3BCD-44D8-A110-376640CE4AC7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ED032D2C-AC54-4550-8804-4A5D8E7328EA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A8FA016-1051-4DB7-A385-F60C6EF8F448}"/>
              </a:ext>
            </a:extLst>
          </p:cNvPr>
          <p:cNvGrpSpPr/>
          <p:nvPr/>
        </p:nvGrpSpPr>
        <p:grpSpPr>
          <a:xfrm rot="18000000">
            <a:off x="4950542" y="2781532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22" name="Trapezoid 21">
              <a:extLst>
                <a:ext uri="{FF2B5EF4-FFF2-40B4-BE49-F238E27FC236}">
                  <a16:creationId xmlns:a16="http://schemas.microsoft.com/office/drawing/2014/main" id="{C75E359F-3F4E-4113-BED9-E4569DDDB8D9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FC2A8B51-73D2-4666-A2C1-7F9535E3E8F5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0FC508-00BC-4B88-85D7-8982285CFF5F}"/>
              </a:ext>
            </a:extLst>
          </p:cNvPr>
          <p:cNvGrpSpPr/>
          <p:nvPr/>
        </p:nvGrpSpPr>
        <p:grpSpPr>
          <a:xfrm rot="14400000">
            <a:off x="6316347" y="2781531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5ABDDC37-1D60-4AE0-9FC5-AF81301DD8EF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64CFF091-ABBE-4FFF-A6EC-EB493C9E63E7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48CD114-885C-48FD-AA95-B0D439D4A684}"/>
              </a:ext>
            </a:extLst>
          </p:cNvPr>
          <p:cNvGrpSpPr/>
          <p:nvPr/>
        </p:nvGrpSpPr>
        <p:grpSpPr>
          <a:xfrm rot="14400000">
            <a:off x="4941240" y="1987548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28" name="Trapezoid 27">
              <a:extLst>
                <a:ext uri="{FF2B5EF4-FFF2-40B4-BE49-F238E27FC236}">
                  <a16:creationId xmlns:a16="http://schemas.microsoft.com/office/drawing/2014/main" id="{C28B4413-4F23-40A6-95C3-DBA97AA5A978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9" name="Trapezoid 28">
              <a:extLst>
                <a:ext uri="{FF2B5EF4-FFF2-40B4-BE49-F238E27FC236}">
                  <a16:creationId xmlns:a16="http://schemas.microsoft.com/office/drawing/2014/main" id="{5A2D33C9-076D-4925-B9AC-A02089C66F4C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97EC4C-B228-46F5-B946-679DEE57975A}"/>
              </a:ext>
            </a:extLst>
          </p:cNvPr>
          <p:cNvGrpSpPr/>
          <p:nvPr/>
        </p:nvGrpSpPr>
        <p:grpSpPr>
          <a:xfrm rot="18000000">
            <a:off x="7007671" y="2387599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31" name="Trapezoid 30">
              <a:extLst>
                <a:ext uri="{FF2B5EF4-FFF2-40B4-BE49-F238E27FC236}">
                  <a16:creationId xmlns:a16="http://schemas.microsoft.com/office/drawing/2014/main" id="{691AAA49-0E1D-4D0C-A541-B70DE2711093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2" name="Trapezoid 31">
              <a:extLst>
                <a:ext uri="{FF2B5EF4-FFF2-40B4-BE49-F238E27FC236}">
                  <a16:creationId xmlns:a16="http://schemas.microsoft.com/office/drawing/2014/main" id="{F0322150-5A4D-4802-9A9B-C12F72BC3797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675B71-96AC-4F74-AC64-23B37FD7F142}"/>
              </a:ext>
            </a:extLst>
          </p:cNvPr>
          <p:cNvGrpSpPr/>
          <p:nvPr/>
        </p:nvGrpSpPr>
        <p:grpSpPr>
          <a:xfrm rot="18000000">
            <a:off x="4949653" y="3572298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37" name="Trapezoid 36">
              <a:extLst>
                <a:ext uri="{FF2B5EF4-FFF2-40B4-BE49-F238E27FC236}">
                  <a16:creationId xmlns:a16="http://schemas.microsoft.com/office/drawing/2014/main" id="{61BC0B2F-F177-4905-986B-B2D6B07C3241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C64C01B9-0D36-4B41-B2C1-2B9745265774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C7EC956-5FCA-4486-A020-3697A386A94B}"/>
              </a:ext>
            </a:extLst>
          </p:cNvPr>
          <p:cNvGrpSpPr/>
          <p:nvPr/>
        </p:nvGrpSpPr>
        <p:grpSpPr>
          <a:xfrm rot="3600000">
            <a:off x="5632450" y="2377269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42" name="Trapezoid 41">
              <a:extLst>
                <a:ext uri="{FF2B5EF4-FFF2-40B4-BE49-F238E27FC236}">
                  <a16:creationId xmlns:a16="http://schemas.microsoft.com/office/drawing/2014/main" id="{45272416-5255-4CC3-869B-E1B9FF883767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3" name="Trapezoid 42">
              <a:extLst>
                <a:ext uri="{FF2B5EF4-FFF2-40B4-BE49-F238E27FC236}">
                  <a16:creationId xmlns:a16="http://schemas.microsoft.com/office/drawing/2014/main" id="{9633E44C-B570-49C9-9783-5742D2F72769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2940BD-2219-4EB5-9AB3-B1C426B85491}"/>
              </a:ext>
            </a:extLst>
          </p:cNvPr>
          <p:cNvGrpSpPr/>
          <p:nvPr/>
        </p:nvGrpSpPr>
        <p:grpSpPr>
          <a:xfrm>
            <a:off x="7004159" y="3172057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48" name="Trapezoid 47">
              <a:extLst>
                <a:ext uri="{FF2B5EF4-FFF2-40B4-BE49-F238E27FC236}">
                  <a16:creationId xmlns:a16="http://schemas.microsoft.com/office/drawing/2014/main" id="{2FD0C637-A7C2-403B-9C0F-81173DAC8966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49" name="Trapezoid 48">
              <a:extLst>
                <a:ext uri="{FF2B5EF4-FFF2-40B4-BE49-F238E27FC236}">
                  <a16:creationId xmlns:a16="http://schemas.microsoft.com/office/drawing/2014/main" id="{96546E5B-AFAB-4621-BA11-CFA606D68767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3B1EE15-B038-4647-993E-9A7FF07D4263}"/>
              </a:ext>
            </a:extLst>
          </p:cNvPr>
          <p:cNvGrpSpPr/>
          <p:nvPr/>
        </p:nvGrpSpPr>
        <p:grpSpPr>
          <a:xfrm>
            <a:off x="4272112" y="3172057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51" name="Trapezoid 50">
              <a:extLst>
                <a:ext uri="{FF2B5EF4-FFF2-40B4-BE49-F238E27FC236}">
                  <a16:creationId xmlns:a16="http://schemas.microsoft.com/office/drawing/2014/main" id="{C168AEE0-F6F4-4DDE-8DE6-69595D88B985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52" name="Trapezoid 51">
              <a:extLst>
                <a:ext uri="{FF2B5EF4-FFF2-40B4-BE49-F238E27FC236}">
                  <a16:creationId xmlns:a16="http://schemas.microsoft.com/office/drawing/2014/main" id="{9CEAB5BA-C01C-4668-AD1D-14AD49B34454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55" name="Trapezoid 54">
            <a:extLst>
              <a:ext uri="{FF2B5EF4-FFF2-40B4-BE49-F238E27FC236}">
                <a16:creationId xmlns:a16="http://schemas.microsoft.com/office/drawing/2014/main" id="{C9339224-B31F-4ABC-B30A-5522F1048F88}"/>
              </a:ext>
            </a:extLst>
          </p:cNvPr>
          <p:cNvSpPr/>
          <p:nvPr/>
        </p:nvSpPr>
        <p:spPr>
          <a:xfrm rot="10800000">
            <a:off x="4243237" y="1981232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65970D-5FFA-4845-AEFE-0B479243C1F5}"/>
              </a:ext>
            </a:extLst>
          </p:cNvPr>
          <p:cNvGrpSpPr/>
          <p:nvPr/>
        </p:nvGrpSpPr>
        <p:grpSpPr>
          <a:xfrm>
            <a:off x="5632450" y="3943750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63" name="Trapezoid 62">
              <a:extLst>
                <a:ext uri="{FF2B5EF4-FFF2-40B4-BE49-F238E27FC236}">
                  <a16:creationId xmlns:a16="http://schemas.microsoft.com/office/drawing/2014/main" id="{2406926F-9ED1-4992-9D4D-38F1E1522706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4" name="Trapezoid 63">
              <a:extLst>
                <a:ext uri="{FF2B5EF4-FFF2-40B4-BE49-F238E27FC236}">
                  <a16:creationId xmlns:a16="http://schemas.microsoft.com/office/drawing/2014/main" id="{67F2C4FF-5DD7-4C1E-AA11-43ED2ABC4817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F896C96-545C-4383-A7A4-5CB384471AFE}"/>
              </a:ext>
            </a:extLst>
          </p:cNvPr>
          <p:cNvGrpSpPr/>
          <p:nvPr/>
        </p:nvGrpSpPr>
        <p:grpSpPr>
          <a:xfrm>
            <a:off x="6316346" y="3563573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66" name="Trapezoid 65">
              <a:extLst>
                <a:ext uri="{FF2B5EF4-FFF2-40B4-BE49-F238E27FC236}">
                  <a16:creationId xmlns:a16="http://schemas.microsoft.com/office/drawing/2014/main" id="{6334486E-1234-4E6E-8BE6-B27CE1D1A72A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7" name="Trapezoid 66">
              <a:extLst>
                <a:ext uri="{FF2B5EF4-FFF2-40B4-BE49-F238E27FC236}">
                  <a16:creationId xmlns:a16="http://schemas.microsoft.com/office/drawing/2014/main" id="{78D9B9AF-F6B5-49A3-A15C-07FFD32961A9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CEAF275-EC7A-47C2-926C-B6B60A34D0DA}"/>
              </a:ext>
            </a:extLst>
          </p:cNvPr>
          <p:cNvGrpSpPr/>
          <p:nvPr/>
        </p:nvGrpSpPr>
        <p:grpSpPr>
          <a:xfrm>
            <a:off x="3574110" y="1987314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78" name="Trapezoid 77">
              <a:extLst>
                <a:ext uri="{FF2B5EF4-FFF2-40B4-BE49-F238E27FC236}">
                  <a16:creationId xmlns:a16="http://schemas.microsoft.com/office/drawing/2014/main" id="{1B2C95CF-A665-4B44-BB64-26B3B6AAD2B6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79" name="Trapezoid 78">
              <a:extLst>
                <a:ext uri="{FF2B5EF4-FFF2-40B4-BE49-F238E27FC236}">
                  <a16:creationId xmlns:a16="http://schemas.microsoft.com/office/drawing/2014/main" id="{F4C66D93-379E-4A5D-A03C-77B45C81AD08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756C5DB-1FE2-4C74-BEF7-7D434E426F79}"/>
              </a:ext>
            </a:extLst>
          </p:cNvPr>
          <p:cNvGrpSpPr/>
          <p:nvPr/>
        </p:nvGrpSpPr>
        <p:grpSpPr>
          <a:xfrm>
            <a:off x="4259128" y="2384692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81" name="Trapezoid 80">
              <a:extLst>
                <a:ext uri="{FF2B5EF4-FFF2-40B4-BE49-F238E27FC236}">
                  <a16:creationId xmlns:a16="http://schemas.microsoft.com/office/drawing/2014/main" id="{7DD167E7-5923-4E68-ACA0-75ABC3F9D60C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82" name="Trapezoid 81">
              <a:extLst>
                <a:ext uri="{FF2B5EF4-FFF2-40B4-BE49-F238E27FC236}">
                  <a16:creationId xmlns:a16="http://schemas.microsoft.com/office/drawing/2014/main" id="{6C54DD26-8B93-4683-B231-1A63BE870DB1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88" name="Trapezoid 87">
            <a:extLst>
              <a:ext uri="{FF2B5EF4-FFF2-40B4-BE49-F238E27FC236}">
                <a16:creationId xmlns:a16="http://schemas.microsoft.com/office/drawing/2014/main" id="{4F1EC2F8-9B91-4C6D-A06E-4FF9E86523F1}"/>
              </a:ext>
            </a:extLst>
          </p:cNvPr>
          <p:cNvSpPr/>
          <p:nvPr/>
        </p:nvSpPr>
        <p:spPr>
          <a:xfrm rot="3600000">
            <a:off x="3762056" y="2888127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0" name="Trapezoid 89">
            <a:extLst>
              <a:ext uri="{FF2B5EF4-FFF2-40B4-BE49-F238E27FC236}">
                <a16:creationId xmlns:a16="http://schemas.microsoft.com/office/drawing/2014/main" id="{8967CC11-6F3F-4DEA-90C1-5EB1EC6E10DD}"/>
              </a:ext>
            </a:extLst>
          </p:cNvPr>
          <p:cNvSpPr/>
          <p:nvPr/>
        </p:nvSpPr>
        <p:spPr>
          <a:xfrm rot="18000000">
            <a:off x="6831902" y="4051213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3" name="Trapezoid 102">
            <a:extLst>
              <a:ext uri="{FF2B5EF4-FFF2-40B4-BE49-F238E27FC236}">
                <a16:creationId xmlns:a16="http://schemas.microsoft.com/office/drawing/2014/main" id="{5735B328-5F95-4246-B154-32759BD3C6DF}"/>
              </a:ext>
            </a:extLst>
          </p:cNvPr>
          <p:cNvSpPr/>
          <p:nvPr/>
        </p:nvSpPr>
        <p:spPr>
          <a:xfrm rot="3600000">
            <a:off x="4426778" y="4055863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E3AC1C2-1C55-4E66-AE5F-C2DFA54F0887}"/>
              </a:ext>
            </a:extLst>
          </p:cNvPr>
          <p:cNvGrpSpPr/>
          <p:nvPr/>
        </p:nvGrpSpPr>
        <p:grpSpPr>
          <a:xfrm rot="18000000">
            <a:off x="4940917" y="4353169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05" name="Trapezoid 104">
              <a:extLst>
                <a:ext uri="{FF2B5EF4-FFF2-40B4-BE49-F238E27FC236}">
                  <a16:creationId xmlns:a16="http://schemas.microsoft.com/office/drawing/2014/main" id="{6DFAB7BF-09A9-4347-9A46-135067CA7AE6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106" name="Trapezoid 105">
              <a:extLst>
                <a:ext uri="{FF2B5EF4-FFF2-40B4-BE49-F238E27FC236}">
                  <a16:creationId xmlns:a16="http://schemas.microsoft.com/office/drawing/2014/main" id="{05617DF8-182C-4201-B219-146CA3BA708A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0BCF17C-82CA-415E-A90D-6D14DC57B372}"/>
              </a:ext>
            </a:extLst>
          </p:cNvPr>
          <p:cNvGrpSpPr/>
          <p:nvPr/>
        </p:nvGrpSpPr>
        <p:grpSpPr>
          <a:xfrm rot="3600000">
            <a:off x="5632450" y="4748353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08" name="Trapezoid 107">
              <a:extLst>
                <a:ext uri="{FF2B5EF4-FFF2-40B4-BE49-F238E27FC236}">
                  <a16:creationId xmlns:a16="http://schemas.microsoft.com/office/drawing/2014/main" id="{34CC442B-5786-4859-919C-26AB6F57D7E2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09" name="Trapezoid 108">
              <a:extLst>
                <a:ext uri="{FF2B5EF4-FFF2-40B4-BE49-F238E27FC236}">
                  <a16:creationId xmlns:a16="http://schemas.microsoft.com/office/drawing/2014/main" id="{ACC0598A-9A7B-448C-BDD7-0614C94BBDD4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5BEB14C-0961-442A-8BF2-3D8540C53A57}"/>
              </a:ext>
            </a:extLst>
          </p:cNvPr>
          <p:cNvGrpSpPr/>
          <p:nvPr/>
        </p:nvGrpSpPr>
        <p:grpSpPr>
          <a:xfrm rot="14400000">
            <a:off x="6321885" y="4350282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20" name="Trapezoid 119">
              <a:extLst>
                <a:ext uri="{FF2B5EF4-FFF2-40B4-BE49-F238E27FC236}">
                  <a16:creationId xmlns:a16="http://schemas.microsoft.com/office/drawing/2014/main" id="{7C776206-F314-4E29-A36D-751EA26EBF81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1" name="Trapezoid 120">
              <a:extLst>
                <a:ext uri="{FF2B5EF4-FFF2-40B4-BE49-F238E27FC236}">
                  <a16:creationId xmlns:a16="http://schemas.microsoft.com/office/drawing/2014/main" id="{2A1ADE6A-479C-4D34-B49B-10E687C273F1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B5138D7-141D-4CE6-9897-35D173C31566}"/>
              </a:ext>
            </a:extLst>
          </p:cNvPr>
          <p:cNvGrpSpPr/>
          <p:nvPr/>
        </p:nvGrpSpPr>
        <p:grpSpPr>
          <a:xfrm rot="3600000">
            <a:off x="5632450" y="5528087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23" name="Trapezoid 122">
              <a:extLst>
                <a:ext uri="{FF2B5EF4-FFF2-40B4-BE49-F238E27FC236}">
                  <a16:creationId xmlns:a16="http://schemas.microsoft.com/office/drawing/2014/main" id="{0B138510-C15A-49F5-8D8F-95140189BBF0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4" name="Trapezoid 123">
              <a:extLst>
                <a:ext uri="{FF2B5EF4-FFF2-40B4-BE49-F238E27FC236}">
                  <a16:creationId xmlns:a16="http://schemas.microsoft.com/office/drawing/2014/main" id="{B182A2CF-CA9A-44DA-A61D-109C8F23ECDA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26" name="Trapezoid 125">
            <a:extLst>
              <a:ext uri="{FF2B5EF4-FFF2-40B4-BE49-F238E27FC236}">
                <a16:creationId xmlns:a16="http://schemas.microsoft.com/office/drawing/2014/main" id="{D6780FEB-56A0-4DC5-A8FA-F90FE68D47CD}"/>
              </a:ext>
            </a:extLst>
          </p:cNvPr>
          <p:cNvSpPr/>
          <p:nvPr/>
        </p:nvSpPr>
        <p:spPr>
          <a:xfrm rot="18000000">
            <a:off x="6158458" y="5243094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0" name="Trapezoid 129">
            <a:extLst>
              <a:ext uri="{FF2B5EF4-FFF2-40B4-BE49-F238E27FC236}">
                <a16:creationId xmlns:a16="http://schemas.microsoft.com/office/drawing/2014/main" id="{B896134E-A254-4BCF-8F3C-6280D79161BD}"/>
              </a:ext>
            </a:extLst>
          </p:cNvPr>
          <p:cNvSpPr/>
          <p:nvPr/>
        </p:nvSpPr>
        <p:spPr>
          <a:xfrm rot="3600000">
            <a:off x="5111881" y="5241997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4" name="Trapezoid 133">
            <a:extLst>
              <a:ext uri="{FF2B5EF4-FFF2-40B4-BE49-F238E27FC236}">
                <a16:creationId xmlns:a16="http://schemas.microsoft.com/office/drawing/2014/main" id="{F76DED41-754E-4C94-A379-30AC812E7B29}"/>
              </a:ext>
            </a:extLst>
          </p:cNvPr>
          <p:cNvSpPr/>
          <p:nvPr/>
        </p:nvSpPr>
        <p:spPr>
          <a:xfrm rot="10800000">
            <a:off x="7011706" y="1981197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6" name="Trapezoid 135">
            <a:extLst>
              <a:ext uri="{FF2B5EF4-FFF2-40B4-BE49-F238E27FC236}">
                <a16:creationId xmlns:a16="http://schemas.microsoft.com/office/drawing/2014/main" id="{27D30AD4-8DBC-4BEB-9E13-DEE400D3D1F5}"/>
              </a:ext>
            </a:extLst>
          </p:cNvPr>
          <p:cNvSpPr/>
          <p:nvPr/>
        </p:nvSpPr>
        <p:spPr>
          <a:xfrm rot="18000000">
            <a:off x="7525305" y="2879007"/>
            <a:ext cx="920750" cy="390525"/>
          </a:xfrm>
          <a:prstGeom prst="trapezoid">
            <a:avLst>
              <a:gd name="adj" fmla="val 60772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D772009-D0B2-4CFE-9049-CEE3D90BE7A7}"/>
              </a:ext>
            </a:extLst>
          </p:cNvPr>
          <p:cNvGrpSpPr/>
          <p:nvPr/>
        </p:nvGrpSpPr>
        <p:grpSpPr>
          <a:xfrm rot="7200000">
            <a:off x="7703240" y="1987547"/>
            <a:ext cx="920750" cy="787400"/>
            <a:chOff x="5632450" y="1584322"/>
            <a:chExt cx="920750" cy="787400"/>
          </a:xfrm>
          <a:solidFill>
            <a:schemeClr val="bg1"/>
          </a:solidFill>
        </p:grpSpPr>
        <p:sp>
          <p:nvSpPr>
            <p:cNvPr id="139" name="Trapezoid 138">
              <a:extLst>
                <a:ext uri="{FF2B5EF4-FFF2-40B4-BE49-F238E27FC236}">
                  <a16:creationId xmlns:a16="http://schemas.microsoft.com/office/drawing/2014/main" id="{E9C49653-BDA9-48F2-8CBB-0C3A9A6951AF}"/>
                </a:ext>
              </a:extLst>
            </p:cNvPr>
            <p:cNvSpPr/>
            <p:nvPr/>
          </p:nvSpPr>
          <p:spPr>
            <a:xfrm>
              <a:off x="5632450" y="1584322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40" name="Trapezoid 139">
              <a:extLst>
                <a:ext uri="{FF2B5EF4-FFF2-40B4-BE49-F238E27FC236}">
                  <a16:creationId xmlns:a16="http://schemas.microsoft.com/office/drawing/2014/main" id="{444AF1CC-5654-44AC-9E3E-C3B91AC13699}"/>
                </a:ext>
              </a:extLst>
            </p:cNvPr>
            <p:cNvSpPr/>
            <p:nvPr/>
          </p:nvSpPr>
          <p:spPr>
            <a:xfrm rot="10800000">
              <a:off x="5632450" y="1981197"/>
              <a:ext cx="920750" cy="390525"/>
            </a:xfrm>
            <a:prstGeom prst="trapezoid">
              <a:avLst>
                <a:gd name="adj" fmla="val 60772"/>
              </a:avLst>
            </a:prstGeom>
            <a:grp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6D0665E5-70BE-4EBC-B14E-E5A9A975B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284" y="3153314"/>
            <a:ext cx="3930852" cy="357523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53EFDAD-3BD5-4DA2-9FD2-8717C1C02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4648" y="760374"/>
            <a:ext cx="4127712" cy="384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50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108</Words>
  <Application>Microsoft Office PowerPoint</Application>
  <PresentationFormat>Widescreen</PresentationFormat>
  <Paragraphs>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19</cp:revision>
  <dcterms:created xsi:type="dcterms:W3CDTF">2020-11-28T13:10:41Z</dcterms:created>
  <dcterms:modified xsi:type="dcterms:W3CDTF">2020-11-28T17:15:33Z</dcterms:modified>
</cp:coreProperties>
</file>