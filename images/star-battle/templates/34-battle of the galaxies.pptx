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A6A4F0"/>
    <a:srgbClr val="FF9933"/>
    <a:srgbClr val="000000"/>
    <a:srgbClr val="E6E6E6"/>
    <a:srgbClr val="EAEAEA"/>
    <a:srgbClr val="BDE4FF"/>
    <a:srgbClr val="FFFFFF"/>
    <a:srgbClr val="DDDDDD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0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2180" y="604"/>
      </p:cViewPr>
      <p:guideLst>
        <p:guide orient="horz" pos="2160"/>
        <p:guide pos="4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09/01/2021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555">
            <a:extLst>
              <a:ext uri="{FF2B5EF4-FFF2-40B4-BE49-F238E27FC236}">
                <a16:creationId xmlns:a16="http://schemas.microsoft.com/office/drawing/2014/main" id="{7DADE265-DFD0-4CAF-B6D1-F40869120FD9}"/>
              </a:ext>
            </a:extLst>
          </p:cNvPr>
          <p:cNvSpPr/>
          <p:nvPr/>
        </p:nvSpPr>
        <p:spPr>
          <a:xfrm>
            <a:off x="1574563" y="-2686585"/>
            <a:ext cx="12121982" cy="13964186"/>
          </a:xfrm>
          <a:prstGeom prst="rect">
            <a:avLst/>
          </a:prstGeom>
          <a:solidFill>
            <a:schemeClr val="tx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CA929566-3B26-4AF5-9B12-74AE54BE3F4B}"/>
              </a:ext>
            </a:extLst>
          </p:cNvPr>
          <p:cNvSpPr/>
          <p:nvPr/>
        </p:nvSpPr>
        <p:spPr>
          <a:xfrm>
            <a:off x="8364414" y="10282644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#33 by Pedro PSI – 6</a:t>
            </a:r>
            <a:r>
              <a:rPr lang="en-US" b="1" baseline="30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January 2020</a:t>
            </a:r>
          </a:p>
          <a:p>
            <a:pPr algn="r"/>
            <a:r>
              <a:rPr lang="pt-PT" i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71A1ECB2-9F07-4DDC-87C9-FCE9ED2B758E}"/>
              </a:ext>
            </a:extLst>
          </p:cNvPr>
          <p:cNvSpPr txBox="1"/>
          <p:nvPr/>
        </p:nvSpPr>
        <p:spPr>
          <a:xfrm>
            <a:off x="1975390" y="-2098234"/>
            <a:ext cx="11320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Battle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Galaxies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6000" dirty="0">
                <a:solidFill>
                  <a:schemeClr val="accent4"/>
                </a:solidFill>
              </a:rPr>
              <a:t> ★</a:t>
            </a:r>
            <a:endParaRPr lang="pt-PT" sz="6000" b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2F736F-0EFB-47EA-9775-101D6408E21F}"/>
              </a:ext>
            </a:extLst>
          </p:cNvPr>
          <p:cNvGrpSpPr/>
          <p:nvPr/>
        </p:nvGrpSpPr>
        <p:grpSpPr>
          <a:xfrm>
            <a:off x="3612264" y="1778850"/>
            <a:ext cx="4040630" cy="8136567"/>
            <a:chOff x="7162880" y="206982"/>
            <a:chExt cx="3027282" cy="6096000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382350-0104-480C-828B-B51DCDF1DFBB}"/>
                </a:ext>
              </a:extLst>
            </p:cNvPr>
            <p:cNvSpPr/>
            <p:nvPr/>
          </p:nvSpPr>
          <p:spPr>
            <a:xfrm>
              <a:off x="7924880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97932E-3AFA-42DC-B0D0-107E0FF63B7F}"/>
                </a:ext>
              </a:extLst>
            </p:cNvPr>
            <p:cNvSpPr/>
            <p:nvPr/>
          </p:nvSpPr>
          <p:spPr>
            <a:xfrm>
              <a:off x="7924880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64D7C50-6CC9-4035-A784-4D715FDC30EF}"/>
                </a:ext>
              </a:extLst>
            </p:cNvPr>
            <p:cNvSpPr/>
            <p:nvPr/>
          </p:nvSpPr>
          <p:spPr>
            <a:xfrm>
              <a:off x="7924880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350C3C-5DBD-4D15-AD56-BEDA856F99F3}"/>
                </a:ext>
              </a:extLst>
            </p:cNvPr>
            <p:cNvSpPr/>
            <p:nvPr/>
          </p:nvSpPr>
          <p:spPr>
            <a:xfrm>
              <a:off x="7924880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0B65AB-3728-4F9B-A25B-665D9A7195FF}"/>
                </a:ext>
              </a:extLst>
            </p:cNvPr>
            <p:cNvSpPr/>
            <p:nvPr/>
          </p:nvSpPr>
          <p:spPr>
            <a:xfrm>
              <a:off x="7162880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BFCB338-A6DE-4E44-9AE8-92E36A550FA4}"/>
                </a:ext>
              </a:extLst>
            </p:cNvPr>
            <p:cNvSpPr/>
            <p:nvPr/>
          </p:nvSpPr>
          <p:spPr>
            <a:xfrm>
              <a:off x="7162880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F0AC2E-E672-4202-B79B-78E8417E39B5}"/>
                </a:ext>
              </a:extLst>
            </p:cNvPr>
            <p:cNvSpPr/>
            <p:nvPr/>
          </p:nvSpPr>
          <p:spPr>
            <a:xfrm>
              <a:off x="7162880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8396458-AE2A-44F7-9C1F-E6678F123E40}"/>
                </a:ext>
              </a:extLst>
            </p:cNvPr>
            <p:cNvSpPr/>
            <p:nvPr/>
          </p:nvSpPr>
          <p:spPr>
            <a:xfrm>
              <a:off x="7162880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4D0F51C-BD37-46C3-8D7F-D881865DCE5C}"/>
                </a:ext>
              </a:extLst>
            </p:cNvPr>
            <p:cNvSpPr/>
            <p:nvPr/>
          </p:nvSpPr>
          <p:spPr>
            <a:xfrm>
              <a:off x="7924880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8FA8CA4-DE4A-4FE9-8687-263B95B14C02}"/>
                </a:ext>
              </a:extLst>
            </p:cNvPr>
            <p:cNvSpPr/>
            <p:nvPr/>
          </p:nvSpPr>
          <p:spPr>
            <a:xfrm>
              <a:off x="7924880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6E509D6-E01E-4959-93F1-685397C5BCB1}"/>
                </a:ext>
              </a:extLst>
            </p:cNvPr>
            <p:cNvSpPr/>
            <p:nvPr/>
          </p:nvSpPr>
          <p:spPr>
            <a:xfrm>
              <a:off x="7924880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533336E-645C-4ACA-AEDF-887281445B7B}"/>
                </a:ext>
              </a:extLst>
            </p:cNvPr>
            <p:cNvSpPr/>
            <p:nvPr/>
          </p:nvSpPr>
          <p:spPr>
            <a:xfrm>
              <a:off x="7162880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F6B561F-17C5-4B16-A641-ADDF4C867680}"/>
                </a:ext>
              </a:extLst>
            </p:cNvPr>
            <p:cNvSpPr/>
            <p:nvPr/>
          </p:nvSpPr>
          <p:spPr>
            <a:xfrm>
              <a:off x="7162880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17BF6A6-2600-4C52-808C-C47F3E15D655}"/>
                </a:ext>
              </a:extLst>
            </p:cNvPr>
            <p:cNvSpPr/>
            <p:nvPr/>
          </p:nvSpPr>
          <p:spPr>
            <a:xfrm>
              <a:off x="7162880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4B2534D-0B45-44E3-9FD9-512B1C0D9B83}"/>
                </a:ext>
              </a:extLst>
            </p:cNvPr>
            <p:cNvSpPr/>
            <p:nvPr/>
          </p:nvSpPr>
          <p:spPr>
            <a:xfrm>
              <a:off x="7924880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017CD8C-10BF-45C5-BB0D-E7CA097D8FA0}"/>
                </a:ext>
              </a:extLst>
            </p:cNvPr>
            <p:cNvSpPr/>
            <p:nvPr/>
          </p:nvSpPr>
          <p:spPr>
            <a:xfrm>
              <a:off x="7162880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8F5A7AAB-EC98-4453-87A8-D6D55C281CBD}"/>
                </a:ext>
              </a:extLst>
            </p:cNvPr>
            <p:cNvSpPr/>
            <p:nvPr/>
          </p:nvSpPr>
          <p:spPr>
            <a:xfrm flipH="1">
              <a:off x="8666162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0C33112-F1F9-4561-9E89-183484EEA7C4}"/>
                </a:ext>
              </a:extLst>
            </p:cNvPr>
            <p:cNvSpPr/>
            <p:nvPr/>
          </p:nvSpPr>
          <p:spPr>
            <a:xfrm flipH="1">
              <a:off x="8666162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CEE67627-C697-4DD8-875C-BB76E7756C40}"/>
                </a:ext>
              </a:extLst>
            </p:cNvPr>
            <p:cNvSpPr/>
            <p:nvPr/>
          </p:nvSpPr>
          <p:spPr>
            <a:xfrm flipH="1">
              <a:off x="8666162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F8038E57-24AF-4C71-A3B1-6AE9360C7B0F}"/>
                </a:ext>
              </a:extLst>
            </p:cNvPr>
            <p:cNvSpPr/>
            <p:nvPr/>
          </p:nvSpPr>
          <p:spPr>
            <a:xfrm flipH="1">
              <a:off x="8666162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1E4E75BD-9E48-454A-A516-183D4B5D966E}"/>
                </a:ext>
              </a:extLst>
            </p:cNvPr>
            <p:cNvSpPr/>
            <p:nvPr/>
          </p:nvSpPr>
          <p:spPr>
            <a:xfrm flipH="1">
              <a:off x="9428162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E3FA8480-4912-43C2-8B91-26124C4DA4AC}"/>
                </a:ext>
              </a:extLst>
            </p:cNvPr>
            <p:cNvSpPr/>
            <p:nvPr/>
          </p:nvSpPr>
          <p:spPr>
            <a:xfrm flipH="1">
              <a:off x="9428162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7450E499-13B3-4FD9-AAF8-FA1355D189E9}"/>
                </a:ext>
              </a:extLst>
            </p:cNvPr>
            <p:cNvSpPr/>
            <p:nvPr/>
          </p:nvSpPr>
          <p:spPr>
            <a:xfrm flipH="1">
              <a:off x="9428162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583A948E-8B66-499A-A36D-CCB7E17E61E0}"/>
                </a:ext>
              </a:extLst>
            </p:cNvPr>
            <p:cNvSpPr/>
            <p:nvPr/>
          </p:nvSpPr>
          <p:spPr>
            <a:xfrm flipH="1">
              <a:off x="9428162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90296AE4-6CE0-4959-9447-29364EBF7009}"/>
                </a:ext>
              </a:extLst>
            </p:cNvPr>
            <p:cNvSpPr/>
            <p:nvPr/>
          </p:nvSpPr>
          <p:spPr>
            <a:xfrm flipH="1">
              <a:off x="8666162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A857E2DA-5F4C-4B43-9527-0788297FC693}"/>
                </a:ext>
              </a:extLst>
            </p:cNvPr>
            <p:cNvSpPr/>
            <p:nvPr/>
          </p:nvSpPr>
          <p:spPr>
            <a:xfrm flipH="1">
              <a:off x="8666162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3" name="Rectangle 702">
              <a:extLst>
                <a:ext uri="{FF2B5EF4-FFF2-40B4-BE49-F238E27FC236}">
                  <a16:creationId xmlns:a16="http://schemas.microsoft.com/office/drawing/2014/main" id="{1EB3A2AB-961F-476B-8E44-D9168DDC2887}"/>
                </a:ext>
              </a:extLst>
            </p:cNvPr>
            <p:cNvSpPr/>
            <p:nvPr/>
          </p:nvSpPr>
          <p:spPr>
            <a:xfrm flipH="1">
              <a:off x="8666162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9DD141A0-C3E3-4A81-AD52-BE6D61600D41}"/>
                </a:ext>
              </a:extLst>
            </p:cNvPr>
            <p:cNvSpPr/>
            <p:nvPr/>
          </p:nvSpPr>
          <p:spPr>
            <a:xfrm flipH="1">
              <a:off x="9428162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E43EF233-DEB4-4F22-8882-01C23804DC6E}"/>
                </a:ext>
              </a:extLst>
            </p:cNvPr>
            <p:cNvSpPr/>
            <p:nvPr/>
          </p:nvSpPr>
          <p:spPr>
            <a:xfrm flipH="1">
              <a:off x="9428162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87C30096-07B8-406F-AF19-70285676FAB6}"/>
                </a:ext>
              </a:extLst>
            </p:cNvPr>
            <p:cNvSpPr/>
            <p:nvPr/>
          </p:nvSpPr>
          <p:spPr>
            <a:xfrm flipH="1">
              <a:off x="9428162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4FB9CB31-6DB3-4A07-B3EC-64AA8B46449C}"/>
                </a:ext>
              </a:extLst>
            </p:cNvPr>
            <p:cNvSpPr/>
            <p:nvPr/>
          </p:nvSpPr>
          <p:spPr>
            <a:xfrm flipH="1">
              <a:off x="8666162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C10F7115-A0B6-434F-B045-15DA71C6A6D1}"/>
                </a:ext>
              </a:extLst>
            </p:cNvPr>
            <p:cNvSpPr/>
            <p:nvPr/>
          </p:nvSpPr>
          <p:spPr>
            <a:xfrm flipH="1">
              <a:off x="9428162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412731A-6613-4363-B357-DDD96C3808B4}"/>
              </a:ext>
            </a:extLst>
          </p:cNvPr>
          <p:cNvGrpSpPr/>
          <p:nvPr/>
        </p:nvGrpSpPr>
        <p:grpSpPr>
          <a:xfrm>
            <a:off x="7618209" y="1778850"/>
            <a:ext cx="4040630" cy="8136567"/>
            <a:chOff x="7162880" y="206982"/>
            <a:chExt cx="3027282" cy="6096000"/>
          </a:xfrm>
          <a:solidFill>
            <a:schemeClr val="bg1"/>
          </a:solidFill>
        </p:grpSpPr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CC067C85-EE11-4E02-99CA-63EA1F56C5F2}"/>
                </a:ext>
              </a:extLst>
            </p:cNvPr>
            <p:cNvSpPr/>
            <p:nvPr/>
          </p:nvSpPr>
          <p:spPr>
            <a:xfrm>
              <a:off x="7924880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EBF2E87A-B4E7-488D-9AB6-C007E65A671B}"/>
                </a:ext>
              </a:extLst>
            </p:cNvPr>
            <p:cNvSpPr/>
            <p:nvPr/>
          </p:nvSpPr>
          <p:spPr>
            <a:xfrm>
              <a:off x="7924880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B77C84AC-CD38-42E4-B834-7641BB48DAB3}"/>
                </a:ext>
              </a:extLst>
            </p:cNvPr>
            <p:cNvSpPr/>
            <p:nvPr/>
          </p:nvSpPr>
          <p:spPr>
            <a:xfrm>
              <a:off x="7924880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9648298-52E3-4468-BC98-C2E955C3588C}"/>
                </a:ext>
              </a:extLst>
            </p:cNvPr>
            <p:cNvSpPr/>
            <p:nvPr/>
          </p:nvSpPr>
          <p:spPr>
            <a:xfrm>
              <a:off x="7924880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5C2A35DD-72E9-474E-B8CF-276F5F25F749}"/>
                </a:ext>
              </a:extLst>
            </p:cNvPr>
            <p:cNvSpPr/>
            <p:nvPr/>
          </p:nvSpPr>
          <p:spPr>
            <a:xfrm>
              <a:off x="7162880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34B2FD2-0334-4335-A2FD-B0E83F1214B4}"/>
                </a:ext>
              </a:extLst>
            </p:cNvPr>
            <p:cNvSpPr/>
            <p:nvPr/>
          </p:nvSpPr>
          <p:spPr>
            <a:xfrm>
              <a:off x="7162880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C54FD50A-95B2-46ED-8C0C-3B9CCEDBCF7D}"/>
                </a:ext>
              </a:extLst>
            </p:cNvPr>
            <p:cNvSpPr/>
            <p:nvPr/>
          </p:nvSpPr>
          <p:spPr>
            <a:xfrm>
              <a:off x="7162880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6490D1A5-23E8-48C4-A646-ECE7394B5218}"/>
                </a:ext>
              </a:extLst>
            </p:cNvPr>
            <p:cNvSpPr/>
            <p:nvPr/>
          </p:nvSpPr>
          <p:spPr>
            <a:xfrm>
              <a:off x="7162880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4F147942-A0BA-433A-8416-BA59BF5AF9B6}"/>
                </a:ext>
              </a:extLst>
            </p:cNvPr>
            <p:cNvSpPr/>
            <p:nvPr/>
          </p:nvSpPr>
          <p:spPr>
            <a:xfrm>
              <a:off x="7924880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4DA31590-4AFE-466B-A052-5F1BDCC8B208}"/>
                </a:ext>
              </a:extLst>
            </p:cNvPr>
            <p:cNvSpPr/>
            <p:nvPr/>
          </p:nvSpPr>
          <p:spPr>
            <a:xfrm>
              <a:off x="7924880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EA7DF675-33C5-4485-B31B-EA306681B451}"/>
                </a:ext>
              </a:extLst>
            </p:cNvPr>
            <p:cNvSpPr/>
            <p:nvPr/>
          </p:nvSpPr>
          <p:spPr>
            <a:xfrm>
              <a:off x="7924880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DAB03677-C9E6-48F1-854C-C1C8FC9E0EF7}"/>
                </a:ext>
              </a:extLst>
            </p:cNvPr>
            <p:cNvSpPr/>
            <p:nvPr/>
          </p:nvSpPr>
          <p:spPr>
            <a:xfrm>
              <a:off x="7162880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D01E467B-3924-470B-83C7-C11ACB16126C}"/>
                </a:ext>
              </a:extLst>
            </p:cNvPr>
            <p:cNvSpPr/>
            <p:nvPr/>
          </p:nvSpPr>
          <p:spPr>
            <a:xfrm>
              <a:off x="7162880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C1FECB6F-D2EC-4CC4-80D4-66A174B61C64}"/>
                </a:ext>
              </a:extLst>
            </p:cNvPr>
            <p:cNvSpPr/>
            <p:nvPr/>
          </p:nvSpPr>
          <p:spPr>
            <a:xfrm>
              <a:off x="7162880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86FB5B7C-6AFC-4B43-90AD-A75190F587F9}"/>
                </a:ext>
              </a:extLst>
            </p:cNvPr>
            <p:cNvSpPr/>
            <p:nvPr/>
          </p:nvSpPr>
          <p:spPr>
            <a:xfrm>
              <a:off x="7924880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45892014-5D65-498D-8427-AC8588C1E8FD}"/>
                </a:ext>
              </a:extLst>
            </p:cNvPr>
            <p:cNvSpPr/>
            <p:nvPr/>
          </p:nvSpPr>
          <p:spPr>
            <a:xfrm>
              <a:off x="7162880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4D3221F4-802B-4D47-A711-487D4599AEF3}"/>
                </a:ext>
              </a:extLst>
            </p:cNvPr>
            <p:cNvSpPr/>
            <p:nvPr/>
          </p:nvSpPr>
          <p:spPr>
            <a:xfrm flipH="1">
              <a:off x="8666162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F07D12B5-FC39-4068-BA24-8D4EE0C5BDE5}"/>
                </a:ext>
              </a:extLst>
            </p:cNvPr>
            <p:cNvSpPr/>
            <p:nvPr/>
          </p:nvSpPr>
          <p:spPr>
            <a:xfrm flipH="1">
              <a:off x="8666162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CECB61D7-5571-4C0D-B51A-5748CE5365A0}"/>
                </a:ext>
              </a:extLst>
            </p:cNvPr>
            <p:cNvSpPr/>
            <p:nvPr/>
          </p:nvSpPr>
          <p:spPr>
            <a:xfrm flipH="1">
              <a:off x="8666162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70253CA-1E80-4942-A5B9-223882280210}"/>
                </a:ext>
              </a:extLst>
            </p:cNvPr>
            <p:cNvSpPr/>
            <p:nvPr/>
          </p:nvSpPr>
          <p:spPr>
            <a:xfrm flipH="1">
              <a:off x="8666162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88068EC-E30B-4D3F-8EC4-E86F6E4C8158}"/>
                </a:ext>
              </a:extLst>
            </p:cNvPr>
            <p:cNvSpPr/>
            <p:nvPr/>
          </p:nvSpPr>
          <p:spPr>
            <a:xfrm flipH="1">
              <a:off x="9428162" y="3254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86247766-F3F1-448F-8CCB-58AF1107449E}"/>
                </a:ext>
              </a:extLst>
            </p:cNvPr>
            <p:cNvSpPr/>
            <p:nvPr/>
          </p:nvSpPr>
          <p:spPr>
            <a:xfrm flipH="1">
              <a:off x="9428162" y="401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8F075282-84AD-4A0E-BF43-9E8EE6B4C531}"/>
                </a:ext>
              </a:extLst>
            </p:cNvPr>
            <p:cNvSpPr/>
            <p:nvPr/>
          </p:nvSpPr>
          <p:spPr>
            <a:xfrm flipH="1">
              <a:off x="9428162" y="477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0F0FC488-7032-42A1-BAF9-875D2954252E}"/>
                </a:ext>
              </a:extLst>
            </p:cNvPr>
            <p:cNvSpPr/>
            <p:nvPr/>
          </p:nvSpPr>
          <p:spPr>
            <a:xfrm flipH="1">
              <a:off x="9428162" y="554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F5E9258-A270-4BF4-B595-272F43AE77BC}"/>
                </a:ext>
              </a:extLst>
            </p:cNvPr>
            <p:cNvSpPr/>
            <p:nvPr/>
          </p:nvSpPr>
          <p:spPr>
            <a:xfrm flipH="1">
              <a:off x="8666162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BC1B3F85-3838-493E-AE11-53F96C628A22}"/>
                </a:ext>
              </a:extLst>
            </p:cNvPr>
            <p:cNvSpPr/>
            <p:nvPr/>
          </p:nvSpPr>
          <p:spPr>
            <a:xfrm flipH="1">
              <a:off x="8666162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16146BF1-83D6-4761-86A6-54FAB26F7A2D}"/>
                </a:ext>
              </a:extLst>
            </p:cNvPr>
            <p:cNvSpPr/>
            <p:nvPr/>
          </p:nvSpPr>
          <p:spPr>
            <a:xfrm flipH="1">
              <a:off x="8666162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F40A2201-6E4E-4FA4-82DE-1A7D7EFCAE20}"/>
                </a:ext>
              </a:extLst>
            </p:cNvPr>
            <p:cNvSpPr/>
            <p:nvPr/>
          </p:nvSpPr>
          <p:spPr>
            <a:xfrm flipH="1">
              <a:off x="9428162" y="206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F2ABD8DD-8A5A-45DF-BDC7-C01A46ECA7DD}"/>
                </a:ext>
              </a:extLst>
            </p:cNvPr>
            <p:cNvSpPr/>
            <p:nvPr/>
          </p:nvSpPr>
          <p:spPr>
            <a:xfrm flipH="1">
              <a:off x="9428162" y="968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7E7A9F83-615A-4CF4-83F2-86FA2BC20311}"/>
                </a:ext>
              </a:extLst>
            </p:cNvPr>
            <p:cNvSpPr/>
            <p:nvPr/>
          </p:nvSpPr>
          <p:spPr>
            <a:xfrm flipH="1">
              <a:off x="9428162" y="1730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C87D2531-2D47-47F1-BC05-85E02647ABCC}"/>
                </a:ext>
              </a:extLst>
            </p:cNvPr>
            <p:cNvSpPr/>
            <p:nvPr/>
          </p:nvSpPr>
          <p:spPr>
            <a:xfrm flipH="1">
              <a:off x="8666162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A2466DDE-5161-469B-8708-F594F4ED6F6B}"/>
                </a:ext>
              </a:extLst>
            </p:cNvPr>
            <p:cNvSpPr/>
            <p:nvPr/>
          </p:nvSpPr>
          <p:spPr>
            <a:xfrm flipH="1">
              <a:off x="9428162" y="2492982"/>
              <a:ext cx="762000" cy="762000"/>
            </a:xfrm>
            <a:prstGeom prst="rect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A20ACD95-CC60-4E98-B8C1-059401777F24}"/>
              </a:ext>
            </a:extLst>
          </p:cNvPr>
          <p:cNvCxnSpPr>
            <a:cxnSpLocks/>
          </p:cNvCxnSpPr>
          <p:nvPr/>
        </p:nvCxnSpPr>
        <p:spPr>
          <a:xfrm flipH="1">
            <a:off x="3612265" y="1778850"/>
            <a:ext cx="8046573" cy="1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5B4455E4-4D81-440D-992F-18FB6A72962C}"/>
              </a:ext>
            </a:extLst>
          </p:cNvPr>
          <p:cNvCxnSpPr>
            <a:cxnSpLocks/>
          </p:cNvCxnSpPr>
          <p:nvPr/>
        </p:nvCxnSpPr>
        <p:spPr>
          <a:xfrm flipH="1">
            <a:off x="3612265" y="9915416"/>
            <a:ext cx="8046573" cy="1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273E16D-5C54-46D0-AE5A-BFA43AB902AC}"/>
              </a:ext>
            </a:extLst>
          </p:cNvPr>
          <p:cNvCxnSpPr>
            <a:cxnSpLocks/>
          </p:cNvCxnSpPr>
          <p:nvPr/>
        </p:nvCxnSpPr>
        <p:spPr>
          <a:xfrm flipH="1">
            <a:off x="3612265" y="1778849"/>
            <a:ext cx="1" cy="8136567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D7977978-5FC5-4686-9EED-0043417AFD2B}"/>
              </a:ext>
            </a:extLst>
          </p:cNvPr>
          <p:cNvCxnSpPr>
            <a:cxnSpLocks/>
          </p:cNvCxnSpPr>
          <p:nvPr/>
        </p:nvCxnSpPr>
        <p:spPr>
          <a:xfrm flipH="1">
            <a:off x="16383034" y="1778849"/>
            <a:ext cx="1" cy="8136567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1B67E-2FCC-4C7C-9791-244F19152AF5}"/>
              </a:ext>
            </a:extLst>
          </p:cNvPr>
          <p:cNvGrpSpPr/>
          <p:nvPr/>
        </p:nvGrpSpPr>
        <p:grpSpPr>
          <a:xfrm>
            <a:off x="17304333" y="-3564275"/>
            <a:ext cx="6041785" cy="7128549"/>
            <a:chOff x="5361877" y="2023153"/>
            <a:chExt cx="6041785" cy="712854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A94D4D-903A-43B8-AA6C-A16B104FF1E1}"/>
                </a:ext>
              </a:extLst>
            </p:cNvPr>
            <p:cNvSpPr/>
            <p:nvPr/>
          </p:nvSpPr>
          <p:spPr>
            <a:xfrm>
              <a:off x="9385167" y="7130258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460713A9-7A5F-46F4-8E8E-F4C163A93248}"/>
                </a:ext>
              </a:extLst>
            </p:cNvPr>
            <p:cNvSpPr/>
            <p:nvPr/>
          </p:nvSpPr>
          <p:spPr>
            <a:xfrm>
              <a:off x="10896947" y="5582645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7E5CF735-7D94-4C74-A6BD-68C8AA884872}"/>
                </a:ext>
              </a:extLst>
            </p:cNvPr>
            <p:cNvSpPr/>
            <p:nvPr/>
          </p:nvSpPr>
          <p:spPr>
            <a:xfrm>
              <a:off x="6858134" y="2023153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5A04F733-A69A-464A-9FEF-5768BFDF18E8}"/>
                </a:ext>
              </a:extLst>
            </p:cNvPr>
            <p:cNvSpPr/>
            <p:nvPr/>
          </p:nvSpPr>
          <p:spPr>
            <a:xfrm>
              <a:off x="6376460" y="8644987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686DEF48-B2D8-435A-9F90-9B37E996E3E9}"/>
                </a:ext>
              </a:extLst>
            </p:cNvPr>
            <p:cNvSpPr/>
            <p:nvPr/>
          </p:nvSpPr>
          <p:spPr>
            <a:xfrm>
              <a:off x="6858134" y="4042150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81BF1AF5-6326-4928-8B3D-4DC3892698A1}"/>
                </a:ext>
              </a:extLst>
            </p:cNvPr>
            <p:cNvSpPr/>
            <p:nvPr/>
          </p:nvSpPr>
          <p:spPr>
            <a:xfrm>
              <a:off x="6858134" y="3051100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D0397CD0-9FD5-4F5F-B002-68D25392CBB9}"/>
                </a:ext>
              </a:extLst>
            </p:cNvPr>
            <p:cNvSpPr/>
            <p:nvPr/>
          </p:nvSpPr>
          <p:spPr>
            <a:xfrm>
              <a:off x="5361877" y="5593774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A2C29F67-03E5-4423-909E-7E59B6AAD004}"/>
                </a:ext>
              </a:extLst>
            </p:cNvPr>
            <p:cNvSpPr/>
            <p:nvPr/>
          </p:nvSpPr>
          <p:spPr>
            <a:xfrm>
              <a:off x="5870413" y="7122307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730E48-922F-4FF4-B85F-FC3512A2CE9F}"/>
              </a:ext>
            </a:extLst>
          </p:cNvPr>
          <p:cNvGrpSpPr/>
          <p:nvPr/>
        </p:nvGrpSpPr>
        <p:grpSpPr>
          <a:xfrm>
            <a:off x="2161131" y="-1065022"/>
            <a:ext cx="10948848" cy="1898367"/>
            <a:chOff x="1258032" y="-1144125"/>
            <a:chExt cx="10948848" cy="1898367"/>
          </a:xfrm>
        </p:grpSpPr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FE809016-ED02-4F84-896E-CCEB9DB06152}"/>
                </a:ext>
              </a:extLst>
            </p:cNvPr>
            <p:cNvSpPr txBox="1"/>
            <p:nvPr/>
          </p:nvSpPr>
          <p:spPr>
            <a:xfrm>
              <a:off x="1258032" y="-1144125"/>
              <a:ext cx="10948848" cy="9541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Divide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orthogonally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into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rotationally</a:t>
              </a:r>
              <a:r>
                <a:rPr lang="pt-PT" sz="2800" b="1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symmetric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regions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Each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galaxy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8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black</a:t>
              </a:r>
              <a:r>
                <a:rPr lang="pt-PT" sz="2800" b="1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hole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its</a:t>
              </a:r>
              <a:r>
                <a:rPr lang="pt-PT" sz="28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centre.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03FA51-1FF8-4F7D-8D7C-9A3DD8AD7193}"/>
                </a:ext>
              </a:extLst>
            </p:cNvPr>
            <p:cNvSpPr/>
            <p:nvPr/>
          </p:nvSpPr>
          <p:spPr>
            <a:xfrm>
              <a:off x="1410771" y="-199865"/>
              <a:ext cx="1064337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Also </a:t>
              </a:r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28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lvl="0" algn="ctr"/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8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8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89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4ACF0EB-4769-45B2-8959-0FB90FBD6CB6}"/>
              </a:ext>
            </a:extLst>
          </p:cNvPr>
          <p:cNvGrpSpPr/>
          <p:nvPr/>
        </p:nvGrpSpPr>
        <p:grpSpPr>
          <a:xfrm>
            <a:off x="2027192" y="-1656355"/>
            <a:ext cx="10080716" cy="10170709"/>
            <a:chOff x="3612264" y="-255292"/>
            <a:chExt cx="10080716" cy="1017070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382350-0104-480C-828B-B51DCDF1DFBB}"/>
                </a:ext>
              </a:extLst>
            </p:cNvPr>
            <p:cNvSpPr/>
            <p:nvPr/>
          </p:nvSpPr>
          <p:spPr>
            <a:xfrm>
              <a:off x="4629335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97932E-3AFA-42DC-B0D0-107E0FF63B7F}"/>
                </a:ext>
              </a:extLst>
            </p:cNvPr>
            <p:cNvSpPr/>
            <p:nvPr/>
          </p:nvSpPr>
          <p:spPr>
            <a:xfrm>
              <a:off x="4629335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64D7C50-6CC9-4035-A784-4D715FDC30EF}"/>
                </a:ext>
              </a:extLst>
            </p:cNvPr>
            <p:cNvSpPr/>
            <p:nvPr/>
          </p:nvSpPr>
          <p:spPr>
            <a:xfrm>
              <a:off x="4629335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350C3C-5DBD-4D15-AD56-BEDA856F99F3}"/>
                </a:ext>
              </a:extLst>
            </p:cNvPr>
            <p:cNvSpPr/>
            <p:nvPr/>
          </p:nvSpPr>
          <p:spPr>
            <a:xfrm>
              <a:off x="4629335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0B65AB-3728-4F9B-A25B-665D9A7195FF}"/>
                </a:ext>
              </a:extLst>
            </p:cNvPr>
            <p:cNvSpPr/>
            <p:nvPr/>
          </p:nvSpPr>
          <p:spPr>
            <a:xfrm>
              <a:off x="3612264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BFCB338-A6DE-4E44-9AE8-92E36A550FA4}"/>
                </a:ext>
              </a:extLst>
            </p:cNvPr>
            <p:cNvSpPr/>
            <p:nvPr/>
          </p:nvSpPr>
          <p:spPr>
            <a:xfrm>
              <a:off x="3612264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F0AC2E-E672-4202-B79B-78E8417E39B5}"/>
                </a:ext>
              </a:extLst>
            </p:cNvPr>
            <p:cNvSpPr/>
            <p:nvPr/>
          </p:nvSpPr>
          <p:spPr>
            <a:xfrm>
              <a:off x="3612264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8396458-AE2A-44F7-9C1F-E6678F123E40}"/>
                </a:ext>
              </a:extLst>
            </p:cNvPr>
            <p:cNvSpPr/>
            <p:nvPr/>
          </p:nvSpPr>
          <p:spPr>
            <a:xfrm>
              <a:off x="3612264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4D0F51C-BD37-46C3-8D7F-D881865DCE5C}"/>
                </a:ext>
              </a:extLst>
            </p:cNvPr>
            <p:cNvSpPr/>
            <p:nvPr/>
          </p:nvSpPr>
          <p:spPr>
            <a:xfrm>
              <a:off x="4629335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8FA8CA4-DE4A-4FE9-8687-263B95B14C02}"/>
                </a:ext>
              </a:extLst>
            </p:cNvPr>
            <p:cNvSpPr/>
            <p:nvPr/>
          </p:nvSpPr>
          <p:spPr>
            <a:xfrm>
              <a:off x="4629335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6E509D6-E01E-4959-93F1-685397C5BCB1}"/>
                </a:ext>
              </a:extLst>
            </p:cNvPr>
            <p:cNvSpPr/>
            <p:nvPr/>
          </p:nvSpPr>
          <p:spPr>
            <a:xfrm>
              <a:off x="4629335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533336E-645C-4ACA-AEDF-887281445B7B}"/>
                </a:ext>
              </a:extLst>
            </p:cNvPr>
            <p:cNvSpPr/>
            <p:nvPr/>
          </p:nvSpPr>
          <p:spPr>
            <a:xfrm>
              <a:off x="3612264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F6B561F-17C5-4B16-A641-ADDF4C867680}"/>
                </a:ext>
              </a:extLst>
            </p:cNvPr>
            <p:cNvSpPr/>
            <p:nvPr/>
          </p:nvSpPr>
          <p:spPr>
            <a:xfrm>
              <a:off x="3612264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17BF6A6-2600-4C52-808C-C47F3E15D655}"/>
                </a:ext>
              </a:extLst>
            </p:cNvPr>
            <p:cNvSpPr/>
            <p:nvPr/>
          </p:nvSpPr>
          <p:spPr>
            <a:xfrm>
              <a:off x="3612264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4B2534D-0B45-44E3-9FD9-512B1C0D9B83}"/>
                </a:ext>
              </a:extLst>
            </p:cNvPr>
            <p:cNvSpPr/>
            <p:nvPr/>
          </p:nvSpPr>
          <p:spPr>
            <a:xfrm>
              <a:off x="4629335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017CD8C-10BF-45C5-BB0D-E7CA097D8FA0}"/>
                </a:ext>
              </a:extLst>
            </p:cNvPr>
            <p:cNvSpPr/>
            <p:nvPr/>
          </p:nvSpPr>
          <p:spPr>
            <a:xfrm>
              <a:off x="3612264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8F5A7AAB-EC98-4453-87A8-D6D55C281CBD}"/>
                </a:ext>
              </a:extLst>
            </p:cNvPr>
            <p:cNvSpPr/>
            <p:nvPr/>
          </p:nvSpPr>
          <p:spPr>
            <a:xfrm flipH="1">
              <a:off x="5618752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0C33112-F1F9-4561-9E89-183484EEA7C4}"/>
                </a:ext>
              </a:extLst>
            </p:cNvPr>
            <p:cNvSpPr/>
            <p:nvPr/>
          </p:nvSpPr>
          <p:spPr>
            <a:xfrm flipH="1">
              <a:off x="5618752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CEE67627-C697-4DD8-875C-BB76E7756C40}"/>
                </a:ext>
              </a:extLst>
            </p:cNvPr>
            <p:cNvSpPr/>
            <p:nvPr/>
          </p:nvSpPr>
          <p:spPr>
            <a:xfrm flipH="1">
              <a:off x="5618752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F8038E57-24AF-4C71-A3B1-6AE9360C7B0F}"/>
                </a:ext>
              </a:extLst>
            </p:cNvPr>
            <p:cNvSpPr/>
            <p:nvPr/>
          </p:nvSpPr>
          <p:spPr>
            <a:xfrm flipH="1">
              <a:off x="5618752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1E4E75BD-9E48-454A-A516-183D4B5D966E}"/>
                </a:ext>
              </a:extLst>
            </p:cNvPr>
            <p:cNvSpPr/>
            <p:nvPr/>
          </p:nvSpPr>
          <p:spPr>
            <a:xfrm flipH="1">
              <a:off x="6635823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E3FA8480-4912-43C2-8B91-26124C4DA4AC}"/>
                </a:ext>
              </a:extLst>
            </p:cNvPr>
            <p:cNvSpPr/>
            <p:nvPr/>
          </p:nvSpPr>
          <p:spPr>
            <a:xfrm flipH="1">
              <a:off x="6635823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7450E499-13B3-4FD9-AAF8-FA1355D189E9}"/>
                </a:ext>
              </a:extLst>
            </p:cNvPr>
            <p:cNvSpPr/>
            <p:nvPr/>
          </p:nvSpPr>
          <p:spPr>
            <a:xfrm flipH="1">
              <a:off x="6635823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583A948E-8B66-499A-A36D-CCB7E17E61E0}"/>
                </a:ext>
              </a:extLst>
            </p:cNvPr>
            <p:cNvSpPr/>
            <p:nvPr/>
          </p:nvSpPr>
          <p:spPr>
            <a:xfrm flipH="1">
              <a:off x="6635823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90296AE4-6CE0-4959-9447-29364EBF7009}"/>
                </a:ext>
              </a:extLst>
            </p:cNvPr>
            <p:cNvSpPr/>
            <p:nvPr/>
          </p:nvSpPr>
          <p:spPr>
            <a:xfrm flipH="1">
              <a:off x="5618752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A857E2DA-5F4C-4B43-9527-0788297FC693}"/>
                </a:ext>
              </a:extLst>
            </p:cNvPr>
            <p:cNvSpPr/>
            <p:nvPr/>
          </p:nvSpPr>
          <p:spPr>
            <a:xfrm flipH="1">
              <a:off x="5618752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3" name="Rectangle 702">
              <a:extLst>
                <a:ext uri="{FF2B5EF4-FFF2-40B4-BE49-F238E27FC236}">
                  <a16:creationId xmlns:a16="http://schemas.microsoft.com/office/drawing/2014/main" id="{1EB3A2AB-961F-476B-8E44-D9168DDC2887}"/>
                </a:ext>
              </a:extLst>
            </p:cNvPr>
            <p:cNvSpPr/>
            <p:nvPr/>
          </p:nvSpPr>
          <p:spPr>
            <a:xfrm flipH="1">
              <a:off x="5618752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9DD141A0-C3E3-4A81-AD52-BE6D61600D41}"/>
                </a:ext>
              </a:extLst>
            </p:cNvPr>
            <p:cNvSpPr/>
            <p:nvPr/>
          </p:nvSpPr>
          <p:spPr>
            <a:xfrm flipH="1">
              <a:off x="6635823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E43EF233-DEB4-4F22-8882-01C23804DC6E}"/>
                </a:ext>
              </a:extLst>
            </p:cNvPr>
            <p:cNvSpPr/>
            <p:nvPr/>
          </p:nvSpPr>
          <p:spPr>
            <a:xfrm flipH="1">
              <a:off x="6635823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87C30096-07B8-406F-AF19-70285676FAB6}"/>
                </a:ext>
              </a:extLst>
            </p:cNvPr>
            <p:cNvSpPr/>
            <p:nvPr/>
          </p:nvSpPr>
          <p:spPr>
            <a:xfrm flipH="1">
              <a:off x="6635823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4FB9CB31-6DB3-4A07-B3EC-64AA8B46449C}"/>
                </a:ext>
              </a:extLst>
            </p:cNvPr>
            <p:cNvSpPr/>
            <p:nvPr/>
          </p:nvSpPr>
          <p:spPr>
            <a:xfrm flipH="1">
              <a:off x="5618752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C10F7115-A0B6-434F-B045-15DA71C6A6D1}"/>
                </a:ext>
              </a:extLst>
            </p:cNvPr>
            <p:cNvSpPr/>
            <p:nvPr/>
          </p:nvSpPr>
          <p:spPr>
            <a:xfrm flipH="1">
              <a:off x="6635823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CC067C85-EE11-4E02-99CA-63EA1F56C5F2}"/>
                </a:ext>
              </a:extLst>
            </p:cNvPr>
            <p:cNvSpPr/>
            <p:nvPr/>
          </p:nvSpPr>
          <p:spPr>
            <a:xfrm>
              <a:off x="8635280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EBF2E87A-B4E7-488D-9AB6-C007E65A671B}"/>
                </a:ext>
              </a:extLst>
            </p:cNvPr>
            <p:cNvSpPr/>
            <p:nvPr/>
          </p:nvSpPr>
          <p:spPr>
            <a:xfrm>
              <a:off x="8635280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B77C84AC-CD38-42E4-B834-7641BB48DAB3}"/>
                </a:ext>
              </a:extLst>
            </p:cNvPr>
            <p:cNvSpPr/>
            <p:nvPr/>
          </p:nvSpPr>
          <p:spPr>
            <a:xfrm>
              <a:off x="8635280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9648298-52E3-4468-BC98-C2E955C3588C}"/>
                </a:ext>
              </a:extLst>
            </p:cNvPr>
            <p:cNvSpPr/>
            <p:nvPr/>
          </p:nvSpPr>
          <p:spPr>
            <a:xfrm>
              <a:off x="8635280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5C2A35DD-72E9-474E-B8CF-276F5F25F749}"/>
                </a:ext>
              </a:extLst>
            </p:cNvPr>
            <p:cNvSpPr/>
            <p:nvPr/>
          </p:nvSpPr>
          <p:spPr>
            <a:xfrm>
              <a:off x="7618209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34B2FD2-0334-4335-A2FD-B0E83F1214B4}"/>
                </a:ext>
              </a:extLst>
            </p:cNvPr>
            <p:cNvSpPr/>
            <p:nvPr/>
          </p:nvSpPr>
          <p:spPr>
            <a:xfrm>
              <a:off x="7618209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C54FD50A-95B2-46ED-8C0C-3B9CCEDBCF7D}"/>
                </a:ext>
              </a:extLst>
            </p:cNvPr>
            <p:cNvSpPr/>
            <p:nvPr/>
          </p:nvSpPr>
          <p:spPr>
            <a:xfrm>
              <a:off x="7618209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6490D1A5-23E8-48C4-A646-ECE7394B5218}"/>
                </a:ext>
              </a:extLst>
            </p:cNvPr>
            <p:cNvSpPr/>
            <p:nvPr/>
          </p:nvSpPr>
          <p:spPr>
            <a:xfrm>
              <a:off x="7618209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4F147942-A0BA-433A-8416-BA59BF5AF9B6}"/>
                </a:ext>
              </a:extLst>
            </p:cNvPr>
            <p:cNvSpPr/>
            <p:nvPr/>
          </p:nvSpPr>
          <p:spPr>
            <a:xfrm>
              <a:off x="8635280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4DA31590-4AFE-466B-A052-5F1BDCC8B208}"/>
                </a:ext>
              </a:extLst>
            </p:cNvPr>
            <p:cNvSpPr/>
            <p:nvPr/>
          </p:nvSpPr>
          <p:spPr>
            <a:xfrm>
              <a:off x="8635280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EA7DF675-33C5-4485-B31B-EA306681B451}"/>
                </a:ext>
              </a:extLst>
            </p:cNvPr>
            <p:cNvSpPr/>
            <p:nvPr/>
          </p:nvSpPr>
          <p:spPr>
            <a:xfrm>
              <a:off x="8635280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DAB03677-C9E6-48F1-854C-C1C8FC9E0EF7}"/>
                </a:ext>
              </a:extLst>
            </p:cNvPr>
            <p:cNvSpPr/>
            <p:nvPr/>
          </p:nvSpPr>
          <p:spPr>
            <a:xfrm>
              <a:off x="7618209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D01E467B-3924-470B-83C7-C11ACB16126C}"/>
                </a:ext>
              </a:extLst>
            </p:cNvPr>
            <p:cNvSpPr/>
            <p:nvPr/>
          </p:nvSpPr>
          <p:spPr>
            <a:xfrm>
              <a:off x="7618209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C1FECB6F-D2EC-4CC4-80D4-66A174B61C64}"/>
                </a:ext>
              </a:extLst>
            </p:cNvPr>
            <p:cNvSpPr/>
            <p:nvPr/>
          </p:nvSpPr>
          <p:spPr>
            <a:xfrm>
              <a:off x="7618209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86FB5B7C-6AFC-4B43-90AD-A75190F587F9}"/>
                </a:ext>
              </a:extLst>
            </p:cNvPr>
            <p:cNvSpPr/>
            <p:nvPr/>
          </p:nvSpPr>
          <p:spPr>
            <a:xfrm>
              <a:off x="8635280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45892014-5D65-498D-8427-AC8588C1E8FD}"/>
                </a:ext>
              </a:extLst>
            </p:cNvPr>
            <p:cNvSpPr/>
            <p:nvPr/>
          </p:nvSpPr>
          <p:spPr>
            <a:xfrm>
              <a:off x="7618209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4D3221F4-802B-4D47-A711-487D4599AEF3}"/>
                </a:ext>
              </a:extLst>
            </p:cNvPr>
            <p:cNvSpPr/>
            <p:nvPr/>
          </p:nvSpPr>
          <p:spPr>
            <a:xfrm flipH="1">
              <a:off x="9624697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F07D12B5-FC39-4068-BA24-8D4EE0C5BDE5}"/>
                </a:ext>
              </a:extLst>
            </p:cNvPr>
            <p:cNvSpPr/>
            <p:nvPr/>
          </p:nvSpPr>
          <p:spPr>
            <a:xfrm flipH="1">
              <a:off x="9624697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CECB61D7-5571-4C0D-B51A-5748CE5365A0}"/>
                </a:ext>
              </a:extLst>
            </p:cNvPr>
            <p:cNvSpPr/>
            <p:nvPr/>
          </p:nvSpPr>
          <p:spPr>
            <a:xfrm flipH="1">
              <a:off x="9624697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70253CA-1E80-4942-A5B9-223882280210}"/>
                </a:ext>
              </a:extLst>
            </p:cNvPr>
            <p:cNvSpPr/>
            <p:nvPr/>
          </p:nvSpPr>
          <p:spPr>
            <a:xfrm flipH="1">
              <a:off x="9624697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88068EC-E30B-4D3F-8EC4-E86F6E4C8158}"/>
                </a:ext>
              </a:extLst>
            </p:cNvPr>
            <p:cNvSpPr/>
            <p:nvPr/>
          </p:nvSpPr>
          <p:spPr>
            <a:xfrm flipH="1">
              <a:off x="10641768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86247766-F3F1-448F-8CCB-58AF1107449E}"/>
                </a:ext>
              </a:extLst>
            </p:cNvPr>
            <p:cNvSpPr/>
            <p:nvPr/>
          </p:nvSpPr>
          <p:spPr>
            <a:xfrm flipH="1">
              <a:off x="10641768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8F075282-84AD-4A0E-BF43-9E8EE6B4C531}"/>
                </a:ext>
              </a:extLst>
            </p:cNvPr>
            <p:cNvSpPr/>
            <p:nvPr/>
          </p:nvSpPr>
          <p:spPr>
            <a:xfrm flipH="1">
              <a:off x="10641768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0F0FC488-7032-42A1-BAF9-875D2954252E}"/>
                </a:ext>
              </a:extLst>
            </p:cNvPr>
            <p:cNvSpPr/>
            <p:nvPr/>
          </p:nvSpPr>
          <p:spPr>
            <a:xfrm flipH="1">
              <a:off x="10641768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F5E9258-A270-4BF4-B595-272F43AE77BC}"/>
                </a:ext>
              </a:extLst>
            </p:cNvPr>
            <p:cNvSpPr/>
            <p:nvPr/>
          </p:nvSpPr>
          <p:spPr>
            <a:xfrm flipH="1">
              <a:off x="9624697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BC1B3F85-3838-493E-AE11-53F96C628A22}"/>
                </a:ext>
              </a:extLst>
            </p:cNvPr>
            <p:cNvSpPr/>
            <p:nvPr/>
          </p:nvSpPr>
          <p:spPr>
            <a:xfrm flipH="1">
              <a:off x="9624697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16146BF1-83D6-4761-86A6-54FAB26F7A2D}"/>
                </a:ext>
              </a:extLst>
            </p:cNvPr>
            <p:cNvSpPr/>
            <p:nvPr/>
          </p:nvSpPr>
          <p:spPr>
            <a:xfrm flipH="1">
              <a:off x="9624697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F40A2201-6E4E-4FA4-82DE-1A7D7EFCAE20}"/>
                </a:ext>
              </a:extLst>
            </p:cNvPr>
            <p:cNvSpPr/>
            <p:nvPr/>
          </p:nvSpPr>
          <p:spPr>
            <a:xfrm flipH="1">
              <a:off x="10641768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F2ABD8DD-8A5A-45DF-BDC7-C01A46ECA7DD}"/>
                </a:ext>
              </a:extLst>
            </p:cNvPr>
            <p:cNvSpPr/>
            <p:nvPr/>
          </p:nvSpPr>
          <p:spPr>
            <a:xfrm flipH="1">
              <a:off x="10641768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7E7A9F83-615A-4CF4-83F2-86FA2BC20311}"/>
                </a:ext>
              </a:extLst>
            </p:cNvPr>
            <p:cNvSpPr/>
            <p:nvPr/>
          </p:nvSpPr>
          <p:spPr>
            <a:xfrm flipH="1">
              <a:off x="10641768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C87D2531-2D47-47F1-BC05-85E02647ABCC}"/>
                </a:ext>
              </a:extLst>
            </p:cNvPr>
            <p:cNvSpPr/>
            <p:nvPr/>
          </p:nvSpPr>
          <p:spPr>
            <a:xfrm flipH="1">
              <a:off x="9624697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A2466DDE-5161-469B-8708-F594F4ED6F6B}"/>
                </a:ext>
              </a:extLst>
            </p:cNvPr>
            <p:cNvSpPr/>
            <p:nvPr/>
          </p:nvSpPr>
          <p:spPr>
            <a:xfrm flipH="1">
              <a:off x="10641768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29BCAEC-38A0-4DAD-B862-5A37A48F9C30}"/>
                </a:ext>
              </a:extLst>
            </p:cNvPr>
            <p:cNvSpPr/>
            <p:nvPr/>
          </p:nvSpPr>
          <p:spPr>
            <a:xfrm>
              <a:off x="12675909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00EF2C9-BFF5-4C3C-A65E-094F3508F818}"/>
                </a:ext>
              </a:extLst>
            </p:cNvPr>
            <p:cNvSpPr/>
            <p:nvPr/>
          </p:nvSpPr>
          <p:spPr>
            <a:xfrm>
              <a:off x="12675909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148EF4E-E9E9-4380-A749-AEEB80B54889}"/>
                </a:ext>
              </a:extLst>
            </p:cNvPr>
            <p:cNvSpPr/>
            <p:nvPr/>
          </p:nvSpPr>
          <p:spPr>
            <a:xfrm>
              <a:off x="12675909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EE2CE97-55C0-496D-A777-5AE715E43965}"/>
                </a:ext>
              </a:extLst>
            </p:cNvPr>
            <p:cNvSpPr/>
            <p:nvPr/>
          </p:nvSpPr>
          <p:spPr>
            <a:xfrm>
              <a:off x="12675909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E40EBCA-C688-4BF3-A8C7-85DE944273A7}"/>
                </a:ext>
              </a:extLst>
            </p:cNvPr>
            <p:cNvSpPr/>
            <p:nvPr/>
          </p:nvSpPr>
          <p:spPr>
            <a:xfrm>
              <a:off x="11658838" y="584713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2048BB4-29C4-4C37-85E6-D03C08CC4B00}"/>
                </a:ext>
              </a:extLst>
            </p:cNvPr>
            <p:cNvSpPr/>
            <p:nvPr/>
          </p:nvSpPr>
          <p:spPr>
            <a:xfrm>
              <a:off x="11658838" y="6864204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9EC1AF4-C409-47A9-A09F-FAB28D28AF2A}"/>
                </a:ext>
              </a:extLst>
            </p:cNvPr>
            <p:cNvSpPr/>
            <p:nvPr/>
          </p:nvSpPr>
          <p:spPr>
            <a:xfrm>
              <a:off x="11658838" y="7881275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6E1F480-5234-4184-BBBA-7A0FF4D03DEA}"/>
                </a:ext>
              </a:extLst>
            </p:cNvPr>
            <p:cNvSpPr/>
            <p:nvPr/>
          </p:nvSpPr>
          <p:spPr>
            <a:xfrm>
              <a:off x="11658838" y="8898346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453CE28-B7CA-4707-8ECB-DB8A1AED92AB}"/>
                </a:ext>
              </a:extLst>
            </p:cNvPr>
            <p:cNvSpPr/>
            <p:nvPr/>
          </p:nvSpPr>
          <p:spPr>
            <a:xfrm>
              <a:off x="12675909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EC98A03-B755-4A0E-A524-2584723140B0}"/>
                </a:ext>
              </a:extLst>
            </p:cNvPr>
            <p:cNvSpPr/>
            <p:nvPr/>
          </p:nvSpPr>
          <p:spPr>
            <a:xfrm>
              <a:off x="12675909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AA6F0DD-7F5D-4C25-96D6-488D527C6E46}"/>
                </a:ext>
              </a:extLst>
            </p:cNvPr>
            <p:cNvSpPr/>
            <p:nvPr/>
          </p:nvSpPr>
          <p:spPr>
            <a:xfrm>
              <a:off x="12675909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2230230-872C-47E2-A713-EC508F7F39F0}"/>
                </a:ext>
              </a:extLst>
            </p:cNvPr>
            <p:cNvSpPr/>
            <p:nvPr/>
          </p:nvSpPr>
          <p:spPr>
            <a:xfrm>
              <a:off x="11658838" y="1778850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E6C05E5-46AF-400C-A864-079112744136}"/>
                </a:ext>
              </a:extLst>
            </p:cNvPr>
            <p:cNvSpPr/>
            <p:nvPr/>
          </p:nvSpPr>
          <p:spPr>
            <a:xfrm>
              <a:off x="11658838" y="2795921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5432A83-6DF1-4A37-BEE8-2E1D1A570C86}"/>
                </a:ext>
              </a:extLst>
            </p:cNvPr>
            <p:cNvSpPr/>
            <p:nvPr/>
          </p:nvSpPr>
          <p:spPr>
            <a:xfrm>
              <a:off x="11658838" y="38129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F572062-C43C-45D9-995C-805C1144978B}"/>
                </a:ext>
              </a:extLst>
            </p:cNvPr>
            <p:cNvSpPr/>
            <p:nvPr/>
          </p:nvSpPr>
          <p:spPr>
            <a:xfrm>
              <a:off x="12675909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B449201-0840-46A0-97DA-58073E1B5E52}"/>
                </a:ext>
              </a:extLst>
            </p:cNvPr>
            <p:cNvSpPr/>
            <p:nvPr/>
          </p:nvSpPr>
          <p:spPr>
            <a:xfrm>
              <a:off x="11658838" y="4830063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1D3E1D9-4C22-4032-922A-2B2BCC8E3D78}"/>
                </a:ext>
              </a:extLst>
            </p:cNvPr>
            <p:cNvSpPr/>
            <p:nvPr/>
          </p:nvSpPr>
          <p:spPr>
            <a:xfrm>
              <a:off x="4629335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3978214-F538-4681-AE34-61AB81308663}"/>
                </a:ext>
              </a:extLst>
            </p:cNvPr>
            <p:cNvSpPr/>
            <p:nvPr/>
          </p:nvSpPr>
          <p:spPr>
            <a:xfrm>
              <a:off x="4629335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020A2FF-1D9B-4877-9CE9-DE21D8E5BCCD}"/>
                </a:ext>
              </a:extLst>
            </p:cNvPr>
            <p:cNvSpPr/>
            <p:nvPr/>
          </p:nvSpPr>
          <p:spPr>
            <a:xfrm>
              <a:off x="3612264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9182A45-8EB9-41AA-B8D2-DDEEB523DD59}"/>
                </a:ext>
              </a:extLst>
            </p:cNvPr>
            <p:cNvSpPr/>
            <p:nvPr/>
          </p:nvSpPr>
          <p:spPr>
            <a:xfrm>
              <a:off x="3612264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35F01DE-5CE5-46FF-A2EB-977D3609CC22}"/>
                </a:ext>
              </a:extLst>
            </p:cNvPr>
            <p:cNvSpPr/>
            <p:nvPr/>
          </p:nvSpPr>
          <p:spPr>
            <a:xfrm flipH="1">
              <a:off x="5618752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08DA009-D1C1-4185-996E-31CCDB343EAB}"/>
                </a:ext>
              </a:extLst>
            </p:cNvPr>
            <p:cNvSpPr/>
            <p:nvPr/>
          </p:nvSpPr>
          <p:spPr>
            <a:xfrm flipH="1">
              <a:off x="5618752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03E5617-5933-4BFC-A8DD-931FF27CBA5C}"/>
                </a:ext>
              </a:extLst>
            </p:cNvPr>
            <p:cNvSpPr/>
            <p:nvPr/>
          </p:nvSpPr>
          <p:spPr>
            <a:xfrm flipH="1">
              <a:off x="6635823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63C9DD6-8B86-4C4E-A3D3-E9202DFF0DA0}"/>
                </a:ext>
              </a:extLst>
            </p:cNvPr>
            <p:cNvSpPr/>
            <p:nvPr/>
          </p:nvSpPr>
          <p:spPr>
            <a:xfrm flipH="1">
              <a:off x="6635823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3FA927F-3E3C-43A6-AB18-E66A0742444D}"/>
                </a:ext>
              </a:extLst>
            </p:cNvPr>
            <p:cNvSpPr/>
            <p:nvPr/>
          </p:nvSpPr>
          <p:spPr>
            <a:xfrm>
              <a:off x="8635280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F58FB66-8A29-4E77-A235-9B989AF96390}"/>
                </a:ext>
              </a:extLst>
            </p:cNvPr>
            <p:cNvSpPr/>
            <p:nvPr/>
          </p:nvSpPr>
          <p:spPr>
            <a:xfrm>
              <a:off x="8635280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1BD109F-15AC-4189-936F-F91941823427}"/>
                </a:ext>
              </a:extLst>
            </p:cNvPr>
            <p:cNvSpPr/>
            <p:nvPr/>
          </p:nvSpPr>
          <p:spPr>
            <a:xfrm>
              <a:off x="7618209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24C7D5C-E859-4406-99BB-7E4FB0E9FFB2}"/>
                </a:ext>
              </a:extLst>
            </p:cNvPr>
            <p:cNvSpPr/>
            <p:nvPr/>
          </p:nvSpPr>
          <p:spPr>
            <a:xfrm>
              <a:off x="7618209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C236406-77E7-4E10-A97D-0BAC2E45B85C}"/>
                </a:ext>
              </a:extLst>
            </p:cNvPr>
            <p:cNvSpPr/>
            <p:nvPr/>
          </p:nvSpPr>
          <p:spPr>
            <a:xfrm flipH="1">
              <a:off x="9624697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9EDB79B-AE86-414C-838D-0F8150E2500F}"/>
                </a:ext>
              </a:extLst>
            </p:cNvPr>
            <p:cNvSpPr/>
            <p:nvPr/>
          </p:nvSpPr>
          <p:spPr>
            <a:xfrm flipH="1">
              <a:off x="9624697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5DEF3B3-0F8C-4EA8-B1BF-B59D9D68AC82}"/>
                </a:ext>
              </a:extLst>
            </p:cNvPr>
            <p:cNvSpPr/>
            <p:nvPr/>
          </p:nvSpPr>
          <p:spPr>
            <a:xfrm flipH="1">
              <a:off x="10641768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2820D63-8223-451C-973A-0CA07E05C9E7}"/>
                </a:ext>
              </a:extLst>
            </p:cNvPr>
            <p:cNvSpPr/>
            <p:nvPr/>
          </p:nvSpPr>
          <p:spPr>
            <a:xfrm flipH="1">
              <a:off x="10641768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7DE4F49-FAA4-4A76-A0DE-6B0873906D11}"/>
                </a:ext>
              </a:extLst>
            </p:cNvPr>
            <p:cNvSpPr/>
            <p:nvPr/>
          </p:nvSpPr>
          <p:spPr>
            <a:xfrm>
              <a:off x="12675909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6CF459C-0D57-4305-89FA-656002FABBCE}"/>
                </a:ext>
              </a:extLst>
            </p:cNvPr>
            <p:cNvSpPr/>
            <p:nvPr/>
          </p:nvSpPr>
          <p:spPr>
            <a:xfrm>
              <a:off x="12675909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C86DCA1-13E6-4F14-B046-1816301A2324}"/>
                </a:ext>
              </a:extLst>
            </p:cNvPr>
            <p:cNvSpPr/>
            <p:nvPr/>
          </p:nvSpPr>
          <p:spPr>
            <a:xfrm>
              <a:off x="11658838" y="-255292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6776F78-145A-4AD7-B19B-D48E76BC3061}"/>
                </a:ext>
              </a:extLst>
            </p:cNvPr>
            <p:cNvSpPr/>
            <p:nvPr/>
          </p:nvSpPr>
          <p:spPr>
            <a:xfrm>
              <a:off x="11658838" y="761779"/>
              <a:ext cx="1017071" cy="101707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48" name="Oval 147">
            <a:extLst>
              <a:ext uri="{FF2B5EF4-FFF2-40B4-BE49-F238E27FC236}">
                <a16:creationId xmlns:a16="http://schemas.microsoft.com/office/drawing/2014/main" id="{D4C0D500-D0B1-4ADF-BF80-8698507459D8}"/>
              </a:ext>
            </a:extLst>
          </p:cNvPr>
          <p:cNvSpPr/>
          <p:nvPr/>
        </p:nvSpPr>
        <p:spPr>
          <a:xfrm>
            <a:off x="3792454" y="6209264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9BBB1976-D023-4A87-A751-97C605F54F0B}"/>
              </a:ext>
            </a:extLst>
          </p:cNvPr>
          <p:cNvSpPr/>
          <p:nvPr/>
        </p:nvSpPr>
        <p:spPr>
          <a:xfrm>
            <a:off x="2256845" y="-384108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F31B665-0560-43A2-B2A3-EB7AACEB078F}"/>
              </a:ext>
            </a:extLst>
          </p:cNvPr>
          <p:cNvSpPr/>
          <p:nvPr/>
        </p:nvSpPr>
        <p:spPr>
          <a:xfrm>
            <a:off x="10339130" y="7752461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A1DB227-AC2C-4BA7-9894-6623AA647B4B}"/>
              </a:ext>
            </a:extLst>
          </p:cNvPr>
          <p:cNvSpPr/>
          <p:nvPr/>
        </p:nvSpPr>
        <p:spPr>
          <a:xfrm>
            <a:off x="5298638" y="2720424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3090F4E-0F3C-43C5-945E-936DC013C11D}"/>
              </a:ext>
            </a:extLst>
          </p:cNvPr>
          <p:cNvSpPr/>
          <p:nvPr/>
        </p:nvSpPr>
        <p:spPr>
          <a:xfrm>
            <a:off x="4253096" y="635405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B96D435-8E79-4D7F-A870-F4454CB4CC08}"/>
              </a:ext>
            </a:extLst>
          </p:cNvPr>
          <p:cNvSpPr/>
          <p:nvPr/>
        </p:nvSpPr>
        <p:spPr>
          <a:xfrm>
            <a:off x="7307207" y="4721417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8A42AE5-A105-4282-BE07-07C56D8D4343}"/>
              </a:ext>
            </a:extLst>
          </p:cNvPr>
          <p:cNvSpPr/>
          <p:nvPr/>
        </p:nvSpPr>
        <p:spPr>
          <a:xfrm>
            <a:off x="9325700" y="5731502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2714E-A64D-4FA3-86EA-BE878B29C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89204" y="-1953293"/>
            <a:ext cx="3683189" cy="364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EDD45A-1598-4823-AEC0-84668B377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68905" y="2143568"/>
            <a:ext cx="3486329" cy="3587934"/>
          </a:xfrm>
          <a:prstGeom prst="rect">
            <a:avLst/>
          </a:prstGeom>
        </p:spPr>
      </p:pic>
      <p:sp>
        <p:nvSpPr>
          <p:cNvPr id="173" name="Oval 172">
            <a:extLst>
              <a:ext uri="{FF2B5EF4-FFF2-40B4-BE49-F238E27FC236}">
                <a16:creationId xmlns:a16="http://schemas.microsoft.com/office/drawing/2014/main" id="{4220B134-8484-48D0-8A26-797D9BFD0BC0}"/>
              </a:ext>
            </a:extLst>
          </p:cNvPr>
          <p:cNvSpPr/>
          <p:nvPr/>
        </p:nvSpPr>
        <p:spPr>
          <a:xfrm>
            <a:off x="8796307" y="-937660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6D038F6-D990-463E-B1E3-BEC08819C6EE}"/>
              </a:ext>
            </a:extLst>
          </p:cNvPr>
          <p:cNvSpPr/>
          <p:nvPr/>
        </p:nvSpPr>
        <p:spPr>
          <a:xfrm>
            <a:off x="11346015" y="4190893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171D8A-1C6D-451F-BA86-C5055285DFB5}"/>
              </a:ext>
            </a:extLst>
          </p:cNvPr>
          <p:cNvSpPr/>
          <p:nvPr/>
        </p:nvSpPr>
        <p:spPr>
          <a:xfrm>
            <a:off x="9832415" y="1650035"/>
            <a:ext cx="506715" cy="5067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381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F563D-3A04-4CFF-9F2D-3083C5506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1276" y="-1202249"/>
            <a:ext cx="3581584" cy="360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8B597-44C6-4906-9456-DCDD4809D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468905" y="6876744"/>
            <a:ext cx="3600635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64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128</cp:revision>
  <dcterms:created xsi:type="dcterms:W3CDTF">2020-11-28T13:10:41Z</dcterms:created>
  <dcterms:modified xsi:type="dcterms:W3CDTF">2021-01-09T15:51:02Z</dcterms:modified>
</cp:coreProperties>
</file>