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285" r:id="rId4"/>
    <p:sldId id="288" r:id="rId5"/>
    <p:sldId id="272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368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CC75B-E577-4B25-A394-D4B6CF65E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622E5-F64B-4526-852B-09AA104E4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3D845-5735-4BB6-9CF6-870FE173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90B1C-6BFE-4509-AF69-578C91FA4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A9A0E-17B8-46D2-8D3A-9C8A240D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665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29C9-CA7B-457B-8504-FD9C4C8C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7FAC8-0283-4BD2-8174-DB9EFAA0B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F50B7-AC03-4B44-B89B-E320472B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31B3E-6212-4E88-9D32-5F7F21D7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B7EA-B94D-4D07-90C7-3EC9F8F3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23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5D8BB-9B71-4368-9413-90D29230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63E9B-5249-4360-AD16-6CF0E40C6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460FC-2A82-430B-9E16-EB8B61ED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C1A0F-F18D-4321-8C11-BCA90DBB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C6003-33A9-430E-9E0C-FC9AAAEE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5095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B4AB-A25D-41D0-8E0E-68508466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CA281-1290-44F8-8AC9-3779F2BE3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EE564-690E-4943-875A-60334D576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1E4740-7B9F-464B-8DB7-E89868AC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F83BC-1E00-4AD0-B6BD-E23DB35BC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EEE18-3699-4DA4-94F9-59DFEE86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0419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AA24-6508-4B46-871C-5F5E2B328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87D92-D83C-41E7-A9A1-EACC745CC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B1D24-F6F2-44C9-8E02-EA53716D1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67821-87B1-47DF-A021-E293697D74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25EC74-CEAD-45F1-935D-E1FF1BEB1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E95FC-AF80-4DFD-993E-DB2BAE6C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5351D-F067-4010-B3AE-FCB4AF1E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8DA36-4D53-4055-BCB7-DFCB4D4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48049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DA293-8233-446C-A108-F308F07F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F13A7-D044-4636-B6C6-48C1CA78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37951-CE96-4A8F-8A6C-96C7985A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BBDD8-6F0E-4F3F-B753-4004CD7B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876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5D5C6-772F-43DD-9950-D129A4055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600D6-4CA6-4355-A84C-847ECAF7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CF385-0FEB-4CE0-BFA0-FA532CDC1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9472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E1D8-05F7-4E3E-9B84-732EC5D3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63EBD-D1F2-4C36-8FF4-0343A00D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9EEB1-DA67-408B-BA1A-8C19DE503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BE0D3-227F-4952-9F32-201A3E5CF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7B59A-D004-4999-907B-228F900C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442FE-2A1A-4C4C-8E78-CBB87AF3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357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C4D2-568A-4FE6-885E-C08037F85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4F9C3-8DFE-4C5B-83BD-4DC9CC3CF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8F30F-9D3A-458B-955E-D6913BAE9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B0493-24D8-440E-B160-BCECA949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9755F-0725-4B3E-B7F4-5C35BB68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0CE59-D9D3-4120-ADBD-10F37DEA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024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E175-BE03-43C4-A7FA-68114C6E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4F914-5663-4B7B-A7CF-4D8B66FD5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B8685-CFC7-4B3E-94AB-39BD7ABEE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26C43-FD9D-4CD9-A2A3-185407419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0DF9-1CFC-48F6-B5F2-CE15DD1E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226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188EB-34E0-4A9E-A9C5-5EB186F06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78CA5-1EE4-4652-93CD-FB9AB00D9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E635-458B-416F-AD41-14D160C8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1A8E-E9B8-4233-B3ED-54DBCB13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A4368-0A10-4EB6-A1E5-BAE2DE90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413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C841F4-43DD-4505-8507-41894A48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82B2B-3C37-424C-949A-0125D3840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E6025-05CE-474F-BC63-6E5983D67D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749F8-6E1D-4353-959D-E72F286678E6}" type="datetimeFigureOut">
              <a:rPr lang="pt-PT" smtClean="0"/>
              <a:t>06/09/2020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6B21-AF71-4B6F-8E91-715FDA947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BBAC-37E8-4B6D-B058-B29E38EBC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F651B-063F-4725-9A32-0946E363390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848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8A135-880C-4E42-B9C2-0B88EB9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677BC-204A-4114-B783-3FEB65884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7CE7B-CAA5-49C0-9587-E6A508AD7354}"/>
              </a:ext>
            </a:extLst>
          </p:cNvPr>
          <p:cNvGrpSpPr/>
          <p:nvPr/>
        </p:nvGrpSpPr>
        <p:grpSpPr>
          <a:xfrm>
            <a:off x="1581543" y="-1024483"/>
            <a:ext cx="10900680" cy="8718099"/>
            <a:chOff x="1581543" y="-1024483"/>
            <a:chExt cx="10900680" cy="871809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ECEE853-8EFA-4B32-9E94-C85468517F16}"/>
                </a:ext>
              </a:extLst>
            </p:cNvPr>
            <p:cNvGrpSpPr/>
            <p:nvPr/>
          </p:nvGrpSpPr>
          <p:grpSpPr>
            <a:xfrm>
              <a:off x="1581543" y="-1024483"/>
              <a:ext cx="9747238" cy="8718099"/>
              <a:chOff x="1395372" y="-601220"/>
              <a:chExt cx="9747237" cy="8718100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40C0B349-9B11-4FBE-8D0A-C6856B98D4B6}"/>
                  </a:ext>
                </a:extLst>
              </p:cNvPr>
              <p:cNvGrpSpPr/>
              <p:nvPr/>
            </p:nvGrpSpPr>
            <p:grpSpPr>
              <a:xfrm>
                <a:off x="6488404" y="-601220"/>
                <a:ext cx="4654205" cy="8084176"/>
                <a:chOff x="6488404" y="-601220"/>
                <a:chExt cx="4654205" cy="8084176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471682E0-E7CC-4334-B83C-B66A5EB66BE4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368522" cy="4023117"/>
                  <a:chOff x="6488404" y="-601220"/>
                  <a:chExt cx="2368522" cy="4023117"/>
                </a:xfrm>
              </p:grpSpPr>
              <p:grpSp>
                <p:nvGrpSpPr>
                  <p:cNvPr id="144" name="Group 143">
                    <a:extLst>
                      <a:ext uri="{FF2B5EF4-FFF2-40B4-BE49-F238E27FC236}">
                        <a16:creationId xmlns:a16="http://schemas.microsoft.com/office/drawing/2014/main" id="{6EFE99FD-C3FF-4BD7-BCEC-E0930BD89BA1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20128" cy="1960043"/>
                    <a:chOff x="6488404" y="-601220"/>
                    <a:chExt cx="1220128" cy="1960043"/>
                  </a:xfrm>
                </p:grpSpPr>
                <p:sp>
                  <p:nvSpPr>
                    <p:cNvPr id="150" name="TextBox 149">
                      <a:extLst>
                        <a:ext uri="{FF2B5EF4-FFF2-40B4-BE49-F238E27FC236}">
                          <a16:creationId xmlns:a16="http://schemas.microsoft.com/office/drawing/2014/main" id="{16DFE7FB-403B-4C46-874D-DBE7BA98A55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1" name="TextBox 150">
                      <a:extLst>
                        <a:ext uri="{FF2B5EF4-FFF2-40B4-BE49-F238E27FC236}">
                          <a16:creationId xmlns:a16="http://schemas.microsoft.com/office/drawing/2014/main" id="{63401D55-9C8E-4D19-AF3A-C37C03ABC1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514EE46F-E2FF-449F-9F3F-9E6DDA5EC6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3" name="TextBox 152">
                      <a:extLst>
                        <a:ext uri="{FF2B5EF4-FFF2-40B4-BE49-F238E27FC236}">
                          <a16:creationId xmlns:a16="http://schemas.microsoft.com/office/drawing/2014/main" id="{1CCF60A5-B3D1-4C50-8F09-E36B051383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45" name="Group 144">
                    <a:extLst>
                      <a:ext uri="{FF2B5EF4-FFF2-40B4-BE49-F238E27FC236}">
                        <a16:creationId xmlns:a16="http://schemas.microsoft.com/office/drawing/2014/main" id="{568E3E91-0560-4210-864A-CE01A7040710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199289" cy="1960043"/>
                    <a:chOff x="6509243" y="-601220"/>
                    <a:chExt cx="1199289" cy="1960043"/>
                  </a:xfrm>
                </p:grpSpPr>
                <p:sp>
                  <p:nvSpPr>
                    <p:cNvPr id="146" name="TextBox 145">
                      <a:extLst>
                        <a:ext uri="{FF2B5EF4-FFF2-40B4-BE49-F238E27FC236}">
                          <a16:creationId xmlns:a16="http://schemas.microsoft.com/office/drawing/2014/main" id="{7E7C718B-01D1-4BA5-B940-11828EA500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2351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7" name="TextBox 146">
                      <a:extLst>
                        <a:ext uri="{FF2B5EF4-FFF2-40B4-BE49-F238E27FC236}">
                          <a16:creationId xmlns:a16="http://schemas.microsoft.com/office/drawing/2014/main" id="{A3920B78-9DC2-4CA2-B262-E7C750053D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8" name="TextBox 147">
                      <a:extLst>
                        <a:ext uri="{FF2B5EF4-FFF2-40B4-BE49-F238E27FC236}">
                          <a16:creationId xmlns:a16="http://schemas.microsoft.com/office/drawing/2014/main" id="{0A51559D-60B2-4182-B66A-6CE3F4F933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38985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9" name="TextBox 148">
                      <a:extLst>
                        <a:ext uri="{FF2B5EF4-FFF2-40B4-BE49-F238E27FC236}">
                          <a16:creationId xmlns:a16="http://schemas.microsoft.com/office/drawing/2014/main" id="{F5E8914C-D463-470F-A53C-C4C1F6435E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440" y="-120177"/>
                      <a:ext cx="3722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55827FD3-AAED-4415-8AE6-99D120CF2ECA}"/>
                    </a:ext>
                  </a:extLst>
                </p:cNvPr>
                <p:cNvGrpSpPr/>
                <p:nvPr/>
              </p:nvGrpSpPr>
              <p:grpSpPr>
                <a:xfrm>
                  <a:off x="8807388" y="3459839"/>
                  <a:ext cx="2335221" cy="4023117"/>
                  <a:chOff x="6521705" y="-601220"/>
                  <a:chExt cx="2335221" cy="4023117"/>
                </a:xfrm>
              </p:grpSpPr>
              <p:grpSp>
                <p:nvGrpSpPr>
                  <p:cNvPr id="134" name="Group 133">
                    <a:extLst>
                      <a:ext uri="{FF2B5EF4-FFF2-40B4-BE49-F238E27FC236}">
                        <a16:creationId xmlns:a16="http://schemas.microsoft.com/office/drawing/2014/main" id="{A8CCCB7E-7F63-48A9-8097-80A7011A68C5}"/>
                      </a:ext>
                    </a:extLst>
                  </p:cNvPr>
                  <p:cNvGrpSpPr/>
                  <p:nvPr/>
                </p:nvGrpSpPr>
                <p:grpSpPr>
                  <a:xfrm>
                    <a:off x="6521705" y="-601220"/>
                    <a:ext cx="1151561" cy="1960043"/>
                    <a:chOff x="6521705" y="-601220"/>
                    <a:chExt cx="1151561" cy="1960043"/>
                  </a:xfrm>
                </p:grpSpPr>
                <p:sp>
                  <p:nvSpPr>
                    <p:cNvPr id="140" name="TextBox 139">
                      <a:extLst>
                        <a:ext uri="{FF2B5EF4-FFF2-40B4-BE49-F238E27FC236}">
                          <a16:creationId xmlns:a16="http://schemas.microsoft.com/office/drawing/2014/main" id="{3961C45E-3089-42A4-A1D1-C2E3B791F78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38985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1" name="TextBox 140">
                      <a:extLst>
                        <a:ext uri="{FF2B5EF4-FFF2-40B4-BE49-F238E27FC236}">
                          <a16:creationId xmlns:a16="http://schemas.microsoft.com/office/drawing/2014/main" id="{11B6C83B-E482-4C30-BB85-7C2B0D6C42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3722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2" name="TextBox 141">
                      <a:extLst>
                        <a:ext uri="{FF2B5EF4-FFF2-40B4-BE49-F238E27FC236}">
                          <a16:creationId xmlns:a16="http://schemas.microsoft.com/office/drawing/2014/main" id="{7754F87F-CA51-409F-9EF5-078F66779A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1705" y="-601220"/>
                      <a:ext cx="42351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TextBox 142">
                      <a:extLst>
                        <a:ext uri="{FF2B5EF4-FFF2-40B4-BE49-F238E27FC236}">
                          <a16:creationId xmlns:a16="http://schemas.microsoft.com/office/drawing/2014/main" id="{A835412A-FC54-463B-A7D4-CA2B3A6C95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0677" y="-120177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5" name="Group 134">
                    <a:extLst>
                      <a:ext uri="{FF2B5EF4-FFF2-40B4-BE49-F238E27FC236}">
                        <a16:creationId xmlns:a16="http://schemas.microsoft.com/office/drawing/2014/main" id="{019D9953-D14E-4008-BBB7-D8B7E77D77A8}"/>
                      </a:ext>
                    </a:extLst>
                  </p:cNvPr>
                  <p:cNvGrpSpPr/>
                  <p:nvPr/>
                </p:nvGrpSpPr>
                <p:grpSpPr>
                  <a:xfrm>
                    <a:off x="7636798" y="1461854"/>
                    <a:ext cx="1220128" cy="1960043"/>
                    <a:chOff x="6488404" y="-601220"/>
                    <a:chExt cx="1220128" cy="1960043"/>
                  </a:xfrm>
                </p:grpSpPr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8FE0371B-54A7-478A-A2ED-0795477194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7" name="TextBox 136">
                      <a:extLst>
                        <a:ext uri="{FF2B5EF4-FFF2-40B4-BE49-F238E27FC236}">
                          <a16:creationId xmlns:a16="http://schemas.microsoft.com/office/drawing/2014/main" id="{CABAC7AD-690D-4BAA-96D2-FDBA19D448D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0175DD94-23DA-4D04-9837-C9C77E2BF1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9" name="TextBox 138">
                      <a:extLst>
                        <a:ext uri="{FF2B5EF4-FFF2-40B4-BE49-F238E27FC236}">
                          <a16:creationId xmlns:a16="http://schemas.microsoft.com/office/drawing/2014/main" id="{BB1105EA-1020-4E51-9C3F-4571C7DE48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660CB6F6-8941-4ADD-9ED2-020A51FF81DC}"/>
                  </a:ext>
                </a:extLst>
              </p:cNvPr>
              <p:cNvGrpSpPr/>
              <p:nvPr/>
            </p:nvGrpSpPr>
            <p:grpSpPr>
              <a:xfrm flipH="1">
                <a:off x="1395372" y="-601220"/>
                <a:ext cx="4633367" cy="8084176"/>
                <a:chOff x="6525272" y="-601220"/>
                <a:chExt cx="4633367" cy="8084176"/>
              </a:xfrm>
            </p:grpSpPr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BF8D4129-E10B-403C-AD6F-AB1201CCE246}"/>
                    </a:ext>
                  </a:extLst>
                </p:cNvPr>
                <p:cNvGrpSpPr/>
                <p:nvPr/>
              </p:nvGrpSpPr>
              <p:grpSpPr>
                <a:xfrm>
                  <a:off x="6525272" y="-601220"/>
                  <a:ext cx="2310157" cy="3886932"/>
                  <a:chOff x="6525272" y="-601220"/>
                  <a:chExt cx="2310157" cy="3886932"/>
                </a:xfrm>
              </p:grpSpPr>
              <p:grpSp>
                <p:nvGrpSpPr>
                  <p:cNvPr id="122" name="Group 121">
                    <a:extLst>
                      <a:ext uri="{FF2B5EF4-FFF2-40B4-BE49-F238E27FC236}">
                        <a16:creationId xmlns:a16="http://schemas.microsoft.com/office/drawing/2014/main" id="{9C80531D-FB50-4650-AA9D-8190F4F789AF}"/>
                      </a:ext>
                    </a:extLst>
                  </p:cNvPr>
                  <p:cNvGrpSpPr/>
                  <p:nvPr/>
                </p:nvGrpSpPr>
                <p:grpSpPr>
                  <a:xfrm>
                    <a:off x="6525272" y="-601220"/>
                    <a:ext cx="1220128" cy="1960043"/>
                    <a:chOff x="6525272" y="-601220"/>
                    <a:chExt cx="1220128" cy="1960043"/>
                  </a:xfrm>
                </p:grpSpPr>
                <p:sp>
                  <p:nvSpPr>
                    <p:cNvPr id="128" name="TextBox 127">
                      <a:extLst>
                        <a:ext uri="{FF2B5EF4-FFF2-40B4-BE49-F238E27FC236}">
                          <a16:creationId xmlns:a16="http://schemas.microsoft.com/office/drawing/2014/main" id="{ECC2AF39-4877-409C-A2EE-1B6FB5F092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04954" y="416115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9" name="TextBox 128">
                      <a:extLst>
                        <a:ext uri="{FF2B5EF4-FFF2-40B4-BE49-F238E27FC236}">
                          <a16:creationId xmlns:a16="http://schemas.microsoft.com/office/drawing/2014/main" id="{544F9918-18D0-49FF-95AF-D9C7BFE2F4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89212" y="897158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0" name="TextBox 129">
                      <a:extLst>
                        <a:ext uri="{FF2B5EF4-FFF2-40B4-BE49-F238E27FC236}">
                          <a16:creationId xmlns:a16="http://schemas.microsoft.com/office/drawing/2014/main" id="{8D825012-DFB3-4F72-953F-14BBD96204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5272" y="-601220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1" name="TextBox 130">
                      <a:extLst>
                        <a:ext uri="{FF2B5EF4-FFF2-40B4-BE49-F238E27FC236}">
                          <a16:creationId xmlns:a16="http://schemas.microsoft.com/office/drawing/2014/main" id="{8D3AACD8-5E08-4165-B507-501EBCDE32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98817" y="-120177"/>
                      <a:ext cx="26962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23" name="Group 122">
                    <a:extLst>
                      <a:ext uri="{FF2B5EF4-FFF2-40B4-BE49-F238E27FC236}">
                        <a16:creationId xmlns:a16="http://schemas.microsoft.com/office/drawing/2014/main" id="{D8BCE6FC-849D-40AE-B359-0733393CF21E}"/>
                      </a:ext>
                    </a:extLst>
                  </p:cNvPr>
                  <p:cNvGrpSpPr/>
                  <p:nvPr/>
                </p:nvGrpSpPr>
                <p:grpSpPr>
                  <a:xfrm>
                    <a:off x="7691300" y="1461854"/>
                    <a:ext cx="1144129" cy="1823858"/>
                    <a:chOff x="6542906" y="-601220"/>
                    <a:chExt cx="1144129" cy="1823858"/>
                  </a:xfrm>
                </p:grpSpPr>
                <p:sp>
                  <p:nvSpPr>
                    <p:cNvPr id="124" name="TextBox 123">
                      <a:extLst>
                        <a:ext uri="{FF2B5EF4-FFF2-40B4-BE49-F238E27FC236}">
                          <a16:creationId xmlns:a16="http://schemas.microsoft.com/office/drawing/2014/main" id="{2BDF0C89-4A0E-46AE-89B5-BC0A686D4A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88924" y="416115"/>
                      <a:ext cx="42351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5" name="TextBox 124">
                      <a:extLst>
                        <a:ext uri="{FF2B5EF4-FFF2-40B4-BE49-F238E27FC236}">
                          <a16:creationId xmlns:a16="http://schemas.microsoft.com/office/drawing/2014/main" id="{83CB8AEF-1A1F-420F-B391-9CA27B2A92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14817" y="760973"/>
                      <a:ext cx="3722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6" name="TextBox 125">
                      <a:extLst>
                        <a:ext uri="{FF2B5EF4-FFF2-40B4-BE49-F238E27FC236}">
                          <a16:creationId xmlns:a16="http://schemas.microsoft.com/office/drawing/2014/main" id="{90169AED-775A-433B-9176-5522BF3B2F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42906" y="-601220"/>
                      <a:ext cx="38985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7" name="TextBox 126">
                      <a:extLst>
                        <a:ext uri="{FF2B5EF4-FFF2-40B4-BE49-F238E27FC236}">
                          <a16:creationId xmlns:a16="http://schemas.microsoft.com/office/drawing/2014/main" id="{4C947A6F-A0CF-4952-8DAF-DE1B834266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58234" y="-120177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92449197-EA03-4DC3-97C5-0C2A32BB8E47}"/>
                    </a:ext>
                  </a:extLst>
                </p:cNvPr>
                <p:cNvGrpSpPr/>
                <p:nvPr/>
              </p:nvGrpSpPr>
              <p:grpSpPr>
                <a:xfrm>
                  <a:off x="8773951" y="3447139"/>
                  <a:ext cx="2384688" cy="4035817"/>
                  <a:chOff x="6488268" y="-613920"/>
                  <a:chExt cx="2384688" cy="4035817"/>
                </a:xfrm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6BFECB31-FC7F-4F32-A443-3366C1607BC6}"/>
                      </a:ext>
                    </a:extLst>
                  </p:cNvPr>
                  <p:cNvGrpSpPr/>
                  <p:nvPr/>
                </p:nvGrpSpPr>
                <p:grpSpPr>
                  <a:xfrm>
                    <a:off x="6488268" y="-613920"/>
                    <a:ext cx="1217058" cy="1894923"/>
                    <a:chOff x="6488268" y="-613920"/>
                    <a:chExt cx="1217058" cy="1894923"/>
                  </a:xfrm>
                </p:grpSpPr>
                <p:sp>
                  <p:nvSpPr>
                    <p:cNvPr id="118" name="TextBox 117">
                      <a:extLst>
                        <a:ext uri="{FF2B5EF4-FFF2-40B4-BE49-F238E27FC236}">
                          <a16:creationId xmlns:a16="http://schemas.microsoft.com/office/drawing/2014/main" id="{11793955-FD5F-43DE-B99D-4074C32456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22588" y="416115"/>
                      <a:ext cx="389850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9" name="TextBox 118">
                      <a:extLst>
                        <a:ext uri="{FF2B5EF4-FFF2-40B4-BE49-F238E27FC236}">
                          <a16:creationId xmlns:a16="http://schemas.microsoft.com/office/drawing/2014/main" id="{924CC08B-B387-4872-AF85-68A725D458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97842" y="819338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0" name="TextBox 119">
                      <a:extLst>
                        <a:ext uri="{FF2B5EF4-FFF2-40B4-BE49-F238E27FC236}">
                          <a16:creationId xmlns:a16="http://schemas.microsoft.com/office/drawing/2014/main" id="{D0ABE120-809C-4F49-BD8C-AEA10A8B0F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268" y="-613920"/>
                      <a:ext cx="42351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21" name="TextBox 120">
                      <a:extLst>
                        <a:ext uri="{FF2B5EF4-FFF2-40B4-BE49-F238E27FC236}">
                          <a16:creationId xmlns:a16="http://schemas.microsoft.com/office/drawing/2014/main" id="{C1D53E1F-D31F-4EAF-8E69-BDDF7A4E32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5135" y="-236907"/>
                      <a:ext cx="3722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13" name="Group 112">
                    <a:extLst>
                      <a:ext uri="{FF2B5EF4-FFF2-40B4-BE49-F238E27FC236}">
                        <a16:creationId xmlns:a16="http://schemas.microsoft.com/office/drawing/2014/main" id="{031A3E23-620B-4677-948E-707855F50614}"/>
                      </a:ext>
                    </a:extLst>
                  </p:cNvPr>
                  <p:cNvGrpSpPr/>
                  <p:nvPr/>
                </p:nvGrpSpPr>
                <p:grpSpPr>
                  <a:xfrm>
                    <a:off x="7713742" y="1461854"/>
                    <a:ext cx="1159214" cy="1960043"/>
                    <a:chOff x="6565348" y="-601220"/>
                    <a:chExt cx="1159214" cy="1960043"/>
                  </a:xfrm>
                </p:grpSpPr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4A506FC7-A3DD-4923-B85F-EB4FB59055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63100" y="455025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764E3FE0-8F35-4626-944A-9D9FE4E874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54936" y="897158"/>
                      <a:ext cx="26962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D06805D5-A8D5-4170-B9EF-F52BDDDFCD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65348" y="-601220"/>
                      <a:ext cx="407484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B48AE691-1B7C-4D30-B539-79FCF16EA26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90075" y="-159087"/>
                      <a:ext cx="35618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92A9D887-82C0-4053-B0A9-A39728525B83}"/>
                  </a:ext>
                </a:extLst>
              </p:cNvPr>
              <p:cNvGrpSpPr/>
              <p:nvPr/>
            </p:nvGrpSpPr>
            <p:grpSpPr>
              <a:xfrm>
                <a:off x="1762886" y="7655215"/>
                <a:ext cx="8999775" cy="461665"/>
                <a:chOff x="2113365" y="7771945"/>
                <a:chExt cx="8999775" cy="461665"/>
              </a:xfrm>
            </p:grpSpPr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6611A55-0B71-4D6D-AB65-2400C43C8065}"/>
                    </a:ext>
                  </a:extLst>
                </p:cNvPr>
                <p:cNvSpPr txBox="1"/>
                <p:nvPr/>
              </p:nvSpPr>
              <p:spPr>
                <a:xfrm flipH="1">
                  <a:off x="9515322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E4BDC37B-FA24-4026-8FEA-EE9B3C8F535B}"/>
                    </a:ext>
                  </a:extLst>
                </p:cNvPr>
                <p:cNvSpPr txBox="1"/>
                <p:nvPr/>
              </p:nvSpPr>
              <p:spPr>
                <a:xfrm flipH="1">
                  <a:off x="9060065" y="7771945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4183B62D-E9F2-43AD-B99B-44E504D718C3}"/>
                    </a:ext>
                  </a:extLst>
                </p:cNvPr>
                <p:cNvSpPr txBox="1"/>
                <p:nvPr/>
              </p:nvSpPr>
              <p:spPr>
                <a:xfrm flipH="1">
                  <a:off x="10705656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E5263D5-13E1-4753-97A5-CE93BCDD19E4}"/>
                    </a:ext>
                  </a:extLst>
                </p:cNvPr>
                <p:cNvSpPr txBox="1"/>
                <p:nvPr/>
              </p:nvSpPr>
              <p:spPr>
                <a:xfrm flipH="1">
                  <a:off x="10289309" y="7771945"/>
                  <a:ext cx="26962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C5F5337-0F16-49F5-8F8F-C2CD5EB76A29}"/>
                    </a:ext>
                  </a:extLst>
                </p:cNvPr>
                <p:cNvSpPr txBox="1"/>
                <p:nvPr/>
              </p:nvSpPr>
              <p:spPr>
                <a:xfrm flipH="1">
                  <a:off x="7169096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A0A3435-4162-4756-A967-9A0B717BB1F0}"/>
                    </a:ext>
                  </a:extLst>
                </p:cNvPr>
                <p:cNvSpPr txBox="1"/>
                <p:nvPr/>
              </p:nvSpPr>
              <p:spPr>
                <a:xfrm flipH="1">
                  <a:off x="6718649" y="7771945"/>
                  <a:ext cx="37221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7E213A74-635A-440E-A2E3-35DCB453AF9B}"/>
                    </a:ext>
                  </a:extLst>
                </p:cNvPr>
                <p:cNvSpPr txBox="1"/>
                <p:nvPr/>
              </p:nvSpPr>
              <p:spPr>
                <a:xfrm flipH="1">
                  <a:off x="8349994" y="7771945"/>
                  <a:ext cx="37221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6E50645-CB60-4D4D-A731-31664161938A}"/>
                    </a:ext>
                  </a:extLst>
                </p:cNvPr>
                <p:cNvSpPr txBox="1"/>
                <p:nvPr/>
              </p:nvSpPr>
              <p:spPr>
                <a:xfrm flipH="1">
                  <a:off x="7880091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A554548B-0ACE-479B-A938-18FA201E9839}"/>
                    </a:ext>
                  </a:extLst>
                </p:cNvPr>
                <p:cNvSpPr txBox="1"/>
                <p:nvPr/>
              </p:nvSpPr>
              <p:spPr>
                <a:xfrm flipH="1">
                  <a:off x="4816590" y="7771945"/>
                  <a:ext cx="37221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FA70EF3-C7BF-4CD1-9FC8-8467E9C99565}"/>
                    </a:ext>
                  </a:extLst>
                </p:cNvPr>
                <p:cNvSpPr txBox="1"/>
                <p:nvPr/>
              </p:nvSpPr>
              <p:spPr>
                <a:xfrm flipH="1">
                  <a:off x="4371934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E6EE2F66-47E3-4302-9223-B25B365CB913}"/>
                    </a:ext>
                  </a:extLst>
                </p:cNvPr>
                <p:cNvSpPr txBox="1"/>
                <p:nvPr/>
              </p:nvSpPr>
              <p:spPr>
                <a:xfrm flipH="1">
                  <a:off x="5959401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06ECAA60-8A11-43EC-BFA6-0F326A2E2747}"/>
                    </a:ext>
                  </a:extLst>
                </p:cNvPr>
                <p:cNvSpPr txBox="1"/>
                <p:nvPr/>
              </p:nvSpPr>
              <p:spPr>
                <a:xfrm flipH="1">
                  <a:off x="5527585" y="7771945"/>
                  <a:ext cx="37221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435AD6BC-6591-4108-A17C-EC7CC1045D57}"/>
                    </a:ext>
                  </a:extLst>
                </p:cNvPr>
                <p:cNvSpPr txBox="1"/>
                <p:nvPr/>
              </p:nvSpPr>
              <p:spPr>
                <a:xfrm flipH="1">
                  <a:off x="2421836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222F4C2C-0B90-4F53-ACBE-F33B9A1B7085}"/>
                    </a:ext>
                  </a:extLst>
                </p:cNvPr>
                <p:cNvSpPr txBox="1"/>
                <p:nvPr/>
              </p:nvSpPr>
              <p:spPr>
                <a:xfrm flipH="1">
                  <a:off x="2113365" y="7771945"/>
                  <a:ext cx="26962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E2737085-8D67-4CAE-AAF8-DBE290531278}"/>
                    </a:ext>
                  </a:extLst>
                </p:cNvPr>
                <p:cNvSpPr txBox="1"/>
                <p:nvPr/>
              </p:nvSpPr>
              <p:spPr>
                <a:xfrm flipH="1">
                  <a:off x="3577085" y="7771945"/>
                  <a:ext cx="4074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02B57D46-E099-4420-802E-4F846656DEA1}"/>
                    </a:ext>
                  </a:extLst>
                </p:cNvPr>
                <p:cNvSpPr txBox="1"/>
                <p:nvPr/>
              </p:nvSpPr>
              <p:spPr>
                <a:xfrm flipH="1">
                  <a:off x="3190796" y="7771945"/>
                  <a:ext cx="35618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6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F2A8F86-C418-4B84-B86D-74FB2C5EC2B9}"/>
                </a:ext>
              </a:extLst>
            </p:cNvPr>
            <p:cNvGrpSpPr/>
            <p:nvPr/>
          </p:nvGrpSpPr>
          <p:grpSpPr>
            <a:xfrm>
              <a:off x="1965595" y="-801264"/>
              <a:ext cx="9202430" cy="8389575"/>
              <a:chOff x="3120472" y="-1502481"/>
              <a:chExt cx="9202430" cy="8389575"/>
            </a:xfrm>
            <a:solidFill>
              <a:schemeClr val="bg1"/>
            </a:solidFill>
          </p:grpSpPr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DCA0C48C-B85A-4E36-950F-5F69BDF58372}"/>
                  </a:ext>
                </a:extLst>
              </p:cNvPr>
              <p:cNvSpPr/>
              <p:nvPr/>
            </p:nvSpPr>
            <p:spPr>
              <a:xfrm rot="18015380">
                <a:off x="3332934" y="523142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A3A49897-CFC8-4B08-99BE-FECE1C8CED21}"/>
                  </a:ext>
                </a:extLst>
              </p:cNvPr>
              <p:cNvSpPr/>
              <p:nvPr/>
            </p:nvSpPr>
            <p:spPr>
              <a:xfrm rot="7215380">
                <a:off x="3038712" y="574672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9" name="Isosceles Triangle 28">
                <a:extLst>
                  <a:ext uri="{FF2B5EF4-FFF2-40B4-BE49-F238E27FC236}">
                    <a16:creationId xmlns:a16="http://schemas.microsoft.com/office/drawing/2014/main" id="{B1F02DDD-127D-434D-BD68-D440B1FA4477}"/>
                  </a:ext>
                </a:extLst>
              </p:cNvPr>
              <p:cNvSpPr/>
              <p:nvPr/>
            </p:nvSpPr>
            <p:spPr>
              <a:xfrm rot="18015380">
                <a:off x="4501262" y="52366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0" name="Isosceles Triangle 29">
                <a:extLst>
                  <a:ext uri="{FF2B5EF4-FFF2-40B4-BE49-F238E27FC236}">
                    <a16:creationId xmlns:a16="http://schemas.microsoft.com/office/drawing/2014/main" id="{C48D7259-FE3E-4C8F-9AED-F6832FEBC2F6}"/>
                  </a:ext>
                </a:extLst>
              </p:cNvPr>
              <p:cNvSpPr/>
              <p:nvPr/>
            </p:nvSpPr>
            <p:spPr>
              <a:xfrm rot="7215380">
                <a:off x="4207039" y="57519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AF878686-7172-4B44-979E-7E7942B811DB}"/>
                  </a:ext>
                </a:extLst>
              </p:cNvPr>
              <p:cNvSpPr/>
              <p:nvPr/>
            </p:nvSpPr>
            <p:spPr>
              <a:xfrm rot="18015380">
                <a:off x="5672542" y="524189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AC7A0D77-4535-4A62-9A69-BA87D5D59013}"/>
                  </a:ext>
                </a:extLst>
              </p:cNvPr>
              <p:cNvSpPr/>
              <p:nvPr/>
            </p:nvSpPr>
            <p:spPr>
              <a:xfrm rot="7215380">
                <a:off x="5378321" y="575719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F72EDB77-9C8E-46DC-93D5-39102AD9BFBE}"/>
                  </a:ext>
                </a:extLst>
              </p:cNvPr>
              <p:cNvSpPr/>
              <p:nvPr/>
            </p:nvSpPr>
            <p:spPr>
              <a:xfrm rot="18015380">
                <a:off x="6840870" y="52471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984C4F5E-1916-4803-96D6-7AAE3FED2C4C}"/>
                  </a:ext>
                </a:extLst>
              </p:cNvPr>
              <p:cNvSpPr/>
              <p:nvPr/>
            </p:nvSpPr>
            <p:spPr>
              <a:xfrm rot="7215380">
                <a:off x="6546649" y="57624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049BB025-F2FB-4E91-BE40-129BCC520EB2}"/>
                  </a:ext>
                </a:extLst>
              </p:cNvPr>
              <p:cNvSpPr/>
              <p:nvPr/>
            </p:nvSpPr>
            <p:spPr>
              <a:xfrm rot="18015380">
                <a:off x="8005419" y="525233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6B99D6FF-03CB-4682-8F0B-B13A3D3C9A3D}"/>
                  </a:ext>
                </a:extLst>
              </p:cNvPr>
              <p:cNvSpPr/>
              <p:nvPr/>
            </p:nvSpPr>
            <p:spPr>
              <a:xfrm rot="7215380">
                <a:off x="7711198" y="576763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5433CEB3-E1C2-4EA0-958B-F5954680948C}"/>
                  </a:ext>
                </a:extLst>
              </p:cNvPr>
              <p:cNvSpPr/>
              <p:nvPr/>
            </p:nvSpPr>
            <p:spPr>
              <a:xfrm rot="18015380">
                <a:off x="9173748" y="52575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1B91C302-B961-44BE-8CA5-2464236FEF58}"/>
                  </a:ext>
                </a:extLst>
              </p:cNvPr>
              <p:cNvSpPr/>
              <p:nvPr/>
            </p:nvSpPr>
            <p:spPr>
              <a:xfrm rot="7215380">
                <a:off x="8879527" y="57728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9FA84CB5-6FAA-4986-AD7E-78873606EC2C}"/>
                  </a:ext>
                </a:extLst>
              </p:cNvPr>
              <p:cNvSpPr/>
              <p:nvPr/>
            </p:nvSpPr>
            <p:spPr>
              <a:xfrm rot="18015380">
                <a:off x="10345028" y="526280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567FF84D-6CFC-4596-B6D6-24A1F0717E12}"/>
                  </a:ext>
                </a:extLst>
              </p:cNvPr>
              <p:cNvSpPr/>
              <p:nvPr/>
            </p:nvSpPr>
            <p:spPr>
              <a:xfrm rot="7215380">
                <a:off x="10050807" y="577809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06BADF14-CC7B-4F56-8930-A6D659989AE6}"/>
                  </a:ext>
                </a:extLst>
              </p:cNvPr>
              <p:cNvSpPr/>
              <p:nvPr/>
            </p:nvSpPr>
            <p:spPr>
              <a:xfrm rot="7215380">
                <a:off x="11219135" y="578332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2" name="Isosceles Triangle 41">
                <a:extLst>
                  <a:ext uri="{FF2B5EF4-FFF2-40B4-BE49-F238E27FC236}">
                    <a16:creationId xmlns:a16="http://schemas.microsoft.com/office/drawing/2014/main" id="{CC6419AD-ABDA-4D42-BCE8-8EB86C6BD360}"/>
                  </a:ext>
                </a:extLst>
              </p:cNvPr>
              <p:cNvSpPr/>
              <p:nvPr/>
            </p:nvSpPr>
            <p:spPr>
              <a:xfrm rot="18015380">
                <a:off x="3932555" y="42040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0C13FAD4-9ECC-41D0-9E75-3ABA4EAFDB5A}"/>
                  </a:ext>
                </a:extLst>
              </p:cNvPr>
              <p:cNvSpPr/>
              <p:nvPr/>
            </p:nvSpPr>
            <p:spPr>
              <a:xfrm rot="7215380">
                <a:off x="3638333" y="47193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458D40FC-EB57-48A2-90CA-C24CF797E6FE}"/>
                  </a:ext>
                </a:extLst>
              </p:cNvPr>
              <p:cNvSpPr/>
              <p:nvPr/>
            </p:nvSpPr>
            <p:spPr>
              <a:xfrm rot="18015380">
                <a:off x="5100883" y="42092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552FB48F-BC09-4FFA-B8C4-F177A62AD5CF}"/>
                  </a:ext>
                </a:extLst>
              </p:cNvPr>
              <p:cNvSpPr/>
              <p:nvPr/>
            </p:nvSpPr>
            <p:spPr>
              <a:xfrm rot="7215380">
                <a:off x="4806661" y="472458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3094EE41-CA02-4D55-8E41-0D943396705D}"/>
                  </a:ext>
                </a:extLst>
              </p:cNvPr>
              <p:cNvSpPr/>
              <p:nvPr/>
            </p:nvSpPr>
            <p:spPr>
              <a:xfrm rot="18015380">
                <a:off x="6272163" y="42145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5D10E957-60C0-4023-8835-258A4EF4A658}"/>
                  </a:ext>
                </a:extLst>
              </p:cNvPr>
              <p:cNvSpPr/>
              <p:nvPr/>
            </p:nvSpPr>
            <p:spPr>
              <a:xfrm rot="7215380">
                <a:off x="5977941" y="47298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2376DC25-34AA-454F-A414-0C6FBDA727AF}"/>
                  </a:ext>
                </a:extLst>
              </p:cNvPr>
              <p:cNvSpPr/>
              <p:nvPr/>
            </p:nvSpPr>
            <p:spPr>
              <a:xfrm rot="18015380">
                <a:off x="7440491" y="421975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D2F8D5DD-F4CF-435A-9132-5AB8686C74ED}"/>
                  </a:ext>
                </a:extLst>
              </p:cNvPr>
              <p:cNvSpPr/>
              <p:nvPr/>
            </p:nvSpPr>
            <p:spPr>
              <a:xfrm rot="7215380">
                <a:off x="7146270" y="47350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8797E1B4-CE90-4580-A18F-F0BD24D23880}"/>
                  </a:ext>
                </a:extLst>
              </p:cNvPr>
              <p:cNvSpPr/>
              <p:nvPr/>
            </p:nvSpPr>
            <p:spPr>
              <a:xfrm rot="18015380">
                <a:off x="8605041" y="42249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376FA69C-9A27-4C55-AB02-6C5C2D9E4D1F}"/>
                  </a:ext>
                </a:extLst>
              </p:cNvPr>
              <p:cNvSpPr/>
              <p:nvPr/>
            </p:nvSpPr>
            <p:spPr>
              <a:xfrm rot="7215380">
                <a:off x="8310820" y="47402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2" name="Isosceles Triangle 51">
                <a:extLst>
                  <a:ext uri="{FF2B5EF4-FFF2-40B4-BE49-F238E27FC236}">
                    <a16:creationId xmlns:a16="http://schemas.microsoft.com/office/drawing/2014/main" id="{D9BF4835-7CFD-4FCA-924F-12BC26CFF9A1}"/>
                  </a:ext>
                </a:extLst>
              </p:cNvPr>
              <p:cNvSpPr/>
              <p:nvPr/>
            </p:nvSpPr>
            <p:spPr>
              <a:xfrm rot="18015380">
                <a:off x="9773369" y="423018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3" name="Isosceles Triangle 52">
                <a:extLst>
                  <a:ext uri="{FF2B5EF4-FFF2-40B4-BE49-F238E27FC236}">
                    <a16:creationId xmlns:a16="http://schemas.microsoft.com/office/drawing/2014/main" id="{AEB131ED-F8F5-4CFA-8519-772EA23B9AE0}"/>
                  </a:ext>
                </a:extLst>
              </p:cNvPr>
              <p:cNvSpPr/>
              <p:nvPr/>
            </p:nvSpPr>
            <p:spPr>
              <a:xfrm rot="7215380">
                <a:off x="9479148" y="474548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E11FF0D6-C390-427C-909F-08D2AF27A0D0}"/>
                  </a:ext>
                </a:extLst>
              </p:cNvPr>
              <p:cNvSpPr/>
              <p:nvPr/>
            </p:nvSpPr>
            <p:spPr>
              <a:xfrm rot="7215380">
                <a:off x="10650428" y="475072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5" name="Isosceles Triangle 54">
                <a:extLst>
                  <a:ext uri="{FF2B5EF4-FFF2-40B4-BE49-F238E27FC236}">
                    <a16:creationId xmlns:a16="http://schemas.microsoft.com/office/drawing/2014/main" id="{E266D6E8-B72F-4642-AD38-B895D3C80F19}"/>
                  </a:ext>
                </a:extLst>
              </p:cNvPr>
              <p:cNvSpPr/>
              <p:nvPr/>
            </p:nvSpPr>
            <p:spPr>
              <a:xfrm rot="18015380">
                <a:off x="4510453" y="318217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6" name="Isosceles Triangle 55">
                <a:extLst>
                  <a:ext uri="{FF2B5EF4-FFF2-40B4-BE49-F238E27FC236}">
                    <a16:creationId xmlns:a16="http://schemas.microsoft.com/office/drawing/2014/main" id="{8603C7BF-AFD3-46D5-BA52-15DB359AF3DF}"/>
                  </a:ext>
                </a:extLst>
              </p:cNvPr>
              <p:cNvSpPr/>
              <p:nvPr/>
            </p:nvSpPr>
            <p:spPr>
              <a:xfrm rot="7215380">
                <a:off x="4216232" y="369747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7" name="Isosceles Triangle 56">
                <a:extLst>
                  <a:ext uri="{FF2B5EF4-FFF2-40B4-BE49-F238E27FC236}">
                    <a16:creationId xmlns:a16="http://schemas.microsoft.com/office/drawing/2014/main" id="{7598A710-F146-4F01-B1FE-321A9F3AE7E9}"/>
                  </a:ext>
                </a:extLst>
              </p:cNvPr>
              <p:cNvSpPr/>
              <p:nvPr/>
            </p:nvSpPr>
            <p:spPr>
              <a:xfrm rot="18015380">
                <a:off x="5681733" y="318741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8" name="Isosceles Triangle 57">
                <a:extLst>
                  <a:ext uri="{FF2B5EF4-FFF2-40B4-BE49-F238E27FC236}">
                    <a16:creationId xmlns:a16="http://schemas.microsoft.com/office/drawing/2014/main" id="{38A10098-99D3-4716-819A-15D897A5D122}"/>
                  </a:ext>
                </a:extLst>
              </p:cNvPr>
              <p:cNvSpPr/>
              <p:nvPr/>
            </p:nvSpPr>
            <p:spPr>
              <a:xfrm rot="7215380">
                <a:off x="5387512" y="370271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1D129422-69E3-41E4-BBD2-1CB821DAEB75}"/>
                  </a:ext>
                </a:extLst>
              </p:cNvPr>
              <p:cNvSpPr/>
              <p:nvPr/>
            </p:nvSpPr>
            <p:spPr>
              <a:xfrm rot="18015380">
                <a:off x="6850061" y="31926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4E373C5B-22D4-49EE-95CC-AC8718191AEF}"/>
                  </a:ext>
                </a:extLst>
              </p:cNvPr>
              <p:cNvSpPr/>
              <p:nvPr/>
            </p:nvSpPr>
            <p:spPr>
              <a:xfrm rot="7215380">
                <a:off x="6555840" y="370794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E18D60F7-B006-41EE-86BA-E2ED7CF73FA2}"/>
                  </a:ext>
                </a:extLst>
              </p:cNvPr>
              <p:cNvSpPr/>
              <p:nvPr/>
            </p:nvSpPr>
            <p:spPr>
              <a:xfrm rot="18015380">
                <a:off x="8014612" y="319785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2" name="Isosceles Triangle 61">
                <a:extLst>
                  <a:ext uri="{FF2B5EF4-FFF2-40B4-BE49-F238E27FC236}">
                    <a16:creationId xmlns:a16="http://schemas.microsoft.com/office/drawing/2014/main" id="{5D95A7AD-3CA8-409C-983E-75B2FECE46E6}"/>
                  </a:ext>
                </a:extLst>
              </p:cNvPr>
              <p:cNvSpPr/>
              <p:nvPr/>
            </p:nvSpPr>
            <p:spPr>
              <a:xfrm rot="7215380">
                <a:off x="7720390" y="371315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3" name="Isosceles Triangle 62">
                <a:extLst>
                  <a:ext uri="{FF2B5EF4-FFF2-40B4-BE49-F238E27FC236}">
                    <a16:creationId xmlns:a16="http://schemas.microsoft.com/office/drawing/2014/main" id="{B3D6BCB0-FA00-4460-B42E-D52059169554}"/>
                  </a:ext>
                </a:extLst>
              </p:cNvPr>
              <p:cNvSpPr/>
              <p:nvPr/>
            </p:nvSpPr>
            <p:spPr>
              <a:xfrm rot="18015380">
                <a:off x="9182940" y="32030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4" name="Isosceles Triangle 63">
                <a:extLst>
                  <a:ext uri="{FF2B5EF4-FFF2-40B4-BE49-F238E27FC236}">
                    <a16:creationId xmlns:a16="http://schemas.microsoft.com/office/drawing/2014/main" id="{FECD9B5A-2993-4076-B337-C21711AE6E28}"/>
                  </a:ext>
                </a:extLst>
              </p:cNvPr>
              <p:cNvSpPr/>
              <p:nvPr/>
            </p:nvSpPr>
            <p:spPr>
              <a:xfrm rot="7215380">
                <a:off x="8888717" y="37183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5" name="Isosceles Triangle 64">
                <a:extLst>
                  <a:ext uri="{FF2B5EF4-FFF2-40B4-BE49-F238E27FC236}">
                    <a16:creationId xmlns:a16="http://schemas.microsoft.com/office/drawing/2014/main" id="{69AF6E42-6D81-4196-8A7D-D42DFB8CB6EC}"/>
                  </a:ext>
                </a:extLst>
              </p:cNvPr>
              <p:cNvSpPr/>
              <p:nvPr/>
            </p:nvSpPr>
            <p:spPr>
              <a:xfrm rot="7215380">
                <a:off x="10059998" y="37236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6" name="Isosceles Triangle 65">
                <a:extLst>
                  <a:ext uri="{FF2B5EF4-FFF2-40B4-BE49-F238E27FC236}">
                    <a16:creationId xmlns:a16="http://schemas.microsoft.com/office/drawing/2014/main" id="{0326D21B-8513-4650-B47C-DB9C69E20AED}"/>
                  </a:ext>
                </a:extLst>
              </p:cNvPr>
              <p:cNvSpPr/>
              <p:nvPr/>
            </p:nvSpPr>
            <p:spPr>
              <a:xfrm rot="18015380">
                <a:off x="5110075" y="215480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7" name="Isosceles Triangle 66">
                <a:extLst>
                  <a:ext uri="{FF2B5EF4-FFF2-40B4-BE49-F238E27FC236}">
                    <a16:creationId xmlns:a16="http://schemas.microsoft.com/office/drawing/2014/main" id="{FCCB5A0C-B74C-45A0-8336-6F82DFC9BC18}"/>
                  </a:ext>
                </a:extLst>
              </p:cNvPr>
              <p:cNvSpPr/>
              <p:nvPr/>
            </p:nvSpPr>
            <p:spPr>
              <a:xfrm rot="7215380">
                <a:off x="4815853" y="267010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8" name="Isosceles Triangle 67">
                <a:extLst>
                  <a:ext uri="{FF2B5EF4-FFF2-40B4-BE49-F238E27FC236}">
                    <a16:creationId xmlns:a16="http://schemas.microsoft.com/office/drawing/2014/main" id="{3081608C-5C27-42B2-9F39-02ECE795C962}"/>
                  </a:ext>
                </a:extLst>
              </p:cNvPr>
              <p:cNvSpPr/>
              <p:nvPr/>
            </p:nvSpPr>
            <p:spPr>
              <a:xfrm rot="18015380">
                <a:off x="6281354" y="216004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69" name="Isosceles Triangle 68">
                <a:extLst>
                  <a:ext uri="{FF2B5EF4-FFF2-40B4-BE49-F238E27FC236}">
                    <a16:creationId xmlns:a16="http://schemas.microsoft.com/office/drawing/2014/main" id="{E82BF341-7995-4D04-BEA7-0F9107577872}"/>
                  </a:ext>
                </a:extLst>
              </p:cNvPr>
              <p:cNvSpPr/>
              <p:nvPr/>
            </p:nvSpPr>
            <p:spPr>
              <a:xfrm rot="7215380">
                <a:off x="5987133" y="26753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0" name="Isosceles Triangle 69">
                <a:extLst>
                  <a:ext uri="{FF2B5EF4-FFF2-40B4-BE49-F238E27FC236}">
                    <a16:creationId xmlns:a16="http://schemas.microsoft.com/office/drawing/2014/main" id="{93B6E8F6-FBFA-4BC0-AC85-3948D2BB7C48}"/>
                  </a:ext>
                </a:extLst>
              </p:cNvPr>
              <p:cNvSpPr/>
              <p:nvPr/>
            </p:nvSpPr>
            <p:spPr>
              <a:xfrm rot="18015380">
                <a:off x="7449683" y="216527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1" name="Isosceles Triangle 70">
                <a:extLst>
                  <a:ext uri="{FF2B5EF4-FFF2-40B4-BE49-F238E27FC236}">
                    <a16:creationId xmlns:a16="http://schemas.microsoft.com/office/drawing/2014/main" id="{9EC85D65-3550-4DF9-9C02-2D9DE9D54201}"/>
                  </a:ext>
                </a:extLst>
              </p:cNvPr>
              <p:cNvSpPr/>
              <p:nvPr/>
            </p:nvSpPr>
            <p:spPr>
              <a:xfrm rot="7215380">
                <a:off x="7155462" y="268056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72" name="Isosceles Triangle 71">
                <a:extLst>
                  <a:ext uri="{FF2B5EF4-FFF2-40B4-BE49-F238E27FC236}">
                    <a16:creationId xmlns:a16="http://schemas.microsoft.com/office/drawing/2014/main" id="{2D6877EB-5911-4C76-AD7C-72F59F6076A9}"/>
                  </a:ext>
                </a:extLst>
              </p:cNvPr>
              <p:cNvSpPr/>
              <p:nvPr/>
            </p:nvSpPr>
            <p:spPr>
              <a:xfrm rot="18015380">
                <a:off x="8614232" y="21704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3" name="Isosceles Triangle 72">
                <a:extLst>
                  <a:ext uri="{FF2B5EF4-FFF2-40B4-BE49-F238E27FC236}">
                    <a16:creationId xmlns:a16="http://schemas.microsoft.com/office/drawing/2014/main" id="{68B511C1-3175-4B7D-976E-9EBAB99202E3}"/>
                  </a:ext>
                </a:extLst>
              </p:cNvPr>
              <p:cNvSpPr/>
              <p:nvPr/>
            </p:nvSpPr>
            <p:spPr>
              <a:xfrm rot="7215380">
                <a:off x="8320011" y="26857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4" name="Isosceles Triangle 73">
                <a:extLst>
                  <a:ext uri="{FF2B5EF4-FFF2-40B4-BE49-F238E27FC236}">
                    <a16:creationId xmlns:a16="http://schemas.microsoft.com/office/drawing/2014/main" id="{4D95EE48-3C24-4120-8E6B-E6B65AA4E179}"/>
                  </a:ext>
                </a:extLst>
              </p:cNvPr>
              <p:cNvSpPr/>
              <p:nvPr/>
            </p:nvSpPr>
            <p:spPr>
              <a:xfrm rot="7215380">
                <a:off x="9488339" y="269100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5" name="Isosceles Triangle 74">
                <a:extLst>
                  <a:ext uri="{FF2B5EF4-FFF2-40B4-BE49-F238E27FC236}">
                    <a16:creationId xmlns:a16="http://schemas.microsoft.com/office/drawing/2014/main" id="{3D902B5C-A88C-44CD-AE3C-B8703A4DFCEB}"/>
                  </a:ext>
                </a:extLst>
              </p:cNvPr>
              <p:cNvSpPr/>
              <p:nvPr/>
            </p:nvSpPr>
            <p:spPr>
              <a:xfrm rot="18015380">
                <a:off x="5690913" y="11356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6" name="Isosceles Triangle 75">
                <a:extLst>
                  <a:ext uri="{FF2B5EF4-FFF2-40B4-BE49-F238E27FC236}">
                    <a16:creationId xmlns:a16="http://schemas.microsoft.com/office/drawing/2014/main" id="{3AE7D806-0AFE-4510-9191-EA037779CF25}"/>
                  </a:ext>
                </a:extLst>
              </p:cNvPr>
              <p:cNvSpPr/>
              <p:nvPr/>
            </p:nvSpPr>
            <p:spPr>
              <a:xfrm rot="7215380">
                <a:off x="5396691" y="165098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7" name="Isosceles Triangle 76">
                <a:extLst>
                  <a:ext uri="{FF2B5EF4-FFF2-40B4-BE49-F238E27FC236}">
                    <a16:creationId xmlns:a16="http://schemas.microsoft.com/office/drawing/2014/main" id="{2C6C0AEB-741B-46E5-BFA5-A8C241D03C59}"/>
                  </a:ext>
                </a:extLst>
              </p:cNvPr>
              <p:cNvSpPr/>
              <p:nvPr/>
            </p:nvSpPr>
            <p:spPr>
              <a:xfrm rot="18015380">
                <a:off x="6859241" y="114091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8" name="Isosceles Triangle 77">
                <a:extLst>
                  <a:ext uri="{FF2B5EF4-FFF2-40B4-BE49-F238E27FC236}">
                    <a16:creationId xmlns:a16="http://schemas.microsoft.com/office/drawing/2014/main" id="{74600C34-4542-410A-BCAF-5D9C5BF29B4D}"/>
                  </a:ext>
                </a:extLst>
              </p:cNvPr>
              <p:cNvSpPr/>
              <p:nvPr/>
            </p:nvSpPr>
            <p:spPr>
              <a:xfrm rot="7215380">
                <a:off x="6565020" y="165620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79" name="Isosceles Triangle 78">
                <a:extLst>
                  <a:ext uri="{FF2B5EF4-FFF2-40B4-BE49-F238E27FC236}">
                    <a16:creationId xmlns:a16="http://schemas.microsoft.com/office/drawing/2014/main" id="{6ACC7924-8178-409D-B1BE-05FB6D566862}"/>
                  </a:ext>
                </a:extLst>
              </p:cNvPr>
              <p:cNvSpPr/>
              <p:nvPr/>
            </p:nvSpPr>
            <p:spPr>
              <a:xfrm rot="18015380">
                <a:off x="8023790" y="114612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0" name="Isosceles Triangle 79">
                <a:extLst>
                  <a:ext uri="{FF2B5EF4-FFF2-40B4-BE49-F238E27FC236}">
                    <a16:creationId xmlns:a16="http://schemas.microsoft.com/office/drawing/2014/main" id="{3B85A88A-AFBE-4138-AEEB-81C9C4D3AD50}"/>
                  </a:ext>
                </a:extLst>
              </p:cNvPr>
              <p:cNvSpPr/>
              <p:nvPr/>
            </p:nvSpPr>
            <p:spPr>
              <a:xfrm rot="7215380">
                <a:off x="7729568" y="16614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1" name="Isosceles Triangle 80">
                <a:extLst>
                  <a:ext uri="{FF2B5EF4-FFF2-40B4-BE49-F238E27FC236}">
                    <a16:creationId xmlns:a16="http://schemas.microsoft.com/office/drawing/2014/main" id="{ABD939C3-1563-4B8D-9F4A-F02D89142AA9}"/>
                  </a:ext>
                </a:extLst>
              </p:cNvPr>
              <p:cNvSpPr/>
              <p:nvPr/>
            </p:nvSpPr>
            <p:spPr>
              <a:xfrm rot="7215380">
                <a:off x="8897897" y="1666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2" name="Isosceles Triangle 81">
                <a:extLst>
                  <a:ext uri="{FF2B5EF4-FFF2-40B4-BE49-F238E27FC236}">
                    <a16:creationId xmlns:a16="http://schemas.microsoft.com/office/drawing/2014/main" id="{F836218D-30C5-44AD-8D48-BDD03B0F8C46}"/>
                  </a:ext>
                </a:extLst>
              </p:cNvPr>
              <p:cNvSpPr/>
              <p:nvPr/>
            </p:nvSpPr>
            <p:spPr>
              <a:xfrm rot="18015380">
                <a:off x="6290534" y="1083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3" name="Isosceles Triangle 82">
                <a:extLst>
                  <a:ext uri="{FF2B5EF4-FFF2-40B4-BE49-F238E27FC236}">
                    <a16:creationId xmlns:a16="http://schemas.microsoft.com/office/drawing/2014/main" id="{28290366-5FCC-4D5C-9BE3-E4A8144DCE89}"/>
                  </a:ext>
                </a:extLst>
              </p:cNvPr>
              <p:cNvSpPr/>
              <p:nvPr/>
            </p:nvSpPr>
            <p:spPr>
              <a:xfrm rot="7215380">
                <a:off x="5996313" y="6236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70373275-056F-4EA6-8BB0-0B1CEE0D4FB8}"/>
                  </a:ext>
                </a:extLst>
              </p:cNvPr>
              <p:cNvSpPr/>
              <p:nvPr/>
            </p:nvSpPr>
            <p:spPr>
              <a:xfrm rot="18015380">
                <a:off x="7458863" y="11353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5" name="Isosceles Triangle 84">
                <a:extLst>
                  <a:ext uri="{FF2B5EF4-FFF2-40B4-BE49-F238E27FC236}">
                    <a16:creationId xmlns:a16="http://schemas.microsoft.com/office/drawing/2014/main" id="{337D6E2D-E3FD-4209-8397-E56E200B91FE}"/>
                  </a:ext>
                </a:extLst>
              </p:cNvPr>
              <p:cNvSpPr/>
              <p:nvPr/>
            </p:nvSpPr>
            <p:spPr>
              <a:xfrm rot="7215380">
                <a:off x="7164641" y="62883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6" name="Isosceles Triangle 85">
                <a:extLst>
                  <a:ext uri="{FF2B5EF4-FFF2-40B4-BE49-F238E27FC236}">
                    <a16:creationId xmlns:a16="http://schemas.microsoft.com/office/drawing/2014/main" id="{FD3992F4-ABB0-4617-BE67-65953F800D56}"/>
                  </a:ext>
                </a:extLst>
              </p:cNvPr>
              <p:cNvSpPr/>
              <p:nvPr/>
            </p:nvSpPr>
            <p:spPr>
              <a:xfrm rot="7215380">
                <a:off x="8329190" y="6340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7" name="Isosceles Triangle 86">
                <a:extLst>
                  <a:ext uri="{FF2B5EF4-FFF2-40B4-BE49-F238E27FC236}">
                    <a16:creationId xmlns:a16="http://schemas.microsoft.com/office/drawing/2014/main" id="{AD1E0BB6-DEBF-4481-B46B-5B404791A088}"/>
                  </a:ext>
                </a:extLst>
              </p:cNvPr>
              <p:cNvSpPr/>
              <p:nvPr/>
            </p:nvSpPr>
            <p:spPr>
              <a:xfrm rot="18015380">
                <a:off x="6868411" y="-908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8" name="Isosceles Triangle 87">
                <a:extLst>
                  <a:ext uri="{FF2B5EF4-FFF2-40B4-BE49-F238E27FC236}">
                    <a16:creationId xmlns:a16="http://schemas.microsoft.com/office/drawing/2014/main" id="{83C62105-6290-4BA6-A78F-3F8C207D08FE}"/>
                  </a:ext>
                </a:extLst>
              </p:cNvPr>
              <p:cNvSpPr/>
              <p:nvPr/>
            </p:nvSpPr>
            <p:spPr>
              <a:xfrm rot="7215380">
                <a:off x="6574189" y="-3933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89" name="Isosceles Triangle 88">
                <a:extLst>
                  <a:ext uri="{FF2B5EF4-FFF2-40B4-BE49-F238E27FC236}">
                    <a16:creationId xmlns:a16="http://schemas.microsoft.com/office/drawing/2014/main" id="{F8E38552-E6C3-4DB5-86A2-4233555479B7}"/>
                  </a:ext>
                </a:extLst>
              </p:cNvPr>
              <p:cNvSpPr/>
              <p:nvPr/>
            </p:nvSpPr>
            <p:spPr>
              <a:xfrm rot="7215380">
                <a:off x="7738739" y="-38813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90" name="Isosceles Triangle 89">
                <a:extLst>
                  <a:ext uri="{FF2B5EF4-FFF2-40B4-BE49-F238E27FC236}">
                    <a16:creationId xmlns:a16="http://schemas.microsoft.com/office/drawing/2014/main" id="{37459820-BACC-45EF-97B5-9D89B3D74272}"/>
                  </a:ext>
                </a:extLst>
              </p:cNvPr>
              <p:cNvSpPr/>
              <p:nvPr/>
            </p:nvSpPr>
            <p:spPr>
              <a:xfrm rot="7215380">
                <a:off x="7173810" y="-14207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1AD120C-24D4-4992-949D-73C760551B8E}"/>
                </a:ext>
              </a:extLst>
            </p:cNvPr>
            <p:cNvGrpSpPr/>
            <p:nvPr/>
          </p:nvGrpSpPr>
          <p:grpSpPr>
            <a:xfrm>
              <a:off x="1736529" y="-977997"/>
              <a:ext cx="10745694" cy="8231023"/>
              <a:chOff x="1550358" y="-554733"/>
              <a:chExt cx="10745694" cy="8231023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8B1880D-4B55-4AF3-9DBA-A15D0101BAFD}"/>
                  </a:ext>
                </a:extLst>
              </p:cNvPr>
              <p:cNvCxnSpPr>
                <a:cxnSpLocks/>
                <a:stCxn id="81" idx="0"/>
                <a:endCxn id="66" idx="0"/>
              </p:cNvCxnSpPr>
              <p:nvPr/>
            </p:nvCxnSpPr>
            <p:spPr>
              <a:xfrm flipH="1" flipV="1">
                <a:off x="3920396" y="3532809"/>
                <a:ext cx="4670612" cy="26802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1B8570D-5D52-4711-AB5E-CE6AC4493BAB}"/>
                  </a:ext>
                </a:extLst>
              </p:cNvPr>
              <p:cNvCxnSpPr>
                <a:cxnSpLocks/>
                <a:stCxn id="90" idx="2"/>
                <a:endCxn id="28" idx="4"/>
              </p:cNvCxnSpPr>
              <p:nvPr/>
            </p:nvCxnSpPr>
            <p:spPr>
              <a:xfrm flipH="1">
                <a:off x="1550358" y="-554733"/>
                <a:ext cx="4732449" cy="81914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94646E5-E872-4E71-A01E-09BAA06B723D}"/>
                  </a:ext>
                </a:extLst>
              </p:cNvPr>
              <p:cNvCxnSpPr>
                <a:cxnSpLocks/>
                <a:stCxn id="36" idx="4"/>
                <a:endCxn id="74" idx="2"/>
              </p:cNvCxnSpPr>
              <p:nvPr/>
            </p:nvCxnSpPr>
            <p:spPr>
              <a:xfrm flipV="1">
                <a:off x="6222844" y="3556994"/>
                <a:ext cx="2374492" cy="4100660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249FACC-1413-4AE0-9692-1B814BDBD5B5}"/>
                  </a:ext>
                </a:extLst>
              </p:cNvPr>
              <p:cNvCxnSpPr>
                <a:cxnSpLocks/>
                <a:stCxn id="36" idx="4"/>
                <a:endCxn id="67" idx="2"/>
              </p:cNvCxnSpPr>
              <p:nvPr/>
            </p:nvCxnSpPr>
            <p:spPr>
              <a:xfrm flipH="1" flipV="1">
                <a:off x="3924850" y="3536090"/>
                <a:ext cx="2297994" cy="412156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AD3D189-8A74-4C43-9BF1-E9534CB6406F}"/>
                  </a:ext>
                </a:extLst>
              </p:cNvPr>
              <p:cNvCxnSpPr>
                <a:cxnSpLocks/>
                <a:stCxn id="41" idx="0"/>
                <a:endCxn id="28" idx="4"/>
              </p:cNvCxnSpPr>
              <p:nvPr/>
            </p:nvCxnSpPr>
            <p:spPr>
              <a:xfrm flipH="1" flipV="1">
                <a:off x="1550358" y="7636750"/>
                <a:ext cx="9361888" cy="3954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8A02F58-3BAB-45C9-BDBF-BFC2C3F495CE}"/>
                  </a:ext>
                </a:extLst>
              </p:cNvPr>
              <p:cNvCxnSpPr>
                <a:cxnSpLocks/>
                <a:stCxn id="41" idx="0"/>
                <a:endCxn id="90" idx="2"/>
              </p:cNvCxnSpPr>
              <p:nvPr/>
            </p:nvCxnSpPr>
            <p:spPr>
              <a:xfrm flipH="1" flipV="1">
                <a:off x="6282807" y="-554733"/>
                <a:ext cx="4629439" cy="823102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F18B23A-2A6A-4178-888D-86977E0C5D7D}"/>
                  </a:ext>
                </a:extLst>
              </p:cNvPr>
              <p:cNvCxnSpPr>
                <a:cxnSpLocks/>
                <a:stCxn id="78" idx="0"/>
                <a:endCxn id="67" idx="2"/>
              </p:cNvCxnSpPr>
              <p:nvPr/>
            </p:nvCxnSpPr>
            <p:spPr>
              <a:xfrm flipH="1" flipV="1">
                <a:off x="3924850" y="3536090"/>
                <a:ext cx="2333281" cy="1308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244E487-79BA-48DE-8E94-BA58165210B9}"/>
                  </a:ext>
                </a:extLst>
              </p:cNvPr>
              <p:cNvCxnSpPr>
                <a:cxnSpLocks/>
                <a:stCxn id="70" idx="0"/>
                <a:endCxn id="72" idx="4"/>
              </p:cNvCxnSpPr>
              <p:nvPr/>
            </p:nvCxnSpPr>
            <p:spPr>
              <a:xfrm>
                <a:off x="6260004" y="3543276"/>
                <a:ext cx="2346014" cy="815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62CCCC1-ED63-45C2-BDBD-3BE8FDADD7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136903" y="1506399"/>
                <a:ext cx="1159149" cy="205696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102A12E-E48B-4FFD-B2A1-7E2AB3D2A446}"/>
                  </a:ext>
                </a:extLst>
              </p:cNvPr>
              <p:cNvCxnSpPr>
                <a:cxnSpLocks/>
                <a:stCxn id="49" idx="4"/>
                <a:endCxn id="58" idx="0"/>
              </p:cNvCxnSpPr>
              <p:nvPr/>
            </p:nvCxnSpPr>
            <p:spPr>
              <a:xfrm flipH="1" flipV="1">
                <a:off x="5080623" y="5595679"/>
                <a:ext cx="577293" cy="102939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E04352E9-E358-4B2A-992D-41038CC2867D}"/>
                  </a:ext>
                </a:extLst>
              </p:cNvPr>
              <p:cNvCxnSpPr>
                <a:cxnSpLocks/>
                <a:stCxn id="49" idx="4"/>
                <a:endCxn id="62" idx="4"/>
              </p:cNvCxnSpPr>
              <p:nvPr/>
            </p:nvCxnSpPr>
            <p:spPr>
              <a:xfrm flipV="1">
                <a:off x="5657916" y="5603174"/>
                <a:ext cx="574120" cy="1021897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C8513196-AD0F-446E-AB2A-7727FF7354C4}"/>
                  </a:ext>
                </a:extLst>
              </p:cNvPr>
              <p:cNvCxnSpPr>
                <a:cxnSpLocks/>
                <a:stCxn id="49" idx="4"/>
                <a:endCxn id="43" idx="4"/>
              </p:cNvCxnSpPr>
              <p:nvPr/>
            </p:nvCxnSpPr>
            <p:spPr>
              <a:xfrm flipH="1" flipV="1">
                <a:off x="2149979" y="6609377"/>
                <a:ext cx="3507937" cy="1569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DD6698FF-AD8B-4FF7-B8A4-1CA77284AAFE}"/>
                  </a:ext>
                </a:extLst>
              </p:cNvPr>
              <p:cNvCxnSpPr>
                <a:cxnSpLocks/>
                <a:stCxn id="89" idx="2"/>
                <a:endCxn id="88" idx="2"/>
              </p:cNvCxnSpPr>
              <p:nvPr/>
            </p:nvCxnSpPr>
            <p:spPr>
              <a:xfrm flipH="1" flipV="1">
                <a:off x="5683186" y="472640"/>
                <a:ext cx="1164550" cy="5209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77DB3BAF-0C9B-44B4-9349-FE96878D5F54}"/>
                  </a:ext>
                </a:extLst>
              </p:cNvPr>
              <p:cNvCxnSpPr>
                <a:cxnSpLocks/>
                <a:stCxn id="62" idx="4"/>
                <a:endCxn id="65" idx="0"/>
              </p:cNvCxnSpPr>
              <p:nvPr/>
            </p:nvCxnSpPr>
            <p:spPr>
              <a:xfrm>
                <a:off x="6232036" y="5603174"/>
                <a:ext cx="3521073" cy="13409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54318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E6D0291-DEE0-4230-92AC-8EB422873FF5}"/>
              </a:ext>
            </a:extLst>
          </p:cNvPr>
          <p:cNvGrpSpPr/>
          <p:nvPr/>
        </p:nvGrpSpPr>
        <p:grpSpPr>
          <a:xfrm>
            <a:off x="1395372" y="-601220"/>
            <a:ext cx="9784105" cy="8779655"/>
            <a:chOff x="1395372" y="-601220"/>
            <a:chExt cx="9784105" cy="8779655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82B5C147-A8D2-4C85-97C7-39855753BBE8}"/>
                </a:ext>
              </a:extLst>
            </p:cNvPr>
            <p:cNvGrpSpPr/>
            <p:nvPr/>
          </p:nvGrpSpPr>
          <p:grpSpPr>
            <a:xfrm>
              <a:off x="1395372" y="-601220"/>
              <a:ext cx="9784105" cy="8779655"/>
              <a:chOff x="1395372" y="-601220"/>
              <a:chExt cx="9784105" cy="8779655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FB6F18E9-357A-4C9C-A152-C857C969279A}"/>
                  </a:ext>
                </a:extLst>
              </p:cNvPr>
              <p:cNvGrpSpPr/>
              <p:nvPr/>
            </p:nvGrpSpPr>
            <p:grpSpPr>
              <a:xfrm>
                <a:off x="6488404" y="-601220"/>
                <a:ext cx="4691073" cy="8145731"/>
                <a:chOff x="6488404" y="-601220"/>
                <a:chExt cx="4691073" cy="8145731"/>
              </a:xfrm>
            </p:grpSpPr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997BCE27-C32E-4048-9BCA-62EEC2541B82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405390" cy="4084672"/>
                  <a:chOff x="6488404" y="-601220"/>
                  <a:chExt cx="2405390" cy="4084672"/>
                </a:xfrm>
              </p:grpSpPr>
              <p:grpSp>
                <p:nvGrpSpPr>
                  <p:cNvPr id="136" name="Group 135">
                    <a:extLst>
                      <a:ext uri="{FF2B5EF4-FFF2-40B4-BE49-F238E27FC236}">
                        <a16:creationId xmlns:a16="http://schemas.microsoft.com/office/drawing/2014/main" id="{02C0571A-FCFA-45CF-82A9-725AE7362A34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493" name="TextBox 492">
                      <a:extLst>
                        <a:ext uri="{FF2B5EF4-FFF2-40B4-BE49-F238E27FC236}">
                          <a16:creationId xmlns:a16="http://schemas.microsoft.com/office/drawing/2014/main" id="{33C67121-873E-4D9B-9386-1B9338E5F1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94" name="TextBox 493">
                      <a:extLst>
                        <a:ext uri="{FF2B5EF4-FFF2-40B4-BE49-F238E27FC236}">
                          <a16:creationId xmlns:a16="http://schemas.microsoft.com/office/drawing/2014/main" id="{360060C8-B4F4-44CC-98AE-212D2F521F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1" name="TextBox 500">
                      <a:extLst>
                        <a:ext uri="{FF2B5EF4-FFF2-40B4-BE49-F238E27FC236}">
                          <a16:creationId xmlns:a16="http://schemas.microsoft.com/office/drawing/2014/main" id="{E156225F-1CF8-457B-B030-24575235E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2" name="TextBox 501">
                      <a:extLst>
                        <a:ext uri="{FF2B5EF4-FFF2-40B4-BE49-F238E27FC236}">
                          <a16:creationId xmlns:a16="http://schemas.microsoft.com/office/drawing/2014/main" id="{EB99537F-8D9C-47EB-B807-E138A0A8A7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04" name="Group 503">
                    <a:extLst>
                      <a:ext uri="{FF2B5EF4-FFF2-40B4-BE49-F238E27FC236}">
                        <a16:creationId xmlns:a16="http://schemas.microsoft.com/office/drawing/2014/main" id="{6880EA9E-3F34-4A87-9AF2-4561308BBAFF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236157" cy="2021598"/>
                    <a:chOff x="6509243" y="-601220"/>
                    <a:chExt cx="1236157" cy="2021598"/>
                  </a:xfrm>
                </p:grpSpPr>
                <p:sp>
                  <p:nvSpPr>
                    <p:cNvPr id="505" name="TextBox 504">
                      <a:extLst>
                        <a:ext uri="{FF2B5EF4-FFF2-40B4-BE49-F238E27FC236}">
                          <a16:creationId xmlns:a16="http://schemas.microsoft.com/office/drawing/2014/main" id="{20485F02-DC79-449F-A3D2-968486CB46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6" name="TextBox 505">
                      <a:extLst>
                        <a:ext uri="{FF2B5EF4-FFF2-40B4-BE49-F238E27FC236}">
                          <a16:creationId xmlns:a16="http://schemas.microsoft.com/office/drawing/2014/main" id="{C5AD4797-36F9-4867-B1FB-97A9ADDDB7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7" name="TextBox 506">
                      <a:extLst>
                        <a:ext uri="{FF2B5EF4-FFF2-40B4-BE49-F238E27FC236}">
                          <a16:creationId xmlns:a16="http://schemas.microsoft.com/office/drawing/2014/main" id="{A29F198E-32AC-4BC3-A2D7-C19FC68000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42351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8" name="TextBox 507">
                      <a:extLst>
                        <a:ext uri="{FF2B5EF4-FFF2-40B4-BE49-F238E27FC236}">
                          <a16:creationId xmlns:a16="http://schemas.microsoft.com/office/drawing/2014/main" id="{A400DAD7-7A3D-4F75-9928-0E0CDB8FCF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440" y="-120177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10" name="Group 509">
                  <a:extLst>
                    <a:ext uri="{FF2B5EF4-FFF2-40B4-BE49-F238E27FC236}">
                      <a16:creationId xmlns:a16="http://schemas.microsoft.com/office/drawing/2014/main" id="{3EC1920F-28EF-4F89-9D46-E94B111BC0D4}"/>
                    </a:ext>
                  </a:extLst>
                </p:cNvPr>
                <p:cNvGrpSpPr/>
                <p:nvPr/>
              </p:nvGrpSpPr>
              <p:grpSpPr>
                <a:xfrm>
                  <a:off x="8807388" y="3459839"/>
                  <a:ext cx="2372089" cy="4084672"/>
                  <a:chOff x="6521705" y="-601220"/>
                  <a:chExt cx="2372089" cy="4084672"/>
                </a:xfrm>
              </p:grpSpPr>
              <p:grpSp>
                <p:nvGrpSpPr>
                  <p:cNvPr id="511" name="Group 510">
                    <a:extLst>
                      <a:ext uri="{FF2B5EF4-FFF2-40B4-BE49-F238E27FC236}">
                        <a16:creationId xmlns:a16="http://schemas.microsoft.com/office/drawing/2014/main" id="{33C98362-D29B-4FC4-92EE-CCFA9A0A8AD2}"/>
                      </a:ext>
                    </a:extLst>
                  </p:cNvPr>
                  <p:cNvGrpSpPr/>
                  <p:nvPr/>
                </p:nvGrpSpPr>
                <p:grpSpPr>
                  <a:xfrm>
                    <a:off x="6521705" y="-601220"/>
                    <a:ext cx="1183621" cy="2021598"/>
                    <a:chOff x="6521705" y="-601220"/>
                    <a:chExt cx="1183621" cy="2021598"/>
                  </a:xfrm>
                </p:grpSpPr>
                <p:sp>
                  <p:nvSpPr>
                    <p:cNvPr id="517" name="TextBox 516">
                      <a:extLst>
                        <a:ext uri="{FF2B5EF4-FFF2-40B4-BE49-F238E27FC236}">
                          <a16:creationId xmlns:a16="http://schemas.microsoft.com/office/drawing/2014/main" id="{F4A40F22-A09E-4F0E-8BD9-2AC727DB19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235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8" name="TextBox 517">
                      <a:extLst>
                        <a:ext uri="{FF2B5EF4-FFF2-40B4-BE49-F238E27FC236}">
                          <a16:creationId xmlns:a16="http://schemas.microsoft.com/office/drawing/2014/main" id="{1385E1B8-7D51-4122-92E1-5CAFE79B3F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9" name="TextBox 518">
                      <a:extLst>
                        <a:ext uri="{FF2B5EF4-FFF2-40B4-BE49-F238E27FC236}">
                          <a16:creationId xmlns:a16="http://schemas.microsoft.com/office/drawing/2014/main" id="{F964A31B-4003-4057-BE36-C90702CD18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1705" y="-601220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0" name="TextBox 519">
                      <a:extLst>
                        <a:ext uri="{FF2B5EF4-FFF2-40B4-BE49-F238E27FC236}">
                          <a16:creationId xmlns:a16="http://schemas.microsoft.com/office/drawing/2014/main" id="{989572D6-EB4A-47CC-BDEC-C93AD70313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0677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12" name="Group 511">
                    <a:extLst>
                      <a:ext uri="{FF2B5EF4-FFF2-40B4-BE49-F238E27FC236}">
                        <a16:creationId xmlns:a16="http://schemas.microsoft.com/office/drawing/2014/main" id="{E0331434-A1C8-4B5A-A968-29B7D69212C9}"/>
                      </a:ext>
                    </a:extLst>
                  </p:cNvPr>
                  <p:cNvGrpSpPr/>
                  <p:nvPr/>
                </p:nvGrpSpPr>
                <p:grpSpPr>
                  <a:xfrm>
                    <a:off x="7636798" y="1461854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513" name="TextBox 512">
                      <a:extLst>
                        <a:ext uri="{FF2B5EF4-FFF2-40B4-BE49-F238E27FC236}">
                          <a16:creationId xmlns:a16="http://schemas.microsoft.com/office/drawing/2014/main" id="{DF6A4BAA-C58F-4C15-9DC1-77576B33D3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4" name="TextBox 513">
                      <a:extLst>
                        <a:ext uri="{FF2B5EF4-FFF2-40B4-BE49-F238E27FC236}">
                          <a16:creationId xmlns:a16="http://schemas.microsoft.com/office/drawing/2014/main" id="{75C094C3-58BB-4D98-8E02-80F5B4EFDC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5" name="TextBox 514">
                      <a:extLst>
                        <a:ext uri="{FF2B5EF4-FFF2-40B4-BE49-F238E27FC236}">
                          <a16:creationId xmlns:a16="http://schemas.microsoft.com/office/drawing/2014/main" id="{E7F604BB-008E-47CB-ADA3-164F91E6F9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6" name="TextBox 515">
                      <a:extLst>
                        <a:ext uri="{FF2B5EF4-FFF2-40B4-BE49-F238E27FC236}">
                          <a16:creationId xmlns:a16="http://schemas.microsoft.com/office/drawing/2014/main" id="{00593D38-F331-488E-9274-D6AE45CBAA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B72DC9C7-EA77-4A4D-AC76-5C4728FEE622}"/>
                  </a:ext>
                </a:extLst>
              </p:cNvPr>
              <p:cNvGrpSpPr/>
              <p:nvPr/>
            </p:nvGrpSpPr>
            <p:grpSpPr>
              <a:xfrm flipH="1">
                <a:off x="1395372" y="-601220"/>
                <a:ext cx="4670235" cy="8145731"/>
                <a:chOff x="6488404" y="-601220"/>
                <a:chExt cx="4670235" cy="8145731"/>
              </a:xfrm>
            </p:grpSpPr>
            <p:grpSp>
              <p:nvGrpSpPr>
                <p:cNvPr id="523" name="Group 522">
                  <a:extLst>
                    <a:ext uri="{FF2B5EF4-FFF2-40B4-BE49-F238E27FC236}">
                      <a16:creationId xmlns:a16="http://schemas.microsoft.com/office/drawing/2014/main" id="{789BD07C-BD6A-4E01-80F3-3D009B578E50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347025" cy="3948487"/>
                  <a:chOff x="6488404" y="-601220"/>
                  <a:chExt cx="2347025" cy="3948487"/>
                </a:xfrm>
              </p:grpSpPr>
              <p:grpSp>
                <p:nvGrpSpPr>
                  <p:cNvPr id="535" name="Group 534">
                    <a:extLst>
                      <a:ext uri="{FF2B5EF4-FFF2-40B4-BE49-F238E27FC236}">
                        <a16:creationId xmlns:a16="http://schemas.microsoft.com/office/drawing/2014/main" id="{51204358-6848-4E93-B21E-E0DE34B55839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541" name="TextBox 540">
                      <a:extLst>
                        <a:ext uri="{FF2B5EF4-FFF2-40B4-BE49-F238E27FC236}">
                          <a16:creationId xmlns:a16="http://schemas.microsoft.com/office/drawing/2014/main" id="{AE7812F0-DCFE-49D5-ACE3-B034FB6B96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2" name="TextBox 541">
                      <a:extLst>
                        <a:ext uri="{FF2B5EF4-FFF2-40B4-BE49-F238E27FC236}">
                          <a16:creationId xmlns:a16="http://schemas.microsoft.com/office/drawing/2014/main" id="{2B91A184-B346-47CC-B5EA-033781D56E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60358" y="897158"/>
                      <a:ext cx="38504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3" name="TextBox 542">
                      <a:extLst>
                        <a:ext uri="{FF2B5EF4-FFF2-40B4-BE49-F238E27FC236}">
                          <a16:creationId xmlns:a16="http://schemas.microsoft.com/office/drawing/2014/main" id="{A18C5EC9-4DC6-4B4B-9A67-EF6359E350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4" name="TextBox 543">
                      <a:extLst>
                        <a:ext uri="{FF2B5EF4-FFF2-40B4-BE49-F238E27FC236}">
                          <a16:creationId xmlns:a16="http://schemas.microsoft.com/office/drawing/2014/main" id="{65D1C091-C7A2-4DAF-9228-99F00C47A7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4391" y="-120177"/>
                      <a:ext cx="2840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36" name="Group 535">
                    <a:extLst>
                      <a:ext uri="{FF2B5EF4-FFF2-40B4-BE49-F238E27FC236}">
                        <a16:creationId xmlns:a16="http://schemas.microsoft.com/office/drawing/2014/main" id="{6213C4D0-C0D8-4228-AEE8-5531611A195B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177792" cy="1885413"/>
                    <a:chOff x="6509243" y="-601220"/>
                    <a:chExt cx="1177792" cy="1885413"/>
                  </a:xfrm>
                </p:grpSpPr>
                <p:sp>
                  <p:nvSpPr>
                    <p:cNvPr id="537" name="TextBox 536">
                      <a:extLst>
                        <a:ext uri="{FF2B5EF4-FFF2-40B4-BE49-F238E27FC236}">
                          <a16:creationId xmlns:a16="http://schemas.microsoft.com/office/drawing/2014/main" id="{A59D9DE9-7B3D-4D6B-93CC-063BA6DAC0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8" name="TextBox 537">
                      <a:extLst>
                        <a:ext uri="{FF2B5EF4-FFF2-40B4-BE49-F238E27FC236}">
                          <a16:creationId xmlns:a16="http://schemas.microsoft.com/office/drawing/2014/main" id="{DC379FD6-AEEF-4EBF-B74C-31EA831E3B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82757" y="760973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9" name="TextBox 538">
                      <a:extLst>
                        <a:ext uri="{FF2B5EF4-FFF2-40B4-BE49-F238E27FC236}">
                          <a16:creationId xmlns:a16="http://schemas.microsoft.com/office/drawing/2014/main" id="{5DEF2A2E-182F-4397-B74D-7F32ABE793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42351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0" name="TextBox 539">
                      <a:extLst>
                        <a:ext uri="{FF2B5EF4-FFF2-40B4-BE49-F238E27FC236}">
                          <a16:creationId xmlns:a16="http://schemas.microsoft.com/office/drawing/2014/main" id="{1FB951CD-D21A-4E05-ADED-18CB960DF1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24" name="Group 523">
                  <a:extLst>
                    <a:ext uri="{FF2B5EF4-FFF2-40B4-BE49-F238E27FC236}">
                      <a16:creationId xmlns:a16="http://schemas.microsoft.com/office/drawing/2014/main" id="{0BB492C1-AB80-440C-ADD8-1B2096BC7082}"/>
                    </a:ext>
                  </a:extLst>
                </p:cNvPr>
                <p:cNvGrpSpPr/>
                <p:nvPr/>
              </p:nvGrpSpPr>
              <p:grpSpPr>
                <a:xfrm>
                  <a:off x="8733877" y="3447139"/>
                  <a:ext cx="2424762" cy="4097372"/>
                  <a:chOff x="6448194" y="-613920"/>
                  <a:chExt cx="2424762" cy="4097372"/>
                </a:xfrm>
              </p:grpSpPr>
              <p:grpSp>
                <p:nvGrpSpPr>
                  <p:cNvPr id="525" name="Group 524">
                    <a:extLst>
                      <a:ext uri="{FF2B5EF4-FFF2-40B4-BE49-F238E27FC236}">
                        <a16:creationId xmlns:a16="http://schemas.microsoft.com/office/drawing/2014/main" id="{416161D8-D6B2-4EA1-B793-851471F747CC}"/>
                      </a:ext>
                    </a:extLst>
                  </p:cNvPr>
                  <p:cNvGrpSpPr/>
                  <p:nvPr/>
                </p:nvGrpSpPr>
                <p:grpSpPr>
                  <a:xfrm>
                    <a:off x="6448194" y="-613920"/>
                    <a:ext cx="1257132" cy="1956478"/>
                    <a:chOff x="6448194" y="-613920"/>
                    <a:chExt cx="1257132" cy="1956478"/>
                  </a:xfrm>
                </p:grpSpPr>
                <p:sp>
                  <p:nvSpPr>
                    <p:cNvPr id="531" name="TextBox 530">
                      <a:extLst>
                        <a:ext uri="{FF2B5EF4-FFF2-40B4-BE49-F238E27FC236}">
                          <a16:creationId xmlns:a16="http://schemas.microsoft.com/office/drawing/2014/main" id="{1221A6AD-3EA2-4C0F-B47C-864C3D4DB7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88924" y="416115"/>
                      <a:ext cx="4235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2" name="TextBox 531">
                      <a:extLst>
                        <a:ext uri="{FF2B5EF4-FFF2-40B4-BE49-F238E27FC236}">
                          <a16:creationId xmlns:a16="http://schemas.microsoft.com/office/drawing/2014/main" id="{22E34CFF-B60F-420F-AC35-0571E0729D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60974" y="81933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3" name="TextBox 532">
                      <a:extLst>
                        <a:ext uri="{FF2B5EF4-FFF2-40B4-BE49-F238E27FC236}">
                          <a16:creationId xmlns:a16="http://schemas.microsoft.com/office/drawing/2014/main" id="{ED74A932-518A-47F4-B519-50DADA07C3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8194" y="-613920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4" name="TextBox 533">
                      <a:extLst>
                        <a:ext uri="{FF2B5EF4-FFF2-40B4-BE49-F238E27FC236}">
                          <a16:creationId xmlns:a16="http://schemas.microsoft.com/office/drawing/2014/main" id="{C2E3B14C-2DE9-470C-8A08-4D75180C1F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03075" y="-236907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id="{A1D82FE4-080B-4E07-AB3B-E747790A8F74}"/>
                      </a:ext>
                    </a:extLst>
                  </p:cNvPr>
                  <p:cNvGrpSpPr/>
                  <p:nvPr/>
                </p:nvGrpSpPr>
                <p:grpSpPr>
                  <a:xfrm>
                    <a:off x="7676874" y="1461854"/>
                    <a:ext cx="1196082" cy="2021598"/>
                    <a:chOff x="6528480" y="-601220"/>
                    <a:chExt cx="1196082" cy="2021598"/>
                  </a:xfrm>
                </p:grpSpPr>
                <p:sp>
                  <p:nvSpPr>
                    <p:cNvPr id="527" name="TextBox 526">
                      <a:extLst>
                        <a:ext uri="{FF2B5EF4-FFF2-40B4-BE49-F238E27FC236}">
                          <a16:creationId xmlns:a16="http://schemas.microsoft.com/office/drawing/2014/main" id="{D430A1EE-7E31-4FA9-95DE-3AA6C6A455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26232" y="45502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8" name="TextBox 527">
                      <a:extLst>
                        <a:ext uri="{FF2B5EF4-FFF2-40B4-BE49-F238E27FC236}">
                          <a16:creationId xmlns:a16="http://schemas.microsoft.com/office/drawing/2014/main" id="{C38CEF75-8C91-4755-83A9-9B6487D2B8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0510" y="897158"/>
                      <a:ext cx="2840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9" name="TextBox 528">
                      <a:extLst>
                        <a:ext uri="{FF2B5EF4-FFF2-40B4-BE49-F238E27FC236}">
                          <a16:creationId xmlns:a16="http://schemas.microsoft.com/office/drawing/2014/main" id="{32CF40AD-F29C-481F-97E4-E091C7AC93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8480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0" name="TextBox 529">
                      <a:extLst>
                        <a:ext uri="{FF2B5EF4-FFF2-40B4-BE49-F238E27FC236}">
                          <a16:creationId xmlns:a16="http://schemas.microsoft.com/office/drawing/2014/main" id="{0BBEF8F6-5C89-4E70-BE63-E1E18E1EEC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221" y="-159087"/>
                      <a:ext cx="38504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A6D5565D-FE7A-47D0-959B-4C5478CBAA01}"/>
                  </a:ext>
                </a:extLst>
              </p:cNvPr>
              <p:cNvGrpSpPr/>
              <p:nvPr/>
            </p:nvGrpSpPr>
            <p:grpSpPr>
              <a:xfrm>
                <a:off x="1762886" y="7655215"/>
                <a:ext cx="9036643" cy="523220"/>
                <a:chOff x="2113365" y="7771945"/>
                <a:chExt cx="9036643" cy="523220"/>
              </a:xfrm>
            </p:grpSpPr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2B7A0DB4-091D-4E5F-997A-A2F0CFE814E1}"/>
                    </a:ext>
                  </a:extLst>
                </p:cNvPr>
                <p:cNvSpPr txBox="1"/>
                <p:nvPr/>
              </p:nvSpPr>
              <p:spPr>
                <a:xfrm flipH="1">
                  <a:off x="9515322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57C4AC97-FD26-4917-8A0B-2112330BA1B2}"/>
                    </a:ext>
                  </a:extLst>
                </p:cNvPr>
                <p:cNvSpPr txBox="1"/>
                <p:nvPr/>
              </p:nvSpPr>
              <p:spPr>
                <a:xfrm flipH="1">
                  <a:off x="9060065" y="7771945"/>
                  <a:ext cx="38504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A40D3034-1546-4B7F-BD8F-22A26F49D2C7}"/>
                    </a:ext>
                  </a:extLst>
                </p:cNvPr>
                <p:cNvSpPr txBox="1"/>
                <p:nvPr/>
              </p:nvSpPr>
              <p:spPr>
                <a:xfrm flipH="1">
                  <a:off x="1070565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28B5DB02-949F-4AE0-8961-094706AC922E}"/>
                    </a:ext>
                  </a:extLst>
                </p:cNvPr>
                <p:cNvSpPr txBox="1"/>
                <p:nvPr/>
              </p:nvSpPr>
              <p:spPr>
                <a:xfrm flipH="1">
                  <a:off x="10289309" y="7771945"/>
                  <a:ext cx="2840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C1EB93C1-541A-4776-B2C0-2113D34ED5E7}"/>
                    </a:ext>
                  </a:extLst>
                </p:cNvPr>
                <p:cNvSpPr txBox="1"/>
                <p:nvPr/>
              </p:nvSpPr>
              <p:spPr>
                <a:xfrm flipH="1">
                  <a:off x="716909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F8F49601-FB76-43B1-8F00-BF73EB9E0D73}"/>
                    </a:ext>
                  </a:extLst>
                </p:cNvPr>
                <p:cNvSpPr txBox="1"/>
                <p:nvPr/>
              </p:nvSpPr>
              <p:spPr>
                <a:xfrm flipH="1">
                  <a:off x="6718649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52CE37E8-92FB-4E62-B93D-F6AB2DA8029C}"/>
                    </a:ext>
                  </a:extLst>
                </p:cNvPr>
                <p:cNvSpPr txBox="1"/>
                <p:nvPr/>
              </p:nvSpPr>
              <p:spPr>
                <a:xfrm flipH="1">
                  <a:off x="8349994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294A6AFE-0D06-4251-8C47-A8CAEEBD99C2}"/>
                    </a:ext>
                  </a:extLst>
                </p:cNvPr>
                <p:cNvSpPr txBox="1"/>
                <p:nvPr/>
              </p:nvSpPr>
              <p:spPr>
                <a:xfrm flipH="1">
                  <a:off x="7880091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0DEA5B6A-C331-4E26-B707-9B9C79BE9F6F}"/>
                    </a:ext>
                  </a:extLst>
                </p:cNvPr>
                <p:cNvSpPr txBox="1"/>
                <p:nvPr/>
              </p:nvSpPr>
              <p:spPr>
                <a:xfrm flipH="1">
                  <a:off x="4816590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69F8F61C-BDA1-406A-B94B-BA252D5BA6B2}"/>
                    </a:ext>
                  </a:extLst>
                </p:cNvPr>
                <p:cNvSpPr txBox="1"/>
                <p:nvPr/>
              </p:nvSpPr>
              <p:spPr>
                <a:xfrm flipH="1">
                  <a:off x="4371934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6" name="TextBox 555">
                  <a:extLst>
                    <a:ext uri="{FF2B5EF4-FFF2-40B4-BE49-F238E27FC236}">
                      <a16:creationId xmlns:a16="http://schemas.microsoft.com/office/drawing/2014/main" id="{83AD1ED9-12D0-47FF-AA1D-C77A1ED7D8DA}"/>
                    </a:ext>
                  </a:extLst>
                </p:cNvPr>
                <p:cNvSpPr txBox="1"/>
                <p:nvPr/>
              </p:nvSpPr>
              <p:spPr>
                <a:xfrm flipH="1">
                  <a:off x="5959401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D430348C-E262-40C3-A3A4-F96082FED066}"/>
                    </a:ext>
                  </a:extLst>
                </p:cNvPr>
                <p:cNvSpPr txBox="1"/>
                <p:nvPr/>
              </p:nvSpPr>
              <p:spPr>
                <a:xfrm flipH="1">
                  <a:off x="5527585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F1BD83F3-4864-4BBD-B99B-0C3D588D848D}"/>
                    </a:ext>
                  </a:extLst>
                </p:cNvPr>
                <p:cNvSpPr txBox="1"/>
                <p:nvPr/>
              </p:nvSpPr>
              <p:spPr>
                <a:xfrm flipH="1">
                  <a:off x="242183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E90D88F5-C484-435A-AFB1-0C5DE96353B1}"/>
                    </a:ext>
                  </a:extLst>
                </p:cNvPr>
                <p:cNvSpPr txBox="1"/>
                <p:nvPr/>
              </p:nvSpPr>
              <p:spPr>
                <a:xfrm flipH="1">
                  <a:off x="2113365" y="7771945"/>
                  <a:ext cx="2840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F8ED31D1-36B9-43F1-9A10-D567DA9E2FF7}"/>
                    </a:ext>
                  </a:extLst>
                </p:cNvPr>
                <p:cNvSpPr txBox="1"/>
                <p:nvPr/>
              </p:nvSpPr>
              <p:spPr>
                <a:xfrm flipH="1">
                  <a:off x="3577085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5E3B59BD-234E-40A1-AB84-938C7E3098D4}"/>
                    </a:ext>
                  </a:extLst>
                </p:cNvPr>
                <p:cNvSpPr txBox="1"/>
                <p:nvPr/>
              </p:nvSpPr>
              <p:spPr>
                <a:xfrm flipH="1">
                  <a:off x="3190796" y="7771945"/>
                  <a:ext cx="38504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58ADAC-5916-4F67-BC5C-C84CA81B54AA}"/>
                </a:ext>
              </a:extLst>
            </p:cNvPr>
            <p:cNvGrpSpPr/>
            <p:nvPr/>
          </p:nvGrpSpPr>
          <p:grpSpPr>
            <a:xfrm>
              <a:off x="1779424" y="-378000"/>
              <a:ext cx="9202430" cy="8389575"/>
              <a:chOff x="3120472" y="-1502481"/>
              <a:chExt cx="9202430" cy="8389575"/>
            </a:xfrm>
            <a:solidFill>
              <a:schemeClr val="bg1">
                <a:lumMod val="95000"/>
              </a:schemeClr>
            </a:solidFill>
          </p:grpSpPr>
          <p:sp>
            <p:nvSpPr>
              <p:cNvPr id="1297" name="Isosceles Triangle 1296">
                <a:extLst>
                  <a:ext uri="{FF2B5EF4-FFF2-40B4-BE49-F238E27FC236}">
                    <a16:creationId xmlns:a16="http://schemas.microsoft.com/office/drawing/2014/main" id="{CF253D2B-1958-4A52-B361-BE6FBB651E55}"/>
                  </a:ext>
                </a:extLst>
              </p:cNvPr>
              <p:cNvSpPr/>
              <p:nvPr/>
            </p:nvSpPr>
            <p:spPr>
              <a:xfrm rot="18015380">
                <a:off x="3332934" y="523142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2" name="Isosceles Triangle 1311">
                <a:extLst>
                  <a:ext uri="{FF2B5EF4-FFF2-40B4-BE49-F238E27FC236}">
                    <a16:creationId xmlns:a16="http://schemas.microsoft.com/office/drawing/2014/main" id="{E487F66F-AFA1-434A-97E0-CF436CEF9E6A}"/>
                  </a:ext>
                </a:extLst>
              </p:cNvPr>
              <p:cNvSpPr/>
              <p:nvPr/>
            </p:nvSpPr>
            <p:spPr>
              <a:xfrm rot="7215380">
                <a:off x="3038712" y="574672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1" name="Isosceles Triangle 250">
                <a:extLst>
                  <a:ext uri="{FF2B5EF4-FFF2-40B4-BE49-F238E27FC236}">
                    <a16:creationId xmlns:a16="http://schemas.microsoft.com/office/drawing/2014/main" id="{99A1DA71-91AC-48C9-A2E1-5A5310CF6B3E}"/>
                  </a:ext>
                </a:extLst>
              </p:cNvPr>
              <p:cNvSpPr/>
              <p:nvPr/>
            </p:nvSpPr>
            <p:spPr>
              <a:xfrm rot="18015380">
                <a:off x="4501262" y="52366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2" name="Isosceles Triangle 251">
                <a:extLst>
                  <a:ext uri="{FF2B5EF4-FFF2-40B4-BE49-F238E27FC236}">
                    <a16:creationId xmlns:a16="http://schemas.microsoft.com/office/drawing/2014/main" id="{5FB4A781-CFBF-4FF4-9B05-F253109FDA71}"/>
                  </a:ext>
                </a:extLst>
              </p:cNvPr>
              <p:cNvSpPr/>
              <p:nvPr/>
            </p:nvSpPr>
            <p:spPr>
              <a:xfrm rot="7215380">
                <a:off x="4207039" y="57519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4" name="Isosceles Triangle 253">
                <a:extLst>
                  <a:ext uri="{FF2B5EF4-FFF2-40B4-BE49-F238E27FC236}">
                    <a16:creationId xmlns:a16="http://schemas.microsoft.com/office/drawing/2014/main" id="{BA31C611-AFC6-4333-A3F7-C372510C2EF6}"/>
                  </a:ext>
                </a:extLst>
              </p:cNvPr>
              <p:cNvSpPr/>
              <p:nvPr/>
            </p:nvSpPr>
            <p:spPr>
              <a:xfrm rot="18015380">
                <a:off x="5672542" y="524189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5" name="Isosceles Triangle 254">
                <a:extLst>
                  <a:ext uri="{FF2B5EF4-FFF2-40B4-BE49-F238E27FC236}">
                    <a16:creationId xmlns:a16="http://schemas.microsoft.com/office/drawing/2014/main" id="{CF4F82B3-5997-4C51-B93A-9535455DA079}"/>
                  </a:ext>
                </a:extLst>
              </p:cNvPr>
              <p:cNvSpPr/>
              <p:nvPr/>
            </p:nvSpPr>
            <p:spPr>
              <a:xfrm rot="7215380">
                <a:off x="5378321" y="575719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6" name="Isosceles Triangle 255">
                <a:extLst>
                  <a:ext uri="{FF2B5EF4-FFF2-40B4-BE49-F238E27FC236}">
                    <a16:creationId xmlns:a16="http://schemas.microsoft.com/office/drawing/2014/main" id="{ED232C90-D5F4-43E7-851D-FCB24CB3BF2E}"/>
                  </a:ext>
                </a:extLst>
              </p:cNvPr>
              <p:cNvSpPr/>
              <p:nvPr/>
            </p:nvSpPr>
            <p:spPr>
              <a:xfrm rot="18015380">
                <a:off x="6840870" y="52471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7" name="Isosceles Triangle 256">
                <a:extLst>
                  <a:ext uri="{FF2B5EF4-FFF2-40B4-BE49-F238E27FC236}">
                    <a16:creationId xmlns:a16="http://schemas.microsoft.com/office/drawing/2014/main" id="{C9CB9F55-AD2E-4063-AF7E-64975F4B3802}"/>
                  </a:ext>
                </a:extLst>
              </p:cNvPr>
              <p:cNvSpPr/>
              <p:nvPr/>
            </p:nvSpPr>
            <p:spPr>
              <a:xfrm rot="7215380">
                <a:off x="6546649" y="57624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8" name="Isosceles Triangle 257">
                <a:extLst>
                  <a:ext uri="{FF2B5EF4-FFF2-40B4-BE49-F238E27FC236}">
                    <a16:creationId xmlns:a16="http://schemas.microsoft.com/office/drawing/2014/main" id="{2B6814C8-BD9A-4467-9033-458BF596FD50}"/>
                  </a:ext>
                </a:extLst>
              </p:cNvPr>
              <p:cNvSpPr/>
              <p:nvPr/>
            </p:nvSpPr>
            <p:spPr>
              <a:xfrm rot="18015380">
                <a:off x="8005419" y="525233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9" name="Isosceles Triangle 258">
                <a:extLst>
                  <a:ext uri="{FF2B5EF4-FFF2-40B4-BE49-F238E27FC236}">
                    <a16:creationId xmlns:a16="http://schemas.microsoft.com/office/drawing/2014/main" id="{3EFE35BD-7F02-43CD-A845-89D014B7C188}"/>
                  </a:ext>
                </a:extLst>
              </p:cNvPr>
              <p:cNvSpPr/>
              <p:nvPr/>
            </p:nvSpPr>
            <p:spPr>
              <a:xfrm rot="7215380">
                <a:off x="7711198" y="576763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27B60439-F6FE-443F-9684-5197A2B5716F}"/>
                  </a:ext>
                </a:extLst>
              </p:cNvPr>
              <p:cNvSpPr/>
              <p:nvPr/>
            </p:nvSpPr>
            <p:spPr>
              <a:xfrm rot="18015380">
                <a:off x="9173748" y="52575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C9A6FB0B-2E54-463A-98B6-DEE73A6650DC}"/>
                  </a:ext>
                </a:extLst>
              </p:cNvPr>
              <p:cNvSpPr/>
              <p:nvPr/>
            </p:nvSpPr>
            <p:spPr>
              <a:xfrm rot="7215380">
                <a:off x="8879527" y="57728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4E218CF-16A0-4585-8BE2-913B461BB4F3}"/>
                  </a:ext>
                </a:extLst>
              </p:cNvPr>
              <p:cNvSpPr/>
              <p:nvPr/>
            </p:nvSpPr>
            <p:spPr>
              <a:xfrm rot="18015380">
                <a:off x="10345028" y="526280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06036720-295B-4BA9-87C4-B89D7B9EBBB7}"/>
                  </a:ext>
                </a:extLst>
              </p:cNvPr>
              <p:cNvSpPr/>
              <p:nvPr/>
            </p:nvSpPr>
            <p:spPr>
              <a:xfrm rot="7215380">
                <a:off x="10050807" y="577809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D322D162-67AB-4148-A430-D0B2387E16E2}"/>
                  </a:ext>
                </a:extLst>
              </p:cNvPr>
              <p:cNvSpPr/>
              <p:nvPr/>
            </p:nvSpPr>
            <p:spPr>
              <a:xfrm rot="7215380">
                <a:off x="11219135" y="578332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6" name="Isosceles Triangle 265">
                <a:extLst>
                  <a:ext uri="{FF2B5EF4-FFF2-40B4-BE49-F238E27FC236}">
                    <a16:creationId xmlns:a16="http://schemas.microsoft.com/office/drawing/2014/main" id="{0332AB21-01E2-4E83-ADB7-CF94EC163E75}"/>
                  </a:ext>
                </a:extLst>
              </p:cNvPr>
              <p:cNvSpPr/>
              <p:nvPr/>
            </p:nvSpPr>
            <p:spPr>
              <a:xfrm rot="18015380">
                <a:off x="3932555" y="42040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7" name="Isosceles Triangle 266">
                <a:extLst>
                  <a:ext uri="{FF2B5EF4-FFF2-40B4-BE49-F238E27FC236}">
                    <a16:creationId xmlns:a16="http://schemas.microsoft.com/office/drawing/2014/main" id="{5347B497-8BC0-42A2-959B-0E18E7B3676B}"/>
                  </a:ext>
                </a:extLst>
              </p:cNvPr>
              <p:cNvSpPr/>
              <p:nvPr/>
            </p:nvSpPr>
            <p:spPr>
              <a:xfrm rot="7215380">
                <a:off x="3638333" y="47193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8" name="Isosceles Triangle 267">
                <a:extLst>
                  <a:ext uri="{FF2B5EF4-FFF2-40B4-BE49-F238E27FC236}">
                    <a16:creationId xmlns:a16="http://schemas.microsoft.com/office/drawing/2014/main" id="{2325E20E-1D06-4203-9057-2FCE339FEA95}"/>
                  </a:ext>
                </a:extLst>
              </p:cNvPr>
              <p:cNvSpPr/>
              <p:nvPr/>
            </p:nvSpPr>
            <p:spPr>
              <a:xfrm rot="18015380">
                <a:off x="5100883" y="42092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9" name="Isosceles Triangle 268">
                <a:extLst>
                  <a:ext uri="{FF2B5EF4-FFF2-40B4-BE49-F238E27FC236}">
                    <a16:creationId xmlns:a16="http://schemas.microsoft.com/office/drawing/2014/main" id="{661D214E-CE16-4F18-BE29-D3A5228611C7}"/>
                  </a:ext>
                </a:extLst>
              </p:cNvPr>
              <p:cNvSpPr/>
              <p:nvPr/>
            </p:nvSpPr>
            <p:spPr>
              <a:xfrm rot="7215380">
                <a:off x="4806661" y="472458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BBBBF6E7-95D3-4629-A1BC-6A6A5882EE38}"/>
                  </a:ext>
                </a:extLst>
              </p:cNvPr>
              <p:cNvSpPr/>
              <p:nvPr/>
            </p:nvSpPr>
            <p:spPr>
              <a:xfrm rot="18015380">
                <a:off x="6272163" y="42145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F53DB3BD-09AC-49D4-8A8F-6A3C32E3C516}"/>
                  </a:ext>
                </a:extLst>
              </p:cNvPr>
              <p:cNvSpPr/>
              <p:nvPr/>
            </p:nvSpPr>
            <p:spPr>
              <a:xfrm rot="7215380">
                <a:off x="5977941" y="47298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140A5DD4-3870-4C14-B5C6-72ED0B9A1070}"/>
                  </a:ext>
                </a:extLst>
              </p:cNvPr>
              <p:cNvSpPr/>
              <p:nvPr/>
            </p:nvSpPr>
            <p:spPr>
              <a:xfrm rot="18015380">
                <a:off x="7440491" y="421975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3" name="Isosceles Triangle 272">
                <a:extLst>
                  <a:ext uri="{FF2B5EF4-FFF2-40B4-BE49-F238E27FC236}">
                    <a16:creationId xmlns:a16="http://schemas.microsoft.com/office/drawing/2014/main" id="{AA048DE3-B1BB-4E2B-8661-1057774C7D38}"/>
                  </a:ext>
                </a:extLst>
              </p:cNvPr>
              <p:cNvSpPr/>
              <p:nvPr/>
            </p:nvSpPr>
            <p:spPr>
              <a:xfrm rot="7215380">
                <a:off x="7146270" y="47350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8630D221-6D78-4E38-81EF-61FD28C40D18}"/>
                  </a:ext>
                </a:extLst>
              </p:cNvPr>
              <p:cNvSpPr/>
              <p:nvPr/>
            </p:nvSpPr>
            <p:spPr>
              <a:xfrm rot="18015380">
                <a:off x="8605041" y="42249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0FD63DCF-B5BB-4D41-9CB9-0849C6557A88}"/>
                  </a:ext>
                </a:extLst>
              </p:cNvPr>
              <p:cNvSpPr/>
              <p:nvPr/>
            </p:nvSpPr>
            <p:spPr>
              <a:xfrm rot="7215380">
                <a:off x="8310820" y="47402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6" name="Isosceles Triangle 275">
                <a:extLst>
                  <a:ext uri="{FF2B5EF4-FFF2-40B4-BE49-F238E27FC236}">
                    <a16:creationId xmlns:a16="http://schemas.microsoft.com/office/drawing/2014/main" id="{6DFEEACC-D318-4654-8C31-C8E3288B0F3B}"/>
                  </a:ext>
                </a:extLst>
              </p:cNvPr>
              <p:cNvSpPr/>
              <p:nvPr/>
            </p:nvSpPr>
            <p:spPr>
              <a:xfrm rot="18015380">
                <a:off x="9773369" y="423018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7" name="Isosceles Triangle 276">
                <a:extLst>
                  <a:ext uri="{FF2B5EF4-FFF2-40B4-BE49-F238E27FC236}">
                    <a16:creationId xmlns:a16="http://schemas.microsoft.com/office/drawing/2014/main" id="{44A7A1DA-0899-4193-89BC-F8DA88B82382}"/>
                  </a:ext>
                </a:extLst>
              </p:cNvPr>
              <p:cNvSpPr/>
              <p:nvPr/>
            </p:nvSpPr>
            <p:spPr>
              <a:xfrm rot="7215380">
                <a:off x="9479148" y="474548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9" name="Isosceles Triangle 278">
                <a:extLst>
                  <a:ext uri="{FF2B5EF4-FFF2-40B4-BE49-F238E27FC236}">
                    <a16:creationId xmlns:a16="http://schemas.microsoft.com/office/drawing/2014/main" id="{F447B7CD-8A0B-4173-A1EF-D56A89FFFBC6}"/>
                  </a:ext>
                </a:extLst>
              </p:cNvPr>
              <p:cNvSpPr/>
              <p:nvPr/>
            </p:nvSpPr>
            <p:spPr>
              <a:xfrm rot="7215380">
                <a:off x="10650428" y="475072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2" name="Isosceles Triangle 311">
                <a:extLst>
                  <a:ext uri="{FF2B5EF4-FFF2-40B4-BE49-F238E27FC236}">
                    <a16:creationId xmlns:a16="http://schemas.microsoft.com/office/drawing/2014/main" id="{1046D1F8-EB00-4EEA-8C09-A4E0E980B376}"/>
                  </a:ext>
                </a:extLst>
              </p:cNvPr>
              <p:cNvSpPr/>
              <p:nvPr/>
            </p:nvSpPr>
            <p:spPr>
              <a:xfrm rot="18015380">
                <a:off x="4510453" y="318217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3" name="Isosceles Triangle 312">
                <a:extLst>
                  <a:ext uri="{FF2B5EF4-FFF2-40B4-BE49-F238E27FC236}">
                    <a16:creationId xmlns:a16="http://schemas.microsoft.com/office/drawing/2014/main" id="{AD09F0F6-2961-4BAD-BCE5-47B198C3B945}"/>
                  </a:ext>
                </a:extLst>
              </p:cNvPr>
              <p:cNvSpPr/>
              <p:nvPr/>
            </p:nvSpPr>
            <p:spPr>
              <a:xfrm rot="7215380">
                <a:off x="4216232" y="369747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4" name="Isosceles Triangle 313">
                <a:extLst>
                  <a:ext uri="{FF2B5EF4-FFF2-40B4-BE49-F238E27FC236}">
                    <a16:creationId xmlns:a16="http://schemas.microsoft.com/office/drawing/2014/main" id="{BD632088-D1B8-4D36-BFCC-071EAB22A3C5}"/>
                  </a:ext>
                </a:extLst>
              </p:cNvPr>
              <p:cNvSpPr/>
              <p:nvPr/>
            </p:nvSpPr>
            <p:spPr>
              <a:xfrm rot="18015380">
                <a:off x="5681733" y="318741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5" name="Isosceles Triangle 314">
                <a:extLst>
                  <a:ext uri="{FF2B5EF4-FFF2-40B4-BE49-F238E27FC236}">
                    <a16:creationId xmlns:a16="http://schemas.microsoft.com/office/drawing/2014/main" id="{0E8357A3-616A-4B81-9C51-4FE62176254C}"/>
                  </a:ext>
                </a:extLst>
              </p:cNvPr>
              <p:cNvSpPr/>
              <p:nvPr/>
            </p:nvSpPr>
            <p:spPr>
              <a:xfrm rot="7215380">
                <a:off x="5387512" y="370271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6" name="Isosceles Triangle 315">
                <a:extLst>
                  <a:ext uri="{FF2B5EF4-FFF2-40B4-BE49-F238E27FC236}">
                    <a16:creationId xmlns:a16="http://schemas.microsoft.com/office/drawing/2014/main" id="{35DF92E9-B15A-4896-9C6C-2240F5AE8ED0}"/>
                  </a:ext>
                </a:extLst>
              </p:cNvPr>
              <p:cNvSpPr/>
              <p:nvPr/>
            </p:nvSpPr>
            <p:spPr>
              <a:xfrm rot="18015380">
                <a:off x="6850061" y="31926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7" name="Isosceles Triangle 316">
                <a:extLst>
                  <a:ext uri="{FF2B5EF4-FFF2-40B4-BE49-F238E27FC236}">
                    <a16:creationId xmlns:a16="http://schemas.microsoft.com/office/drawing/2014/main" id="{F6026633-3352-43F9-BF71-E62315CF0A03}"/>
                  </a:ext>
                </a:extLst>
              </p:cNvPr>
              <p:cNvSpPr/>
              <p:nvPr/>
            </p:nvSpPr>
            <p:spPr>
              <a:xfrm rot="7215380">
                <a:off x="6555840" y="370794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8" name="Isosceles Triangle 317">
                <a:extLst>
                  <a:ext uri="{FF2B5EF4-FFF2-40B4-BE49-F238E27FC236}">
                    <a16:creationId xmlns:a16="http://schemas.microsoft.com/office/drawing/2014/main" id="{47500C9A-75A6-416C-81E8-D81626321B63}"/>
                  </a:ext>
                </a:extLst>
              </p:cNvPr>
              <p:cNvSpPr/>
              <p:nvPr/>
            </p:nvSpPr>
            <p:spPr>
              <a:xfrm rot="18015380">
                <a:off x="8014612" y="319785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19" name="Isosceles Triangle 318">
                <a:extLst>
                  <a:ext uri="{FF2B5EF4-FFF2-40B4-BE49-F238E27FC236}">
                    <a16:creationId xmlns:a16="http://schemas.microsoft.com/office/drawing/2014/main" id="{99F3E528-CE90-4FB6-B742-F06403424332}"/>
                  </a:ext>
                </a:extLst>
              </p:cNvPr>
              <p:cNvSpPr/>
              <p:nvPr/>
            </p:nvSpPr>
            <p:spPr>
              <a:xfrm rot="7215380">
                <a:off x="7720390" y="371315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0" name="Isosceles Triangle 319">
                <a:extLst>
                  <a:ext uri="{FF2B5EF4-FFF2-40B4-BE49-F238E27FC236}">
                    <a16:creationId xmlns:a16="http://schemas.microsoft.com/office/drawing/2014/main" id="{52225C92-3611-4A32-871B-A8FF3BF88F9D}"/>
                  </a:ext>
                </a:extLst>
              </p:cNvPr>
              <p:cNvSpPr/>
              <p:nvPr/>
            </p:nvSpPr>
            <p:spPr>
              <a:xfrm rot="18015380">
                <a:off x="9182940" y="32030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14E393B2-38E9-406F-83A1-46A0F5F5B992}"/>
                  </a:ext>
                </a:extLst>
              </p:cNvPr>
              <p:cNvSpPr/>
              <p:nvPr/>
            </p:nvSpPr>
            <p:spPr>
              <a:xfrm rot="7215380">
                <a:off x="8888717" y="37183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153CD39-CD7D-4915-B1BF-D86F83CD29BC}"/>
                  </a:ext>
                </a:extLst>
              </p:cNvPr>
              <p:cNvSpPr/>
              <p:nvPr/>
            </p:nvSpPr>
            <p:spPr>
              <a:xfrm rot="7215380">
                <a:off x="10059998" y="37236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8" name="Isosceles Triangle 327">
                <a:extLst>
                  <a:ext uri="{FF2B5EF4-FFF2-40B4-BE49-F238E27FC236}">
                    <a16:creationId xmlns:a16="http://schemas.microsoft.com/office/drawing/2014/main" id="{B2721B88-3FF0-4589-9F70-8A8BE52272EA}"/>
                  </a:ext>
                </a:extLst>
              </p:cNvPr>
              <p:cNvSpPr/>
              <p:nvPr/>
            </p:nvSpPr>
            <p:spPr>
              <a:xfrm rot="18015380">
                <a:off x="5110075" y="215480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9" name="Isosceles Triangle 328">
                <a:extLst>
                  <a:ext uri="{FF2B5EF4-FFF2-40B4-BE49-F238E27FC236}">
                    <a16:creationId xmlns:a16="http://schemas.microsoft.com/office/drawing/2014/main" id="{A80D5B11-C6E2-4EAE-AF3D-36FCBC2E5DF9}"/>
                  </a:ext>
                </a:extLst>
              </p:cNvPr>
              <p:cNvSpPr/>
              <p:nvPr/>
            </p:nvSpPr>
            <p:spPr>
              <a:xfrm rot="7215380">
                <a:off x="4815853" y="267010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0" name="Isosceles Triangle 329">
                <a:extLst>
                  <a:ext uri="{FF2B5EF4-FFF2-40B4-BE49-F238E27FC236}">
                    <a16:creationId xmlns:a16="http://schemas.microsoft.com/office/drawing/2014/main" id="{0FF9B73A-AB73-4D45-A55D-582EB994053A}"/>
                  </a:ext>
                </a:extLst>
              </p:cNvPr>
              <p:cNvSpPr/>
              <p:nvPr/>
            </p:nvSpPr>
            <p:spPr>
              <a:xfrm rot="18015380">
                <a:off x="6281354" y="216004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1" name="Isosceles Triangle 330">
                <a:extLst>
                  <a:ext uri="{FF2B5EF4-FFF2-40B4-BE49-F238E27FC236}">
                    <a16:creationId xmlns:a16="http://schemas.microsoft.com/office/drawing/2014/main" id="{2427A09B-84C7-4AA1-8CAB-03723331FB58}"/>
                  </a:ext>
                </a:extLst>
              </p:cNvPr>
              <p:cNvSpPr/>
              <p:nvPr/>
            </p:nvSpPr>
            <p:spPr>
              <a:xfrm rot="7215380">
                <a:off x="5987133" y="26753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2" name="Isosceles Triangle 331">
                <a:extLst>
                  <a:ext uri="{FF2B5EF4-FFF2-40B4-BE49-F238E27FC236}">
                    <a16:creationId xmlns:a16="http://schemas.microsoft.com/office/drawing/2014/main" id="{1EB2E021-4A7D-4EAF-B0E2-E1CCCDE3602A}"/>
                  </a:ext>
                </a:extLst>
              </p:cNvPr>
              <p:cNvSpPr/>
              <p:nvPr/>
            </p:nvSpPr>
            <p:spPr>
              <a:xfrm rot="18015380">
                <a:off x="7449683" y="216527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3" name="Isosceles Triangle 332">
                <a:extLst>
                  <a:ext uri="{FF2B5EF4-FFF2-40B4-BE49-F238E27FC236}">
                    <a16:creationId xmlns:a16="http://schemas.microsoft.com/office/drawing/2014/main" id="{B7016380-4ABC-4BA1-8928-FF2B3F1BABD4}"/>
                  </a:ext>
                </a:extLst>
              </p:cNvPr>
              <p:cNvSpPr/>
              <p:nvPr/>
            </p:nvSpPr>
            <p:spPr>
              <a:xfrm rot="7215380">
                <a:off x="7155462" y="268056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34" name="Isosceles Triangle 333">
                <a:extLst>
                  <a:ext uri="{FF2B5EF4-FFF2-40B4-BE49-F238E27FC236}">
                    <a16:creationId xmlns:a16="http://schemas.microsoft.com/office/drawing/2014/main" id="{77458D3C-1E66-448A-A7E4-01E95218A141}"/>
                  </a:ext>
                </a:extLst>
              </p:cNvPr>
              <p:cNvSpPr/>
              <p:nvPr/>
            </p:nvSpPr>
            <p:spPr>
              <a:xfrm rot="18015380">
                <a:off x="8614232" y="21704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5" name="Isosceles Triangle 334">
                <a:extLst>
                  <a:ext uri="{FF2B5EF4-FFF2-40B4-BE49-F238E27FC236}">
                    <a16:creationId xmlns:a16="http://schemas.microsoft.com/office/drawing/2014/main" id="{6C124C98-C181-48AC-8459-9E5A2384D737}"/>
                  </a:ext>
                </a:extLst>
              </p:cNvPr>
              <p:cNvSpPr/>
              <p:nvPr/>
            </p:nvSpPr>
            <p:spPr>
              <a:xfrm rot="7215380">
                <a:off x="8320011" y="26857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8" name="Isosceles Triangle 337">
                <a:extLst>
                  <a:ext uri="{FF2B5EF4-FFF2-40B4-BE49-F238E27FC236}">
                    <a16:creationId xmlns:a16="http://schemas.microsoft.com/office/drawing/2014/main" id="{2F209BFF-526F-4A77-9331-AD3637D41769}"/>
                  </a:ext>
                </a:extLst>
              </p:cNvPr>
              <p:cNvSpPr/>
              <p:nvPr/>
            </p:nvSpPr>
            <p:spPr>
              <a:xfrm rot="7215380">
                <a:off x="9488339" y="269100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0" name="Isosceles Triangle 349">
                <a:extLst>
                  <a:ext uri="{FF2B5EF4-FFF2-40B4-BE49-F238E27FC236}">
                    <a16:creationId xmlns:a16="http://schemas.microsoft.com/office/drawing/2014/main" id="{356D1BEF-CE56-4ED3-801C-416BDAB575C4}"/>
                  </a:ext>
                </a:extLst>
              </p:cNvPr>
              <p:cNvSpPr/>
              <p:nvPr/>
            </p:nvSpPr>
            <p:spPr>
              <a:xfrm rot="18015380">
                <a:off x="5690913" y="11356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1" name="Isosceles Triangle 350">
                <a:extLst>
                  <a:ext uri="{FF2B5EF4-FFF2-40B4-BE49-F238E27FC236}">
                    <a16:creationId xmlns:a16="http://schemas.microsoft.com/office/drawing/2014/main" id="{276502FF-6521-4638-A51A-5A6548B37723}"/>
                  </a:ext>
                </a:extLst>
              </p:cNvPr>
              <p:cNvSpPr/>
              <p:nvPr/>
            </p:nvSpPr>
            <p:spPr>
              <a:xfrm rot="7215380">
                <a:off x="5396691" y="165098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2" name="Isosceles Triangle 351">
                <a:extLst>
                  <a:ext uri="{FF2B5EF4-FFF2-40B4-BE49-F238E27FC236}">
                    <a16:creationId xmlns:a16="http://schemas.microsoft.com/office/drawing/2014/main" id="{6C996F66-73A6-456E-AAF4-9DB2CA49AB70}"/>
                  </a:ext>
                </a:extLst>
              </p:cNvPr>
              <p:cNvSpPr/>
              <p:nvPr/>
            </p:nvSpPr>
            <p:spPr>
              <a:xfrm rot="18015380">
                <a:off x="6859241" y="114091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3" name="Isosceles Triangle 352">
                <a:extLst>
                  <a:ext uri="{FF2B5EF4-FFF2-40B4-BE49-F238E27FC236}">
                    <a16:creationId xmlns:a16="http://schemas.microsoft.com/office/drawing/2014/main" id="{1E603D23-4931-4D8F-B75C-CF230A84153B}"/>
                  </a:ext>
                </a:extLst>
              </p:cNvPr>
              <p:cNvSpPr/>
              <p:nvPr/>
            </p:nvSpPr>
            <p:spPr>
              <a:xfrm rot="7215380">
                <a:off x="6565020" y="165620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4" name="Isosceles Triangle 353">
                <a:extLst>
                  <a:ext uri="{FF2B5EF4-FFF2-40B4-BE49-F238E27FC236}">
                    <a16:creationId xmlns:a16="http://schemas.microsoft.com/office/drawing/2014/main" id="{80F9F045-D673-4846-ABB6-8C1033E806C6}"/>
                  </a:ext>
                </a:extLst>
              </p:cNvPr>
              <p:cNvSpPr/>
              <p:nvPr/>
            </p:nvSpPr>
            <p:spPr>
              <a:xfrm rot="18015380">
                <a:off x="8023790" y="114612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5" name="Isosceles Triangle 354">
                <a:extLst>
                  <a:ext uri="{FF2B5EF4-FFF2-40B4-BE49-F238E27FC236}">
                    <a16:creationId xmlns:a16="http://schemas.microsoft.com/office/drawing/2014/main" id="{4AE2B701-445C-425B-847B-276713ED1E2D}"/>
                  </a:ext>
                </a:extLst>
              </p:cNvPr>
              <p:cNvSpPr/>
              <p:nvPr/>
            </p:nvSpPr>
            <p:spPr>
              <a:xfrm rot="7215380">
                <a:off x="7729568" y="16614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7" name="Isosceles Triangle 356">
                <a:extLst>
                  <a:ext uri="{FF2B5EF4-FFF2-40B4-BE49-F238E27FC236}">
                    <a16:creationId xmlns:a16="http://schemas.microsoft.com/office/drawing/2014/main" id="{082707E9-D931-4E7B-86BB-9F153C322CCD}"/>
                  </a:ext>
                </a:extLst>
              </p:cNvPr>
              <p:cNvSpPr/>
              <p:nvPr/>
            </p:nvSpPr>
            <p:spPr>
              <a:xfrm rot="7215380">
                <a:off x="8897897" y="1666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6" name="Isosceles Triangle 365">
                <a:extLst>
                  <a:ext uri="{FF2B5EF4-FFF2-40B4-BE49-F238E27FC236}">
                    <a16:creationId xmlns:a16="http://schemas.microsoft.com/office/drawing/2014/main" id="{432C4A72-6170-4BCF-97C7-692A3EB0268A}"/>
                  </a:ext>
                </a:extLst>
              </p:cNvPr>
              <p:cNvSpPr/>
              <p:nvPr/>
            </p:nvSpPr>
            <p:spPr>
              <a:xfrm rot="18015380">
                <a:off x="6290534" y="1083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7" name="Isosceles Triangle 366">
                <a:extLst>
                  <a:ext uri="{FF2B5EF4-FFF2-40B4-BE49-F238E27FC236}">
                    <a16:creationId xmlns:a16="http://schemas.microsoft.com/office/drawing/2014/main" id="{69762A5F-B9D4-4931-B4E9-5B4D7F11EEFC}"/>
                  </a:ext>
                </a:extLst>
              </p:cNvPr>
              <p:cNvSpPr/>
              <p:nvPr/>
            </p:nvSpPr>
            <p:spPr>
              <a:xfrm rot="7215380">
                <a:off x="5996313" y="6236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8" name="Isosceles Triangle 367">
                <a:extLst>
                  <a:ext uri="{FF2B5EF4-FFF2-40B4-BE49-F238E27FC236}">
                    <a16:creationId xmlns:a16="http://schemas.microsoft.com/office/drawing/2014/main" id="{4BC5DD8C-6D6A-4822-BEED-BBEB2EB17F0D}"/>
                  </a:ext>
                </a:extLst>
              </p:cNvPr>
              <p:cNvSpPr/>
              <p:nvPr/>
            </p:nvSpPr>
            <p:spPr>
              <a:xfrm rot="18015380">
                <a:off x="7458863" y="11353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9" name="Isosceles Triangle 368">
                <a:extLst>
                  <a:ext uri="{FF2B5EF4-FFF2-40B4-BE49-F238E27FC236}">
                    <a16:creationId xmlns:a16="http://schemas.microsoft.com/office/drawing/2014/main" id="{2DFCEFBE-02A8-4C97-AE4D-76DFE70AA01F}"/>
                  </a:ext>
                </a:extLst>
              </p:cNvPr>
              <p:cNvSpPr/>
              <p:nvPr/>
            </p:nvSpPr>
            <p:spPr>
              <a:xfrm rot="7215380">
                <a:off x="7164641" y="62883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1" name="Isosceles Triangle 370">
                <a:extLst>
                  <a:ext uri="{FF2B5EF4-FFF2-40B4-BE49-F238E27FC236}">
                    <a16:creationId xmlns:a16="http://schemas.microsoft.com/office/drawing/2014/main" id="{A82F5B71-795F-4082-B95A-02C0A084A6ED}"/>
                  </a:ext>
                </a:extLst>
              </p:cNvPr>
              <p:cNvSpPr/>
              <p:nvPr/>
            </p:nvSpPr>
            <p:spPr>
              <a:xfrm rot="7215380">
                <a:off x="8329190" y="6340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6" name="Isosceles Triangle 385">
                <a:extLst>
                  <a:ext uri="{FF2B5EF4-FFF2-40B4-BE49-F238E27FC236}">
                    <a16:creationId xmlns:a16="http://schemas.microsoft.com/office/drawing/2014/main" id="{713B6252-9296-4EDF-A59C-817FDD4EC1D6}"/>
                  </a:ext>
                </a:extLst>
              </p:cNvPr>
              <p:cNvSpPr/>
              <p:nvPr/>
            </p:nvSpPr>
            <p:spPr>
              <a:xfrm rot="18015380">
                <a:off x="6868411" y="-908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7" name="Isosceles Triangle 386">
                <a:extLst>
                  <a:ext uri="{FF2B5EF4-FFF2-40B4-BE49-F238E27FC236}">
                    <a16:creationId xmlns:a16="http://schemas.microsoft.com/office/drawing/2014/main" id="{16FE8958-4EC9-43BB-BB3D-75DD74E3ABC6}"/>
                  </a:ext>
                </a:extLst>
              </p:cNvPr>
              <p:cNvSpPr/>
              <p:nvPr/>
            </p:nvSpPr>
            <p:spPr>
              <a:xfrm rot="7215380">
                <a:off x="6574189" y="-3933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9" name="Isosceles Triangle 388">
                <a:extLst>
                  <a:ext uri="{FF2B5EF4-FFF2-40B4-BE49-F238E27FC236}">
                    <a16:creationId xmlns:a16="http://schemas.microsoft.com/office/drawing/2014/main" id="{4865C1BC-380C-4A83-9AB0-580176922150}"/>
                  </a:ext>
                </a:extLst>
              </p:cNvPr>
              <p:cNvSpPr/>
              <p:nvPr/>
            </p:nvSpPr>
            <p:spPr>
              <a:xfrm rot="7215380">
                <a:off x="7738739" y="-38813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3" name="Isosceles Triangle 402">
                <a:extLst>
                  <a:ext uri="{FF2B5EF4-FFF2-40B4-BE49-F238E27FC236}">
                    <a16:creationId xmlns:a16="http://schemas.microsoft.com/office/drawing/2014/main" id="{2A60C586-5919-41A4-AD0D-6F11DA619E47}"/>
                  </a:ext>
                </a:extLst>
              </p:cNvPr>
              <p:cNvSpPr/>
              <p:nvPr/>
            </p:nvSpPr>
            <p:spPr>
              <a:xfrm rot="7215380">
                <a:off x="7173810" y="-14207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24C9673-577C-4C32-A21E-48AF0AD189C9}"/>
                </a:ext>
              </a:extLst>
            </p:cNvPr>
            <p:cNvGrpSpPr/>
            <p:nvPr/>
          </p:nvGrpSpPr>
          <p:grpSpPr>
            <a:xfrm>
              <a:off x="1550358" y="-554733"/>
              <a:ext cx="9361888" cy="8231023"/>
              <a:chOff x="1550358" y="-554733"/>
              <a:chExt cx="9361888" cy="8231023"/>
            </a:xfrm>
          </p:grpSpPr>
          <p:cxnSp>
            <p:nvCxnSpPr>
              <p:cNvPr id="1263" name="Straight Connector 1262">
                <a:extLst>
                  <a:ext uri="{FF2B5EF4-FFF2-40B4-BE49-F238E27FC236}">
                    <a16:creationId xmlns:a16="http://schemas.microsoft.com/office/drawing/2014/main" id="{7035B044-781E-4369-8F15-C236393FA107}"/>
                  </a:ext>
                </a:extLst>
              </p:cNvPr>
              <p:cNvCxnSpPr>
                <a:cxnSpLocks/>
                <a:stCxn id="357" idx="0"/>
                <a:endCxn id="328" idx="0"/>
              </p:cNvCxnSpPr>
              <p:nvPr/>
            </p:nvCxnSpPr>
            <p:spPr>
              <a:xfrm flipH="1" flipV="1">
                <a:off x="3920396" y="3532809"/>
                <a:ext cx="4670612" cy="26802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32A17F53-CB6C-4D60-B673-851103CFBE3C}"/>
                  </a:ext>
                </a:extLst>
              </p:cNvPr>
              <p:cNvCxnSpPr>
                <a:cxnSpLocks/>
                <a:stCxn id="259" idx="4"/>
                <a:endCxn id="338" idx="2"/>
              </p:cNvCxnSpPr>
              <p:nvPr/>
            </p:nvCxnSpPr>
            <p:spPr>
              <a:xfrm flipV="1">
                <a:off x="6222844" y="3556994"/>
                <a:ext cx="2374492" cy="4100660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36C84A34-9CB5-477D-B4AA-913434DDE6B4}"/>
                  </a:ext>
                </a:extLst>
              </p:cNvPr>
              <p:cNvCxnSpPr>
                <a:cxnSpLocks/>
                <a:stCxn id="259" idx="4"/>
                <a:endCxn id="329" idx="2"/>
              </p:cNvCxnSpPr>
              <p:nvPr/>
            </p:nvCxnSpPr>
            <p:spPr>
              <a:xfrm flipH="1" flipV="1">
                <a:off x="3924850" y="3536090"/>
                <a:ext cx="2297994" cy="412156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255D122D-DC9C-4D7A-8138-369643F779CC}"/>
                  </a:ext>
                </a:extLst>
              </p:cNvPr>
              <p:cNvCxnSpPr>
                <a:cxnSpLocks/>
                <a:stCxn id="261" idx="4"/>
                <a:endCxn id="257" idx="4"/>
              </p:cNvCxnSpPr>
              <p:nvPr/>
            </p:nvCxnSpPr>
            <p:spPr>
              <a:xfrm flipH="1" flipV="1">
                <a:off x="5058295" y="7652444"/>
                <a:ext cx="2332878" cy="10437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4B5C4A95-41E5-49FD-94AA-4781E14333EE}"/>
                  </a:ext>
                </a:extLst>
              </p:cNvPr>
              <p:cNvCxnSpPr>
                <a:cxnSpLocks/>
                <a:stCxn id="353" idx="4"/>
                <a:endCxn id="369" idx="4"/>
              </p:cNvCxnSpPr>
              <p:nvPr/>
            </p:nvCxnSpPr>
            <p:spPr>
              <a:xfrm flipV="1">
                <a:off x="5076666" y="2518860"/>
                <a:ext cx="599621" cy="10273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CE50BF5-1229-4FD5-B0CE-17CF00358C3A}"/>
                  </a:ext>
                </a:extLst>
              </p:cNvPr>
              <p:cNvCxnSpPr>
                <a:cxnSpLocks/>
                <a:stCxn id="389" idx="4"/>
                <a:endCxn id="334" idx="0"/>
              </p:cNvCxnSpPr>
              <p:nvPr/>
            </p:nvCxnSpPr>
            <p:spPr>
              <a:xfrm>
                <a:off x="6250385" y="1501884"/>
                <a:ext cx="1174168" cy="204660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17EF1A0-6B0C-4B97-B4C2-4393F514F70C}"/>
                  </a:ext>
                </a:extLst>
              </p:cNvPr>
              <p:cNvCxnSpPr>
                <a:cxnSpLocks/>
                <a:stCxn id="355" idx="2"/>
                <a:endCxn id="333" idx="4"/>
              </p:cNvCxnSpPr>
              <p:nvPr/>
            </p:nvCxnSpPr>
            <p:spPr>
              <a:xfrm flipH="1">
                <a:off x="5667108" y="2527407"/>
                <a:ext cx="1171457" cy="204318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723AFEC-C393-4151-8F4D-8FB6D6CD9529}"/>
                  </a:ext>
                </a:extLst>
              </p:cNvPr>
              <p:cNvCxnSpPr>
                <a:cxnSpLocks/>
                <a:stCxn id="335" idx="4"/>
                <a:endCxn id="275" idx="2"/>
              </p:cNvCxnSpPr>
              <p:nvPr/>
            </p:nvCxnSpPr>
            <p:spPr>
              <a:xfrm>
                <a:off x="6831657" y="4575802"/>
                <a:ext cx="588160" cy="10304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5B1E2BB2-8EA2-4BA9-9672-99CCD3DD4A6F}"/>
                  </a:ext>
                </a:extLst>
              </p:cNvPr>
              <p:cNvCxnSpPr>
                <a:cxnSpLocks/>
                <a:stCxn id="369" idx="4"/>
                <a:endCxn id="389" idx="4"/>
              </p:cNvCxnSpPr>
              <p:nvPr/>
            </p:nvCxnSpPr>
            <p:spPr>
              <a:xfrm flipV="1">
                <a:off x="5676287" y="1501884"/>
                <a:ext cx="574098" cy="101697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714314B3-E87E-4C2F-A1E1-0CC1CB98B5CE}"/>
                  </a:ext>
                </a:extLst>
              </p:cNvPr>
              <p:cNvCxnSpPr>
                <a:cxnSpLocks/>
                <a:stCxn id="259" idx="2"/>
                <a:endCxn id="273" idx="4"/>
              </p:cNvCxnSpPr>
              <p:nvPr/>
            </p:nvCxnSpPr>
            <p:spPr>
              <a:xfrm flipH="1" flipV="1">
                <a:off x="5657916" y="6625071"/>
                <a:ext cx="1162279" cy="854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6AB090DD-E892-4368-8EA9-C2BB55970F21}"/>
                  </a:ext>
                </a:extLst>
              </p:cNvPr>
              <p:cNvCxnSpPr>
                <a:cxnSpLocks/>
                <a:stCxn id="319" idx="4"/>
                <a:endCxn id="317" idx="2"/>
              </p:cNvCxnSpPr>
              <p:nvPr/>
            </p:nvCxnSpPr>
            <p:spPr>
              <a:xfrm flipH="1" flipV="1">
                <a:off x="5664837" y="4573930"/>
                <a:ext cx="567199" cy="10292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560AB98-19D3-4706-89EB-962F6A18C537}"/>
                  </a:ext>
                </a:extLst>
              </p:cNvPr>
              <p:cNvCxnSpPr>
                <a:cxnSpLocks/>
                <a:stCxn id="319" idx="4"/>
                <a:endCxn id="259" idx="2"/>
              </p:cNvCxnSpPr>
              <p:nvPr/>
            </p:nvCxnSpPr>
            <p:spPr>
              <a:xfrm>
                <a:off x="6232036" y="5603174"/>
                <a:ext cx="588159" cy="103044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00883D46-23EE-427D-B0DA-7BA6EABE7DA6}"/>
                  </a:ext>
                </a:extLst>
              </p:cNvPr>
              <p:cNvCxnSpPr>
                <a:cxnSpLocks/>
                <a:stCxn id="331" idx="4"/>
                <a:endCxn id="353" idx="4"/>
              </p:cNvCxnSpPr>
              <p:nvPr/>
            </p:nvCxnSpPr>
            <p:spPr>
              <a:xfrm flipV="1">
                <a:off x="4498779" y="3546232"/>
                <a:ext cx="577887" cy="101913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97ECFDA-1329-4DAB-A355-3C7337620BF6}"/>
                  </a:ext>
                </a:extLst>
              </p:cNvPr>
              <p:cNvCxnSpPr>
                <a:cxnSpLocks/>
                <a:stCxn id="317" idx="4"/>
                <a:endCxn id="333" idx="4"/>
              </p:cNvCxnSpPr>
              <p:nvPr/>
            </p:nvCxnSpPr>
            <p:spPr>
              <a:xfrm flipV="1">
                <a:off x="5067486" y="4570592"/>
                <a:ext cx="599622" cy="102737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516AFC0-70DB-43C2-855F-98D90F607259}"/>
                  </a:ext>
                </a:extLst>
              </p:cNvPr>
              <p:cNvCxnSpPr>
                <a:cxnSpLocks/>
                <a:stCxn id="273" idx="4"/>
                <a:endCxn id="317" idx="4"/>
              </p:cNvCxnSpPr>
              <p:nvPr/>
            </p:nvCxnSpPr>
            <p:spPr>
              <a:xfrm flipH="1" flipV="1">
                <a:off x="5067486" y="5597965"/>
                <a:ext cx="590430" cy="102710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044FD7F-7D9E-4502-AE08-C580D37F192C}"/>
                  </a:ext>
                </a:extLst>
              </p:cNvPr>
              <p:cNvCxnSpPr>
                <a:cxnSpLocks/>
                <a:stCxn id="275" idx="2"/>
                <a:endCxn id="275" idx="4"/>
              </p:cNvCxnSpPr>
              <p:nvPr/>
            </p:nvCxnSpPr>
            <p:spPr>
              <a:xfrm flipH="1">
                <a:off x="6822466" y="5606246"/>
                <a:ext cx="597351" cy="102403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32B4F78C-6296-4EC2-95CA-C5C42C0C22A2}"/>
                  </a:ext>
                </a:extLst>
              </p:cNvPr>
              <p:cNvCxnSpPr>
                <a:cxnSpLocks/>
                <a:stCxn id="315" idx="4"/>
                <a:endCxn id="331" idx="4"/>
              </p:cNvCxnSpPr>
              <p:nvPr/>
            </p:nvCxnSpPr>
            <p:spPr>
              <a:xfrm flipV="1">
                <a:off x="3899158" y="4565366"/>
                <a:ext cx="599621" cy="10273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B767156A-9401-4E1B-A43D-0E39EF2F1B12}"/>
                  </a:ext>
                </a:extLst>
              </p:cNvPr>
              <p:cNvCxnSpPr>
                <a:cxnSpLocks/>
                <a:stCxn id="335" idx="4"/>
                <a:endCxn id="357" idx="4"/>
              </p:cNvCxnSpPr>
              <p:nvPr/>
            </p:nvCxnSpPr>
            <p:spPr>
              <a:xfrm flipV="1">
                <a:off x="6831657" y="3556670"/>
                <a:ext cx="577886" cy="101913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1B38D221-AC2D-4EDC-9F69-092CEF12BEBB}"/>
                  </a:ext>
                </a:extLst>
              </p:cNvPr>
              <p:cNvCxnSpPr>
                <a:cxnSpLocks/>
                <a:stCxn id="323" idx="4"/>
                <a:endCxn id="357" idx="4"/>
              </p:cNvCxnSpPr>
              <p:nvPr/>
            </p:nvCxnSpPr>
            <p:spPr>
              <a:xfrm flipH="1" flipV="1">
                <a:off x="7409543" y="3556670"/>
                <a:ext cx="1162101" cy="20569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8495A17-4B63-4302-A3D8-277D43EF16BB}"/>
                  </a:ext>
                </a:extLst>
              </p:cNvPr>
              <p:cNvCxnSpPr>
                <a:cxnSpLocks/>
                <a:stCxn id="261" idx="4"/>
                <a:endCxn id="321" idx="0"/>
              </p:cNvCxnSpPr>
              <p:nvPr/>
            </p:nvCxnSpPr>
            <p:spPr>
              <a:xfrm flipV="1">
                <a:off x="7391173" y="5611343"/>
                <a:ext cx="1190655" cy="205153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02FB77C7-3C0F-45D4-91D8-94321E02FF61}"/>
                  </a:ext>
                </a:extLst>
              </p:cNvPr>
              <p:cNvCxnSpPr>
                <a:cxnSpLocks/>
                <a:stCxn id="315" idx="4"/>
                <a:endCxn id="271" idx="4"/>
              </p:cNvCxnSpPr>
              <p:nvPr/>
            </p:nvCxnSpPr>
            <p:spPr>
              <a:xfrm>
                <a:off x="3899158" y="5592738"/>
                <a:ext cx="590429" cy="102710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8971A6C-228B-4C56-BCF2-99B92DC1C7A2}"/>
                  </a:ext>
                </a:extLst>
              </p:cNvPr>
              <p:cNvCxnSpPr>
                <a:cxnSpLocks/>
                <a:stCxn id="265" idx="4"/>
                <a:endCxn id="265" idx="0"/>
              </p:cNvCxnSpPr>
              <p:nvPr/>
            </p:nvCxnSpPr>
            <p:spPr>
              <a:xfrm>
                <a:off x="9730781" y="7673349"/>
                <a:ext cx="1181465" cy="2941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A4451F4E-319A-4D3E-A6F7-16C2B9A2EED3}"/>
                  </a:ext>
                </a:extLst>
              </p:cNvPr>
              <p:cNvCxnSpPr>
                <a:cxnSpLocks/>
                <a:stCxn id="1312" idx="4"/>
                <a:endCxn id="257" idx="4"/>
              </p:cNvCxnSpPr>
              <p:nvPr/>
            </p:nvCxnSpPr>
            <p:spPr>
              <a:xfrm>
                <a:off x="1550358" y="7636750"/>
                <a:ext cx="3507937" cy="1569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72945F5D-23A0-46E2-B6A2-F1A72016B47E}"/>
                  </a:ext>
                </a:extLst>
              </p:cNvPr>
              <p:cNvCxnSpPr>
                <a:cxnSpLocks/>
                <a:stCxn id="261" idx="4"/>
                <a:endCxn id="263" idx="0"/>
              </p:cNvCxnSpPr>
              <p:nvPr/>
            </p:nvCxnSpPr>
            <p:spPr>
              <a:xfrm>
                <a:off x="7391173" y="7662881"/>
                <a:ext cx="2352745" cy="8181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7580563-F9FC-4EE4-B733-B13E9A1F7DB1}"/>
                  </a:ext>
                </a:extLst>
              </p:cNvPr>
              <p:cNvCxnSpPr>
                <a:cxnSpLocks/>
                <a:stCxn id="403" idx="2"/>
                <a:endCxn id="265" idx="0"/>
              </p:cNvCxnSpPr>
              <p:nvPr/>
            </p:nvCxnSpPr>
            <p:spPr>
              <a:xfrm>
                <a:off x="6282807" y="-554733"/>
                <a:ext cx="4629439" cy="8231023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147CADF3-04F2-429E-A328-8387B00AEC6B}"/>
                  </a:ext>
                </a:extLst>
              </p:cNvPr>
              <p:cNvCxnSpPr>
                <a:cxnSpLocks/>
                <a:stCxn id="403" idx="2"/>
                <a:endCxn id="1312" idx="4"/>
              </p:cNvCxnSpPr>
              <p:nvPr/>
            </p:nvCxnSpPr>
            <p:spPr>
              <a:xfrm flipH="1">
                <a:off x="1550358" y="-554733"/>
                <a:ext cx="4732449" cy="8191483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C12351BA-711E-48A3-BDE3-5F35480FF14D}"/>
                  </a:ext>
                </a:extLst>
              </p:cNvPr>
              <p:cNvCxnSpPr>
                <a:cxnSpLocks/>
                <a:stCxn id="257" idx="4"/>
                <a:endCxn id="271" idx="4"/>
              </p:cNvCxnSpPr>
              <p:nvPr/>
            </p:nvCxnSpPr>
            <p:spPr>
              <a:xfrm flipH="1" flipV="1">
                <a:off x="4489587" y="6619844"/>
                <a:ext cx="568708" cy="103260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91D0022D-927E-452B-A4F0-7C813AF3E92C}"/>
                  </a:ext>
                </a:extLst>
              </p:cNvPr>
              <p:cNvCxnSpPr>
                <a:cxnSpLocks/>
                <a:stCxn id="1312" idx="4"/>
                <a:endCxn id="1297" idx="0"/>
              </p:cNvCxnSpPr>
              <p:nvPr/>
            </p:nvCxnSpPr>
            <p:spPr>
              <a:xfrm flipV="1">
                <a:off x="1550358" y="6609433"/>
                <a:ext cx="592897" cy="1027317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9" name="Star: 5 Points 568">
            <a:extLst>
              <a:ext uri="{FF2B5EF4-FFF2-40B4-BE49-F238E27FC236}">
                <a16:creationId xmlns:a16="http://schemas.microsoft.com/office/drawing/2014/main" id="{B33C08F3-683D-4D4A-88F4-ADDE142679E1}"/>
              </a:ext>
            </a:extLst>
          </p:cNvPr>
          <p:cNvSpPr/>
          <p:nvPr/>
        </p:nvSpPr>
        <p:spPr>
          <a:xfrm>
            <a:off x="-825290" y="-154354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2F87289-5DF6-4BED-AADC-B3D999C97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13365" y="-243540"/>
            <a:ext cx="8475282" cy="75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E6D0291-DEE0-4230-92AC-8EB422873FF5}"/>
              </a:ext>
            </a:extLst>
          </p:cNvPr>
          <p:cNvGrpSpPr/>
          <p:nvPr/>
        </p:nvGrpSpPr>
        <p:grpSpPr>
          <a:xfrm>
            <a:off x="1395372" y="-601220"/>
            <a:ext cx="9784105" cy="8779655"/>
            <a:chOff x="1395372" y="-601220"/>
            <a:chExt cx="9784105" cy="8779655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82B5C147-A8D2-4C85-97C7-39855753BBE8}"/>
                </a:ext>
              </a:extLst>
            </p:cNvPr>
            <p:cNvGrpSpPr/>
            <p:nvPr/>
          </p:nvGrpSpPr>
          <p:grpSpPr>
            <a:xfrm>
              <a:off x="1395372" y="-601220"/>
              <a:ext cx="9784105" cy="8779655"/>
              <a:chOff x="1395372" y="-601220"/>
              <a:chExt cx="9784105" cy="8779655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FB6F18E9-357A-4C9C-A152-C857C969279A}"/>
                  </a:ext>
                </a:extLst>
              </p:cNvPr>
              <p:cNvGrpSpPr/>
              <p:nvPr/>
            </p:nvGrpSpPr>
            <p:grpSpPr>
              <a:xfrm>
                <a:off x="6488404" y="-601220"/>
                <a:ext cx="4691073" cy="8145731"/>
                <a:chOff x="6488404" y="-601220"/>
                <a:chExt cx="4691073" cy="8145731"/>
              </a:xfrm>
            </p:grpSpPr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997BCE27-C32E-4048-9BCA-62EEC2541B82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405390" cy="4084672"/>
                  <a:chOff x="6488404" y="-601220"/>
                  <a:chExt cx="2405390" cy="4084672"/>
                </a:xfrm>
              </p:grpSpPr>
              <p:grpSp>
                <p:nvGrpSpPr>
                  <p:cNvPr id="136" name="Group 135">
                    <a:extLst>
                      <a:ext uri="{FF2B5EF4-FFF2-40B4-BE49-F238E27FC236}">
                        <a16:creationId xmlns:a16="http://schemas.microsoft.com/office/drawing/2014/main" id="{02C0571A-FCFA-45CF-82A9-725AE7362A34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493" name="TextBox 492">
                      <a:extLst>
                        <a:ext uri="{FF2B5EF4-FFF2-40B4-BE49-F238E27FC236}">
                          <a16:creationId xmlns:a16="http://schemas.microsoft.com/office/drawing/2014/main" id="{33C67121-873E-4D9B-9386-1B9338E5F1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94" name="TextBox 493">
                      <a:extLst>
                        <a:ext uri="{FF2B5EF4-FFF2-40B4-BE49-F238E27FC236}">
                          <a16:creationId xmlns:a16="http://schemas.microsoft.com/office/drawing/2014/main" id="{360060C8-B4F4-44CC-98AE-212D2F521F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1" name="TextBox 500">
                      <a:extLst>
                        <a:ext uri="{FF2B5EF4-FFF2-40B4-BE49-F238E27FC236}">
                          <a16:creationId xmlns:a16="http://schemas.microsoft.com/office/drawing/2014/main" id="{E156225F-1CF8-457B-B030-24575235E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2" name="TextBox 501">
                      <a:extLst>
                        <a:ext uri="{FF2B5EF4-FFF2-40B4-BE49-F238E27FC236}">
                          <a16:creationId xmlns:a16="http://schemas.microsoft.com/office/drawing/2014/main" id="{EB99537F-8D9C-47EB-B807-E138A0A8A7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04" name="Group 503">
                    <a:extLst>
                      <a:ext uri="{FF2B5EF4-FFF2-40B4-BE49-F238E27FC236}">
                        <a16:creationId xmlns:a16="http://schemas.microsoft.com/office/drawing/2014/main" id="{6880EA9E-3F34-4A87-9AF2-4561308BBAFF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236157" cy="2021598"/>
                    <a:chOff x="6509243" y="-601220"/>
                    <a:chExt cx="1236157" cy="2021598"/>
                  </a:xfrm>
                </p:grpSpPr>
                <p:sp>
                  <p:nvSpPr>
                    <p:cNvPr id="505" name="TextBox 504">
                      <a:extLst>
                        <a:ext uri="{FF2B5EF4-FFF2-40B4-BE49-F238E27FC236}">
                          <a16:creationId xmlns:a16="http://schemas.microsoft.com/office/drawing/2014/main" id="{20485F02-DC79-449F-A3D2-968486CB46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6" name="TextBox 505">
                      <a:extLst>
                        <a:ext uri="{FF2B5EF4-FFF2-40B4-BE49-F238E27FC236}">
                          <a16:creationId xmlns:a16="http://schemas.microsoft.com/office/drawing/2014/main" id="{C5AD4797-36F9-4867-B1FB-97A9ADDDB7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7" name="TextBox 506">
                      <a:extLst>
                        <a:ext uri="{FF2B5EF4-FFF2-40B4-BE49-F238E27FC236}">
                          <a16:creationId xmlns:a16="http://schemas.microsoft.com/office/drawing/2014/main" id="{A29F198E-32AC-4BC3-A2D7-C19FC68000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42351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8" name="TextBox 507">
                      <a:extLst>
                        <a:ext uri="{FF2B5EF4-FFF2-40B4-BE49-F238E27FC236}">
                          <a16:creationId xmlns:a16="http://schemas.microsoft.com/office/drawing/2014/main" id="{A400DAD7-7A3D-4F75-9928-0E0CDB8FCF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440" y="-120177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10" name="Group 509">
                  <a:extLst>
                    <a:ext uri="{FF2B5EF4-FFF2-40B4-BE49-F238E27FC236}">
                      <a16:creationId xmlns:a16="http://schemas.microsoft.com/office/drawing/2014/main" id="{3EC1920F-28EF-4F89-9D46-E94B111BC0D4}"/>
                    </a:ext>
                  </a:extLst>
                </p:cNvPr>
                <p:cNvGrpSpPr/>
                <p:nvPr/>
              </p:nvGrpSpPr>
              <p:grpSpPr>
                <a:xfrm>
                  <a:off x="8807388" y="3459839"/>
                  <a:ext cx="2372089" cy="4084672"/>
                  <a:chOff x="6521705" y="-601220"/>
                  <a:chExt cx="2372089" cy="4084672"/>
                </a:xfrm>
              </p:grpSpPr>
              <p:grpSp>
                <p:nvGrpSpPr>
                  <p:cNvPr id="511" name="Group 510">
                    <a:extLst>
                      <a:ext uri="{FF2B5EF4-FFF2-40B4-BE49-F238E27FC236}">
                        <a16:creationId xmlns:a16="http://schemas.microsoft.com/office/drawing/2014/main" id="{33C98362-D29B-4FC4-92EE-CCFA9A0A8AD2}"/>
                      </a:ext>
                    </a:extLst>
                  </p:cNvPr>
                  <p:cNvGrpSpPr/>
                  <p:nvPr/>
                </p:nvGrpSpPr>
                <p:grpSpPr>
                  <a:xfrm>
                    <a:off x="6521705" y="-601220"/>
                    <a:ext cx="1183621" cy="2021598"/>
                    <a:chOff x="6521705" y="-601220"/>
                    <a:chExt cx="1183621" cy="2021598"/>
                  </a:xfrm>
                </p:grpSpPr>
                <p:sp>
                  <p:nvSpPr>
                    <p:cNvPr id="517" name="TextBox 516">
                      <a:extLst>
                        <a:ext uri="{FF2B5EF4-FFF2-40B4-BE49-F238E27FC236}">
                          <a16:creationId xmlns:a16="http://schemas.microsoft.com/office/drawing/2014/main" id="{F4A40F22-A09E-4F0E-8BD9-2AC727DB19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235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8" name="TextBox 517">
                      <a:extLst>
                        <a:ext uri="{FF2B5EF4-FFF2-40B4-BE49-F238E27FC236}">
                          <a16:creationId xmlns:a16="http://schemas.microsoft.com/office/drawing/2014/main" id="{1385E1B8-7D51-4122-92E1-5CAFE79B3F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9" name="TextBox 518">
                      <a:extLst>
                        <a:ext uri="{FF2B5EF4-FFF2-40B4-BE49-F238E27FC236}">
                          <a16:creationId xmlns:a16="http://schemas.microsoft.com/office/drawing/2014/main" id="{F964A31B-4003-4057-BE36-C90702CD18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1705" y="-601220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0" name="TextBox 519">
                      <a:extLst>
                        <a:ext uri="{FF2B5EF4-FFF2-40B4-BE49-F238E27FC236}">
                          <a16:creationId xmlns:a16="http://schemas.microsoft.com/office/drawing/2014/main" id="{989572D6-EB4A-47CC-BDEC-C93AD70313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0677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12" name="Group 511">
                    <a:extLst>
                      <a:ext uri="{FF2B5EF4-FFF2-40B4-BE49-F238E27FC236}">
                        <a16:creationId xmlns:a16="http://schemas.microsoft.com/office/drawing/2014/main" id="{E0331434-A1C8-4B5A-A968-29B7D69212C9}"/>
                      </a:ext>
                    </a:extLst>
                  </p:cNvPr>
                  <p:cNvGrpSpPr/>
                  <p:nvPr/>
                </p:nvGrpSpPr>
                <p:grpSpPr>
                  <a:xfrm>
                    <a:off x="7636798" y="1461854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513" name="TextBox 512">
                      <a:extLst>
                        <a:ext uri="{FF2B5EF4-FFF2-40B4-BE49-F238E27FC236}">
                          <a16:creationId xmlns:a16="http://schemas.microsoft.com/office/drawing/2014/main" id="{DF6A4BAA-C58F-4C15-9DC1-77576B33D3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4" name="TextBox 513">
                      <a:extLst>
                        <a:ext uri="{FF2B5EF4-FFF2-40B4-BE49-F238E27FC236}">
                          <a16:creationId xmlns:a16="http://schemas.microsoft.com/office/drawing/2014/main" id="{75C094C3-58BB-4D98-8E02-80F5B4EFDC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5" name="TextBox 514">
                      <a:extLst>
                        <a:ext uri="{FF2B5EF4-FFF2-40B4-BE49-F238E27FC236}">
                          <a16:creationId xmlns:a16="http://schemas.microsoft.com/office/drawing/2014/main" id="{E7F604BB-008E-47CB-ADA3-164F91E6F9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6" name="TextBox 515">
                      <a:extLst>
                        <a:ext uri="{FF2B5EF4-FFF2-40B4-BE49-F238E27FC236}">
                          <a16:creationId xmlns:a16="http://schemas.microsoft.com/office/drawing/2014/main" id="{00593D38-F331-488E-9274-D6AE45CBAA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B72DC9C7-EA77-4A4D-AC76-5C4728FEE622}"/>
                  </a:ext>
                </a:extLst>
              </p:cNvPr>
              <p:cNvGrpSpPr/>
              <p:nvPr/>
            </p:nvGrpSpPr>
            <p:grpSpPr>
              <a:xfrm flipH="1">
                <a:off x="1395372" y="-601220"/>
                <a:ext cx="4670235" cy="8145731"/>
                <a:chOff x="6488404" y="-601220"/>
                <a:chExt cx="4670235" cy="8145731"/>
              </a:xfrm>
            </p:grpSpPr>
            <p:grpSp>
              <p:nvGrpSpPr>
                <p:cNvPr id="523" name="Group 522">
                  <a:extLst>
                    <a:ext uri="{FF2B5EF4-FFF2-40B4-BE49-F238E27FC236}">
                      <a16:creationId xmlns:a16="http://schemas.microsoft.com/office/drawing/2014/main" id="{789BD07C-BD6A-4E01-80F3-3D009B578E50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347025" cy="3948487"/>
                  <a:chOff x="6488404" y="-601220"/>
                  <a:chExt cx="2347025" cy="3948487"/>
                </a:xfrm>
              </p:grpSpPr>
              <p:grpSp>
                <p:nvGrpSpPr>
                  <p:cNvPr id="535" name="Group 534">
                    <a:extLst>
                      <a:ext uri="{FF2B5EF4-FFF2-40B4-BE49-F238E27FC236}">
                        <a16:creationId xmlns:a16="http://schemas.microsoft.com/office/drawing/2014/main" id="{51204358-6848-4E93-B21E-E0DE34B55839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541" name="TextBox 540">
                      <a:extLst>
                        <a:ext uri="{FF2B5EF4-FFF2-40B4-BE49-F238E27FC236}">
                          <a16:creationId xmlns:a16="http://schemas.microsoft.com/office/drawing/2014/main" id="{AE7812F0-DCFE-49D5-ACE3-B034FB6B96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2" name="TextBox 541">
                      <a:extLst>
                        <a:ext uri="{FF2B5EF4-FFF2-40B4-BE49-F238E27FC236}">
                          <a16:creationId xmlns:a16="http://schemas.microsoft.com/office/drawing/2014/main" id="{2B91A184-B346-47CC-B5EA-033781D56E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60358" y="897158"/>
                      <a:ext cx="38504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3" name="TextBox 542">
                      <a:extLst>
                        <a:ext uri="{FF2B5EF4-FFF2-40B4-BE49-F238E27FC236}">
                          <a16:creationId xmlns:a16="http://schemas.microsoft.com/office/drawing/2014/main" id="{A18C5EC9-4DC6-4B4B-9A67-EF6359E350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4" name="TextBox 543">
                      <a:extLst>
                        <a:ext uri="{FF2B5EF4-FFF2-40B4-BE49-F238E27FC236}">
                          <a16:creationId xmlns:a16="http://schemas.microsoft.com/office/drawing/2014/main" id="{65D1C091-C7A2-4DAF-9228-99F00C47A7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4391" y="-120177"/>
                      <a:ext cx="2840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36" name="Group 535">
                    <a:extLst>
                      <a:ext uri="{FF2B5EF4-FFF2-40B4-BE49-F238E27FC236}">
                        <a16:creationId xmlns:a16="http://schemas.microsoft.com/office/drawing/2014/main" id="{6213C4D0-C0D8-4228-AEE8-5531611A195B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177792" cy="1885413"/>
                    <a:chOff x="6509243" y="-601220"/>
                    <a:chExt cx="1177792" cy="1885413"/>
                  </a:xfrm>
                </p:grpSpPr>
                <p:sp>
                  <p:nvSpPr>
                    <p:cNvPr id="537" name="TextBox 536">
                      <a:extLst>
                        <a:ext uri="{FF2B5EF4-FFF2-40B4-BE49-F238E27FC236}">
                          <a16:creationId xmlns:a16="http://schemas.microsoft.com/office/drawing/2014/main" id="{A59D9DE9-7B3D-4D6B-93CC-063BA6DAC0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8" name="TextBox 537">
                      <a:extLst>
                        <a:ext uri="{FF2B5EF4-FFF2-40B4-BE49-F238E27FC236}">
                          <a16:creationId xmlns:a16="http://schemas.microsoft.com/office/drawing/2014/main" id="{DC379FD6-AEEF-4EBF-B74C-31EA831E3B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82757" y="760973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9" name="TextBox 538">
                      <a:extLst>
                        <a:ext uri="{FF2B5EF4-FFF2-40B4-BE49-F238E27FC236}">
                          <a16:creationId xmlns:a16="http://schemas.microsoft.com/office/drawing/2014/main" id="{5DEF2A2E-182F-4397-B74D-7F32ABE793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42351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0" name="TextBox 539">
                      <a:extLst>
                        <a:ext uri="{FF2B5EF4-FFF2-40B4-BE49-F238E27FC236}">
                          <a16:creationId xmlns:a16="http://schemas.microsoft.com/office/drawing/2014/main" id="{1FB951CD-D21A-4E05-ADED-18CB960DF1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24" name="Group 523">
                  <a:extLst>
                    <a:ext uri="{FF2B5EF4-FFF2-40B4-BE49-F238E27FC236}">
                      <a16:creationId xmlns:a16="http://schemas.microsoft.com/office/drawing/2014/main" id="{0BB492C1-AB80-440C-ADD8-1B2096BC7082}"/>
                    </a:ext>
                  </a:extLst>
                </p:cNvPr>
                <p:cNvGrpSpPr/>
                <p:nvPr/>
              </p:nvGrpSpPr>
              <p:grpSpPr>
                <a:xfrm>
                  <a:off x="8733877" y="3447139"/>
                  <a:ext cx="2424762" cy="4097372"/>
                  <a:chOff x="6448194" y="-613920"/>
                  <a:chExt cx="2424762" cy="4097372"/>
                </a:xfrm>
              </p:grpSpPr>
              <p:grpSp>
                <p:nvGrpSpPr>
                  <p:cNvPr id="525" name="Group 524">
                    <a:extLst>
                      <a:ext uri="{FF2B5EF4-FFF2-40B4-BE49-F238E27FC236}">
                        <a16:creationId xmlns:a16="http://schemas.microsoft.com/office/drawing/2014/main" id="{416161D8-D6B2-4EA1-B793-851471F747CC}"/>
                      </a:ext>
                    </a:extLst>
                  </p:cNvPr>
                  <p:cNvGrpSpPr/>
                  <p:nvPr/>
                </p:nvGrpSpPr>
                <p:grpSpPr>
                  <a:xfrm>
                    <a:off x="6448194" y="-613920"/>
                    <a:ext cx="1257132" cy="1956478"/>
                    <a:chOff x="6448194" y="-613920"/>
                    <a:chExt cx="1257132" cy="1956478"/>
                  </a:xfrm>
                </p:grpSpPr>
                <p:sp>
                  <p:nvSpPr>
                    <p:cNvPr id="531" name="TextBox 530">
                      <a:extLst>
                        <a:ext uri="{FF2B5EF4-FFF2-40B4-BE49-F238E27FC236}">
                          <a16:creationId xmlns:a16="http://schemas.microsoft.com/office/drawing/2014/main" id="{1221A6AD-3EA2-4C0F-B47C-864C3D4DB7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88924" y="416115"/>
                      <a:ext cx="4235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2" name="TextBox 531">
                      <a:extLst>
                        <a:ext uri="{FF2B5EF4-FFF2-40B4-BE49-F238E27FC236}">
                          <a16:creationId xmlns:a16="http://schemas.microsoft.com/office/drawing/2014/main" id="{22E34CFF-B60F-420F-AC35-0571E0729D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60974" y="81933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3" name="TextBox 532">
                      <a:extLst>
                        <a:ext uri="{FF2B5EF4-FFF2-40B4-BE49-F238E27FC236}">
                          <a16:creationId xmlns:a16="http://schemas.microsoft.com/office/drawing/2014/main" id="{ED74A932-518A-47F4-B519-50DADA07C3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8194" y="-613920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4" name="TextBox 533">
                      <a:extLst>
                        <a:ext uri="{FF2B5EF4-FFF2-40B4-BE49-F238E27FC236}">
                          <a16:creationId xmlns:a16="http://schemas.microsoft.com/office/drawing/2014/main" id="{C2E3B14C-2DE9-470C-8A08-4D75180C1F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03075" y="-236907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id="{A1D82FE4-080B-4E07-AB3B-E747790A8F74}"/>
                      </a:ext>
                    </a:extLst>
                  </p:cNvPr>
                  <p:cNvGrpSpPr/>
                  <p:nvPr/>
                </p:nvGrpSpPr>
                <p:grpSpPr>
                  <a:xfrm>
                    <a:off x="7676874" y="1461854"/>
                    <a:ext cx="1196082" cy="2021598"/>
                    <a:chOff x="6528480" y="-601220"/>
                    <a:chExt cx="1196082" cy="2021598"/>
                  </a:xfrm>
                </p:grpSpPr>
                <p:sp>
                  <p:nvSpPr>
                    <p:cNvPr id="527" name="TextBox 526">
                      <a:extLst>
                        <a:ext uri="{FF2B5EF4-FFF2-40B4-BE49-F238E27FC236}">
                          <a16:creationId xmlns:a16="http://schemas.microsoft.com/office/drawing/2014/main" id="{D430A1EE-7E31-4FA9-95DE-3AA6C6A455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26232" y="45502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8" name="TextBox 527">
                      <a:extLst>
                        <a:ext uri="{FF2B5EF4-FFF2-40B4-BE49-F238E27FC236}">
                          <a16:creationId xmlns:a16="http://schemas.microsoft.com/office/drawing/2014/main" id="{C38CEF75-8C91-4755-83A9-9B6487D2B8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0510" y="897158"/>
                      <a:ext cx="2840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9" name="TextBox 528">
                      <a:extLst>
                        <a:ext uri="{FF2B5EF4-FFF2-40B4-BE49-F238E27FC236}">
                          <a16:creationId xmlns:a16="http://schemas.microsoft.com/office/drawing/2014/main" id="{32CF40AD-F29C-481F-97E4-E091C7AC93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8480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0" name="TextBox 529">
                      <a:extLst>
                        <a:ext uri="{FF2B5EF4-FFF2-40B4-BE49-F238E27FC236}">
                          <a16:creationId xmlns:a16="http://schemas.microsoft.com/office/drawing/2014/main" id="{0BBEF8F6-5C89-4E70-BE63-E1E18E1EEC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221" y="-159087"/>
                      <a:ext cx="38504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A6D5565D-FE7A-47D0-959B-4C5478CBAA01}"/>
                  </a:ext>
                </a:extLst>
              </p:cNvPr>
              <p:cNvGrpSpPr/>
              <p:nvPr/>
            </p:nvGrpSpPr>
            <p:grpSpPr>
              <a:xfrm>
                <a:off x="1762886" y="7655215"/>
                <a:ext cx="9036643" cy="523220"/>
                <a:chOff x="2113365" y="7771945"/>
                <a:chExt cx="9036643" cy="523220"/>
              </a:xfrm>
            </p:grpSpPr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2B7A0DB4-091D-4E5F-997A-A2F0CFE814E1}"/>
                    </a:ext>
                  </a:extLst>
                </p:cNvPr>
                <p:cNvSpPr txBox="1"/>
                <p:nvPr/>
              </p:nvSpPr>
              <p:spPr>
                <a:xfrm flipH="1">
                  <a:off x="9515322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57C4AC97-FD26-4917-8A0B-2112330BA1B2}"/>
                    </a:ext>
                  </a:extLst>
                </p:cNvPr>
                <p:cNvSpPr txBox="1"/>
                <p:nvPr/>
              </p:nvSpPr>
              <p:spPr>
                <a:xfrm flipH="1">
                  <a:off x="9060065" y="7771945"/>
                  <a:ext cx="38504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A40D3034-1546-4B7F-BD8F-22A26F49D2C7}"/>
                    </a:ext>
                  </a:extLst>
                </p:cNvPr>
                <p:cNvSpPr txBox="1"/>
                <p:nvPr/>
              </p:nvSpPr>
              <p:spPr>
                <a:xfrm flipH="1">
                  <a:off x="1070565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28B5DB02-949F-4AE0-8961-094706AC922E}"/>
                    </a:ext>
                  </a:extLst>
                </p:cNvPr>
                <p:cNvSpPr txBox="1"/>
                <p:nvPr/>
              </p:nvSpPr>
              <p:spPr>
                <a:xfrm flipH="1">
                  <a:off x="10289309" y="7771945"/>
                  <a:ext cx="2840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C1EB93C1-541A-4776-B2C0-2113D34ED5E7}"/>
                    </a:ext>
                  </a:extLst>
                </p:cNvPr>
                <p:cNvSpPr txBox="1"/>
                <p:nvPr/>
              </p:nvSpPr>
              <p:spPr>
                <a:xfrm flipH="1">
                  <a:off x="716909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F8F49601-FB76-43B1-8F00-BF73EB9E0D73}"/>
                    </a:ext>
                  </a:extLst>
                </p:cNvPr>
                <p:cNvSpPr txBox="1"/>
                <p:nvPr/>
              </p:nvSpPr>
              <p:spPr>
                <a:xfrm flipH="1">
                  <a:off x="6718649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52CE37E8-92FB-4E62-B93D-F6AB2DA8029C}"/>
                    </a:ext>
                  </a:extLst>
                </p:cNvPr>
                <p:cNvSpPr txBox="1"/>
                <p:nvPr/>
              </p:nvSpPr>
              <p:spPr>
                <a:xfrm flipH="1">
                  <a:off x="8349994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294A6AFE-0D06-4251-8C47-A8CAEEBD99C2}"/>
                    </a:ext>
                  </a:extLst>
                </p:cNvPr>
                <p:cNvSpPr txBox="1"/>
                <p:nvPr/>
              </p:nvSpPr>
              <p:spPr>
                <a:xfrm flipH="1">
                  <a:off x="7880091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0DEA5B6A-C331-4E26-B707-9B9C79BE9F6F}"/>
                    </a:ext>
                  </a:extLst>
                </p:cNvPr>
                <p:cNvSpPr txBox="1"/>
                <p:nvPr/>
              </p:nvSpPr>
              <p:spPr>
                <a:xfrm flipH="1">
                  <a:off x="4816590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69F8F61C-BDA1-406A-B94B-BA252D5BA6B2}"/>
                    </a:ext>
                  </a:extLst>
                </p:cNvPr>
                <p:cNvSpPr txBox="1"/>
                <p:nvPr/>
              </p:nvSpPr>
              <p:spPr>
                <a:xfrm flipH="1">
                  <a:off x="4371934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6" name="TextBox 555">
                  <a:extLst>
                    <a:ext uri="{FF2B5EF4-FFF2-40B4-BE49-F238E27FC236}">
                      <a16:creationId xmlns:a16="http://schemas.microsoft.com/office/drawing/2014/main" id="{83AD1ED9-12D0-47FF-AA1D-C77A1ED7D8DA}"/>
                    </a:ext>
                  </a:extLst>
                </p:cNvPr>
                <p:cNvSpPr txBox="1"/>
                <p:nvPr/>
              </p:nvSpPr>
              <p:spPr>
                <a:xfrm flipH="1">
                  <a:off x="5959401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D430348C-E262-40C3-A3A4-F96082FED066}"/>
                    </a:ext>
                  </a:extLst>
                </p:cNvPr>
                <p:cNvSpPr txBox="1"/>
                <p:nvPr/>
              </p:nvSpPr>
              <p:spPr>
                <a:xfrm flipH="1">
                  <a:off x="5527585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F1BD83F3-4864-4BBD-B99B-0C3D588D848D}"/>
                    </a:ext>
                  </a:extLst>
                </p:cNvPr>
                <p:cNvSpPr txBox="1"/>
                <p:nvPr/>
              </p:nvSpPr>
              <p:spPr>
                <a:xfrm flipH="1">
                  <a:off x="242183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E90D88F5-C484-435A-AFB1-0C5DE96353B1}"/>
                    </a:ext>
                  </a:extLst>
                </p:cNvPr>
                <p:cNvSpPr txBox="1"/>
                <p:nvPr/>
              </p:nvSpPr>
              <p:spPr>
                <a:xfrm flipH="1">
                  <a:off x="2113365" y="7771945"/>
                  <a:ext cx="2840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F8ED31D1-36B9-43F1-9A10-D567DA9E2FF7}"/>
                    </a:ext>
                  </a:extLst>
                </p:cNvPr>
                <p:cNvSpPr txBox="1"/>
                <p:nvPr/>
              </p:nvSpPr>
              <p:spPr>
                <a:xfrm flipH="1">
                  <a:off x="3577085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5E3B59BD-234E-40A1-AB84-938C7E3098D4}"/>
                    </a:ext>
                  </a:extLst>
                </p:cNvPr>
                <p:cNvSpPr txBox="1"/>
                <p:nvPr/>
              </p:nvSpPr>
              <p:spPr>
                <a:xfrm flipH="1">
                  <a:off x="3190796" y="7771945"/>
                  <a:ext cx="38504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58ADAC-5916-4F67-BC5C-C84CA81B54AA}"/>
                </a:ext>
              </a:extLst>
            </p:cNvPr>
            <p:cNvGrpSpPr/>
            <p:nvPr/>
          </p:nvGrpSpPr>
          <p:grpSpPr>
            <a:xfrm>
              <a:off x="1779424" y="-378000"/>
              <a:ext cx="9202430" cy="8389575"/>
              <a:chOff x="3120472" y="-1502481"/>
              <a:chExt cx="9202430" cy="8389575"/>
            </a:xfrm>
            <a:solidFill>
              <a:schemeClr val="bg1">
                <a:lumMod val="95000"/>
              </a:schemeClr>
            </a:solidFill>
          </p:grpSpPr>
          <p:sp>
            <p:nvSpPr>
              <p:cNvPr id="1297" name="Isosceles Triangle 1296">
                <a:extLst>
                  <a:ext uri="{FF2B5EF4-FFF2-40B4-BE49-F238E27FC236}">
                    <a16:creationId xmlns:a16="http://schemas.microsoft.com/office/drawing/2014/main" id="{CF253D2B-1958-4A52-B361-BE6FBB651E55}"/>
                  </a:ext>
                </a:extLst>
              </p:cNvPr>
              <p:cNvSpPr/>
              <p:nvPr/>
            </p:nvSpPr>
            <p:spPr>
              <a:xfrm rot="18015380">
                <a:off x="3332934" y="523142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2" name="Isosceles Triangle 1311">
                <a:extLst>
                  <a:ext uri="{FF2B5EF4-FFF2-40B4-BE49-F238E27FC236}">
                    <a16:creationId xmlns:a16="http://schemas.microsoft.com/office/drawing/2014/main" id="{E487F66F-AFA1-434A-97E0-CF436CEF9E6A}"/>
                  </a:ext>
                </a:extLst>
              </p:cNvPr>
              <p:cNvSpPr/>
              <p:nvPr/>
            </p:nvSpPr>
            <p:spPr>
              <a:xfrm rot="7215380">
                <a:off x="3038712" y="574672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1" name="Isosceles Triangle 250">
                <a:extLst>
                  <a:ext uri="{FF2B5EF4-FFF2-40B4-BE49-F238E27FC236}">
                    <a16:creationId xmlns:a16="http://schemas.microsoft.com/office/drawing/2014/main" id="{99A1DA71-91AC-48C9-A2E1-5A5310CF6B3E}"/>
                  </a:ext>
                </a:extLst>
              </p:cNvPr>
              <p:cNvSpPr/>
              <p:nvPr/>
            </p:nvSpPr>
            <p:spPr>
              <a:xfrm rot="18015380">
                <a:off x="4501262" y="52366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2" name="Isosceles Triangle 251">
                <a:extLst>
                  <a:ext uri="{FF2B5EF4-FFF2-40B4-BE49-F238E27FC236}">
                    <a16:creationId xmlns:a16="http://schemas.microsoft.com/office/drawing/2014/main" id="{5FB4A781-CFBF-4FF4-9B05-F253109FDA71}"/>
                  </a:ext>
                </a:extLst>
              </p:cNvPr>
              <p:cNvSpPr/>
              <p:nvPr/>
            </p:nvSpPr>
            <p:spPr>
              <a:xfrm rot="7215380">
                <a:off x="4207039" y="57519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4" name="Isosceles Triangle 253">
                <a:extLst>
                  <a:ext uri="{FF2B5EF4-FFF2-40B4-BE49-F238E27FC236}">
                    <a16:creationId xmlns:a16="http://schemas.microsoft.com/office/drawing/2014/main" id="{BA31C611-AFC6-4333-A3F7-C372510C2EF6}"/>
                  </a:ext>
                </a:extLst>
              </p:cNvPr>
              <p:cNvSpPr/>
              <p:nvPr/>
            </p:nvSpPr>
            <p:spPr>
              <a:xfrm rot="18015380">
                <a:off x="5672542" y="524189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5" name="Isosceles Triangle 254">
                <a:extLst>
                  <a:ext uri="{FF2B5EF4-FFF2-40B4-BE49-F238E27FC236}">
                    <a16:creationId xmlns:a16="http://schemas.microsoft.com/office/drawing/2014/main" id="{CF4F82B3-5997-4C51-B93A-9535455DA079}"/>
                  </a:ext>
                </a:extLst>
              </p:cNvPr>
              <p:cNvSpPr/>
              <p:nvPr/>
            </p:nvSpPr>
            <p:spPr>
              <a:xfrm rot="7215380">
                <a:off x="5378321" y="575719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6" name="Isosceles Triangle 255">
                <a:extLst>
                  <a:ext uri="{FF2B5EF4-FFF2-40B4-BE49-F238E27FC236}">
                    <a16:creationId xmlns:a16="http://schemas.microsoft.com/office/drawing/2014/main" id="{ED232C90-D5F4-43E7-851D-FCB24CB3BF2E}"/>
                  </a:ext>
                </a:extLst>
              </p:cNvPr>
              <p:cNvSpPr/>
              <p:nvPr/>
            </p:nvSpPr>
            <p:spPr>
              <a:xfrm rot="18015380">
                <a:off x="6840870" y="52471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7" name="Isosceles Triangle 256">
                <a:extLst>
                  <a:ext uri="{FF2B5EF4-FFF2-40B4-BE49-F238E27FC236}">
                    <a16:creationId xmlns:a16="http://schemas.microsoft.com/office/drawing/2014/main" id="{C9CB9F55-AD2E-4063-AF7E-64975F4B3802}"/>
                  </a:ext>
                </a:extLst>
              </p:cNvPr>
              <p:cNvSpPr/>
              <p:nvPr/>
            </p:nvSpPr>
            <p:spPr>
              <a:xfrm rot="7215380">
                <a:off x="6546649" y="57624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8" name="Isosceles Triangle 257">
                <a:extLst>
                  <a:ext uri="{FF2B5EF4-FFF2-40B4-BE49-F238E27FC236}">
                    <a16:creationId xmlns:a16="http://schemas.microsoft.com/office/drawing/2014/main" id="{2B6814C8-BD9A-4467-9033-458BF596FD50}"/>
                  </a:ext>
                </a:extLst>
              </p:cNvPr>
              <p:cNvSpPr/>
              <p:nvPr/>
            </p:nvSpPr>
            <p:spPr>
              <a:xfrm rot="18015380">
                <a:off x="8005419" y="525233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9" name="Isosceles Triangle 258">
                <a:extLst>
                  <a:ext uri="{FF2B5EF4-FFF2-40B4-BE49-F238E27FC236}">
                    <a16:creationId xmlns:a16="http://schemas.microsoft.com/office/drawing/2014/main" id="{3EFE35BD-7F02-43CD-A845-89D014B7C188}"/>
                  </a:ext>
                </a:extLst>
              </p:cNvPr>
              <p:cNvSpPr/>
              <p:nvPr/>
            </p:nvSpPr>
            <p:spPr>
              <a:xfrm rot="7215380">
                <a:off x="7711198" y="576763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27B60439-F6FE-443F-9684-5197A2B5716F}"/>
                  </a:ext>
                </a:extLst>
              </p:cNvPr>
              <p:cNvSpPr/>
              <p:nvPr/>
            </p:nvSpPr>
            <p:spPr>
              <a:xfrm rot="18015380">
                <a:off x="9173748" y="52575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C9A6FB0B-2E54-463A-98B6-DEE73A6650DC}"/>
                  </a:ext>
                </a:extLst>
              </p:cNvPr>
              <p:cNvSpPr/>
              <p:nvPr/>
            </p:nvSpPr>
            <p:spPr>
              <a:xfrm rot="7215380">
                <a:off x="8879527" y="57728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4E218CF-16A0-4585-8BE2-913B461BB4F3}"/>
                  </a:ext>
                </a:extLst>
              </p:cNvPr>
              <p:cNvSpPr/>
              <p:nvPr/>
            </p:nvSpPr>
            <p:spPr>
              <a:xfrm rot="18015380">
                <a:off x="10345028" y="526280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06036720-295B-4BA9-87C4-B89D7B9EBBB7}"/>
                  </a:ext>
                </a:extLst>
              </p:cNvPr>
              <p:cNvSpPr/>
              <p:nvPr/>
            </p:nvSpPr>
            <p:spPr>
              <a:xfrm rot="7215380">
                <a:off x="10050807" y="577809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D322D162-67AB-4148-A430-D0B2387E16E2}"/>
                  </a:ext>
                </a:extLst>
              </p:cNvPr>
              <p:cNvSpPr/>
              <p:nvPr/>
            </p:nvSpPr>
            <p:spPr>
              <a:xfrm rot="7215380">
                <a:off x="11219135" y="578332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6" name="Isosceles Triangle 265">
                <a:extLst>
                  <a:ext uri="{FF2B5EF4-FFF2-40B4-BE49-F238E27FC236}">
                    <a16:creationId xmlns:a16="http://schemas.microsoft.com/office/drawing/2014/main" id="{0332AB21-01E2-4E83-ADB7-CF94EC163E75}"/>
                  </a:ext>
                </a:extLst>
              </p:cNvPr>
              <p:cNvSpPr/>
              <p:nvPr/>
            </p:nvSpPr>
            <p:spPr>
              <a:xfrm rot="18015380">
                <a:off x="3932555" y="42040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7" name="Isosceles Triangle 266">
                <a:extLst>
                  <a:ext uri="{FF2B5EF4-FFF2-40B4-BE49-F238E27FC236}">
                    <a16:creationId xmlns:a16="http://schemas.microsoft.com/office/drawing/2014/main" id="{5347B497-8BC0-42A2-959B-0E18E7B3676B}"/>
                  </a:ext>
                </a:extLst>
              </p:cNvPr>
              <p:cNvSpPr/>
              <p:nvPr/>
            </p:nvSpPr>
            <p:spPr>
              <a:xfrm rot="7215380">
                <a:off x="3638333" y="47193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8" name="Isosceles Triangle 267">
                <a:extLst>
                  <a:ext uri="{FF2B5EF4-FFF2-40B4-BE49-F238E27FC236}">
                    <a16:creationId xmlns:a16="http://schemas.microsoft.com/office/drawing/2014/main" id="{2325E20E-1D06-4203-9057-2FCE339FEA95}"/>
                  </a:ext>
                </a:extLst>
              </p:cNvPr>
              <p:cNvSpPr/>
              <p:nvPr/>
            </p:nvSpPr>
            <p:spPr>
              <a:xfrm rot="18015380">
                <a:off x="5100883" y="42092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9" name="Isosceles Triangle 268">
                <a:extLst>
                  <a:ext uri="{FF2B5EF4-FFF2-40B4-BE49-F238E27FC236}">
                    <a16:creationId xmlns:a16="http://schemas.microsoft.com/office/drawing/2014/main" id="{661D214E-CE16-4F18-BE29-D3A5228611C7}"/>
                  </a:ext>
                </a:extLst>
              </p:cNvPr>
              <p:cNvSpPr/>
              <p:nvPr/>
            </p:nvSpPr>
            <p:spPr>
              <a:xfrm rot="7215380">
                <a:off x="4806661" y="472458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BBBBF6E7-95D3-4629-A1BC-6A6A5882EE38}"/>
                  </a:ext>
                </a:extLst>
              </p:cNvPr>
              <p:cNvSpPr/>
              <p:nvPr/>
            </p:nvSpPr>
            <p:spPr>
              <a:xfrm rot="18015380">
                <a:off x="6272163" y="42145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F53DB3BD-09AC-49D4-8A8F-6A3C32E3C516}"/>
                  </a:ext>
                </a:extLst>
              </p:cNvPr>
              <p:cNvSpPr/>
              <p:nvPr/>
            </p:nvSpPr>
            <p:spPr>
              <a:xfrm rot="7215380">
                <a:off x="5977941" y="47298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140A5DD4-3870-4C14-B5C6-72ED0B9A1070}"/>
                  </a:ext>
                </a:extLst>
              </p:cNvPr>
              <p:cNvSpPr/>
              <p:nvPr/>
            </p:nvSpPr>
            <p:spPr>
              <a:xfrm rot="18015380">
                <a:off x="7440491" y="421975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3" name="Isosceles Triangle 272">
                <a:extLst>
                  <a:ext uri="{FF2B5EF4-FFF2-40B4-BE49-F238E27FC236}">
                    <a16:creationId xmlns:a16="http://schemas.microsoft.com/office/drawing/2014/main" id="{AA048DE3-B1BB-4E2B-8661-1057774C7D38}"/>
                  </a:ext>
                </a:extLst>
              </p:cNvPr>
              <p:cNvSpPr/>
              <p:nvPr/>
            </p:nvSpPr>
            <p:spPr>
              <a:xfrm rot="7215380">
                <a:off x="7146270" y="47350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8630D221-6D78-4E38-81EF-61FD28C40D18}"/>
                  </a:ext>
                </a:extLst>
              </p:cNvPr>
              <p:cNvSpPr/>
              <p:nvPr/>
            </p:nvSpPr>
            <p:spPr>
              <a:xfrm rot="18015380">
                <a:off x="8605041" y="42249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0FD63DCF-B5BB-4D41-9CB9-0849C6557A88}"/>
                  </a:ext>
                </a:extLst>
              </p:cNvPr>
              <p:cNvSpPr/>
              <p:nvPr/>
            </p:nvSpPr>
            <p:spPr>
              <a:xfrm rot="7215380">
                <a:off x="8310820" y="47402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6" name="Isosceles Triangle 275">
                <a:extLst>
                  <a:ext uri="{FF2B5EF4-FFF2-40B4-BE49-F238E27FC236}">
                    <a16:creationId xmlns:a16="http://schemas.microsoft.com/office/drawing/2014/main" id="{6DFEEACC-D318-4654-8C31-C8E3288B0F3B}"/>
                  </a:ext>
                </a:extLst>
              </p:cNvPr>
              <p:cNvSpPr/>
              <p:nvPr/>
            </p:nvSpPr>
            <p:spPr>
              <a:xfrm rot="18015380">
                <a:off x="9773369" y="423018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7" name="Isosceles Triangle 276">
                <a:extLst>
                  <a:ext uri="{FF2B5EF4-FFF2-40B4-BE49-F238E27FC236}">
                    <a16:creationId xmlns:a16="http://schemas.microsoft.com/office/drawing/2014/main" id="{44A7A1DA-0899-4193-89BC-F8DA88B82382}"/>
                  </a:ext>
                </a:extLst>
              </p:cNvPr>
              <p:cNvSpPr/>
              <p:nvPr/>
            </p:nvSpPr>
            <p:spPr>
              <a:xfrm rot="7215380">
                <a:off x="9479148" y="474548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9" name="Isosceles Triangle 278">
                <a:extLst>
                  <a:ext uri="{FF2B5EF4-FFF2-40B4-BE49-F238E27FC236}">
                    <a16:creationId xmlns:a16="http://schemas.microsoft.com/office/drawing/2014/main" id="{F447B7CD-8A0B-4173-A1EF-D56A89FFFBC6}"/>
                  </a:ext>
                </a:extLst>
              </p:cNvPr>
              <p:cNvSpPr/>
              <p:nvPr/>
            </p:nvSpPr>
            <p:spPr>
              <a:xfrm rot="7215380">
                <a:off x="10650428" y="475072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2" name="Isosceles Triangle 311">
                <a:extLst>
                  <a:ext uri="{FF2B5EF4-FFF2-40B4-BE49-F238E27FC236}">
                    <a16:creationId xmlns:a16="http://schemas.microsoft.com/office/drawing/2014/main" id="{1046D1F8-EB00-4EEA-8C09-A4E0E980B376}"/>
                  </a:ext>
                </a:extLst>
              </p:cNvPr>
              <p:cNvSpPr/>
              <p:nvPr/>
            </p:nvSpPr>
            <p:spPr>
              <a:xfrm rot="18015380">
                <a:off x="4510453" y="318217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3" name="Isosceles Triangle 312">
                <a:extLst>
                  <a:ext uri="{FF2B5EF4-FFF2-40B4-BE49-F238E27FC236}">
                    <a16:creationId xmlns:a16="http://schemas.microsoft.com/office/drawing/2014/main" id="{AD09F0F6-2961-4BAD-BCE5-47B198C3B945}"/>
                  </a:ext>
                </a:extLst>
              </p:cNvPr>
              <p:cNvSpPr/>
              <p:nvPr/>
            </p:nvSpPr>
            <p:spPr>
              <a:xfrm rot="7215380">
                <a:off x="4216232" y="369747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4" name="Isosceles Triangle 313">
                <a:extLst>
                  <a:ext uri="{FF2B5EF4-FFF2-40B4-BE49-F238E27FC236}">
                    <a16:creationId xmlns:a16="http://schemas.microsoft.com/office/drawing/2014/main" id="{BD632088-D1B8-4D36-BFCC-071EAB22A3C5}"/>
                  </a:ext>
                </a:extLst>
              </p:cNvPr>
              <p:cNvSpPr/>
              <p:nvPr/>
            </p:nvSpPr>
            <p:spPr>
              <a:xfrm rot="18015380">
                <a:off x="5681733" y="318741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5" name="Isosceles Triangle 314">
                <a:extLst>
                  <a:ext uri="{FF2B5EF4-FFF2-40B4-BE49-F238E27FC236}">
                    <a16:creationId xmlns:a16="http://schemas.microsoft.com/office/drawing/2014/main" id="{0E8357A3-616A-4B81-9C51-4FE62176254C}"/>
                  </a:ext>
                </a:extLst>
              </p:cNvPr>
              <p:cNvSpPr/>
              <p:nvPr/>
            </p:nvSpPr>
            <p:spPr>
              <a:xfrm rot="7215380">
                <a:off x="5387512" y="370271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6" name="Isosceles Triangle 315">
                <a:extLst>
                  <a:ext uri="{FF2B5EF4-FFF2-40B4-BE49-F238E27FC236}">
                    <a16:creationId xmlns:a16="http://schemas.microsoft.com/office/drawing/2014/main" id="{35DF92E9-B15A-4896-9C6C-2240F5AE8ED0}"/>
                  </a:ext>
                </a:extLst>
              </p:cNvPr>
              <p:cNvSpPr/>
              <p:nvPr/>
            </p:nvSpPr>
            <p:spPr>
              <a:xfrm rot="18015380">
                <a:off x="6850061" y="31926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7" name="Isosceles Triangle 316">
                <a:extLst>
                  <a:ext uri="{FF2B5EF4-FFF2-40B4-BE49-F238E27FC236}">
                    <a16:creationId xmlns:a16="http://schemas.microsoft.com/office/drawing/2014/main" id="{F6026633-3352-43F9-BF71-E62315CF0A03}"/>
                  </a:ext>
                </a:extLst>
              </p:cNvPr>
              <p:cNvSpPr/>
              <p:nvPr/>
            </p:nvSpPr>
            <p:spPr>
              <a:xfrm rot="7215380">
                <a:off x="6555840" y="370794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8" name="Isosceles Triangle 317">
                <a:extLst>
                  <a:ext uri="{FF2B5EF4-FFF2-40B4-BE49-F238E27FC236}">
                    <a16:creationId xmlns:a16="http://schemas.microsoft.com/office/drawing/2014/main" id="{47500C9A-75A6-416C-81E8-D81626321B63}"/>
                  </a:ext>
                </a:extLst>
              </p:cNvPr>
              <p:cNvSpPr/>
              <p:nvPr/>
            </p:nvSpPr>
            <p:spPr>
              <a:xfrm rot="18015380">
                <a:off x="8014612" y="319785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19" name="Isosceles Triangle 318">
                <a:extLst>
                  <a:ext uri="{FF2B5EF4-FFF2-40B4-BE49-F238E27FC236}">
                    <a16:creationId xmlns:a16="http://schemas.microsoft.com/office/drawing/2014/main" id="{99F3E528-CE90-4FB6-B742-F06403424332}"/>
                  </a:ext>
                </a:extLst>
              </p:cNvPr>
              <p:cNvSpPr/>
              <p:nvPr/>
            </p:nvSpPr>
            <p:spPr>
              <a:xfrm rot="7215380">
                <a:off x="7720390" y="371315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0" name="Isosceles Triangle 319">
                <a:extLst>
                  <a:ext uri="{FF2B5EF4-FFF2-40B4-BE49-F238E27FC236}">
                    <a16:creationId xmlns:a16="http://schemas.microsoft.com/office/drawing/2014/main" id="{52225C92-3611-4A32-871B-A8FF3BF88F9D}"/>
                  </a:ext>
                </a:extLst>
              </p:cNvPr>
              <p:cNvSpPr/>
              <p:nvPr/>
            </p:nvSpPr>
            <p:spPr>
              <a:xfrm rot="18015380">
                <a:off x="9182940" y="32030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14E393B2-38E9-406F-83A1-46A0F5F5B992}"/>
                  </a:ext>
                </a:extLst>
              </p:cNvPr>
              <p:cNvSpPr/>
              <p:nvPr/>
            </p:nvSpPr>
            <p:spPr>
              <a:xfrm rot="7215380">
                <a:off x="8888717" y="37183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153CD39-CD7D-4915-B1BF-D86F83CD29BC}"/>
                  </a:ext>
                </a:extLst>
              </p:cNvPr>
              <p:cNvSpPr/>
              <p:nvPr/>
            </p:nvSpPr>
            <p:spPr>
              <a:xfrm rot="7215380">
                <a:off x="10059998" y="37236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8" name="Isosceles Triangle 327">
                <a:extLst>
                  <a:ext uri="{FF2B5EF4-FFF2-40B4-BE49-F238E27FC236}">
                    <a16:creationId xmlns:a16="http://schemas.microsoft.com/office/drawing/2014/main" id="{B2721B88-3FF0-4589-9F70-8A8BE52272EA}"/>
                  </a:ext>
                </a:extLst>
              </p:cNvPr>
              <p:cNvSpPr/>
              <p:nvPr/>
            </p:nvSpPr>
            <p:spPr>
              <a:xfrm rot="18015380">
                <a:off x="5110075" y="215480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9" name="Isosceles Triangle 328">
                <a:extLst>
                  <a:ext uri="{FF2B5EF4-FFF2-40B4-BE49-F238E27FC236}">
                    <a16:creationId xmlns:a16="http://schemas.microsoft.com/office/drawing/2014/main" id="{A80D5B11-C6E2-4EAE-AF3D-36FCBC2E5DF9}"/>
                  </a:ext>
                </a:extLst>
              </p:cNvPr>
              <p:cNvSpPr/>
              <p:nvPr/>
            </p:nvSpPr>
            <p:spPr>
              <a:xfrm rot="7215380">
                <a:off x="4815853" y="267010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0" name="Isosceles Triangle 329">
                <a:extLst>
                  <a:ext uri="{FF2B5EF4-FFF2-40B4-BE49-F238E27FC236}">
                    <a16:creationId xmlns:a16="http://schemas.microsoft.com/office/drawing/2014/main" id="{0FF9B73A-AB73-4D45-A55D-582EB994053A}"/>
                  </a:ext>
                </a:extLst>
              </p:cNvPr>
              <p:cNvSpPr/>
              <p:nvPr/>
            </p:nvSpPr>
            <p:spPr>
              <a:xfrm rot="18015380">
                <a:off x="6281354" y="216004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1" name="Isosceles Triangle 330">
                <a:extLst>
                  <a:ext uri="{FF2B5EF4-FFF2-40B4-BE49-F238E27FC236}">
                    <a16:creationId xmlns:a16="http://schemas.microsoft.com/office/drawing/2014/main" id="{2427A09B-84C7-4AA1-8CAB-03723331FB58}"/>
                  </a:ext>
                </a:extLst>
              </p:cNvPr>
              <p:cNvSpPr/>
              <p:nvPr/>
            </p:nvSpPr>
            <p:spPr>
              <a:xfrm rot="7215380">
                <a:off x="5987133" y="26753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2" name="Isosceles Triangle 331">
                <a:extLst>
                  <a:ext uri="{FF2B5EF4-FFF2-40B4-BE49-F238E27FC236}">
                    <a16:creationId xmlns:a16="http://schemas.microsoft.com/office/drawing/2014/main" id="{1EB2E021-4A7D-4EAF-B0E2-E1CCCDE3602A}"/>
                  </a:ext>
                </a:extLst>
              </p:cNvPr>
              <p:cNvSpPr/>
              <p:nvPr/>
            </p:nvSpPr>
            <p:spPr>
              <a:xfrm rot="18015380">
                <a:off x="7449683" y="216527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3" name="Isosceles Triangle 332">
                <a:extLst>
                  <a:ext uri="{FF2B5EF4-FFF2-40B4-BE49-F238E27FC236}">
                    <a16:creationId xmlns:a16="http://schemas.microsoft.com/office/drawing/2014/main" id="{B7016380-4ABC-4BA1-8928-FF2B3F1BABD4}"/>
                  </a:ext>
                </a:extLst>
              </p:cNvPr>
              <p:cNvSpPr/>
              <p:nvPr/>
            </p:nvSpPr>
            <p:spPr>
              <a:xfrm rot="7215380">
                <a:off x="7155462" y="268056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34" name="Isosceles Triangle 333">
                <a:extLst>
                  <a:ext uri="{FF2B5EF4-FFF2-40B4-BE49-F238E27FC236}">
                    <a16:creationId xmlns:a16="http://schemas.microsoft.com/office/drawing/2014/main" id="{77458D3C-1E66-448A-A7E4-01E95218A141}"/>
                  </a:ext>
                </a:extLst>
              </p:cNvPr>
              <p:cNvSpPr/>
              <p:nvPr/>
            </p:nvSpPr>
            <p:spPr>
              <a:xfrm rot="18015380">
                <a:off x="8614232" y="21704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5" name="Isosceles Triangle 334">
                <a:extLst>
                  <a:ext uri="{FF2B5EF4-FFF2-40B4-BE49-F238E27FC236}">
                    <a16:creationId xmlns:a16="http://schemas.microsoft.com/office/drawing/2014/main" id="{6C124C98-C181-48AC-8459-9E5A2384D737}"/>
                  </a:ext>
                </a:extLst>
              </p:cNvPr>
              <p:cNvSpPr/>
              <p:nvPr/>
            </p:nvSpPr>
            <p:spPr>
              <a:xfrm rot="7215380">
                <a:off x="8320011" y="26857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8" name="Isosceles Triangle 337">
                <a:extLst>
                  <a:ext uri="{FF2B5EF4-FFF2-40B4-BE49-F238E27FC236}">
                    <a16:creationId xmlns:a16="http://schemas.microsoft.com/office/drawing/2014/main" id="{2F209BFF-526F-4A77-9331-AD3637D41769}"/>
                  </a:ext>
                </a:extLst>
              </p:cNvPr>
              <p:cNvSpPr/>
              <p:nvPr/>
            </p:nvSpPr>
            <p:spPr>
              <a:xfrm rot="7215380">
                <a:off x="9488339" y="269100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0" name="Isosceles Triangle 349">
                <a:extLst>
                  <a:ext uri="{FF2B5EF4-FFF2-40B4-BE49-F238E27FC236}">
                    <a16:creationId xmlns:a16="http://schemas.microsoft.com/office/drawing/2014/main" id="{356D1BEF-CE56-4ED3-801C-416BDAB575C4}"/>
                  </a:ext>
                </a:extLst>
              </p:cNvPr>
              <p:cNvSpPr/>
              <p:nvPr/>
            </p:nvSpPr>
            <p:spPr>
              <a:xfrm rot="18015380">
                <a:off x="5690913" y="11356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1" name="Isosceles Triangle 350">
                <a:extLst>
                  <a:ext uri="{FF2B5EF4-FFF2-40B4-BE49-F238E27FC236}">
                    <a16:creationId xmlns:a16="http://schemas.microsoft.com/office/drawing/2014/main" id="{276502FF-6521-4638-A51A-5A6548B37723}"/>
                  </a:ext>
                </a:extLst>
              </p:cNvPr>
              <p:cNvSpPr/>
              <p:nvPr/>
            </p:nvSpPr>
            <p:spPr>
              <a:xfrm rot="7215380">
                <a:off x="5396691" y="165098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2" name="Isosceles Triangle 351">
                <a:extLst>
                  <a:ext uri="{FF2B5EF4-FFF2-40B4-BE49-F238E27FC236}">
                    <a16:creationId xmlns:a16="http://schemas.microsoft.com/office/drawing/2014/main" id="{6C996F66-73A6-456E-AAF4-9DB2CA49AB70}"/>
                  </a:ext>
                </a:extLst>
              </p:cNvPr>
              <p:cNvSpPr/>
              <p:nvPr/>
            </p:nvSpPr>
            <p:spPr>
              <a:xfrm rot="18015380">
                <a:off x="6859241" y="114091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3" name="Isosceles Triangle 352">
                <a:extLst>
                  <a:ext uri="{FF2B5EF4-FFF2-40B4-BE49-F238E27FC236}">
                    <a16:creationId xmlns:a16="http://schemas.microsoft.com/office/drawing/2014/main" id="{1E603D23-4931-4D8F-B75C-CF230A84153B}"/>
                  </a:ext>
                </a:extLst>
              </p:cNvPr>
              <p:cNvSpPr/>
              <p:nvPr/>
            </p:nvSpPr>
            <p:spPr>
              <a:xfrm rot="7215380">
                <a:off x="6565020" y="165620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4" name="Isosceles Triangle 353">
                <a:extLst>
                  <a:ext uri="{FF2B5EF4-FFF2-40B4-BE49-F238E27FC236}">
                    <a16:creationId xmlns:a16="http://schemas.microsoft.com/office/drawing/2014/main" id="{80F9F045-D673-4846-ABB6-8C1033E806C6}"/>
                  </a:ext>
                </a:extLst>
              </p:cNvPr>
              <p:cNvSpPr/>
              <p:nvPr/>
            </p:nvSpPr>
            <p:spPr>
              <a:xfrm rot="18015380">
                <a:off x="8023790" y="114612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5" name="Isosceles Triangle 354">
                <a:extLst>
                  <a:ext uri="{FF2B5EF4-FFF2-40B4-BE49-F238E27FC236}">
                    <a16:creationId xmlns:a16="http://schemas.microsoft.com/office/drawing/2014/main" id="{4AE2B701-445C-425B-847B-276713ED1E2D}"/>
                  </a:ext>
                </a:extLst>
              </p:cNvPr>
              <p:cNvSpPr/>
              <p:nvPr/>
            </p:nvSpPr>
            <p:spPr>
              <a:xfrm rot="7215380">
                <a:off x="7729568" y="16614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7" name="Isosceles Triangle 356">
                <a:extLst>
                  <a:ext uri="{FF2B5EF4-FFF2-40B4-BE49-F238E27FC236}">
                    <a16:creationId xmlns:a16="http://schemas.microsoft.com/office/drawing/2014/main" id="{082707E9-D931-4E7B-86BB-9F153C322CCD}"/>
                  </a:ext>
                </a:extLst>
              </p:cNvPr>
              <p:cNvSpPr/>
              <p:nvPr/>
            </p:nvSpPr>
            <p:spPr>
              <a:xfrm rot="7215380">
                <a:off x="8897897" y="1666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6" name="Isosceles Triangle 365">
                <a:extLst>
                  <a:ext uri="{FF2B5EF4-FFF2-40B4-BE49-F238E27FC236}">
                    <a16:creationId xmlns:a16="http://schemas.microsoft.com/office/drawing/2014/main" id="{432C4A72-6170-4BCF-97C7-692A3EB0268A}"/>
                  </a:ext>
                </a:extLst>
              </p:cNvPr>
              <p:cNvSpPr/>
              <p:nvPr/>
            </p:nvSpPr>
            <p:spPr>
              <a:xfrm rot="18015380">
                <a:off x="6290534" y="1083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7" name="Isosceles Triangle 366">
                <a:extLst>
                  <a:ext uri="{FF2B5EF4-FFF2-40B4-BE49-F238E27FC236}">
                    <a16:creationId xmlns:a16="http://schemas.microsoft.com/office/drawing/2014/main" id="{69762A5F-B9D4-4931-B4E9-5B4D7F11EEFC}"/>
                  </a:ext>
                </a:extLst>
              </p:cNvPr>
              <p:cNvSpPr/>
              <p:nvPr/>
            </p:nvSpPr>
            <p:spPr>
              <a:xfrm rot="7215380">
                <a:off x="5996313" y="6236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8" name="Isosceles Triangle 367">
                <a:extLst>
                  <a:ext uri="{FF2B5EF4-FFF2-40B4-BE49-F238E27FC236}">
                    <a16:creationId xmlns:a16="http://schemas.microsoft.com/office/drawing/2014/main" id="{4BC5DD8C-6D6A-4822-BEED-BBEB2EB17F0D}"/>
                  </a:ext>
                </a:extLst>
              </p:cNvPr>
              <p:cNvSpPr/>
              <p:nvPr/>
            </p:nvSpPr>
            <p:spPr>
              <a:xfrm rot="18015380">
                <a:off x="7458863" y="11353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9" name="Isosceles Triangle 368">
                <a:extLst>
                  <a:ext uri="{FF2B5EF4-FFF2-40B4-BE49-F238E27FC236}">
                    <a16:creationId xmlns:a16="http://schemas.microsoft.com/office/drawing/2014/main" id="{2DFCEFBE-02A8-4C97-AE4D-76DFE70AA01F}"/>
                  </a:ext>
                </a:extLst>
              </p:cNvPr>
              <p:cNvSpPr/>
              <p:nvPr/>
            </p:nvSpPr>
            <p:spPr>
              <a:xfrm rot="7215380">
                <a:off x="7164641" y="62883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1" name="Isosceles Triangle 370">
                <a:extLst>
                  <a:ext uri="{FF2B5EF4-FFF2-40B4-BE49-F238E27FC236}">
                    <a16:creationId xmlns:a16="http://schemas.microsoft.com/office/drawing/2014/main" id="{A82F5B71-795F-4082-B95A-02C0A084A6ED}"/>
                  </a:ext>
                </a:extLst>
              </p:cNvPr>
              <p:cNvSpPr/>
              <p:nvPr/>
            </p:nvSpPr>
            <p:spPr>
              <a:xfrm rot="7215380">
                <a:off x="8329190" y="6340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6" name="Isosceles Triangle 385">
                <a:extLst>
                  <a:ext uri="{FF2B5EF4-FFF2-40B4-BE49-F238E27FC236}">
                    <a16:creationId xmlns:a16="http://schemas.microsoft.com/office/drawing/2014/main" id="{713B6252-9296-4EDF-A59C-817FDD4EC1D6}"/>
                  </a:ext>
                </a:extLst>
              </p:cNvPr>
              <p:cNvSpPr/>
              <p:nvPr/>
            </p:nvSpPr>
            <p:spPr>
              <a:xfrm rot="18015380">
                <a:off x="6868411" y="-908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7" name="Isosceles Triangle 386">
                <a:extLst>
                  <a:ext uri="{FF2B5EF4-FFF2-40B4-BE49-F238E27FC236}">
                    <a16:creationId xmlns:a16="http://schemas.microsoft.com/office/drawing/2014/main" id="{16FE8958-4EC9-43BB-BB3D-75DD74E3ABC6}"/>
                  </a:ext>
                </a:extLst>
              </p:cNvPr>
              <p:cNvSpPr/>
              <p:nvPr/>
            </p:nvSpPr>
            <p:spPr>
              <a:xfrm rot="7215380">
                <a:off x="6574189" y="-3933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9" name="Isosceles Triangle 388">
                <a:extLst>
                  <a:ext uri="{FF2B5EF4-FFF2-40B4-BE49-F238E27FC236}">
                    <a16:creationId xmlns:a16="http://schemas.microsoft.com/office/drawing/2014/main" id="{4865C1BC-380C-4A83-9AB0-580176922150}"/>
                  </a:ext>
                </a:extLst>
              </p:cNvPr>
              <p:cNvSpPr/>
              <p:nvPr/>
            </p:nvSpPr>
            <p:spPr>
              <a:xfrm rot="7215380">
                <a:off x="7738739" y="-38813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3" name="Isosceles Triangle 402">
                <a:extLst>
                  <a:ext uri="{FF2B5EF4-FFF2-40B4-BE49-F238E27FC236}">
                    <a16:creationId xmlns:a16="http://schemas.microsoft.com/office/drawing/2014/main" id="{2A60C586-5919-41A4-AD0D-6F11DA619E47}"/>
                  </a:ext>
                </a:extLst>
              </p:cNvPr>
              <p:cNvSpPr/>
              <p:nvPr/>
            </p:nvSpPr>
            <p:spPr>
              <a:xfrm rot="7215380">
                <a:off x="7173810" y="-14207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24C9673-577C-4C32-A21E-48AF0AD189C9}"/>
                </a:ext>
              </a:extLst>
            </p:cNvPr>
            <p:cNvGrpSpPr/>
            <p:nvPr/>
          </p:nvGrpSpPr>
          <p:grpSpPr>
            <a:xfrm>
              <a:off x="1550358" y="-554733"/>
              <a:ext cx="9361888" cy="8231023"/>
              <a:chOff x="1550358" y="-554733"/>
              <a:chExt cx="9361888" cy="8231023"/>
            </a:xfrm>
          </p:grpSpPr>
          <p:cxnSp>
            <p:nvCxnSpPr>
              <p:cNvPr id="1263" name="Straight Connector 1262">
                <a:extLst>
                  <a:ext uri="{FF2B5EF4-FFF2-40B4-BE49-F238E27FC236}">
                    <a16:creationId xmlns:a16="http://schemas.microsoft.com/office/drawing/2014/main" id="{7035B044-781E-4369-8F15-C236393FA107}"/>
                  </a:ext>
                </a:extLst>
              </p:cNvPr>
              <p:cNvCxnSpPr>
                <a:cxnSpLocks/>
                <a:stCxn id="357" idx="0"/>
                <a:endCxn id="328" idx="0"/>
              </p:cNvCxnSpPr>
              <p:nvPr/>
            </p:nvCxnSpPr>
            <p:spPr>
              <a:xfrm flipH="1" flipV="1">
                <a:off x="3920396" y="3532809"/>
                <a:ext cx="4670612" cy="26802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32A17F53-CB6C-4D60-B673-851103CFBE3C}"/>
                  </a:ext>
                </a:extLst>
              </p:cNvPr>
              <p:cNvCxnSpPr>
                <a:cxnSpLocks/>
                <a:stCxn id="259" idx="4"/>
                <a:endCxn id="338" idx="2"/>
              </p:cNvCxnSpPr>
              <p:nvPr/>
            </p:nvCxnSpPr>
            <p:spPr>
              <a:xfrm flipV="1">
                <a:off x="6222844" y="3556994"/>
                <a:ext cx="2374492" cy="4100660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36C84A34-9CB5-477D-B4AA-913434DDE6B4}"/>
                  </a:ext>
                </a:extLst>
              </p:cNvPr>
              <p:cNvCxnSpPr>
                <a:cxnSpLocks/>
                <a:stCxn id="259" idx="4"/>
                <a:endCxn id="329" idx="2"/>
              </p:cNvCxnSpPr>
              <p:nvPr/>
            </p:nvCxnSpPr>
            <p:spPr>
              <a:xfrm flipH="1" flipV="1">
                <a:off x="3924850" y="3536090"/>
                <a:ext cx="2297994" cy="412156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255D122D-DC9C-4D7A-8138-369643F779CC}"/>
                  </a:ext>
                </a:extLst>
              </p:cNvPr>
              <p:cNvCxnSpPr>
                <a:cxnSpLocks/>
                <a:stCxn id="261" idx="4"/>
                <a:endCxn id="257" idx="4"/>
              </p:cNvCxnSpPr>
              <p:nvPr/>
            </p:nvCxnSpPr>
            <p:spPr>
              <a:xfrm flipH="1" flipV="1">
                <a:off x="5058295" y="7652444"/>
                <a:ext cx="2332878" cy="10437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4B5C4A95-41E5-49FD-94AA-4781E14333EE}"/>
                  </a:ext>
                </a:extLst>
              </p:cNvPr>
              <p:cNvCxnSpPr>
                <a:cxnSpLocks/>
                <a:stCxn id="353" idx="4"/>
                <a:endCxn id="369" idx="4"/>
              </p:cNvCxnSpPr>
              <p:nvPr/>
            </p:nvCxnSpPr>
            <p:spPr>
              <a:xfrm flipV="1">
                <a:off x="5076666" y="2518860"/>
                <a:ext cx="599621" cy="10273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CE50BF5-1229-4FD5-B0CE-17CF00358C3A}"/>
                  </a:ext>
                </a:extLst>
              </p:cNvPr>
              <p:cNvCxnSpPr>
                <a:cxnSpLocks/>
                <a:stCxn id="389" idx="4"/>
                <a:endCxn id="334" idx="0"/>
              </p:cNvCxnSpPr>
              <p:nvPr/>
            </p:nvCxnSpPr>
            <p:spPr>
              <a:xfrm>
                <a:off x="6250385" y="1501884"/>
                <a:ext cx="1174168" cy="204660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17EF1A0-6B0C-4B97-B4C2-4393F514F70C}"/>
                  </a:ext>
                </a:extLst>
              </p:cNvPr>
              <p:cNvCxnSpPr>
                <a:cxnSpLocks/>
                <a:stCxn id="355" idx="2"/>
                <a:endCxn id="333" idx="4"/>
              </p:cNvCxnSpPr>
              <p:nvPr/>
            </p:nvCxnSpPr>
            <p:spPr>
              <a:xfrm flipH="1">
                <a:off x="5667108" y="2527407"/>
                <a:ext cx="1171457" cy="204318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723AFEC-C393-4151-8F4D-8FB6D6CD9529}"/>
                  </a:ext>
                </a:extLst>
              </p:cNvPr>
              <p:cNvCxnSpPr>
                <a:cxnSpLocks/>
                <a:stCxn id="335" idx="4"/>
                <a:endCxn id="275" idx="2"/>
              </p:cNvCxnSpPr>
              <p:nvPr/>
            </p:nvCxnSpPr>
            <p:spPr>
              <a:xfrm>
                <a:off x="6831657" y="4575802"/>
                <a:ext cx="588160" cy="10304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5B1E2BB2-8EA2-4BA9-9672-99CCD3DD4A6F}"/>
                  </a:ext>
                </a:extLst>
              </p:cNvPr>
              <p:cNvCxnSpPr>
                <a:cxnSpLocks/>
                <a:stCxn id="369" idx="4"/>
                <a:endCxn id="389" idx="4"/>
              </p:cNvCxnSpPr>
              <p:nvPr/>
            </p:nvCxnSpPr>
            <p:spPr>
              <a:xfrm flipV="1">
                <a:off x="5676287" y="1501884"/>
                <a:ext cx="574098" cy="101697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714314B3-E87E-4C2F-A1E1-0CC1CB98B5CE}"/>
                  </a:ext>
                </a:extLst>
              </p:cNvPr>
              <p:cNvCxnSpPr>
                <a:cxnSpLocks/>
                <a:stCxn id="259" idx="2"/>
                <a:endCxn id="273" idx="4"/>
              </p:cNvCxnSpPr>
              <p:nvPr/>
            </p:nvCxnSpPr>
            <p:spPr>
              <a:xfrm flipH="1" flipV="1">
                <a:off x="5657916" y="6625071"/>
                <a:ext cx="1162279" cy="854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6AB090DD-E892-4368-8EA9-C2BB55970F21}"/>
                  </a:ext>
                </a:extLst>
              </p:cNvPr>
              <p:cNvCxnSpPr>
                <a:cxnSpLocks/>
                <a:stCxn id="319" idx="4"/>
                <a:endCxn id="317" idx="2"/>
              </p:cNvCxnSpPr>
              <p:nvPr/>
            </p:nvCxnSpPr>
            <p:spPr>
              <a:xfrm flipH="1" flipV="1">
                <a:off x="5664837" y="4573930"/>
                <a:ext cx="567199" cy="10292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560AB98-19D3-4706-89EB-962F6A18C537}"/>
                  </a:ext>
                </a:extLst>
              </p:cNvPr>
              <p:cNvCxnSpPr>
                <a:cxnSpLocks/>
                <a:stCxn id="319" idx="4"/>
                <a:endCxn id="259" idx="2"/>
              </p:cNvCxnSpPr>
              <p:nvPr/>
            </p:nvCxnSpPr>
            <p:spPr>
              <a:xfrm>
                <a:off x="6232036" y="5603174"/>
                <a:ext cx="588159" cy="103044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Straight Connector 597">
                <a:extLst>
                  <a:ext uri="{FF2B5EF4-FFF2-40B4-BE49-F238E27FC236}">
                    <a16:creationId xmlns:a16="http://schemas.microsoft.com/office/drawing/2014/main" id="{00883D46-23EE-427D-B0DA-7BA6EABE7DA6}"/>
                  </a:ext>
                </a:extLst>
              </p:cNvPr>
              <p:cNvCxnSpPr>
                <a:cxnSpLocks/>
                <a:stCxn id="331" idx="4"/>
                <a:endCxn id="353" idx="4"/>
              </p:cNvCxnSpPr>
              <p:nvPr/>
            </p:nvCxnSpPr>
            <p:spPr>
              <a:xfrm flipV="1">
                <a:off x="4498779" y="3546232"/>
                <a:ext cx="577887" cy="101913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97ECFDA-1329-4DAB-A355-3C7337620BF6}"/>
                  </a:ext>
                </a:extLst>
              </p:cNvPr>
              <p:cNvCxnSpPr>
                <a:cxnSpLocks/>
                <a:stCxn id="317" idx="4"/>
                <a:endCxn id="333" idx="4"/>
              </p:cNvCxnSpPr>
              <p:nvPr/>
            </p:nvCxnSpPr>
            <p:spPr>
              <a:xfrm flipV="1">
                <a:off x="5067486" y="4570592"/>
                <a:ext cx="599622" cy="102737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516AFC0-70DB-43C2-855F-98D90F607259}"/>
                  </a:ext>
                </a:extLst>
              </p:cNvPr>
              <p:cNvCxnSpPr>
                <a:cxnSpLocks/>
                <a:stCxn id="273" idx="4"/>
                <a:endCxn id="317" idx="4"/>
              </p:cNvCxnSpPr>
              <p:nvPr/>
            </p:nvCxnSpPr>
            <p:spPr>
              <a:xfrm flipH="1" flipV="1">
                <a:off x="5067486" y="5597965"/>
                <a:ext cx="590430" cy="102710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044FD7F-7D9E-4502-AE08-C580D37F192C}"/>
                  </a:ext>
                </a:extLst>
              </p:cNvPr>
              <p:cNvCxnSpPr>
                <a:cxnSpLocks/>
                <a:stCxn id="275" idx="2"/>
                <a:endCxn id="275" idx="4"/>
              </p:cNvCxnSpPr>
              <p:nvPr/>
            </p:nvCxnSpPr>
            <p:spPr>
              <a:xfrm flipH="1">
                <a:off x="6822466" y="5606246"/>
                <a:ext cx="597351" cy="102403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32B4F78C-6296-4EC2-95CA-C5C42C0C22A2}"/>
                  </a:ext>
                </a:extLst>
              </p:cNvPr>
              <p:cNvCxnSpPr>
                <a:cxnSpLocks/>
                <a:stCxn id="315" idx="4"/>
                <a:endCxn id="331" idx="4"/>
              </p:cNvCxnSpPr>
              <p:nvPr/>
            </p:nvCxnSpPr>
            <p:spPr>
              <a:xfrm flipV="1">
                <a:off x="3899158" y="4565366"/>
                <a:ext cx="599621" cy="10273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B767156A-9401-4E1B-A43D-0E39EF2F1B12}"/>
                  </a:ext>
                </a:extLst>
              </p:cNvPr>
              <p:cNvCxnSpPr>
                <a:cxnSpLocks/>
                <a:stCxn id="335" idx="4"/>
                <a:endCxn id="357" idx="4"/>
              </p:cNvCxnSpPr>
              <p:nvPr/>
            </p:nvCxnSpPr>
            <p:spPr>
              <a:xfrm flipV="1">
                <a:off x="6831657" y="3556670"/>
                <a:ext cx="577886" cy="101913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1B38D221-AC2D-4EDC-9F69-092CEF12BEBB}"/>
                  </a:ext>
                </a:extLst>
              </p:cNvPr>
              <p:cNvCxnSpPr>
                <a:cxnSpLocks/>
                <a:stCxn id="323" idx="4"/>
                <a:endCxn id="357" idx="4"/>
              </p:cNvCxnSpPr>
              <p:nvPr/>
            </p:nvCxnSpPr>
            <p:spPr>
              <a:xfrm flipH="1" flipV="1">
                <a:off x="7409543" y="3556670"/>
                <a:ext cx="1162101" cy="20569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8495A17-4B63-4302-A3D8-277D43EF16BB}"/>
                  </a:ext>
                </a:extLst>
              </p:cNvPr>
              <p:cNvCxnSpPr>
                <a:cxnSpLocks/>
                <a:stCxn id="261" idx="4"/>
                <a:endCxn id="321" idx="0"/>
              </p:cNvCxnSpPr>
              <p:nvPr/>
            </p:nvCxnSpPr>
            <p:spPr>
              <a:xfrm flipV="1">
                <a:off x="7391173" y="5611343"/>
                <a:ext cx="1190655" cy="205153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02FB77C7-3C0F-45D4-91D8-94321E02FF61}"/>
                  </a:ext>
                </a:extLst>
              </p:cNvPr>
              <p:cNvCxnSpPr>
                <a:cxnSpLocks/>
                <a:stCxn id="315" idx="4"/>
                <a:endCxn id="267" idx="2"/>
              </p:cNvCxnSpPr>
              <p:nvPr/>
            </p:nvCxnSpPr>
            <p:spPr>
              <a:xfrm flipH="1" flipV="1">
                <a:off x="2747330" y="5585342"/>
                <a:ext cx="1151828" cy="739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386D38F-D274-4F44-ADC0-C061596576A2}"/>
                  </a:ext>
                </a:extLst>
              </p:cNvPr>
              <p:cNvCxnSpPr>
                <a:cxnSpLocks/>
                <a:stCxn id="255" idx="2"/>
                <a:endCxn id="252" idx="2"/>
              </p:cNvCxnSpPr>
              <p:nvPr/>
            </p:nvCxnSpPr>
            <p:spPr>
              <a:xfrm flipH="1" flipV="1">
                <a:off x="3316036" y="6617942"/>
                <a:ext cx="1171282" cy="524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67F1BCDC-17F9-464A-964D-FF2F3E1DBDC3}"/>
                  </a:ext>
                </a:extLst>
              </p:cNvPr>
              <p:cNvCxnSpPr>
                <a:cxnSpLocks/>
                <a:stCxn id="279" idx="4"/>
                <a:endCxn id="323" idx="0"/>
              </p:cNvCxnSpPr>
              <p:nvPr/>
            </p:nvCxnSpPr>
            <p:spPr>
              <a:xfrm flipV="1">
                <a:off x="9162074" y="5616583"/>
                <a:ext cx="591035" cy="102416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8971A6C-228B-4C56-BCF2-99B92DC1C7A2}"/>
                  </a:ext>
                </a:extLst>
              </p:cNvPr>
              <p:cNvCxnSpPr>
                <a:cxnSpLocks/>
                <a:stCxn id="265" idx="4"/>
                <a:endCxn id="265" idx="0"/>
              </p:cNvCxnSpPr>
              <p:nvPr/>
            </p:nvCxnSpPr>
            <p:spPr>
              <a:xfrm>
                <a:off x="9730781" y="7673349"/>
                <a:ext cx="1181465" cy="2941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A4451F4E-319A-4D3E-A6F7-16C2B9A2EED3}"/>
                  </a:ext>
                </a:extLst>
              </p:cNvPr>
              <p:cNvCxnSpPr>
                <a:cxnSpLocks/>
                <a:stCxn id="1312" idx="4"/>
                <a:endCxn id="257" idx="4"/>
              </p:cNvCxnSpPr>
              <p:nvPr/>
            </p:nvCxnSpPr>
            <p:spPr>
              <a:xfrm>
                <a:off x="1550358" y="7636750"/>
                <a:ext cx="3507937" cy="1569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72945F5D-23A0-46E2-B6A2-F1A72016B47E}"/>
                  </a:ext>
                </a:extLst>
              </p:cNvPr>
              <p:cNvCxnSpPr>
                <a:cxnSpLocks/>
                <a:stCxn id="261" idx="4"/>
                <a:endCxn id="263" idx="0"/>
              </p:cNvCxnSpPr>
              <p:nvPr/>
            </p:nvCxnSpPr>
            <p:spPr>
              <a:xfrm>
                <a:off x="7391173" y="7662881"/>
                <a:ext cx="2352745" cy="8181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7580563-F9FC-4EE4-B733-B13E9A1F7DB1}"/>
                  </a:ext>
                </a:extLst>
              </p:cNvPr>
              <p:cNvCxnSpPr>
                <a:cxnSpLocks/>
                <a:stCxn id="403" idx="2"/>
                <a:endCxn id="265" idx="0"/>
              </p:cNvCxnSpPr>
              <p:nvPr/>
            </p:nvCxnSpPr>
            <p:spPr>
              <a:xfrm>
                <a:off x="6282807" y="-554733"/>
                <a:ext cx="4629439" cy="8231023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147CADF3-04F2-429E-A328-8387B00AEC6B}"/>
                  </a:ext>
                </a:extLst>
              </p:cNvPr>
              <p:cNvCxnSpPr>
                <a:cxnSpLocks/>
                <a:stCxn id="403" idx="2"/>
                <a:endCxn id="1312" idx="4"/>
              </p:cNvCxnSpPr>
              <p:nvPr/>
            </p:nvCxnSpPr>
            <p:spPr>
              <a:xfrm flipH="1">
                <a:off x="1550358" y="-554733"/>
                <a:ext cx="4732449" cy="8191483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3A300AC8-7BCA-4EFE-8D04-6ED829E57BAB}"/>
                  </a:ext>
                </a:extLst>
              </p:cNvPr>
              <p:cNvCxnSpPr>
                <a:cxnSpLocks/>
                <a:stCxn id="269" idx="4"/>
                <a:endCxn id="252" idx="4"/>
              </p:cNvCxnSpPr>
              <p:nvPr/>
            </p:nvCxnSpPr>
            <p:spPr>
              <a:xfrm flipH="1">
                <a:off x="2718685" y="6614604"/>
                <a:ext cx="599622" cy="102737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77F6B356-4DE0-4DBC-8BC5-A9A5412E6A5E}"/>
                  </a:ext>
                </a:extLst>
              </p:cNvPr>
              <p:cNvCxnSpPr>
                <a:cxnSpLocks/>
                <a:stCxn id="265" idx="4"/>
                <a:endCxn id="279" idx="4"/>
              </p:cNvCxnSpPr>
              <p:nvPr/>
            </p:nvCxnSpPr>
            <p:spPr>
              <a:xfrm flipH="1" flipV="1">
                <a:off x="9162074" y="6640748"/>
                <a:ext cx="568707" cy="103260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C12351BA-711E-48A3-BDE3-5F35480FF14D}"/>
                  </a:ext>
                </a:extLst>
              </p:cNvPr>
              <p:cNvCxnSpPr>
                <a:cxnSpLocks/>
                <a:stCxn id="257" idx="4"/>
                <a:endCxn id="271" idx="4"/>
              </p:cNvCxnSpPr>
              <p:nvPr/>
            </p:nvCxnSpPr>
            <p:spPr>
              <a:xfrm flipH="1" flipV="1">
                <a:off x="4489587" y="6619844"/>
                <a:ext cx="568708" cy="103260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9" name="Star: 5 Points 568">
            <a:extLst>
              <a:ext uri="{FF2B5EF4-FFF2-40B4-BE49-F238E27FC236}">
                <a16:creationId xmlns:a16="http://schemas.microsoft.com/office/drawing/2014/main" id="{B33C08F3-683D-4D4A-88F4-ADDE142679E1}"/>
              </a:ext>
            </a:extLst>
          </p:cNvPr>
          <p:cNvSpPr/>
          <p:nvPr/>
        </p:nvSpPr>
        <p:spPr>
          <a:xfrm>
            <a:off x="-825290" y="-154354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2F87289-5DF6-4BED-AADC-B3D999C97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13365" y="-243540"/>
            <a:ext cx="8475282" cy="75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5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E6D0291-DEE0-4230-92AC-8EB422873FF5}"/>
              </a:ext>
            </a:extLst>
          </p:cNvPr>
          <p:cNvGrpSpPr/>
          <p:nvPr/>
        </p:nvGrpSpPr>
        <p:grpSpPr>
          <a:xfrm>
            <a:off x="1395372" y="-601220"/>
            <a:ext cx="9784105" cy="8779655"/>
            <a:chOff x="1395372" y="-601220"/>
            <a:chExt cx="9784105" cy="8779655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82B5C147-A8D2-4C85-97C7-39855753BBE8}"/>
                </a:ext>
              </a:extLst>
            </p:cNvPr>
            <p:cNvGrpSpPr/>
            <p:nvPr/>
          </p:nvGrpSpPr>
          <p:grpSpPr>
            <a:xfrm>
              <a:off x="1395372" y="-601220"/>
              <a:ext cx="9784105" cy="8779655"/>
              <a:chOff x="1395372" y="-601220"/>
              <a:chExt cx="9784105" cy="8779655"/>
            </a:xfrm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FB6F18E9-357A-4C9C-A152-C857C969279A}"/>
                  </a:ext>
                </a:extLst>
              </p:cNvPr>
              <p:cNvGrpSpPr/>
              <p:nvPr/>
            </p:nvGrpSpPr>
            <p:grpSpPr>
              <a:xfrm>
                <a:off x="6488404" y="-601220"/>
                <a:ext cx="4691073" cy="8145731"/>
                <a:chOff x="6488404" y="-601220"/>
                <a:chExt cx="4691073" cy="8145731"/>
              </a:xfrm>
            </p:grpSpPr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997BCE27-C32E-4048-9BCA-62EEC2541B82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405390" cy="4084672"/>
                  <a:chOff x="6488404" y="-601220"/>
                  <a:chExt cx="2405390" cy="4084672"/>
                </a:xfrm>
              </p:grpSpPr>
              <p:grpSp>
                <p:nvGrpSpPr>
                  <p:cNvPr id="136" name="Group 135">
                    <a:extLst>
                      <a:ext uri="{FF2B5EF4-FFF2-40B4-BE49-F238E27FC236}">
                        <a16:creationId xmlns:a16="http://schemas.microsoft.com/office/drawing/2014/main" id="{02C0571A-FCFA-45CF-82A9-725AE7362A34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493" name="TextBox 492">
                      <a:extLst>
                        <a:ext uri="{FF2B5EF4-FFF2-40B4-BE49-F238E27FC236}">
                          <a16:creationId xmlns:a16="http://schemas.microsoft.com/office/drawing/2014/main" id="{33C67121-873E-4D9B-9386-1B9338E5F12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494" name="TextBox 493">
                      <a:extLst>
                        <a:ext uri="{FF2B5EF4-FFF2-40B4-BE49-F238E27FC236}">
                          <a16:creationId xmlns:a16="http://schemas.microsoft.com/office/drawing/2014/main" id="{360060C8-B4F4-44CC-98AE-212D2F521F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1" name="TextBox 500">
                      <a:extLst>
                        <a:ext uri="{FF2B5EF4-FFF2-40B4-BE49-F238E27FC236}">
                          <a16:creationId xmlns:a16="http://schemas.microsoft.com/office/drawing/2014/main" id="{E156225F-1CF8-457B-B030-24575235E9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2" name="TextBox 501">
                      <a:extLst>
                        <a:ext uri="{FF2B5EF4-FFF2-40B4-BE49-F238E27FC236}">
                          <a16:creationId xmlns:a16="http://schemas.microsoft.com/office/drawing/2014/main" id="{EB99537F-8D9C-47EB-B807-E138A0A8A7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04" name="Group 503">
                    <a:extLst>
                      <a:ext uri="{FF2B5EF4-FFF2-40B4-BE49-F238E27FC236}">
                        <a16:creationId xmlns:a16="http://schemas.microsoft.com/office/drawing/2014/main" id="{6880EA9E-3F34-4A87-9AF2-4561308BBAFF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236157" cy="2021598"/>
                    <a:chOff x="6509243" y="-601220"/>
                    <a:chExt cx="1236157" cy="2021598"/>
                  </a:xfrm>
                </p:grpSpPr>
                <p:sp>
                  <p:nvSpPr>
                    <p:cNvPr id="505" name="TextBox 504">
                      <a:extLst>
                        <a:ext uri="{FF2B5EF4-FFF2-40B4-BE49-F238E27FC236}">
                          <a16:creationId xmlns:a16="http://schemas.microsoft.com/office/drawing/2014/main" id="{20485F02-DC79-449F-A3D2-968486CB46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6" name="TextBox 505">
                      <a:extLst>
                        <a:ext uri="{FF2B5EF4-FFF2-40B4-BE49-F238E27FC236}">
                          <a16:creationId xmlns:a16="http://schemas.microsoft.com/office/drawing/2014/main" id="{C5AD4797-36F9-4867-B1FB-97A9ADDDB7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7" name="TextBox 506">
                      <a:extLst>
                        <a:ext uri="{FF2B5EF4-FFF2-40B4-BE49-F238E27FC236}">
                          <a16:creationId xmlns:a16="http://schemas.microsoft.com/office/drawing/2014/main" id="{A29F198E-32AC-4BC3-A2D7-C19FC68000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42351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08" name="TextBox 507">
                      <a:extLst>
                        <a:ext uri="{FF2B5EF4-FFF2-40B4-BE49-F238E27FC236}">
                          <a16:creationId xmlns:a16="http://schemas.microsoft.com/office/drawing/2014/main" id="{A400DAD7-7A3D-4F75-9928-0E0CDB8FCFF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440" y="-120177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10" name="Group 509">
                  <a:extLst>
                    <a:ext uri="{FF2B5EF4-FFF2-40B4-BE49-F238E27FC236}">
                      <a16:creationId xmlns:a16="http://schemas.microsoft.com/office/drawing/2014/main" id="{3EC1920F-28EF-4F89-9D46-E94B111BC0D4}"/>
                    </a:ext>
                  </a:extLst>
                </p:cNvPr>
                <p:cNvGrpSpPr/>
                <p:nvPr/>
              </p:nvGrpSpPr>
              <p:grpSpPr>
                <a:xfrm>
                  <a:off x="8807388" y="3459839"/>
                  <a:ext cx="2372089" cy="4084672"/>
                  <a:chOff x="6521705" y="-601220"/>
                  <a:chExt cx="2372089" cy="4084672"/>
                </a:xfrm>
              </p:grpSpPr>
              <p:grpSp>
                <p:nvGrpSpPr>
                  <p:cNvPr id="511" name="Group 510">
                    <a:extLst>
                      <a:ext uri="{FF2B5EF4-FFF2-40B4-BE49-F238E27FC236}">
                        <a16:creationId xmlns:a16="http://schemas.microsoft.com/office/drawing/2014/main" id="{33C98362-D29B-4FC4-92EE-CCFA9A0A8AD2}"/>
                      </a:ext>
                    </a:extLst>
                  </p:cNvPr>
                  <p:cNvGrpSpPr/>
                  <p:nvPr/>
                </p:nvGrpSpPr>
                <p:grpSpPr>
                  <a:xfrm>
                    <a:off x="6521705" y="-601220"/>
                    <a:ext cx="1183621" cy="2021598"/>
                    <a:chOff x="6521705" y="-601220"/>
                    <a:chExt cx="1183621" cy="2021598"/>
                  </a:xfrm>
                </p:grpSpPr>
                <p:sp>
                  <p:nvSpPr>
                    <p:cNvPr id="517" name="TextBox 516">
                      <a:extLst>
                        <a:ext uri="{FF2B5EF4-FFF2-40B4-BE49-F238E27FC236}">
                          <a16:creationId xmlns:a16="http://schemas.microsoft.com/office/drawing/2014/main" id="{F4A40F22-A09E-4F0E-8BD9-2AC727DB19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235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8" name="TextBox 517">
                      <a:extLst>
                        <a:ext uri="{FF2B5EF4-FFF2-40B4-BE49-F238E27FC236}">
                          <a16:creationId xmlns:a16="http://schemas.microsoft.com/office/drawing/2014/main" id="{1385E1B8-7D51-4122-92E1-5CAFE79B3F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9" name="TextBox 518">
                      <a:extLst>
                        <a:ext uri="{FF2B5EF4-FFF2-40B4-BE49-F238E27FC236}">
                          <a16:creationId xmlns:a16="http://schemas.microsoft.com/office/drawing/2014/main" id="{F964A31B-4003-4057-BE36-C90702CD18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1705" y="-601220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0" name="TextBox 519">
                      <a:extLst>
                        <a:ext uri="{FF2B5EF4-FFF2-40B4-BE49-F238E27FC236}">
                          <a16:creationId xmlns:a16="http://schemas.microsoft.com/office/drawing/2014/main" id="{989572D6-EB4A-47CC-BDEC-C93AD70313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0677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12" name="Group 511">
                    <a:extLst>
                      <a:ext uri="{FF2B5EF4-FFF2-40B4-BE49-F238E27FC236}">
                        <a16:creationId xmlns:a16="http://schemas.microsoft.com/office/drawing/2014/main" id="{E0331434-A1C8-4B5A-A968-29B7D69212C9}"/>
                      </a:ext>
                    </a:extLst>
                  </p:cNvPr>
                  <p:cNvGrpSpPr/>
                  <p:nvPr/>
                </p:nvGrpSpPr>
                <p:grpSpPr>
                  <a:xfrm>
                    <a:off x="7636798" y="1461854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513" name="TextBox 512">
                      <a:extLst>
                        <a:ext uri="{FF2B5EF4-FFF2-40B4-BE49-F238E27FC236}">
                          <a16:creationId xmlns:a16="http://schemas.microsoft.com/office/drawing/2014/main" id="{DF6A4BAA-C58F-4C15-9DC1-77576B33D3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4" name="TextBox 513">
                      <a:extLst>
                        <a:ext uri="{FF2B5EF4-FFF2-40B4-BE49-F238E27FC236}">
                          <a16:creationId xmlns:a16="http://schemas.microsoft.com/office/drawing/2014/main" id="{75C094C3-58BB-4D98-8E02-80F5B4EFDC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01048" y="89715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5" name="TextBox 514">
                      <a:extLst>
                        <a:ext uri="{FF2B5EF4-FFF2-40B4-BE49-F238E27FC236}">
                          <a16:creationId xmlns:a16="http://schemas.microsoft.com/office/drawing/2014/main" id="{E7F604BB-008E-47CB-ADA3-164F91E6F9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16" name="TextBox 515">
                      <a:extLst>
                        <a:ext uri="{FF2B5EF4-FFF2-40B4-BE49-F238E27FC236}">
                          <a16:creationId xmlns:a16="http://schemas.microsoft.com/office/drawing/2014/main" id="{00593D38-F331-488E-9274-D6AE45CBAA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522" name="Group 521">
                <a:extLst>
                  <a:ext uri="{FF2B5EF4-FFF2-40B4-BE49-F238E27FC236}">
                    <a16:creationId xmlns:a16="http://schemas.microsoft.com/office/drawing/2014/main" id="{B72DC9C7-EA77-4A4D-AC76-5C4728FEE622}"/>
                  </a:ext>
                </a:extLst>
              </p:cNvPr>
              <p:cNvGrpSpPr/>
              <p:nvPr/>
            </p:nvGrpSpPr>
            <p:grpSpPr>
              <a:xfrm flipH="1">
                <a:off x="1395372" y="-601220"/>
                <a:ext cx="4670235" cy="8145731"/>
                <a:chOff x="6488404" y="-601220"/>
                <a:chExt cx="4670235" cy="8145731"/>
              </a:xfrm>
            </p:grpSpPr>
            <p:grpSp>
              <p:nvGrpSpPr>
                <p:cNvPr id="523" name="Group 522">
                  <a:extLst>
                    <a:ext uri="{FF2B5EF4-FFF2-40B4-BE49-F238E27FC236}">
                      <a16:creationId xmlns:a16="http://schemas.microsoft.com/office/drawing/2014/main" id="{789BD07C-BD6A-4E01-80F3-3D009B578E50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2347025" cy="3948487"/>
                  <a:chOff x="6488404" y="-601220"/>
                  <a:chExt cx="2347025" cy="3948487"/>
                </a:xfrm>
              </p:grpSpPr>
              <p:grpSp>
                <p:nvGrpSpPr>
                  <p:cNvPr id="535" name="Group 534">
                    <a:extLst>
                      <a:ext uri="{FF2B5EF4-FFF2-40B4-BE49-F238E27FC236}">
                        <a16:creationId xmlns:a16="http://schemas.microsoft.com/office/drawing/2014/main" id="{51204358-6848-4E93-B21E-E0DE34B55839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1256996" cy="2021598"/>
                    <a:chOff x="6488404" y="-601220"/>
                    <a:chExt cx="1256996" cy="2021598"/>
                  </a:xfrm>
                </p:grpSpPr>
                <p:sp>
                  <p:nvSpPr>
                    <p:cNvPr id="541" name="TextBox 540">
                      <a:extLst>
                        <a:ext uri="{FF2B5EF4-FFF2-40B4-BE49-F238E27FC236}">
                          <a16:creationId xmlns:a16="http://schemas.microsoft.com/office/drawing/2014/main" id="{AE7812F0-DCFE-49D5-ACE3-B034FB6B96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8086" y="41611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2" name="TextBox 541">
                      <a:extLst>
                        <a:ext uri="{FF2B5EF4-FFF2-40B4-BE49-F238E27FC236}">
                          <a16:creationId xmlns:a16="http://schemas.microsoft.com/office/drawing/2014/main" id="{2B91A184-B346-47CC-B5EA-033781D56E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360358" y="897158"/>
                      <a:ext cx="38504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3" name="TextBox 542">
                      <a:extLst>
                        <a:ext uri="{FF2B5EF4-FFF2-40B4-BE49-F238E27FC236}">
                          <a16:creationId xmlns:a16="http://schemas.microsoft.com/office/drawing/2014/main" id="{A18C5EC9-4DC6-4B4B-9A67-EF6359E350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88404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4" name="TextBox 543">
                      <a:extLst>
                        <a:ext uri="{FF2B5EF4-FFF2-40B4-BE49-F238E27FC236}">
                          <a16:creationId xmlns:a16="http://schemas.microsoft.com/office/drawing/2014/main" id="{65D1C091-C7A2-4DAF-9228-99F00C47A74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84391" y="-120177"/>
                      <a:ext cx="2840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36" name="Group 535">
                    <a:extLst>
                      <a:ext uri="{FF2B5EF4-FFF2-40B4-BE49-F238E27FC236}">
                        <a16:creationId xmlns:a16="http://schemas.microsoft.com/office/drawing/2014/main" id="{6213C4D0-C0D8-4228-AEE8-5531611A195B}"/>
                      </a:ext>
                    </a:extLst>
                  </p:cNvPr>
                  <p:cNvGrpSpPr/>
                  <p:nvPr/>
                </p:nvGrpSpPr>
                <p:grpSpPr>
                  <a:xfrm>
                    <a:off x="7657637" y="1461854"/>
                    <a:ext cx="1177792" cy="1885413"/>
                    <a:chOff x="6509243" y="-601220"/>
                    <a:chExt cx="1177792" cy="1885413"/>
                  </a:xfrm>
                </p:grpSpPr>
                <p:sp>
                  <p:nvSpPr>
                    <p:cNvPr id="537" name="TextBox 536">
                      <a:extLst>
                        <a:ext uri="{FF2B5EF4-FFF2-40B4-BE49-F238E27FC236}">
                          <a16:creationId xmlns:a16="http://schemas.microsoft.com/office/drawing/2014/main" id="{A59D9DE9-7B3D-4D6B-93CC-063BA6DAC0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48850" y="416115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8" name="TextBox 537">
                      <a:extLst>
                        <a:ext uri="{FF2B5EF4-FFF2-40B4-BE49-F238E27FC236}">
                          <a16:creationId xmlns:a16="http://schemas.microsoft.com/office/drawing/2014/main" id="{DC379FD6-AEEF-4EBF-B74C-31EA831E3B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82757" y="760973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9" name="TextBox 538">
                      <a:extLst>
                        <a:ext uri="{FF2B5EF4-FFF2-40B4-BE49-F238E27FC236}">
                          <a16:creationId xmlns:a16="http://schemas.microsoft.com/office/drawing/2014/main" id="{5DEF2A2E-182F-4397-B74D-7F32ABE7937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9243" y="-601220"/>
                      <a:ext cx="423513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0" name="TextBox 539">
                      <a:extLst>
                        <a:ext uri="{FF2B5EF4-FFF2-40B4-BE49-F238E27FC236}">
                          <a16:creationId xmlns:a16="http://schemas.microsoft.com/office/drawing/2014/main" id="{1FB951CD-D21A-4E05-ADED-18CB960DF1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21366" y="-120177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24" name="Group 523">
                  <a:extLst>
                    <a:ext uri="{FF2B5EF4-FFF2-40B4-BE49-F238E27FC236}">
                      <a16:creationId xmlns:a16="http://schemas.microsoft.com/office/drawing/2014/main" id="{0BB492C1-AB80-440C-ADD8-1B2096BC7082}"/>
                    </a:ext>
                  </a:extLst>
                </p:cNvPr>
                <p:cNvGrpSpPr/>
                <p:nvPr/>
              </p:nvGrpSpPr>
              <p:grpSpPr>
                <a:xfrm>
                  <a:off x="8733877" y="3447139"/>
                  <a:ext cx="2424762" cy="4097372"/>
                  <a:chOff x="6448194" y="-613920"/>
                  <a:chExt cx="2424762" cy="4097372"/>
                </a:xfrm>
              </p:grpSpPr>
              <p:grpSp>
                <p:nvGrpSpPr>
                  <p:cNvPr id="525" name="Group 524">
                    <a:extLst>
                      <a:ext uri="{FF2B5EF4-FFF2-40B4-BE49-F238E27FC236}">
                        <a16:creationId xmlns:a16="http://schemas.microsoft.com/office/drawing/2014/main" id="{416161D8-D6B2-4EA1-B793-851471F747CC}"/>
                      </a:ext>
                    </a:extLst>
                  </p:cNvPr>
                  <p:cNvGrpSpPr/>
                  <p:nvPr/>
                </p:nvGrpSpPr>
                <p:grpSpPr>
                  <a:xfrm>
                    <a:off x="6448194" y="-613920"/>
                    <a:ext cx="1257132" cy="1956478"/>
                    <a:chOff x="6448194" y="-613920"/>
                    <a:chExt cx="1257132" cy="1956478"/>
                  </a:xfrm>
                </p:grpSpPr>
                <p:sp>
                  <p:nvSpPr>
                    <p:cNvPr id="531" name="TextBox 530">
                      <a:extLst>
                        <a:ext uri="{FF2B5EF4-FFF2-40B4-BE49-F238E27FC236}">
                          <a16:creationId xmlns:a16="http://schemas.microsoft.com/office/drawing/2014/main" id="{1221A6AD-3EA2-4C0F-B47C-864C3D4DB7F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88924" y="416115"/>
                      <a:ext cx="42351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2" name="TextBox 531">
                      <a:extLst>
                        <a:ext uri="{FF2B5EF4-FFF2-40B4-BE49-F238E27FC236}">
                          <a16:creationId xmlns:a16="http://schemas.microsoft.com/office/drawing/2014/main" id="{22E34CFF-B60F-420F-AC35-0571E0729D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60974" y="819338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3" name="TextBox 532">
                      <a:extLst>
                        <a:ext uri="{FF2B5EF4-FFF2-40B4-BE49-F238E27FC236}">
                          <a16:creationId xmlns:a16="http://schemas.microsoft.com/office/drawing/2014/main" id="{ED74A932-518A-47F4-B519-50DADA07C3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48194" y="-613920"/>
                      <a:ext cx="46358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4" name="TextBox 533">
                      <a:extLst>
                        <a:ext uri="{FF2B5EF4-FFF2-40B4-BE49-F238E27FC236}">
                          <a16:creationId xmlns:a16="http://schemas.microsoft.com/office/drawing/2014/main" id="{C2E3B14C-2DE9-470C-8A08-4D75180C1F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03075" y="-236907"/>
                      <a:ext cx="40427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id="{A1D82FE4-080B-4E07-AB3B-E747790A8F74}"/>
                      </a:ext>
                    </a:extLst>
                  </p:cNvPr>
                  <p:cNvGrpSpPr/>
                  <p:nvPr/>
                </p:nvGrpSpPr>
                <p:grpSpPr>
                  <a:xfrm>
                    <a:off x="7676874" y="1461854"/>
                    <a:ext cx="1196082" cy="2021598"/>
                    <a:chOff x="6528480" y="-601220"/>
                    <a:chExt cx="1196082" cy="2021598"/>
                  </a:xfrm>
                </p:grpSpPr>
                <p:sp>
                  <p:nvSpPr>
                    <p:cNvPr id="527" name="TextBox 526">
                      <a:extLst>
                        <a:ext uri="{FF2B5EF4-FFF2-40B4-BE49-F238E27FC236}">
                          <a16:creationId xmlns:a16="http://schemas.microsoft.com/office/drawing/2014/main" id="{D430A1EE-7E31-4FA9-95DE-3AA6C6A455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26232" y="455025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8" name="TextBox 527">
                      <a:extLst>
                        <a:ext uri="{FF2B5EF4-FFF2-40B4-BE49-F238E27FC236}">
                          <a16:creationId xmlns:a16="http://schemas.microsoft.com/office/drawing/2014/main" id="{C38CEF75-8C91-4755-83A9-9B6487D2B88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40510" y="897158"/>
                      <a:ext cx="2840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29" name="TextBox 528">
                      <a:extLst>
                        <a:ext uri="{FF2B5EF4-FFF2-40B4-BE49-F238E27FC236}">
                          <a16:creationId xmlns:a16="http://schemas.microsoft.com/office/drawing/2014/main" id="{32CF40AD-F29C-481F-97E4-E091C7AC934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28480" y="-601220"/>
                      <a:ext cx="44435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30" name="TextBox 529">
                      <a:extLst>
                        <a:ext uri="{FF2B5EF4-FFF2-40B4-BE49-F238E27FC236}">
                          <a16:creationId xmlns:a16="http://schemas.microsoft.com/office/drawing/2014/main" id="{0BBEF8F6-5C89-4E70-BE63-E1E18E1EEC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61221" y="-159087"/>
                      <a:ext cx="38504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pt-PT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</a:t>
                      </a:r>
                      <a:endParaRPr lang="pt-PT" sz="7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A6D5565D-FE7A-47D0-959B-4C5478CBAA01}"/>
                  </a:ext>
                </a:extLst>
              </p:cNvPr>
              <p:cNvGrpSpPr/>
              <p:nvPr/>
            </p:nvGrpSpPr>
            <p:grpSpPr>
              <a:xfrm>
                <a:off x="1762886" y="7655215"/>
                <a:ext cx="9036643" cy="523220"/>
                <a:chOff x="2113365" y="7771945"/>
                <a:chExt cx="9036643" cy="523220"/>
              </a:xfrm>
            </p:grpSpPr>
            <p:sp>
              <p:nvSpPr>
                <p:cNvPr id="564" name="TextBox 563">
                  <a:extLst>
                    <a:ext uri="{FF2B5EF4-FFF2-40B4-BE49-F238E27FC236}">
                      <a16:creationId xmlns:a16="http://schemas.microsoft.com/office/drawing/2014/main" id="{2B7A0DB4-091D-4E5F-997A-A2F0CFE814E1}"/>
                    </a:ext>
                  </a:extLst>
                </p:cNvPr>
                <p:cNvSpPr txBox="1"/>
                <p:nvPr/>
              </p:nvSpPr>
              <p:spPr>
                <a:xfrm flipH="1">
                  <a:off x="9515322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5" name="TextBox 564">
                  <a:extLst>
                    <a:ext uri="{FF2B5EF4-FFF2-40B4-BE49-F238E27FC236}">
                      <a16:creationId xmlns:a16="http://schemas.microsoft.com/office/drawing/2014/main" id="{57C4AC97-FD26-4917-8A0B-2112330BA1B2}"/>
                    </a:ext>
                  </a:extLst>
                </p:cNvPr>
                <p:cNvSpPr txBox="1"/>
                <p:nvPr/>
              </p:nvSpPr>
              <p:spPr>
                <a:xfrm flipH="1">
                  <a:off x="9060065" y="7771945"/>
                  <a:ext cx="38504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6" name="TextBox 565">
                  <a:extLst>
                    <a:ext uri="{FF2B5EF4-FFF2-40B4-BE49-F238E27FC236}">
                      <a16:creationId xmlns:a16="http://schemas.microsoft.com/office/drawing/2014/main" id="{A40D3034-1546-4B7F-BD8F-22A26F49D2C7}"/>
                    </a:ext>
                  </a:extLst>
                </p:cNvPr>
                <p:cNvSpPr txBox="1"/>
                <p:nvPr/>
              </p:nvSpPr>
              <p:spPr>
                <a:xfrm flipH="1">
                  <a:off x="1070565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7" name="TextBox 566">
                  <a:extLst>
                    <a:ext uri="{FF2B5EF4-FFF2-40B4-BE49-F238E27FC236}">
                      <a16:creationId xmlns:a16="http://schemas.microsoft.com/office/drawing/2014/main" id="{28B5DB02-949F-4AE0-8961-094706AC922E}"/>
                    </a:ext>
                  </a:extLst>
                </p:cNvPr>
                <p:cNvSpPr txBox="1"/>
                <p:nvPr/>
              </p:nvSpPr>
              <p:spPr>
                <a:xfrm flipH="1">
                  <a:off x="10289309" y="7771945"/>
                  <a:ext cx="2840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0" name="TextBox 559">
                  <a:extLst>
                    <a:ext uri="{FF2B5EF4-FFF2-40B4-BE49-F238E27FC236}">
                      <a16:creationId xmlns:a16="http://schemas.microsoft.com/office/drawing/2014/main" id="{C1EB93C1-541A-4776-B2C0-2113D34ED5E7}"/>
                    </a:ext>
                  </a:extLst>
                </p:cNvPr>
                <p:cNvSpPr txBox="1"/>
                <p:nvPr/>
              </p:nvSpPr>
              <p:spPr>
                <a:xfrm flipH="1">
                  <a:off x="716909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1" name="TextBox 560">
                  <a:extLst>
                    <a:ext uri="{FF2B5EF4-FFF2-40B4-BE49-F238E27FC236}">
                      <a16:creationId xmlns:a16="http://schemas.microsoft.com/office/drawing/2014/main" id="{F8F49601-FB76-43B1-8F00-BF73EB9E0D73}"/>
                    </a:ext>
                  </a:extLst>
                </p:cNvPr>
                <p:cNvSpPr txBox="1"/>
                <p:nvPr/>
              </p:nvSpPr>
              <p:spPr>
                <a:xfrm flipH="1">
                  <a:off x="6718649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2" name="TextBox 561">
                  <a:extLst>
                    <a:ext uri="{FF2B5EF4-FFF2-40B4-BE49-F238E27FC236}">
                      <a16:creationId xmlns:a16="http://schemas.microsoft.com/office/drawing/2014/main" id="{52CE37E8-92FB-4E62-B93D-F6AB2DA8029C}"/>
                    </a:ext>
                  </a:extLst>
                </p:cNvPr>
                <p:cNvSpPr txBox="1"/>
                <p:nvPr/>
              </p:nvSpPr>
              <p:spPr>
                <a:xfrm flipH="1">
                  <a:off x="8349994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3" name="TextBox 562">
                  <a:extLst>
                    <a:ext uri="{FF2B5EF4-FFF2-40B4-BE49-F238E27FC236}">
                      <a16:creationId xmlns:a16="http://schemas.microsoft.com/office/drawing/2014/main" id="{294A6AFE-0D06-4251-8C47-A8CAEEBD99C2}"/>
                    </a:ext>
                  </a:extLst>
                </p:cNvPr>
                <p:cNvSpPr txBox="1"/>
                <p:nvPr/>
              </p:nvSpPr>
              <p:spPr>
                <a:xfrm flipH="1">
                  <a:off x="7880091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4" name="TextBox 553">
                  <a:extLst>
                    <a:ext uri="{FF2B5EF4-FFF2-40B4-BE49-F238E27FC236}">
                      <a16:creationId xmlns:a16="http://schemas.microsoft.com/office/drawing/2014/main" id="{0DEA5B6A-C331-4E26-B707-9B9C79BE9F6F}"/>
                    </a:ext>
                  </a:extLst>
                </p:cNvPr>
                <p:cNvSpPr txBox="1"/>
                <p:nvPr/>
              </p:nvSpPr>
              <p:spPr>
                <a:xfrm flipH="1">
                  <a:off x="4816590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5" name="TextBox 554">
                  <a:extLst>
                    <a:ext uri="{FF2B5EF4-FFF2-40B4-BE49-F238E27FC236}">
                      <a16:creationId xmlns:a16="http://schemas.microsoft.com/office/drawing/2014/main" id="{69F8F61C-BDA1-406A-B94B-BA252D5BA6B2}"/>
                    </a:ext>
                  </a:extLst>
                </p:cNvPr>
                <p:cNvSpPr txBox="1"/>
                <p:nvPr/>
              </p:nvSpPr>
              <p:spPr>
                <a:xfrm flipH="1">
                  <a:off x="4371934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6" name="TextBox 555">
                  <a:extLst>
                    <a:ext uri="{FF2B5EF4-FFF2-40B4-BE49-F238E27FC236}">
                      <a16:creationId xmlns:a16="http://schemas.microsoft.com/office/drawing/2014/main" id="{83AD1ED9-12D0-47FF-AA1D-C77A1ED7D8DA}"/>
                    </a:ext>
                  </a:extLst>
                </p:cNvPr>
                <p:cNvSpPr txBox="1"/>
                <p:nvPr/>
              </p:nvSpPr>
              <p:spPr>
                <a:xfrm flipH="1">
                  <a:off x="5959401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7" name="TextBox 556">
                  <a:extLst>
                    <a:ext uri="{FF2B5EF4-FFF2-40B4-BE49-F238E27FC236}">
                      <a16:creationId xmlns:a16="http://schemas.microsoft.com/office/drawing/2014/main" id="{D430348C-E262-40C3-A3A4-F96082FED066}"/>
                    </a:ext>
                  </a:extLst>
                </p:cNvPr>
                <p:cNvSpPr txBox="1"/>
                <p:nvPr/>
              </p:nvSpPr>
              <p:spPr>
                <a:xfrm flipH="1">
                  <a:off x="5527585" y="7771945"/>
                  <a:ext cx="40427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0" name="TextBox 549">
                  <a:extLst>
                    <a:ext uri="{FF2B5EF4-FFF2-40B4-BE49-F238E27FC236}">
                      <a16:creationId xmlns:a16="http://schemas.microsoft.com/office/drawing/2014/main" id="{F1BD83F3-4864-4BBD-B99B-0C3D588D848D}"/>
                    </a:ext>
                  </a:extLst>
                </p:cNvPr>
                <p:cNvSpPr txBox="1"/>
                <p:nvPr/>
              </p:nvSpPr>
              <p:spPr>
                <a:xfrm flipH="1">
                  <a:off x="2421836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1" name="TextBox 550">
                  <a:extLst>
                    <a:ext uri="{FF2B5EF4-FFF2-40B4-BE49-F238E27FC236}">
                      <a16:creationId xmlns:a16="http://schemas.microsoft.com/office/drawing/2014/main" id="{E90D88F5-C484-435A-AFB1-0C5DE96353B1}"/>
                    </a:ext>
                  </a:extLst>
                </p:cNvPr>
                <p:cNvSpPr txBox="1"/>
                <p:nvPr/>
              </p:nvSpPr>
              <p:spPr>
                <a:xfrm flipH="1">
                  <a:off x="2113365" y="7771945"/>
                  <a:ext cx="2840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I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2" name="TextBox 551">
                  <a:extLst>
                    <a:ext uri="{FF2B5EF4-FFF2-40B4-BE49-F238E27FC236}">
                      <a16:creationId xmlns:a16="http://schemas.microsoft.com/office/drawing/2014/main" id="{F8ED31D1-36B9-43F1-9A10-D567DA9E2FF7}"/>
                    </a:ext>
                  </a:extLst>
                </p:cNvPr>
                <p:cNvSpPr txBox="1"/>
                <p:nvPr/>
              </p:nvSpPr>
              <p:spPr>
                <a:xfrm flipH="1">
                  <a:off x="3577085" y="7771945"/>
                  <a:ext cx="44435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3" name="TextBox 552">
                  <a:extLst>
                    <a:ext uri="{FF2B5EF4-FFF2-40B4-BE49-F238E27FC236}">
                      <a16:creationId xmlns:a16="http://schemas.microsoft.com/office/drawing/2014/main" id="{5E3B59BD-234E-40A1-AB84-938C7E3098D4}"/>
                    </a:ext>
                  </a:extLst>
                </p:cNvPr>
                <p:cNvSpPr txBox="1"/>
                <p:nvPr/>
              </p:nvSpPr>
              <p:spPr>
                <a:xfrm flipH="1">
                  <a:off x="3190796" y="7771945"/>
                  <a:ext cx="38504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PT" sz="28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J</a:t>
                  </a:r>
                  <a:endParaRPr lang="pt-PT" sz="7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58ADAC-5916-4F67-BC5C-C84CA81B54AA}"/>
                </a:ext>
              </a:extLst>
            </p:cNvPr>
            <p:cNvGrpSpPr/>
            <p:nvPr/>
          </p:nvGrpSpPr>
          <p:grpSpPr>
            <a:xfrm>
              <a:off x="1779424" y="-378000"/>
              <a:ext cx="9202430" cy="8389575"/>
              <a:chOff x="3120472" y="-1502481"/>
              <a:chExt cx="9202430" cy="8389575"/>
            </a:xfrm>
            <a:solidFill>
              <a:schemeClr val="bg1">
                <a:lumMod val="95000"/>
              </a:schemeClr>
            </a:solidFill>
          </p:grpSpPr>
          <p:sp>
            <p:nvSpPr>
              <p:cNvPr id="1297" name="Isosceles Triangle 1296">
                <a:extLst>
                  <a:ext uri="{FF2B5EF4-FFF2-40B4-BE49-F238E27FC236}">
                    <a16:creationId xmlns:a16="http://schemas.microsoft.com/office/drawing/2014/main" id="{CF253D2B-1958-4A52-B361-BE6FBB651E55}"/>
                  </a:ext>
                </a:extLst>
              </p:cNvPr>
              <p:cNvSpPr/>
              <p:nvPr/>
            </p:nvSpPr>
            <p:spPr>
              <a:xfrm rot="18015380">
                <a:off x="3332934" y="523142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1312" name="Isosceles Triangle 1311">
                <a:extLst>
                  <a:ext uri="{FF2B5EF4-FFF2-40B4-BE49-F238E27FC236}">
                    <a16:creationId xmlns:a16="http://schemas.microsoft.com/office/drawing/2014/main" id="{E487F66F-AFA1-434A-97E0-CF436CEF9E6A}"/>
                  </a:ext>
                </a:extLst>
              </p:cNvPr>
              <p:cNvSpPr/>
              <p:nvPr/>
            </p:nvSpPr>
            <p:spPr>
              <a:xfrm rot="7215380">
                <a:off x="3038712" y="574672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1" name="Isosceles Triangle 250">
                <a:extLst>
                  <a:ext uri="{FF2B5EF4-FFF2-40B4-BE49-F238E27FC236}">
                    <a16:creationId xmlns:a16="http://schemas.microsoft.com/office/drawing/2014/main" id="{99A1DA71-91AC-48C9-A2E1-5A5310CF6B3E}"/>
                  </a:ext>
                </a:extLst>
              </p:cNvPr>
              <p:cNvSpPr/>
              <p:nvPr/>
            </p:nvSpPr>
            <p:spPr>
              <a:xfrm rot="18015380">
                <a:off x="4501262" y="52366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2" name="Isosceles Triangle 251">
                <a:extLst>
                  <a:ext uri="{FF2B5EF4-FFF2-40B4-BE49-F238E27FC236}">
                    <a16:creationId xmlns:a16="http://schemas.microsoft.com/office/drawing/2014/main" id="{5FB4A781-CFBF-4FF4-9B05-F253109FDA71}"/>
                  </a:ext>
                </a:extLst>
              </p:cNvPr>
              <p:cNvSpPr/>
              <p:nvPr/>
            </p:nvSpPr>
            <p:spPr>
              <a:xfrm rot="7215380">
                <a:off x="4207039" y="57519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4" name="Isosceles Triangle 253">
                <a:extLst>
                  <a:ext uri="{FF2B5EF4-FFF2-40B4-BE49-F238E27FC236}">
                    <a16:creationId xmlns:a16="http://schemas.microsoft.com/office/drawing/2014/main" id="{BA31C611-AFC6-4333-A3F7-C372510C2EF6}"/>
                  </a:ext>
                </a:extLst>
              </p:cNvPr>
              <p:cNvSpPr/>
              <p:nvPr/>
            </p:nvSpPr>
            <p:spPr>
              <a:xfrm rot="18015380">
                <a:off x="5672542" y="524189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5" name="Isosceles Triangle 254">
                <a:extLst>
                  <a:ext uri="{FF2B5EF4-FFF2-40B4-BE49-F238E27FC236}">
                    <a16:creationId xmlns:a16="http://schemas.microsoft.com/office/drawing/2014/main" id="{CF4F82B3-5997-4C51-B93A-9535455DA079}"/>
                  </a:ext>
                </a:extLst>
              </p:cNvPr>
              <p:cNvSpPr/>
              <p:nvPr/>
            </p:nvSpPr>
            <p:spPr>
              <a:xfrm rot="7215380">
                <a:off x="5378321" y="575719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6" name="Isosceles Triangle 255">
                <a:extLst>
                  <a:ext uri="{FF2B5EF4-FFF2-40B4-BE49-F238E27FC236}">
                    <a16:creationId xmlns:a16="http://schemas.microsoft.com/office/drawing/2014/main" id="{ED232C90-D5F4-43E7-851D-FCB24CB3BF2E}"/>
                  </a:ext>
                </a:extLst>
              </p:cNvPr>
              <p:cNvSpPr/>
              <p:nvPr/>
            </p:nvSpPr>
            <p:spPr>
              <a:xfrm rot="18015380">
                <a:off x="6840870" y="52471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7" name="Isosceles Triangle 256">
                <a:extLst>
                  <a:ext uri="{FF2B5EF4-FFF2-40B4-BE49-F238E27FC236}">
                    <a16:creationId xmlns:a16="http://schemas.microsoft.com/office/drawing/2014/main" id="{C9CB9F55-AD2E-4063-AF7E-64975F4B3802}"/>
                  </a:ext>
                </a:extLst>
              </p:cNvPr>
              <p:cNvSpPr/>
              <p:nvPr/>
            </p:nvSpPr>
            <p:spPr>
              <a:xfrm rot="7215380">
                <a:off x="6546649" y="57624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8" name="Isosceles Triangle 257">
                <a:extLst>
                  <a:ext uri="{FF2B5EF4-FFF2-40B4-BE49-F238E27FC236}">
                    <a16:creationId xmlns:a16="http://schemas.microsoft.com/office/drawing/2014/main" id="{2B6814C8-BD9A-4467-9033-458BF596FD50}"/>
                  </a:ext>
                </a:extLst>
              </p:cNvPr>
              <p:cNvSpPr/>
              <p:nvPr/>
            </p:nvSpPr>
            <p:spPr>
              <a:xfrm rot="18015380">
                <a:off x="8005419" y="525233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59" name="Isosceles Triangle 258">
                <a:extLst>
                  <a:ext uri="{FF2B5EF4-FFF2-40B4-BE49-F238E27FC236}">
                    <a16:creationId xmlns:a16="http://schemas.microsoft.com/office/drawing/2014/main" id="{3EFE35BD-7F02-43CD-A845-89D014B7C188}"/>
                  </a:ext>
                </a:extLst>
              </p:cNvPr>
              <p:cNvSpPr/>
              <p:nvPr/>
            </p:nvSpPr>
            <p:spPr>
              <a:xfrm rot="7215380">
                <a:off x="7711198" y="576763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0" name="Isosceles Triangle 259">
                <a:extLst>
                  <a:ext uri="{FF2B5EF4-FFF2-40B4-BE49-F238E27FC236}">
                    <a16:creationId xmlns:a16="http://schemas.microsoft.com/office/drawing/2014/main" id="{27B60439-F6FE-443F-9684-5197A2B5716F}"/>
                  </a:ext>
                </a:extLst>
              </p:cNvPr>
              <p:cNvSpPr/>
              <p:nvPr/>
            </p:nvSpPr>
            <p:spPr>
              <a:xfrm rot="18015380">
                <a:off x="9173748" y="52575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1" name="Isosceles Triangle 260">
                <a:extLst>
                  <a:ext uri="{FF2B5EF4-FFF2-40B4-BE49-F238E27FC236}">
                    <a16:creationId xmlns:a16="http://schemas.microsoft.com/office/drawing/2014/main" id="{C9A6FB0B-2E54-463A-98B6-DEE73A6650DC}"/>
                  </a:ext>
                </a:extLst>
              </p:cNvPr>
              <p:cNvSpPr/>
              <p:nvPr/>
            </p:nvSpPr>
            <p:spPr>
              <a:xfrm rot="7215380">
                <a:off x="8879527" y="57728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2" name="Isosceles Triangle 261">
                <a:extLst>
                  <a:ext uri="{FF2B5EF4-FFF2-40B4-BE49-F238E27FC236}">
                    <a16:creationId xmlns:a16="http://schemas.microsoft.com/office/drawing/2014/main" id="{64E218CF-16A0-4585-8BE2-913B461BB4F3}"/>
                  </a:ext>
                </a:extLst>
              </p:cNvPr>
              <p:cNvSpPr/>
              <p:nvPr/>
            </p:nvSpPr>
            <p:spPr>
              <a:xfrm rot="18015380">
                <a:off x="10345028" y="526280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3" name="Isosceles Triangle 262">
                <a:extLst>
                  <a:ext uri="{FF2B5EF4-FFF2-40B4-BE49-F238E27FC236}">
                    <a16:creationId xmlns:a16="http://schemas.microsoft.com/office/drawing/2014/main" id="{06036720-295B-4BA9-87C4-B89D7B9EBBB7}"/>
                  </a:ext>
                </a:extLst>
              </p:cNvPr>
              <p:cNvSpPr/>
              <p:nvPr/>
            </p:nvSpPr>
            <p:spPr>
              <a:xfrm rot="7215380">
                <a:off x="10050807" y="577809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5" name="Isosceles Triangle 264">
                <a:extLst>
                  <a:ext uri="{FF2B5EF4-FFF2-40B4-BE49-F238E27FC236}">
                    <a16:creationId xmlns:a16="http://schemas.microsoft.com/office/drawing/2014/main" id="{D322D162-67AB-4148-A430-D0B2387E16E2}"/>
                  </a:ext>
                </a:extLst>
              </p:cNvPr>
              <p:cNvSpPr/>
              <p:nvPr/>
            </p:nvSpPr>
            <p:spPr>
              <a:xfrm rot="7215380">
                <a:off x="11219135" y="578332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6" name="Isosceles Triangle 265">
                <a:extLst>
                  <a:ext uri="{FF2B5EF4-FFF2-40B4-BE49-F238E27FC236}">
                    <a16:creationId xmlns:a16="http://schemas.microsoft.com/office/drawing/2014/main" id="{0332AB21-01E2-4E83-ADB7-CF94EC163E75}"/>
                  </a:ext>
                </a:extLst>
              </p:cNvPr>
              <p:cNvSpPr/>
              <p:nvPr/>
            </p:nvSpPr>
            <p:spPr>
              <a:xfrm rot="18015380">
                <a:off x="3932555" y="420405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7" name="Isosceles Triangle 266">
                <a:extLst>
                  <a:ext uri="{FF2B5EF4-FFF2-40B4-BE49-F238E27FC236}">
                    <a16:creationId xmlns:a16="http://schemas.microsoft.com/office/drawing/2014/main" id="{5347B497-8BC0-42A2-959B-0E18E7B3676B}"/>
                  </a:ext>
                </a:extLst>
              </p:cNvPr>
              <p:cNvSpPr/>
              <p:nvPr/>
            </p:nvSpPr>
            <p:spPr>
              <a:xfrm rot="7215380">
                <a:off x="3638333" y="471935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8" name="Isosceles Triangle 267">
                <a:extLst>
                  <a:ext uri="{FF2B5EF4-FFF2-40B4-BE49-F238E27FC236}">
                    <a16:creationId xmlns:a16="http://schemas.microsoft.com/office/drawing/2014/main" id="{2325E20E-1D06-4203-9057-2FCE339FEA95}"/>
                  </a:ext>
                </a:extLst>
              </p:cNvPr>
              <p:cNvSpPr/>
              <p:nvPr/>
            </p:nvSpPr>
            <p:spPr>
              <a:xfrm rot="18015380">
                <a:off x="5100883" y="42092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69" name="Isosceles Triangle 268">
                <a:extLst>
                  <a:ext uri="{FF2B5EF4-FFF2-40B4-BE49-F238E27FC236}">
                    <a16:creationId xmlns:a16="http://schemas.microsoft.com/office/drawing/2014/main" id="{661D214E-CE16-4F18-BE29-D3A5228611C7}"/>
                  </a:ext>
                </a:extLst>
              </p:cNvPr>
              <p:cNvSpPr/>
              <p:nvPr/>
            </p:nvSpPr>
            <p:spPr>
              <a:xfrm rot="7215380">
                <a:off x="4806661" y="472458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0" name="Isosceles Triangle 269">
                <a:extLst>
                  <a:ext uri="{FF2B5EF4-FFF2-40B4-BE49-F238E27FC236}">
                    <a16:creationId xmlns:a16="http://schemas.microsoft.com/office/drawing/2014/main" id="{BBBBF6E7-95D3-4629-A1BC-6A6A5882EE38}"/>
                  </a:ext>
                </a:extLst>
              </p:cNvPr>
              <p:cNvSpPr/>
              <p:nvPr/>
            </p:nvSpPr>
            <p:spPr>
              <a:xfrm rot="18015380">
                <a:off x="6272163" y="421452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1" name="Isosceles Triangle 270">
                <a:extLst>
                  <a:ext uri="{FF2B5EF4-FFF2-40B4-BE49-F238E27FC236}">
                    <a16:creationId xmlns:a16="http://schemas.microsoft.com/office/drawing/2014/main" id="{F53DB3BD-09AC-49D4-8A8F-6A3C32E3C516}"/>
                  </a:ext>
                </a:extLst>
              </p:cNvPr>
              <p:cNvSpPr/>
              <p:nvPr/>
            </p:nvSpPr>
            <p:spPr>
              <a:xfrm rot="7215380">
                <a:off x="5977941" y="47298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2" name="Isosceles Triangle 271">
                <a:extLst>
                  <a:ext uri="{FF2B5EF4-FFF2-40B4-BE49-F238E27FC236}">
                    <a16:creationId xmlns:a16="http://schemas.microsoft.com/office/drawing/2014/main" id="{140A5DD4-3870-4C14-B5C6-72ED0B9A1070}"/>
                  </a:ext>
                </a:extLst>
              </p:cNvPr>
              <p:cNvSpPr/>
              <p:nvPr/>
            </p:nvSpPr>
            <p:spPr>
              <a:xfrm rot="18015380">
                <a:off x="7440491" y="421975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3" name="Isosceles Triangle 272">
                <a:extLst>
                  <a:ext uri="{FF2B5EF4-FFF2-40B4-BE49-F238E27FC236}">
                    <a16:creationId xmlns:a16="http://schemas.microsoft.com/office/drawing/2014/main" id="{AA048DE3-B1BB-4E2B-8661-1057774C7D38}"/>
                  </a:ext>
                </a:extLst>
              </p:cNvPr>
              <p:cNvSpPr/>
              <p:nvPr/>
            </p:nvSpPr>
            <p:spPr>
              <a:xfrm rot="7215380">
                <a:off x="7146270" y="47350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4" name="Isosceles Triangle 273">
                <a:extLst>
                  <a:ext uri="{FF2B5EF4-FFF2-40B4-BE49-F238E27FC236}">
                    <a16:creationId xmlns:a16="http://schemas.microsoft.com/office/drawing/2014/main" id="{8630D221-6D78-4E38-81EF-61FD28C40D18}"/>
                  </a:ext>
                </a:extLst>
              </p:cNvPr>
              <p:cNvSpPr/>
              <p:nvPr/>
            </p:nvSpPr>
            <p:spPr>
              <a:xfrm rot="18015380">
                <a:off x="8605041" y="422496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275" name="Isosceles Triangle 274">
                <a:extLst>
                  <a:ext uri="{FF2B5EF4-FFF2-40B4-BE49-F238E27FC236}">
                    <a16:creationId xmlns:a16="http://schemas.microsoft.com/office/drawing/2014/main" id="{0FD63DCF-B5BB-4D41-9CB9-0849C6557A88}"/>
                  </a:ext>
                </a:extLst>
              </p:cNvPr>
              <p:cNvSpPr/>
              <p:nvPr/>
            </p:nvSpPr>
            <p:spPr>
              <a:xfrm rot="7215380">
                <a:off x="8310820" y="474025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6" name="Isosceles Triangle 275">
                <a:extLst>
                  <a:ext uri="{FF2B5EF4-FFF2-40B4-BE49-F238E27FC236}">
                    <a16:creationId xmlns:a16="http://schemas.microsoft.com/office/drawing/2014/main" id="{6DFEEACC-D318-4654-8C31-C8E3288B0F3B}"/>
                  </a:ext>
                </a:extLst>
              </p:cNvPr>
              <p:cNvSpPr/>
              <p:nvPr/>
            </p:nvSpPr>
            <p:spPr>
              <a:xfrm rot="18015380">
                <a:off x="9773369" y="423018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7" name="Isosceles Triangle 276">
                <a:extLst>
                  <a:ext uri="{FF2B5EF4-FFF2-40B4-BE49-F238E27FC236}">
                    <a16:creationId xmlns:a16="http://schemas.microsoft.com/office/drawing/2014/main" id="{44A7A1DA-0899-4193-89BC-F8DA88B82382}"/>
                  </a:ext>
                </a:extLst>
              </p:cNvPr>
              <p:cNvSpPr/>
              <p:nvPr/>
            </p:nvSpPr>
            <p:spPr>
              <a:xfrm rot="7215380">
                <a:off x="9479148" y="474548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279" name="Isosceles Triangle 278">
                <a:extLst>
                  <a:ext uri="{FF2B5EF4-FFF2-40B4-BE49-F238E27FC236}">
                    <a16:creationId xmlns:a16="http://schemas.microsoft.com/office/drawing/2014/main" id="{F447B7CD-8A0B-4173-A1EF-D56A89FFFBC6}"/>
                  </a:ext>
                </a:extLst>
              </p:cNvPr>
              <p:cNvSpPr/>
              <p:nvPr/>
            </p:nvSpPr>
            <p:spPr>
              <a:xfrm rot="7215380">
                <a:off x="10650428" y="475072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2" name="Isosceles Triangle 311">
                <a:extLst>
                  <a:ext uri="{FF2B5EF4-FFF2-40B4-BE49-F238E27FC236}">
                    <a16:creationId xmlns:a16="http://schemas.microsoft.com/office/drawing/2014/main" id="{1046D1F8-EB00-4EEA-8C09-A4E0E980B376}"/>
                  </a:ext>
                </a:extLst>
              </p:cNvPr>
              <p:cNvSpPr/>
              <p:nvPr/>
            </p:nvSpPr>
            <p:spPr>
              <a:xfrm rot="18015380">
                <a:off x="4510453" y="318217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3" name="Isosceles Triangle 312">
                <a:extLst>
                  <a:ext uri="{FF2B5EF4-FFF2-40B4-BE49-F238E27FC236}">
                    <a16:creationId xmlns:a16="http://schemas.microsoft.com/office/drawing/2014/main" id="{AD09F0F6-2961-4BAD-BCE5-47B198C3B945}"/>
                  </a:ext>
                </a:extLst>
              </p:cNvPr>
              <p:cNvSpPr/>
              <p:nvPr/>
            </p:nvSpPr>
            <p:spPr>
              <a:xfrm rot="7215380">
                <a:off x="4216232" y="369747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4" name="Isosceles Triangle 313">
                <a:extLst>
                  <a:ext uri="{FF2B5EF4-FFF2-40B4-BE49-F238E27FC236}">
                    <a16:creationId xmlns:a16="http://schemas.microsoft.com/office/drawing/2014/main" id="{BD632088-D1B8-4D36-BFCC-071EAB22A3C5}"/>
                  </a:ext>
                </a:extLst>
              </p:cNvPr>
              <p:cNvSpPr/>
              <p:nvPr/>
            </p:nvSpPr>
            <p:spPr>
              <a:xfrm rot="18015380">
                <a:off x="5681733" y="318741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5" name="Isosceles Triangle 314">
                <a:extLst>
                  <a:ext uri="{FF2B5EF4-FFF2-40B4-BE49-F238E27FC236}">
                    <a16:creationId xmlns:a16="http://schemas.microsoft.com/office/drawing/2014/main" id="{0E8357A3-616A-4B81-9C51-4FE62176254C}"/>
                  </a:ext>
                </a:extLst>
              </p:cNvPr>
              <p:cNvSpPr/>
              <p:nvPr/>
            </p:nvSpPr>
            <p:spPr>
              <a:xfrm rot="7215380">
                <a:off x="5387512" y="3702715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6" name="Isosceles Triangle 315">
                <a:extLst>
                  <a:ext uri="{FF2B5EF4-FFF2-40B4-BE49-F238E27FC236}">
                    <a16:creationId xmlns:a16="http://schemas.microsoft.com/office/drawing/2014/main" id="{35DF92E9-B15A-4896-9C6C-2240F5AE8ED0}"/>
                  </a:ext>
                </a:extLst>
              </p:cNvPr>
              <p:cNvSpPr/>
              <p:nvPr/>
            </p:nvSpPr>
            <p:spPr>
              <a:xfrm rot="18015380">
                <a:off x="6850061" y="31926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7" name="Isosceles Triangle 316">
                <a:extLst>
                  <a:ext uri="{FF2B5EF4-FFF2-40B4-BE49-F238E27FC236}">
                    <a16:creationId xmlns:a16="http://schemas.microsoft.com/office/drawing/2014/main" id="{F6026633-3352-43F9-BF71-E62315CF0A03}"/>
                  </a:ext>
                </a:extLst>
              </p:cNvPr>
              <p:cNvSpPr/>
              <p:nvPr/>
            </p:nvSpPr>
            <p:spPr>
              <a:xfrm rot="7215380">
                <a:off x="6555840" y="370794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18" name="Isosceles Triangle 317">
                <a:extLst>
                  <a:ext uri="{FF2B5EF4-FFF2-40B4-BE49-F238E27FC236}">
                    <a16:creationId xmlns:a16="http://schemas.microsoft.com/office/drawing/2014/main" id="{47500C9A-75A6-416C-81E8-D81626321B63}"/>
                  </a:ext>
                </a:extLst>
              </p:cNvPr>
              <p:cNvSpPr/>
              <p:nvPr/>
            </p:nvSpPr>
            <p:spPr>
              <a:xfrm rot="18015380">
                <a:off x="8014612" y="319785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19" name="Isosceles Triangle 318">
                <a:extLst>
                  <a:ext uri="{FF2B5EF4-FFF2-40B4-BE49-F238E27FC236}">
                    <a16:creationId xmlns:a16="http://schemas.microsoft.com/office/drawing/2014/main" id="{99F3E528-CE90-4FB6-B742-F06403424332}"/>
                  </a:ext>
                </a:extLst>
              </p:cNvPr>
              <p:cNvSpPr/>
              <p:nvPr/>
            </p:nvSpPr>
            <p:spPr>
              <a:xfrm rot="7215380">
                <a:off x="7720390" y="371315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0" name="Isosceles Triangle 319">
                <a:extLst>
                  <a:ext uri="{FF2B5EF4-FFF2-40B4-BE49-F238E27FC236}">
                    <a16:creationId xmlns:a16="http://schemas.microsoft.com/office/drawing/2014/main" id="{52225C92-3611-4A32-871B-A8FF3BF88F9D}"/>
                  </a:ext>
                </a:extLst>
              </p:cNvPr>
              <p:cNvSpPr/>
              <p:nvPr/>
            </p:nvSpPr>
            <p:spPr>
              <a:xfrm rot="18015380">
                <a:off x="9182940" y="32030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1" name="Isosceles Triangle 320">
                <a:extLst>
                  <a:ext uri="{FF2B5EF4-FFF2-40B4-BE49-F238E27FC236}">
                    <a16:creationId xmlns:a16="http://schemas.microsoft.com/office/drawing/2014/main" id="{14E393B2-38E9-406F-83A1-46A0F5F5B992}"/>
                  </a:ext>
                </a:extLst>
              </p:cNvPr>
              <p:cNvSpPr/>
              <p:nvPr/>
            </p:nvSpPr>
            <p:spPr>
              <a:xfrm rot="7215380">
                <a:off x="8888717" y="37183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F153CD39-CD7D-4915-B1BF-D86F83CD29BC}"/>
                  </a:ext>
                </a:extLst>
              </p:cNvPr>
              <p:cNvSpPr/>
              <p:nvPr/>
            </p:nvSpPr>
            <p:spPr>
              <a:xfrm rot="7215380">
                <a:off x="10059998" y="37236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8" name="Isosceles Triangle 327">
                <a:extLst>
                  <a:ext uri="{FF2B5EF4-FFF2-40B4-BE49-F238E27FC236}">
                    <a16:creationId xmlns:a16="http://schemas.microsoft.com/office/drawing/2014/main" id="{B2721B88-3FF0-4589-9F70-8A8BE52272EA}"/>
                  </a:ext>
                </a:extLst>
              </p:cNvPr>
              <p:cNvSpPr/>
              <p:nvPr/>
            </p:nvSpPr>
            <p:spPr>
              <a:xfrm rot="18015380">
                <a:off x="5110075" y="215480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29" name="Isosceles Triangle 328">
                <a:extLst>
                  <a:ext uri="{FF2B5EF4-FFF2-40B4-BE49-F238E27FC236}">
                    <a16:creationId xmlns:a16="http://schemas.microsoft.com/office/drawing/2014/main" id="{A80D5B11-C6E2-4EAE-AF3D-36FCBC2E5DF9}"/>
                  </a:ext>
                </a:extLst>
              </p:cNvPr>
              <p:cNvSpPr/>
              <p:nvPr/>
            </p:nvSpPr>
            <p:spPr>
              <a:xfrm rot="7215380">
                <a:off x="4815853" y="267010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0" name="Isosceles Triangle 329">
                <a:extLst>
                  <a:ext uri="{FF2B5EF4-FFF2-40B4-BE49-F238E27FC236}">
                    <a16:creationId xmlns:a16="http://schemas.microsoft.com/office/drawing/2014/main" id="{0FF9B73A-AB73-4D45-A55D-582EB994053A}"/>
                  </a:ext>
                </a:extLst>
              </p:cNvPr>
              <p:cNvSpPr/>
              <p:nvPr/>
            </p:nvSpPr>
            <p:spPr>
              <a:xfrm rot="18015380">
                <a:off x="6281354" y="2160044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1" name="Isosceles Triangle 330">
                <a:extLst>
                  <a:ext uri="{FF2B5EF4-FFF2-40B4-BE49-F238E27FC236}">
                    <a16:creationId xmlns:a16="http://schemas.microsoft.com/office/drawing/2014/main" id="{2427A09B-84C7-4AA1-8CAB-03723331FB58}"/>
                  </a:ext>
                </a:extLst>
              </p:cNvPr>
              <p:cNvSpPr/>
              <p:nvPr/>
            </p:nvSpPr>
            <p:spPr>
              <a:xfrm rot="7215380">
                <a:off x="5987133" y="267534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2" name="Isosceles Triangle 331">
                <a:extLst>
                  <a:ext uri="{FF2B5EF4-FFF2-40B4-BE49-F238E27FC236}">
                    <a16:creationId xmlns:a16="http://schemas.microsoft.com/office/drawing/2014/main" id="{1EB2E021-4A7D-4EAF-B0E2-E1CCCDE3602A}"/>
                  </a:ext>
                </a:extLst>
              </p:cNvPr>
              <p:cNvSpPr/>
              <p:nvPr/>
            </p:nvSpPr>
            <p:spPr>
              <a:xfrm rot="18015380">
                <a:off x="7449683" y="216527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3" name="Isosceles Triangle 332">
                <a:extLst>
                  <a:ext uri="{FF2B5EF4-FFF2-40B4-BE49-F238E27FC236}">
                    <a16:creationId xmlns:a16="http://schemas.microsoft.com/office/drawing/2014/main" id="{B7016380-4ABC-4BA1-8928-FF2B3F1BABD4}"/>
                  </a:ext>
                </a:extLst>
              </p:cNvPr>
              <p:cNvSpPr/>
              <p:nvPr/>
            </p:nvSpPr>
            <p:spPr>
              <a:xfrm rot="7215380">
                <a:off x="7155462" y="268056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dirty="0"/>
              </a:p>
            </p:txBody>
          </p:sp>
          <p:sp>
            <p:nvSpPr>
              <p:cNvPr id="334" name="Isosceles Triangle 333">
                <a:extLst>
                  <a:ext uri="{FF2B5EF4-FFF2-40B4-BE49-F238E27FC236}">
                    <a16:creationId xmlns:a16="http://schemas.microsoft.com/office/drawing/2014/main" id="{77458D3C-1E66-448A-A7E4-01E95218A141}"/>
                  </a:ext>
                </a:extLst>
              </p:cNvPr>
              <p:cNvSpPr/>
              <p:nvPr/>
            </p:nvSpPr>
            <p:spPr>
              <a:xfrm rot="18015380">
                <a:off x="8614232" y="217048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5" name="Isosceles Triangle 334">
                <a:extLst>
                  <a:ext uri="{FF2B5EF4-FFF2-40B4-BE49-F238E27FC236}">
                    <a16:creationId xmlns:a16="http://schemas.microsoft.com/office/drawing/2014/main" id="{6C124C98-C181-48AC-8459-9E5A2384D737}"/>
                  </a:ext>
                </a:extLst>
              </p:cNvPr>
              <p:cNvSpPr/>
              <p:nvPr/>
            </p:nvSpPr>
            <p:spPr>
              <a:xfrm rot="7215380">
                <a:off x="8320011" y="268577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38" name="Isosceles Triangle 337">
                <a:extLst>
                  <a:ext uri="{FF2B5EF4-FFF2-40B4-BE49-F238E27FC236}">
                    <a16:creationId xmlns:a16="http://schemas.microsoft.com/office/drawing/2014/main" id="{2F209BFF-526F-4A77-9331-AD3637D41769}"/>
                  </a:ext>
                </a:extLst>
              </p:cNvPr>
              <p:cNvSpPr/>
              <p:nvPr/>
            </p:nvSpPr>
            <p:spPr>
              <a:xfrm rot="7215380">
                <a:off x="9488339" y="2691006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0" name="Isosceles Triangle 349">
                <a:extLst>
                  <a:ext uri="{FF2B5EF4-FFF2-40B4-BE49-F238E27FC236}">
                    <a16:creationId xmlns:a16="http://schemas.microsoft.com/office/drawing/2014/main" id="{356D1BEF-CE56-4ED3-801C-416BDAB575C4}"/>
                  </a:ext>
                </a:extLst>
              </p:cNvPr>
              <p:cNvSpPr/>
              <p:nvPr/>
            </p:nvSpPr>
            <p:spPr>
              <a:xfrm rot="18015380">
                <a:off x="5690913" y="1135683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1" name="Isosceles Triangle 350">
                <a:extLst>
                  <a:ext uri="{FF2B5EF4-FFF2-40B4-BE49-F238E27FC236}">
                    <a16:creationId xmlns:a16="http://schemas.microsoft.com/office/drawing/2014/main" id="{276502FF-6521-4638-A51A-5A6548B37723}"/>
                  </a:ext>
                </a:extLst>
              </p:cNvPr>
              <p:cNvSpPr/>
              <p:nvPr/>
            </p:nvSpPr>
            <p:spPr>
              <a:xfrm rot="7215380">
                <a:off x="5396691" y="1650982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2" name="Isosceles Triangle 351">
                <a:extLst>
                  <a:ext uri="{FF2B5EF4-FFF2-40B4-BE49-F238E27FC236}">
                    <a16:creationId xmlns:a16="http://schemas.microsoft.com/office/drawing/2014/main" id="{6C996F66-73A6-456E-AAF4-9DB2CA49AB70}"/>
                  </a:ext>
                </a:extLst>
              </p:cNvPr>
              <p:cNvSpPr/>
              <p:nvPr/>
            </p:nvSpPr>
            <p:spPr>
              <a:xfrm rot="18015380">
                <a:off x="6859241" y="114091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3" name="Isosceles Triangle 352">
                <a:extLst>
                  <a:ext uri="{FF2B5EF4-FFF2-40B4-BE49-F238E27FC236}">
                    <a16:creationId xmlns:a16="http://schemas.microsoft.com/office/drawing/2014/main" id="{1E603D23-4931-4D8F-B75C-CF230A84153B}"/>
                  </a:ext>
                </a:extLst>
              </p:cNvPr>
              <p:cNvSpPr/>
              <p:nvPr/>
            </p:nvSpPr>
            <p:spPr>
              <a:xfrm rot="7215380">
                <a:off x="6565020" y="165620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4" name="Isosceles Triangle 353">
                <a:extLst>
                  <a:ext uri="{FF2B5EF4-FFF2-40B4-BE49-F238E27FC236}">
                    <a16:creationId xmlns:a16="http://schemas.microsoft.com/office/drawing/2014/main" id="{80F9F045-D673-4846-ABB6-8C1033E806C6}"/>
                  </a:ext>
                </a:extLst>
              </p:cNvPr>
              <p:cNvSpPr/>
              <p:nvPr/>
            </p:nvSpPr>
            <p:spPr>
              <a:xfrm rot="18015380">
                <a:off x="8023790" y="114612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5" name="Isosceles Triangle 354">
                <a:extLst>
                  <a:ext uri="{FF2B5EF4-FFF2-40B4-BE49-F238E27FC236}">
                    <a16:creationId xmlns:a16="http://schemas.microsoft.com/office/drawing/2014/main" id="{4AE2B701-445C-425B-847B-276713ED1E2D}"/>
                  </a:ext>
                </a:extLst>
              </p:cNvPr>
              <p:cNvSpPr/>
              <p:nvPr/>
            </p:nvSpPr>
            <p:spPr>
              <a:xfrm rot="7215380">
                <a:off x="7729568" y="166141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57" name="Isosceles Triangle 356">
                <a:extLst>
                  <a:ext uri="{FF2B5EF4-FFF2-40B4-BE49-F238E27FC236}">
                    <a16:creationId xmlns:a16="http://schemas.microsoft.com/office/drawing/2014/main" id="{082707E9-D931-4E7B-86BB-9F153C322CCD}"/>
                  </a:ext>
                </a:extLst>
              </p:cNvPr>
              <p:cNvSpPr/>
              <p:nvPr/>
            </p:nvSpPr>
            <p:spPr>
              <a:xfrm rot="7215380">
                <a:off x="8897897" y="1666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6" name="Isosceles Triangle 365">
                <a:extLst>
                  <a:ext uri="{FF2B5EF4-FFF2-40B4-BE49-F238E27FC236}">
                    <a16:creationId xmlns:a16="http://schemas.microsoft.com/office/drawing/2014/main" id="{432C4A72-6170-4BCF-97C7-692A3EB0268A}"/>
                  </a:ext>
                </a:extLst>
              </p:cNvPr>
              <p:cNvSpPr/>
              <p:nvPr/>
            </p:nvSpPr>
            <p:spPr>
              <a:xfrm rot="18015380">
                <a:off x="6290534" y="1083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7" name="Isosceles Triangle 366">
                <a:extLst>
                  <a:ext uri="{FF2B5EF4-FFF2-40B4-BE49-F238E27FC236}">
                    <a16:creationId xmlns:a16="http://schemas.microsoft.com/office/drawing/2014/main" id="{69762A5F-B9D4-4931-B4E9-5B4D7F11EEFC}"/>
                  </a:ext>
                </a:extLst>
              </p:cNvPr>
              <p:cNvSpPr/>
              <p:nvPr/>
            </p:nvSpPr>
            <p:spPr>
              <a:xfrm rot="7215380">
                <a:off x="5996313" y="623610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8" name="Isosceles Triangle 367">
                <a:extLst>
                  <a:ext uri="{FF2B5EF4-FFF2-40B4-BE49-F238E27FC236}">
                    <a16:creationId xmlns:a16="http://schemas.microsoft.com/office/drawing/2014/main" id="{4BC5DD8C-6D6A-4822-BEED-BBEB2EB17F0D}"/>
                  </a:ext>
                </a:extLst>
              </p:cNvPr>
              <p:cNvSpPr/>
              <p:nvPr/>
            </p:nvSpPr>
            <p:spPr>
              <a:xfrm rot="18015380">
                <a:off x="7458863" y="11353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69" name="Isosceles Triangle 368">
                <a:extLst>
                  <a:ext uri="{FF2B5EF4-FFF2-40B4-BE49-F238E27FC236}">
                    <a16:creationId xmlns:a16="http://schemas.microsoft.com/office/drawing/2014/main" id="{2DFCEFBE-02A8-4C97-AE4D-76DFE70AA01F}"/>
                  </a:ext>
                </a:extLst>
              </p:cNvPr>
              <p:cNvSpPr/>
              <p:nvPr/>
            </p:nvSpPr>
            <p:spPr>
              <a:xfrm rot="7215380">
                <a:off x="7164641" y="62883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71" name="Isosceles Triangle 370">
                <a:extLst>
                  <a:ext uri="{FF2B5EF4-FFF2-40B4-BE49-F238E27FC236}">
                    <a16:creationId xmlns:a16="http://schemas.microsoft.com/office/drawing/2014/main" id="{A82F5B71-795F-4082-B95A-02C0A084A6ED}"/>
                  </a:ext>
                </a:extLst>
              </p:cNvPr>
              <p:cNvSpPr/>
              <p:nvPr/>
            </p:nvSpPr>
            <p:spPr>
              <a:xfrm rot="7215380">
                <a:off x="8329190" y="6340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6" name="Isosceles Triangle 385">
                <a:extLst>
                  <a:ext uri="{FF2B5EF4-FFF2-40B4-BE49-F238E27FC236}">
                    <a16:creationId xmlns:a16="http://schemas.microsoft.com/office/drawing/2014/main" id="{713B6252-9296-4EDF-A59C-817FDD4EC1D6}"/>
                  </a:ext>
                </a:extLst>
              </p:cNvPr>
              <p:cNvSpPr/>
              <p:nvPr/>
            </p:nvSpPr>
            <p:spPr>
              <a:xfrm rot="18015380">
                <a:off x="6868411" y="-908647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7" name="Isosceles Triangle 386">
                <a:extLst>
                  <a:ext uri="{FF2B5EF4-FFF2-40B4-BE49-F238E27FC236}">
                    <a16:creationId xmlns:a16="http://schemas.microsoft.com/office/drawing/2014/main" id="{16FE8958-4EC9-43BB-BB3D-75DD74E3ABC6}"/>
                  </a:ext>
                </a:extLst>
              </p:cNvPr>
              <p:cNvSpPr/>
              <p:nvPr/>
            </p:nvSpPr>
            <p:spPr>
              <a:xfrm rot="7215380">
                <a:off x="6574189" y="-393348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389" name="Isosceles Triangle 388">
                <a:extLst>
                  <a:ext uri="{FF2B5EF4-FFF2-40B4-BE49-F238E27FC236}">
                    <a16:creationId xmlns:a16="http://schemas.microsoft.com/office/drawing/2014/main" id="{4865C1BC-380C-4A83-9AB0-580176922150}"/>
                  </a:ext>
                </a:extLst>
              </p:cNvPr>
              <p:cNvSpPr/>
              <p:nvPr/>
            </p:nvSpPr>
            <p:spPr>
              <a:xfrm rot="7215380">
                <a:off x="7738739" y="-388139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  <p:sp>
            <p:nvSpPr>
              <p:cNvPr id="403" name="Isosceles Triangle 402">
                <a:extLst>
                  <a:ext uri="{FF2B5EF4-FFF2-40B4-BE49-F238E27FC236}">
                    <a16:creationId xmlns:a16="http://schemas.microsoft.com/office/drawing/2014/main" id="{2A60C586-5919-41A4-AD0D-6F11DA619E47}"/>
                  </a:ext>
                </a:extLst>
              </p:cNvPr>
              <p:cNvSpPr/>
              <p:nvPr/>
            </p:nvSpPr>
            <p:spPr>
              <a:xfrm rot="7215380">
                <a:off x="7173810" y="-1420721"/>
                <a:ext cx="1185528" cy="1022007"/>
              </a:xfrm>
              <a:prstGeom prst="triangle">
                <a:avLst/>
              </a:prstGeom>
              <a:grpFill/>
              <a:ln w="3810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24C9673-577C-4C32-A21E-48AF0AD189C9}"/>
                </a:ext>
              </a:extLst>
            </p:cNvPr>
            <p:cNvGrpSpPr/>
            <p:nvPr/>
          </p:nvGrpSpPr>
          <p:grpSpPr>
            <a:xfrm>
              <a:off x="1550358" y="-554733"/>
              <a:ext cx="9361888" cy="8231023"/>
              <a:chOff x="1550358" y="-554733"/>
              <a:chExt cx="9361888" cy="8231023"/>
            </a:xfrm>
          </p:grpSpPr>
          <p:cxnSp>
            <p:nvCxnSpPr>
              <p:cNvPr id="1263" name="Straight Connector 1262">
                <a:extLst>
                  <a:ext uri="{FF2B5EF4-FFF2-40B4-BE49-F238E27FC236}">
                    <a16:creationId xmlns:a16="http://schemas.microsoft.com/office/drawing/2014/main" id="{7035B044-781E-4369-8F15-C236393FA107}"/>
                  </a:ext>
                </a:extLst>
              </p:cNvPr>
              <p:cNvCxnSpPr>
                <a:cxnSpLocks/>
                <a:stCxn id="357" idx="0"/>
                <a:endCxn id="328" idx="0"/>
              </p:cNvCxnSpPr>
              <p:nvPr/>
            </p:nvCxnSpPr>
            <p:spPr>
              <a:xfrm flipH="1" flipV="1">
                <a:off x="3920396" y="3532809"/>
                <a:ext cx="4670612" cy="26802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32A17F53-CB6C-4D60-B673-851103CFBE3C}"/>
                  </a:ext>
                </a:extLst>
              </p:cNvPr>
              <p:cNvCxnSpPr>
                <a:cxnSpLocks/>
                <a:stCxn id="259" idx="4"/>
                <a:endCxn id="338" idx="2"/>
              </p:cNvCxnSpPr>
              <p:nvPr/>
            </p:nvCxnSpPr>
            <p:spPr>
              <a:xfrm flipV="1">
                <a:off x="6222844" y="3556994"/>
                <a:ext cx="2374492" cy="4100660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36C84A34-9CB5-477D-B4AA-913434DDE6B4}"/>
                  </a:ext>
                </a:extLst>
              </p:cNvPr>
              <p:cNvCxnSpPr>
                <a:cxnSpLocks/>
                <a:stCxn id="259" idx="4"/>
                <a:endCxn id="329" idx="2"/>
              </p:cNvCxnSpPr>
              <p:nvPr/>
            </p:nvCxnSpPr>
            <p:spPr>
              <a:xfrm flipH="1" flipV="1">
                <a:off x="3924850" y="3536090"/>
                <a:ext cx="2297994" cy="412156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CE50BF5-1229-4FD5-B0CE-17CF00358C3A}"/>
                  </a:ext>
                </a:extLst>
              </p:cNvPr>
              <p:cNvCxnSpPr>
                <a:cxnSpLocks/>
                <a:stCxn id="355" idx="2"/>
                <a:endCxn id="334" idx="0"/>
              </p:cNvCxnSpPr>
              <p:nvPr/>
            </p:nvCxnSpPr>
            <p:spPr>
              <a:xfrm>
                <a:off x="6838565" y="2527407"/>
                <a:ext cx="585988" cy="102107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17EF1A0-6B0C-4B97-B4C2-4393F514F70C}"/>
                  </a:ext>
                </a:extLst>
              </p:cNvPr>
              <p:cNvCxnSpPr>
                <a:cxnSpLocks/>
                <a:stCxn id="355" idx="2"/>
                <a:endCxn id="333" idx="4"/>
              </p:cNvCxnSpPr>
              <p:nvPr/>
            </p:nvCxnSpPr>
            <p:spPr>
              <a:xfrm flipH="1">
                <a:off x="5667108" y="2527407"/>
                <a:ext cx="1171457" cy="204318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723AFEC-C393-4151-8F4D-8FB6D6CD9529}"/>
                  </a:ext>
                </a:extLst>
              </p:cNvPr>
              <p:cNvCxnSpPr>
                <a:cxnSpLocks/>
                <a:stCxn id="335" idx="4"/>
                <a:endCxn id="275" idx="2"/>
              </p:cNvCxnSpPr>
              <p:nvPr/>
            </p:nvCxnSpPr>
            <p:spPr>
              <a:xfrm>
                <a:off x="6831657" y="4575802"/>
                <a:ext cx="588160" cy="10304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5B1E2BB2-8EA2-4BA9-9672-99CCD3DD4A6F}"/>
                  </a:ext>
                </a:extLst>
              </p:cNvPr>
              <p:cNvCxnSpPr>
                <a:cxnSpLocks/>
                <a:stCxn id="371" idx="4"/>
                <a:endCxn id="387" idx="2"/>
              </p:cNvCxnSpPr>
              <p:nvPr/>
            </p:nvCxnSpPr>
            <p:spPr>
              <a:xfrm flipH="1" flipV="1">
                <a:off x="5683186" y="472640"/>
                <a:ext cx="1157650" cy="2051430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714314B3-E87E-4C2F-A1E1-0CC1CB98B5CE}"/>
                  </a:ext>
                </a:extLst>
              </p:cNvPr>
              <p:cNvCxnSpPr>
                <a:cxnSpLocks/>
                <a:stCxn id="259" idx="2"/>
                <a:endCxn id="273" idx="4"/>
              </p:cNvCxnSpPr>
              <p:nvPr/>
            </p:nvCxnSpPr>
            <p:spPr>
              <a:xfrm flipH="1" flipV="1">
                <a:off x="5657916" y="6625071"/>
                <a:ext cx="1162279" cy="854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6AB090DD-E892-4368-8EA9-C2BB55970F21}"/>
                  </a:ext>
                </a:extLst>
              </p:cNvPr>
              <p:cNvCxnSpPr>
                <a:cxnSpLocks/>
                <a:stCxn id="319" idx="4"/>
                <a:endCxn id="317" idx="2"/>
              </p:cNvCxnSpPr>
              <p:nvPr/>
            </p:nvCxnSpPr>
            <p:spPr>
              <a:xfrm flipH="1" flipV="1">
                <a:off x="5664837" y="4573930"/>
                <a:ext cx="567199" cy="1029244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D560AB98-19D3-4706-89EB-962F6A18C537}"/>
                  </a:ext>
                </a:extLst>
              </p:cNvPr>
              <p:cNvCxnSpPr>
                <a:cxnSpLocks/>
                <a:stCxn id="319" idx="4"/>
                <a:endCxn id="259" idx="2"/>
              </p:cNvCxnSpPr>
              <p:nvPr/>
            </p:nvCxnSpPr>
            <p:spPr>
              <a:xfrm>
                <a:off x="6232036" y="5603174"/>
                <a:ext cx="588159" cy="103044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97ECFDA-1329-4DAB-A355-3C7337620BF6}"/>
                  </a:ext>
                </a:extLst>
              </p:cNvPr>
              <p:cNvCxnSpPr>
                <a:cxnSpLocks/>
                <a:stCxn id="317" idx="4"/>
                <a:endCxn id="333" idx="4"/>
              </p:cNvCxnSpPr>
              <p:nvPr/>
            </p:nvCxnSpPr>
            <p:spPr>
              <a:xfrm flipV="1">
                <a:off x="5067486" y="4570592"/>
                <a:ext cx="599622" cy="102737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D516AFC0-70DB-43C2-855F-98D90F607259}"/>
                  </a:ext>
                </a:extLst>
              </p:cNvPr>
              <p:cNvCxnSpPr>
                <a:cxnSpLocks/>
                <a:stCxn id="273" idx="4"/>
                <a:endCxn id="317" idx="4"/>
              </p:cNvCxnSpPr>
              <p:nvPr/>
            </p:nvCxnSpPr>
            <p:spPr>
              <a:xfrm flipH="1" flipV="1">
                <a:off x="5067486" y="5597965"/>
                <a:ext cx="590430" cy="102710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044FD7F-7D9E-4502-AE08-C580D37F192C}"/>
                  </a:ext>
                </a:extLst>
              </p:cNvPr>
              <p:cNvCxnSpPr>
                <a:cxnSpLocks/>
                <a:stCxn id="275" idx="2"/>
                <a:endCxn id="275" idx="4"/>
              </p:cNvCxnSpPr>
              <p:nvPr/>
            </p:nvCxnSpPr>
            <p:spPr>
              <a:xfrm flipH="1">
                <a:off x="6822466" y="5606246"/>
                <a:ext cx="597351" cy="102403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B767156A-9401-4E1B-A43D-0E39EF2F1B12}"/>
                  </a:ext>
                </a:extLst>
              </p:cNvPr>
              <p:cNvCxnSpPr>
                <a:cxnSpLocks/>
                <a:stCxn id="335" idx="4"/>
                <a:endCxn id="357" idx="4"/>
              </p:cNvCxnSpPr>
              <p:nvPr/>
            </p:nvCxnSpPr>
            <p:spPr>
              <a:xfrm flipV="1">
                <a:off x="6831657" y="3556670"/>
                <a:ext cx="577886" cy="101913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1B38D221-AC2D-4EDC-9F69-092CEF12BEBB}"/>
                  </a:ext>
                </a:extLst>
              </p:cNvPr>
              <p:cNvCxnSpPr>
                <a:cxnSpLocks/>
                <a:stCxn id="323" idx="4"/>
                <a:endCxn id="357" idx="4"/>
              </p:cNvCxnSpPr>
              <p:nvPr/>
            </p:nvCxnSpPr>
            <p:spPr>
              <a:xfrm flipH="1" flipV="1">
                <a:off x="7409543" y="3556670"/>
                <a:ext cx="1162101" cy="205697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8495A17-4B63-4302-A3D8-277D43EF16BB}"/>
                  </a:ext>
                </a:extLst>
              </p:cNvPr>
              <p:cNvCxnSpPr>
                <a:cxnSpLocks/>
                <a:stCxn id="261" idx="4"/>
                <a:endCxn id="321" idx="0"/>
              </p:cNvCxnSpPr>
              <p:nvPr/>
            </p:nvCxnSpPr>
            <p:spPr>
              <a:xfrm flipV="1">
                <a:off x="7391173" y="5611343"/>
                <a:ext cx="1190655" cy="2051538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F8971A6C-228B-4C56-BCF2-99B92DC1C7A2}"/>
                  </a:ext>
                </a:extLst>
              </p:cNvPr>
              <p:cNvCxnSpPr>
                <a:cxnSpLocks/>
                <a:stCxn id="265" idx="4"/>
                <a:endCxn id="265" idx="0"/>
              </p:cNvCxnSpPr>
              <p:nvPr/>
            </p:nvCxnSpPr>
            <p:spPr>
              <a:xfrm>
                <a:off x="9730781" y="7673349"/>
                <a:ext cx="1181465" cy="2941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A4451F4E-319A-4D3E-A6F7-16C2B9A2EED3}"/>
                  </a:ext>
                </a:extLst>
              </p:cNvPr>
              <p:cNvCxnSpPr>
                <a:cxnSpLocks/>
                <a:stCxn id="1312" idx="4"/>
                <a:endCxn id="257" idx="4"/>
              </p:cNvCxnSpPr>
              <p:nvPr/>
            </p:nvCxnSpPr>
            <p:spPr>
              <a:xfrm>
                <a:off x="1550358" y="7636750"/>
                <a:ext cx="3507937" cy="15694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72945F5D-23A0-46E2-B6A2-F1A72016B47E}"/>
                  </a:ext>
                </a:extLst>
              </p:cNvPr>
              <p:cNvCxnSpPr>
                <a:cxnSpLocks/>
                <a:stCxn id="261" idx="4"/>
                <a:endCxn id="263" idx="0"/>
              </p:cNvCxnSpPr>
              <p:nvPr/>
            </p:nvCxnSpPr>
            <p:spPr>
              <a:xfrm>
                <a:off x="7391173" y="7662881"/>
                <a:ext cx="2352745" cy="8181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B7580563-F9FC-4EE4-B733-B13E9A1F7DB1}"/>
                  </a:ext>
                </a:extLst>
              </p:cNvPr>
              <p:cNvCxnSpPr>
                <a:cxnSpLocks/>
                <a:stCxn id="403" idx="2"/>
                <a:endCxn id="265" idx="0"/>
              </p:cNvCxnSpPr>
              <p:nvPr/>
            </p:nvCxnSpPr>
            <p:spPr>
              <a:xfrm>
                <a:off x="6282807" y="-554733"/>
                <a:ext cx="4629439" cy="8231023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147CADF3-04F2-429E-A328-8387B00AEC6B}"/>
                  </a:ext>
                </a:extLst>
              </p:cNvPr>
              <p:cNvCxnSpPr>
                <a:cxnSpLocks/>
                <a:stCxn id="403" idx="2"/>
                <a:endCxn id="1312" idx="4"/>
              </p:cNvCxnSpPr>
              <p:nvPr/>
            </p:nvCxnSpPr>
            <p:spPr>
              <a:xfrm flipH="1">
                <a:off x="1550358" y="-554733"/>
                <a:ext cx="4732449" cy="8191483"/>
              </a:xfrm>
              <a:prstGeom prst="line">
                <a:avLst/>
              </a:prstGeom>
              <a:ln w="50800" cap="rnd">
                <a:solidFill>
                  <a:schemeClr val="bg1">
                    <a:lumMod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97A3644C-68CE-4834-B3D3-37AFB104E198}"/>
                  </a:ext>
                </a:extLst>
              </p:cNvPr>
              <p:cNvCxnSpPr>
                <a:cxnSpLocks/>
                <a:stCxn id="403" idx="0"/>
                <a:endCxn id="403" idx="4"/>
              </p:cNvCxnSpPr>
              <p:nvPr/>
            </p:nvCxnSpPr>
            <p:spPr>
              <a:xfrm flipH="1" flipV="1">
                <a:off x="5685456" y="469302"/>
                <a:ext cx="1181465" cy="2941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71B8F1CD-8029-457F-93C2-80AA9A2C0B76}"/>
                  </a:ext>
                </a:extLst>
              </p:cNvPr>
              <p:cNvCxnSpPr>
                <a:cxnSpLocks/>
                <a:stCxn id="265" idx="2"/>
                <a:endCxn id="279" idx="4"/>
              </p:cNvCxnSpPr>
              <p:nvPr/>
            </p:nvCxnSpPr>
            <p:spPr>
              <a:xfrm flipH="1" flipV="1">
                <a:off x="9162074" y="6640748"/>
                <a:ext cx="1166058" cy="8566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40B147F7-8200-4EFE-ABEF-A797CD3F7C36}"/>
                  </a:ext>
                </a:extLst>
              </p:cNvPr>
              <p:cNvCxnSpPr>
                <a:cxnSpLocks/>
                <a:stCxn id="263" idx="2"/>
                <a:endCxn id="263" idx="4"/>
              </p:cNvCxnSpPr>
              <p:nvPr/>
            </p:nvCxnSpPr>
            <p:spPr>
              <a:xfrm flipH="1">
                <a:off x="8562453" y="6644086"/>
                <a:ext cx="597351" cy="1024035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811282E3-F6FA-4807-9359-1A6E8D378404}"/>
                  </a:ext>
                </a:extLst>
              </p:cNvPr>
              <p:cNvCxnSpPr>
                <a:cxnSpLocks/>
                <a:stCxn id="271" idx="4"/>
                <a:endCxn id="255" idx="4"/>
              </p:cNvCxnSpPr>
              <p:nvPr/>
            </p:nvCxnSpPr>
            <p:spPr>
              <a:xfrm flipH="1">
                <a:off x="3889967" y="6619844"/>
                <a:ext cx="599620" cy="1027373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BC5BD0D8-F636-47BB-A9C2-237442FCE385}"/>
                  </a:ext>
                </a:extLst>
              </p:cNvPr>
              <p:cNvCxnSpPr>
                <a:cxnSpLocks/>
                <a:stCxn id="257" idx="4"/>
                <a:endCxn id="255" idx="2"/>
              </p:cNvCxnSpPr>
              <p:nvPr/>
            </p:nvCxnSpPr>
            <p:spPr>
              <a:xfrm flipH="1" flipV="1">
                <a:off x="4487318" y="6623182"/>
                <a:ext cx="570977" cy="1029262"/>
              </a:xfrm>
              <a:prstGeom prst="line">
                <a:avLst/>
              </a:prstGeom>
              <a:ln w="5715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69" name="Star: 5 Points 568">
            <a:extLst>
              <a:ext uri="{FF2B5EF4-FFF2-40B4-BE49-F238E27FC236}">
                <a16:creationId xmlns:a16="http://schemas.microsoft.com/office/drawing/2014/main" id="{B33C08F3-683D-4D4A-88F4-ADDE142679E1}"/>
              </a:ext>
            </a:extLst>
          </p:cNvPr>
          <p:cNvSpPr/>
          <p:nvPr/>
        </p:nvSpPr>
        <p:spPr>
          <a:xfrm>
            <a:off x="-825290" y="-1543545"/>
            <a:ext cx="475397" cy="47539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2F87289-5DF6-4BED-AADC-B3D999C97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13365" y="-243540"/>
            <a:ext cx="8475282" cy="755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1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4FBC048-81D9-4916-9774-B26FE832FB7A}"/>
              </a:ext>
            </a:extLst>
          </p:cNvPr>
          <p:cNvGrpSpPr/>
          <p:nvPr/>
        </p:nvGrpSpPr>
        <p:grpSpPr>
          <a:xfrm>
            <a:off x="1041249" y="-3378200"/>
            <a:ext cx="10769751" cy="12039600"/>
            <a:chOff x="1041249" y="-3378200"/>
            <a:chExt cx="10769751" cy="12039600"/>
          </a:xfrm>
        </p:grpSpPr>
        <p:sp>
          <p:nvSpPr>
            <p:cNvPr id="1351" name="Rectangle 1350">
              <a:extLst>
                <a:ext uri="{FF2B5EF4-FFF2-40B4-BE49-F238E27FC236}">
                  <a16:creationId xmlns:a16="http://schemas.microsoft.com/office/drawing/2014/main" id="{884B1247-F139-407F-B4C9-D8B84099F978}"/>
                </a:ext>
              </a:extLst>
            </p:cNvPr>
            <p:cNvSpPr/>
            <p:nvPr/>
          </p:nvSpPr>
          <p:spPr>
            <a:xfrm>
              <a:off x="1041249" y="-3378200"/>
              <a:ext cx="10769751" cy="1203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762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83AF64ED-3EFD-4F1A-906A-22F447B1FF1E}"/>
                </a:ext>
              </a:extLst>
            </p:cNvPr>
            <p:cNvSpPr txBox="1"/>
            <p:nvPr/>
          </p:nvSpPr>
          <p:spPr>
            <a:xfrm>
              <a:off x="1723570" y="-2840676"/>
              <a:ext cx="94051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Star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Battle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32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in </a:t>
              </a:r>
              <a:r>
                <a:rPr lang="pt-PT" sz="32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space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pt-PT" sz="3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tetrahedron</a:t>
              </a:r>
              <a:r>
                <a:rPr lang="pt-PT" sz="3200" b="1" dirty="0">
                  <a:latin typeface="Arial" panose="020B0604020202020204" pitchFamily="34" charset="0"/>
                  <a:cs typeface="Arial" panose="020B0604020202020204" pitchFamily="34" charset="0"/>
                </a:rPr>
                <a:t> 1</a:t>
              </a:r>
              <a:r>
                <a:rPr lang="pt-PT" sz="32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★</a:t>
              </a:r>
              <a:endParaRPr lang="pt-PT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FD6418CC-1A80-4E9A-85D6-766186C4DAD5}"/>
                </a:ext>
              </a:extLst>
            </p:cNvPr>
            <p:cNvSpPr txBox="1"/>
            <p:nvPr/>
          </p:nvSpPr>
          <p:spPr>
            <a:xfrm>
              <a:off x="1161309" y="-2146783"/>
              <a:ext cx="10529630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Fold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tetrahedron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place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exactly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one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 per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line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and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b="1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region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ctr"/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There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are </a:t>
              </a:r>
              <a:r>
                <a:rPr lang="pt-PT" sz="2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in total.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Cells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containing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 stars share no </a:t>
              </a:r>
              <a:r>
                <a:rPr lang="pt-PT" sz="2400" i="1" dirty="0" err="1">
                  <a:latin typeface="Arial" panose="020B0604020202020204" pitchFamily="34" charset="0"/>
                  <a:cs typeface="Arial" panose="020B0604020202020204" pitchFamily="34" charset="0"/>
                </a:rPr>
                <a:t>vertices</a:t>
              </a:r>
              <a:r>
                <a:rPr lang="pt-PT" sz="2400" i="1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AD50C9A3-2958-43B0-9D8B-60EC12234857}"/>
                </a:ext>
              </a:extLst>
            </p:cNvPr>
            <p:cNvSpPr/>
            <p:nvPr/>
          </p:nvSpPr>
          <p:spPr>
            <a:xfrm>
              <a:off x="6647945" y="7791618"/>
              <a:ext cx="5065066" cy="6924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endParaRPr lang="pt-PT" sz="3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#12 by Pedro PSI – 12th of September 2020</a:t>
              </a:r>
            </a:p>
            <a:p>
              <a:pPr algn="r"/>
              <a:r>
                <a:rPr lang="pt-PT" i="1" dirty="0">
                  <a:latin typeface="Arial" panose="020B0604020202020204" pitchFamily="34" charset="0"/>
                  <a:cs typeface="Arial" panose="020B0604020202020204" pitchFamily="34" charset="0"/>
                </a:rPr>
                <a:t>pedropsi.github.io/star-battle</a:t>
              </a:r>
            </a:p>
          </p:txBody>
        </p:sp>
        <p:grpSp>
          <p:nvGrpSpPr>
            <p:cNvPr id="1348" name="Group 1347">
              <a:extLst>
                <a:ext uri="{FF2B5EF4-FFF2-40B4-BE49-F238E27FC236}">
                  <a16:creationId xmlns:a16="http://schemas.microsoft.com/office/drawing/2014/main" id="{67F6BBD7-250E-4329-B5A9-4C048C3887FA}"/>
                </a:ext>
              </a:extLst>
            </p:cNvPr>
            <p:cNvGrpSpPr/>
            <p:nvPr/>
          </p:nvGrpSpPr>
          <p:grpSpPr>
            <a:xfrm>
              <a:off x="1534072" y="-1151912"/>
              <a:ext cx="9784105" cy="8779655"/>
              <a:chOff x="1534072" y="-1151912"/>
              <a:chExt cx="9784105" cy="8779655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64B1ECF3-0DDE-41E9-89B2-6ACFE0298C6C}"/>
                  </a:ext>
                </a:extLst>
              </p:cNvPr>
              <p:cNvGrpSpPr/>
              <p:nvPr/>
            </p:nvGrpSpPr>
            <p:grpSpPr>
              <a:xfrm>
                <a:off x="1534072" y="-1151912"/>
                <a:ext cx="9784105" cy="8779655"/>
                <a:chOff x="1395372" y="-601220"/>
                <a:chExt cx="9784105" cy="8779655"/>
              </a:xfrm>
            </p:grpSpPr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FDB07C7B-4D8E-45DF-BFB5-95AD131F5641}"/>
                    </a:ext>
                  </a:extLst>
                </p:cNvPr>
                <p:cNvGrpSpPr/>
                <p:nvPr/>
              </p:nvGrpSpPr>
              <p:grpSpPr>
                <a:xfrm>
                  <a:off x="6488404" y="-601220"/>
                  <a:ext cx="4691073" cy="8145731"/>
                  <a:chOff x="6488404" y="-601220"/>
                  <a:chExt cx="4691073" cy="8145731"/>
                </a:xfrm>
              </p:grpSpPr>
              <p:grpSp>
                <p:nvGrpSpPr>
                  <p:cNvPr id="296" name="Group 295">
                    <a:extLst>
                      <a:ext uri="{FF2B5EF4-FFF2-40B4-BE49-F238E27FC236}">
                        <a16:creationId xmlns:a16="http://schemas.microsoft.com/office/drawing/2014/main" id="{B9AF66ED-8CD7-41B7-B8DA-09A3AD097B03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2405390" cy="4084672"/>
                    <a:chOff x="6488404" y="-601220"/>
                    <a:chExt cx="2405390" cy="4084672"/>
                  </a:xfrm>
                </p:grpSpPr>
                <p:grpSp>
                  <p:nvGrpSpPr>
                    <p:cNvPr id="308" name="Group 307">
                      <a:extLst>
                        <a:ext uri="{FF2B5EF4-FFF2-40B4-BE49-F238E27FC236}">
                          <a16:creationId xmlns:a16="http://schemas.microsoft.com/office/drawing/2014/main" id="{32D1035E-F5DC-4436-89D3-C5C4AAA20C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88404" y="-601220"/>
                      <a:ext cx="1256996" cy="2021598"/>
                      <a:chOff x="6488404" y="-601220"/>
                      <a:chExt cx="1256996" cy="2021598"/>
                    </a:xfrm>
                  </p:grpSpPr>
                  <p:sp>
                    <p:nvSpPr>
                      <p:cNvPr id="314" name="TextBox 313">
                        <a:extLst>
                          <a:ext uri="{FF2B5EF4-FFF2-40B4-BE49-F238E27FC236}">
                            <a16:creationId xmlns:a16="http://schemas.microsoft.com/office/drawing/2014/main" id="{59D88836-A1C6-4E3A-AF49-2FB99D0F01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68086" y="416115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5" name="TextBox 314">
                        <a:extLst>
                          <a:ext uri="{FF2B5EF4-FFF2-40B4-BE49-F238E27FC236}">
                            <a16:creationId xmlns:a16="http://schemas.microsoft.com/office/drawing/2014/main" id="{81FC561B-B87D-4C5D-A7DB-B4587A6BC3F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01048" y="897158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6" name="TextBox 315">
                        <a:extLst>
                          <a:ext uri="{FF2B5EF4-FFF2-40B4-BE49-F238E27FC236}">
                            <a16:creationId xmlns:a16="http://schemas.microsoft.com/office/drawing/2014/main" id="{36ED6921-B074-432D-BE64-5D8E152A4BB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88404" y="-601220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7" name="TextBox 316">
                        <a:extLst>
                          <a:ext uri="{FF2B5EF4-FFF2-40B4-BE49-F238E27FC236}">
                            <a16:creationId xmlns:a16="http://schemas.microsoft.com/office/drawing/2014/main" id="{D6DCB193-FADC-4EA5-A8AA-C59490FC17D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1366" y="-120177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309" name="Group 308">
                      <a:extLst>
                        <a:ext uri="{FF2B5EF4-FFF2-40B4-BE49-F238E27FC236}">
                          <a16:creationId xmlns:a16="http://schemas.microsoft.com/office/drawing/2014/main" id="{A9EB7F1E-FC09-4760-81A9-C462A43502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57637" y="1461854"/>
                      <a:ext cx="1236157" cy="2021598"/>
                      <a:chOff x="6509243" y="-601220"/>
                      <a:chExt cx="1236157" cy="2021598"/>
                    </a:xfrm>
                  </p:grpSpPr>
                  <p:sp>
                    <p:nvSpPr>
                      <p:cNvPr id="310" name="TextBox 309">
                        <a:extLst>
                          <a:ext uri="{FF2B5EF4-FFF2-40B4-BE49-F238E27FC236}">
                            <a16:creationId xmlns:a16="http://schemas.microsoft.com/office/drawing/2014/main" id="{0AEA15C0-1419-4299-BDFE-2F50FB918D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48850" y="416115"/>
                        <a:ext cx="4635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1" name="TextBox 310">
                        <a:extLst>
                          <a:ext uri="{FF2B5EF4-FFF2-40B4-BE49-F238E27FC236}">
                            <a16:creationId xmlns:a16="http://schemas.microsoft.com/office/drawing/2014/main" id="{13E3378A-6926-4D53-9895-9D00B75865D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01048" y="897158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2" name="TextBox 311">
                        <a:extLst>
                          <a:ext uri="{FF2B5EF4-FFF2-40B4-BE49-F238E27FC236}">
                            <a16:creationId xmlns:a16="http://schemas.microsoft.com/office/drawing/2014/main" id="{D8EF501F-92B7-454A-A626-4EF980BE59A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09243" y="-601220"/>
                        <a:ext cx="423513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3" name="TextBox 312">
                        <a:extLst>
                          <a:ext uri="{FF2B5EF4-FFF2-40B4-BE49-F238E27FC236}">
                            <a16:creationId xmlns:a16="http://schemas.microsoft.com/office/drawing/2014/main" id="{A5582B81-4A08-4208-A1FF-62400FFAD17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61440" y="-120177"/>
                        <a:ext cx="40427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297" name="Group 296">
                    <a:extLst>
                      <a:ext uri="{FF2B5EF4-FFF2-40B4-BE49-F238E27FC236}">
                        <a16:creationId xmlns:a16="http://schemas.microsoft.com/office/drawing/2014/main" id="{3DDA015C-5DD4-4B58-BB58-3E4BE5F65CE9}"/>
                      </a:ext>
                    </a:extLst>
                  </p:cNvPr>
                  <p:cNvGrpSpPr/>
                  <p:nvPr/>
                </p:nvGrpSpPr>
                <p:grpSpPr>
                  <a:xfrm>
                    <a:off x="8807388" y="3459839"/>
                    <a:ext cx="2372089" cy="4084672"/>
                    <a:chOff x="6521705" y="-601220"/>
                    <a:chExt cx="2372089" cy="4084672"/>
                  </a:xfrm>
                </p:grpSpPr>
                <p:grpSp>
                  <p:nvGrpSpPr>
                    <p:cNvPr id="298" name="Group 297">
                      <a:extLst>
                        <a:ext uri="{FF2B5EF4-FFF2-40B4-BE49-F238E27FC236}">
                          <a16:creationId xmlns:a16="http://schemas.microsoft.com/office/drawing/2014/main" id="{7F074958-604E-47A6-BF18-5DE427F4465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21705" y="-601220"/>
                      <a:ext cx="1183621" cy="2021598"/>
                      <a:chOff x="6521705" y="-601220"/>
                      <a:chExt cx="1183621" cy="2021598"/>
                    </a:xfrm>
                  </p:grpSpPr>
                  <p:sp>
                    <p:nvSpPr>
                      <p:cNvPr id="304" name="TextBox 303">
                        <a:extLst>
                          <a:ext uri="{FF2B5EF4-FFF2-40B4-BE49-F238E27FC236}">
                            <a16:creationId xmlns:a16="http://schemas.microsoft.com/office/drawing/2014/main" id="{60316FEE-DCBF-407B-8202-5B036DBC351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68086" y="416115"/>
                        <a:ext cx="42351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5" name="TextBox 304">
                        <a:extLst>
                          <a:ext uri="{FF2B5EF4-FFF2-40B4-BE49-F238E27FC236}">
                            <a16:creationId xmlns:a16="http://schemas.microsoft.com/office/drawing/2014/main" id="{92CC9D23-5E17-4F03-815A-FEDD00E0FD4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01048" y="897158"/>
                        <a:ext cx="40427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F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6" name="TextBox 305">
                        <a:extLst>
                          <a:ext uri="{FF2B5EF4-FFF2-40B4-BE49-F238E27FC236}">
                            <a16:creationId xmlns:a16="http://schemas.microsoft.com/office/drawing/2014/main" id="{68DC61C0-930D-4DFB-810A-5B65D040B25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21705" y="-601220"/>
                        <a:ext cx="4635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7" name="TextBox 306">
                        <a:extLst>
                          <a:ext uri="{FF2B5EF4-FFF2-40B4-BE49-F238E27FC236}">
                            <a16:creationId xmlns:a16="http://schemas.microsoft.com/office/drawing/2014/main" id="{BCFDEE21-F4C0-4388-86DD-937247D5B4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80677" y="-120177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H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99" name="Group 298">
                      <a:extLst>
                        <a:ext uri="{FF2B5EF4-FFF2-40B4-BE49-F238E27FC236}">
                          <a16:creationId xmlns:a16="http://schemas.microsoft.com/office/drawing/2014/main" id="{72A357EE-5C6A-4947-8517-0F83701173C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36798" y="1461854"/>
                      <a:ext cx="1256996" cy="2021598"/>
                      <a:chOff x="6488404" y="-601220"/>
                      <a:chExt cx="1256996" cy="2021598"/>
                    </a:xfrm>
                  </p:grpSpPr>
                  <p:sp>
                    <p:nvSpPr>
                      <p:cNvPr id="300" name="TextBox 299">
                        <a:extLst>
                          <a:ext uri="{FF2B5EF4-FFF2-40B4-BE49-F238E27FC236}">
                            <a16:creationId xmlns:a16="http://schemas.microsoft.com/office/drawing/2014/main" id="{DC2217CF-426E-4408-85BC-D11C33C50D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68086" y="416115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1" name="TextBox 300">
                        <a:extLst>
                          <a:ext uri="{FF2B5EF4-FFF2-40B4-BE49-F238E27FC236}">
                            <a16:creationId xmlns:a16="http://schemas.microsoft.com/office/drawing/2014/main" id="{A577E8B4-891E-4139-8CC7-721DEF1578A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01048" y="897158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2" name="TextBox 301">
                        <a:extLst>
                          <a:ext uri="{FF2B5EF4-FFF2-40B4-BE49-F238E27FC236}">
                            <a16:creationId xmlns:a16="http://schemas.microsoft.com/office/drawing/2014/main" id="{1FF5F14C-5C01-4F29-92E8-5C6BFCB867E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88404" y="-601220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03" name="TextBox 302">
                        <a:extLst>
                          <a:ext uri="{FF2B5EF4-FFF2-40B4-BE49-F238E27FC236}">
                            <a16:creationId xmlns:a16="http://schemas.microsoft.com/office/drawing/2014/main" id="{6AEC6C6F-ADAA-40F7-AABB-925F4911C2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1366" y="-120177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D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9FC3801C-94FF-454B-9019-C1040D401DE6}"/>
                    </a:ext>
                  </a:extLst>
                </p:cNvPr>
                <p:cNvGrpSpPr/>
                <p:nvPr/>
              </p:nvGrpSpPr>
              <p:grpSpPr>
                <a:xfrm flipH="1">
                  <a:off x="1395372" y="-601220"/>
                  <a:ext cx="4670235" cy="8145731"/>
                  <a:chOff x="6488404" y="-601220"/>
                  <a:chExt cx="4670235" cy="8145731"/>
                </a:xfrm>
              </p:grpSpPr>
              <p:grpSp>
                <p:nvGrpSpPr>
                  <p:cNvPr id="274" name="Group 273">
                    <a:extLst>
                      <a:ext uri="{FF2B5EF4-FFF2-40B4-BE49-F238E27FC236}">
                        <a16:creationId xmlns:a16="http://schemas.microsoft.com/office/drawing/2014/main" id="{9A969AE5-6111-44B2-B9D5-EA8A4ABEEC76}"/>
                      </a:ext>
                    </a:extLst>
                  </p:cNvPr>
                  <p:cNvGrpSpPr/>
                  <p:nvPr/>
                </p:nvGrpSpPr>
                <p:grpSpPr>
                  <a:xfrm>
                    <a:off x="6488404" y="-601220"/>
                    <a:ext cx="2347025" cy="3948487"/>
                    <a:chOff x="6488404" y="-601220"/>
                    <a:chExt cx="2347025" cy="3948487"/>
                  </a:xfrm>
                </p:grpSpPr>
                <p:grpSp>
                  <p:nvGrpSpPr>
                    <p:cNvPr id="286" name="Group 285">
                      <a:extLst>
                        <a:ext uri="{FF2B5EF4-FFF2-40B4-BE49-F238E27FC236}">
                          <a16:creationId xmlns:a16="http://schemas.microsoft.com/office/drawing/2014/main" id="{0B28C24F-B11E-4EF4-BFF8-6A89822876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88404" y="-601220"/>
                      <a:ext cx="1256996" cy="2021598"/>
                      <a:chOff x="6488404" y="-601220"/>
                      <a:chExt cx="1256996" cy="2021598"/>
                    </a:xfrm>
                  </p:grpSpPr>
                  <p:sp>
                    <p:nvSpPr>
                      <p:cNvPr id="292" name="TextBox 291">
                        <a:extLst>
                          <a:ext uri="{FF2B5EF4-FFF2-40B4-BE49-F238E27FC236}">
                            <a16:creationId xmlns:a16="http://schemas.microsoft.com/office/drawing/2014/main" id="{CEB12849-7B48-4220-988A-BC57E6A56B4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68086" y="416115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93" name="TextBox 292">
                        <a:extLst>
                          <a:ext uri="{FF2B5EF4-FFF2-40B4-BE49-F238E27FC236}">
                            <a16:creationId xmlns:a16="http://schemas.microsoft.com/office/drawing/2014/main" id="{DC57085B-17B0-4360-85F2-5F667F4180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60358" y="897158"/>
                        <a:ext cx="38504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J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94" name="TextBox 293">
                        <a:extLst>
                          <a:ext uri="{FF2B5EF4-FFF2-40B4-BE49-F238E27FC236}">
                            <a16:creationId xmlns:a16="http://schemas.microsoft.com/office/drawing/2014/main" id="{5DE317F8-6A03-4F9D-BB4E-8CF6C310A1E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88404" y="-601220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95" name="TextBox 294">
                        <a:extLst>
                          <a:ext uri="{FF2B5EF4-FFF2-40B4-BE49-F238E27FC236}">
                            <a16:creationId xmlns:a16="http://schemas.microsoft.com/office/drawing/2014/main" id="{21A3030C-EA90-40F4-9FE3-65519FC3572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84391" y="-120177"/>
                        <a:ext cx="2840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87" name="Group 286">
                      <a:extLst>
                        <a:ext uri="{FF2B5EF4-FFF2-40B4-BE49-F238E27FC236}">
                          <a16:creationId xmlns:a16="http://schemas.microsoft.com/office/drawing/2014/main" id="{FDBCCD13-3451-4BEA-950F-B7F4162525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57637" y="1461854"/>
                      <a:ext cx="1177792" cy="1885413"/>
                      <a:chOff x="6509243" y="-601220"/>
                      <a:chExt cx="1177792" cy="1885413"/>
                    </a:xfrm>
                  </p:grpSpPr>
                  <p:sp>
                    <p:nvSpPr>
                      <p:cNvPr id="288" name="TextBox 287">
                        <a:extLst>
                          <a:ext uri="{FF2B5EF4-FFF2-40B4-BE49-F238E27FC236}">
                            <a16:creationId xmlns:a16="http://schemas.microsoft.com/office/drawing/2014/main" id="{F4196F8A-1595-4F63-8A26-B22F73F789B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48850" y="416115"/>
                        <a:ext cx="4635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9" name="TextBox 288">
                        <a:extLst>
                          <a:ext uri="{FF2B5EF4-FFF2-40B4-BE49-F238E27FC236}">
                            <a16:creationId xmlns:a16="http://schemas.microsoft.com/office/drawing/2014/main" id="{0AEE3691-0EC8-4CF3-8048-E8E2F23CFA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282757" y="760973"/>
                        <a:ext cx="40427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L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90" name="TextBox 289">
                        <a:extLst>
                          <a:ext uri="{FF2B5EF4-FFF2-40B4-BE49-F238E27FC236}">
                            <a16:creationId xmlns:a16="http://schemas.microsoft.com/office/drawing/2014/main" id="{215F534D-2160-4C08-96B6-DA37B911806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09243" y="-601220"/>
                        <a:ext cx="423513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91" name="TextBox 290">
                        <a:extLst>
                          <a:ext uri="{FF2B5EF4-FFF2-40B4-BE49-F238E27FC236}">
                            <a16:creationId xmlns:a16="http://schemas.microsoft.com/office/drawing/2014/main" id="{97185A22-9694-43E3-819E-5970CBF4412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21366" y="-120177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K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  <p:grpSp>
                <p:nvGrpSpPr>
                  <p:cNvPr id="275" name="Group 274">
                    <a:extLst>
                      <a:ext uri="{FF2B5EF4-FFF2-40B4-BE49-F238E27FC236}">
                        <a16:creationId xmlns:a16="http://schemas.microsoft.com/office/drawing/2014/main" id="{DF4E05A1-98ED-439C-9852-53AF35F137FC}"/>
                      </a:ext>
                    </a:extLst>
                  </p:cNvPr>
                  <p:cNvGrpSpPr/>
                  <p:nvPr/>
                </p:nvGrpSpPr>
                <p:grpSpPr>
                  <a:xfrm>
                    <a:off x="8733877" y="3447139"/>
                    <a:ext cx="2424762" cy="4097372"/>
                    <a:chOff x="6448194" y="-613920"/>
                    <a:chExt cx="2424762" cy="4097372"/>
                  </a:xfrm>
                </p:grpSpPr>
                <p:grpSp>
                  <p:nvGrpSpPr>
                    <p:cNvPr id="276" name="Group 275">
                      <a:extLst>
                        <a:ext uri="{FF2B5EF4-FFF2-40B4-BE49-F238E27FC236}">
                          <a16:creationId xmlns:a16="http://schemas.microsoft.com/office/drawing/2014/main" id="{3894DF72-AEBA-4869-A13A-E799CE06873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48194" y="-613920"/>
                      <a:ext cx="1257132" cy="1956478"/>
                      <a:chOff x="6448194" y="-613920"/>
                      <a:chExt cx="1257132" cy="1956478"/>
                    </a:xfrm>
                  </p:grpSpPr>
                  <p:sp>
                    <p:nvSpPr>
                      <p:cNvPr id="282" name="TextBox 281">
                        <a:extLst>
                          <a:ext uri="{FF2B5EF4-FFF2-40B4-BE49-F238E27FC236}">
                            <a16:creationId xmlns:a16="http://schemas.microsoft.com/office/drawing/2014/main" id="{26F52689-2E29-495A-968E-B4E7A9BCC3F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88924" y="416115"/>
                        <a:ext cx="423514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3" name="TextBox 282">
                        <a:extLst>
                          <a:ext uri="{FF2B5EF4-FFF2-40B4-BE49-F238E27FC236}">
                            <a16:creationId xmlns:a16="http://schemas.microsoft.com/office/drawing/2014/main" id="{546D4769-D706-4652-904B-34FBF39992D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260974" y="819338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K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4" name="TextBox 283">
                        <a:extLst>
                          <a:ext uri="{FF2B5EF4-FFF2-40B4-BE49-F238E27FC236}">
                            <a16:creationId xmlns:a16="http://schemas.microsoft.com/office/drawing/2014/main" id="{806097AC-9C2E-4DE1-B3F1-EDF35B3000B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448194" y="-613920"/>
                        <a:ext cx="46358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5" name="TextBox 284">
                        <a:extLst>
                          <a:ext uri="{FF2B5EF4-FFF2-40B4-BE49-F238E27FC236}">
                            <a16:creationId xmlns:a16="http://schemas.microsoft.com/office/drawing/2014/main" id="{30B5FFD4-FFC7-420C-802F-374FCEFC089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03075" y="-236907"/>
                        <a:ext cx="40427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L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77" name="Group 276">
                      <a:extLst>
                        <a:ext uri="{FF2B5EF4-FFF2-40B4-BE49-F238E27FC236}">
                          <a16:creationId xmlns:a16="http://schemas.microsoft.com/office/drawing/2014/main" id="{7A99E3B8-BE87-4B58-82B3-9EB9274FB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676874" y="1461854"/>
                      <a:ext cx="1196082" cy="2021598"/>
                      <a:chOff x="6528480" y="-601220"/>
                      <a:chExt cx="1196082" cy="2021598"/>
                    </a:xfrm>
                  </p:grpSpPr>
                  <p:sp>
                    <p:nvSpPr>
                      <p:cNvPr id="278" name="TextBox 277">
                        <a:extLst>
                          <a:ext uri="{FF2B5EF4-FFF2-40B4-BE49-F238E27FC236}">
                            <a16:creationId xmlns:a16="http://schemas.microsoft.com/office/drawing/2014/main" id="{63460451-C4FE-4642-8E4A-D0F2529E4F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126232" y="455025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79" name="TextBox 278">
                        <a:extLst>
                          <a:ext uri="{FF2B5EF4-FFF2-40B4-BE49-F238E27FC236}">
                            <a16:creationId xmlns:a16="http://schemas.microsoft.com/office/drawing/2014/main" id="{ABCF34E2-E2CA-470E-8308-74E3DCA1D1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40510" y="897158"/>
                        <a:ext cx="2840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I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0" name="TextBox 279">
                        <a:extLst>
                          <a:ext uri="{FF2B5EF4-FFF2-40B4-BE49-F238E27FC236}">
                            <a16:creationId xmlns:a16="http://schemas.microsoft.com/office/drawing/2014/main" id="{C9E57DB1-2D12-4984-AC46-18B7E89B00A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528480" y="-601220"/>
                        <a:ext cx="44435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81" name="TextBox 280">
                        <a:extLst>
                          <a:ext uri="{FF2B5EF4-FFF2-40B4-BE49-F238E27FC236}">
                            <a16:creationId xmlns:a16="http://schemas.microsoft.com/office/drawing/2014/main" id="{71E65B03-F547-4F47-B753-9EB61FE1040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61221" y="-159087"/>
                        <a:ext cx="385042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pt-PT" sz="2800" b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J</a:t>
                        </a:r>
                        <a:endParaRPr lang="pt-PT" sz="7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A7FB0BED-5E01-4B5F-A2AB-A0A66D460BDB}"/>
                    </a:ext>
                  </a:extLst>
                </p:cNvPr>
                <p:cNvGrpSpPr/>
                <p:nvPr/>
              </p:nvGrpSpPr>
              <p:grpSpPr>
                <a:xfrm>
                  <a:off x="1762886" y="7655215"/>
                  <a:ext cx="9036643" cy="523220"/>
                  <a:chOff x="2113365" y="7771945"/>
                  <a:chExt cx="9036643" cy="523220"/>
                </a:xfrm>
              </p:grpSpPr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19E2054C-AEB4-4382-B4F1-4F097AAAEC9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9515322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A2DB549B-E800-4AC5-9B03-4691CFED3055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9060065" y="7771945"/>
                    <a:ext cx="38504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16615C31-A998-4164-8E24-17335F76561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0705656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05B7CAD3-DFF9-443B-A282-648D765B2D1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0289309" y="7771945"/>
                    <a:ext cx="2840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2D4964CA-29D8-4883-8F1C-BE053298E57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169096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170C2AB7-6E43-4ABE-B350-92131490787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718649" y="7771945"/>
                    <a:ext cx="4042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45338625-A8D6-4A04-9FE9-473CBBF1B19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8349994" y="7771945"/>
                    <a:ext cx="4042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9CE8C20E-CC5D-4C9F-8AD0-28640024FD8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7880091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1539214D-1E3E-4B7B-9F49-995ABE77318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816590" y="7771945"/>
                    <a:ext cx="4042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B66D5243-70D6-404A-8FF4-F95541EC779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4371934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K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2DBD08EC-46D7-4EED-8032-6F11B714EE9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5959401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6E3498E-CC29-4D74-B257-7F41525249B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5527585" y="7771945"/>
                    <a:ext cx="40427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21E793C7-00E5-49A0-A4D8-490CF53A56FF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421836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A8790B4F-5A7B-4E5E-9847-50AE7C5C071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2113365" y="7771945"/>
                    <a:ext cx="2840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E4DF37DD-2CFE-4A78-BD62-5BD260E92E2B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577085" y="7771945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8E3E6328-42CC-4152-8C23-145245FFC2D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3190796" y="7771945"/>
                    <a:ext cx="38504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pt-PT" sz="28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J</a:t>
                    </a:r>
                    <a:endParaRPr lang="pt-PT" sz="700" b="1" dirty="0">
                      <a:solidFill>
                        <a:schemeClr val="bg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977841B9-FC11-4F38-8A2E-B7BA55B2D7D6}"/>
                  </a:ext>
                </a:extLst>
              </p:cNvPr>
              <p:cNvGrpSpPr/>
              <p:nvPr/>
            </p:nvGrpSpPr>
            <p:grpSpPr>
              <a:xfrm>
                <a:off x="1918124" y="-928692"/>
                <a:ext cx="9202430" cy="8389575"/>
                <a:chOff x="3120472" y="-1502481"/>
                <a:chExt cx="9202430" cy="8389575"/>
              </a:xfrm>
              <a:solidFill>
                <a:schemeClr val="bg1"/>
              </a:solidFill>
            </p:grpSpPr>
            <p:sp>
              <p:nvSpPr>
                <p:cNvPr id="191" name="Isosceles Triangle 190">
                  <a:extLst>
                    <a:ext uri="{FF2B5EF4-FFF2-40B4-BE49-F238E27FC236}">
                      <a16:creationId xmlns:a16="http://schemas.microsoft.com/office/drawing/2014/main" id="{356CDE8D-B8EC-46E5-80EC-9F0628E51B84}"/>
                    </a:ext>
                  </a:extLst>
                </p:cNvPr>
                <p:cNvSpPr/>
                <p:nvPr/>
              </p:nvSpPr>
              <p:spPr>
                <a:xfrm rot="18015380">
                  <a:off x="3332934" y="523142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2" name="Isosceles Triangle 191">
                  <a:extLst>
                    <a:ext uri="{FF2B5EF4-FFF2-40B4-BE49-F238E27FC236}">
                      <a16:creationId xmlns:a16="http://schemas.microsoft.com/office/drawing/2014/main" id="{6E0A1438-CD91-448F-81EF-7E7BB514EE4A}"/>
                    </a:ext>
                  </a:extLst>
                </p:cNvPr>
                <p:cNvSpPr/>
                <p:nvPr/>
              </p:nvSpPr>
              <p:spPr>
                <a:xfrm rot="7215380">
                  <a:off x="3038712" y="5746727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3" name="Isosceles Triangle 192">
                  <a:extLst>
                    <a:ext uri="{FF2B5EF4-FFF2-40B4-BE49-F238E27FC236}">
                      <a16:creationId xmlns:a16="http://schemas.microsoft.com/office/drawing/2014/main" id="{4B89F6A5-7E45-4C61-A954-AEAB4A9CC36A}"/>
                    </a:ext>
                  </a:extLst>
                </p:cNvPr>
                <p:cNvSpPr/>
                <p:nvPr/>
              </p:nvSpPr>
              <p:spPr>
                <a:xfrm rot="18015380">
                  <a:off x="4501262" y="523665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4" name="Isosceles Triangle 193">
                  <a:extLst>
                    <a:ext uri="{FF2B5EF4-FFF2-40B4-BE49-F238E27FC236}">
                      <a16:creationId xmlns:a16="http://schemas.microsoft.com/office/drawing/2014/main" id="{5DF04FD5-06BD-4CE9-93F5-89D9536042E1}"/>
                    </a:ext>
                  </a:extLst>
                </p:cNvPr>
                <p:cNvSpPr/>
                <p:nvPr/>
              </p:nvSpPr>
              <p:spPr>
                <a:xfrm rot="7215380">
                  <a:off x="4207039" y="5751954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5" name="Isosceles Triangle 194">
                  <a:extLst>
                    <a:ext uri="{FF2B5EF4-FFF2-40B4-BE49-F238E27FC236}">
                      <a16:creationId xmlns:a16="http://schemas.microsoft.com/office/drawing/2014/main" id="{998067B6-A6F4-433C-B568-24358F0313D5}"/>
                    </a:ext>
                  </a:extLst>
                </p:cNvPr>
                <p:cNvSpPr/>
                <p:nvPr/>
              </p:nvSpPr>
              <p:spPr>
                <a:xfrm rot="18015380">
                  <a:off x="5672542" y="524189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6" name="Isosceles Triangle 195">
                  <a:extLst>
                    <a:ext uri="{FF2B5EF4-FFF2-40B4-BE49-F238E27FC236}">
                      <a16:creationId xmlns:a16="http://schemas.microsoft.com/office/drawing/2014/main" id="{2EB470FB-0A6B-4849-AA10-299183E12937}"/>
                    </a:ext>
                  </a:extLst>
                </p:cNvPr>
                <p:cNvSpPr/>
                <p:nvPr/>
              </p:nvSpPr>
              <p:spPr>
                <a:xfrm rot="7215380">
                  <a:off x="5378321" y="5757194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7" name="Isosceles Triangle 196">
                  <a:extLst>
                    <a:ext uri="{FF2B5EF4-FFF2-40B4-BE49-F238E27FC236}">
                      <a16:creationId xmlns:a16="http://schemas.microsoft.com/office/drawing/2014/main" id="{F611DB65-2AD3-4EE5-BA5E-3C55E19EDB0E}"/>
                    </a:ext>
                  </a:extLst>
                </p:cNvPr>
                <p:cNvSpPr/>
                <p:nvPr/>
              </p:nvSpPr>
              <p:spPr>
                <a:xfrm rot="18015380">
                  <a:off x="6840870" y="524712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8" name="Isosceles Triangle 197">
                  <a:extLst>
                    <a:ext uri="{FF2B5EF4-FFF2-40B4-BE49-F238E27FC236}">
                      <a16:creationId xmlns:a16="http://schemas.microsoft.com/office/drawing/2014/main" id="{01F7F781-A8B6-4D12-9805-826BB3350436}"/>
                    </a:ext>
                  </a:extLst>
                </p:cNvPr>
                <p:cNvSpPr/>
                <p:nvPr/>
              </p:nvSpPr>
              <p:spPr>
                <a:xfrm rot="7215380">
                  <a:off x="6546649" y="576242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199" name="Isosceles Triangle 198">
                  <a:extLst>
                    <a:ext uri="{FF2B5EF4-FFF2-40B4-BE49-F238E27FC236}">
                      <a16:creationId xmlns:a16="http://schemas.microsoft.com/office/drawing/2014/main" id="{3A0EC01B-6EAF-4DF4-8CA6-907B7299FC10}"/>
                    </a:ext>
                  </a:extLst>
                </p:cNvPr>
                <p:cNvSpPr/>
                <p:nvPr/>
              </p:nvSpPr>
              <p:spPr>
                <a:xfrm rot="18015380">
                  <a:off x="8005419" y="525233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0" name="Isosceles Triangle 199">
                  <a:extLst>
                    <a:ext uri="{FF2B5EF4-FFF2-40B4-BE49-F238E27FC236}">
                      <a16:creationId xmlns:a16="http://schemas.microsoft.com/office/drawing/2014/main" id="{CCD47250-59D5-46F9-8BF4-266F4393342B}"/>
                    </a:ext>
                  </a:extLst>
                </p:cNvPr>
                <p:cNvSpPr/>
                <p:nvPr/>
              </p:nvSpPr>
              <p:spPr>
                <a:xfrm rot="7215380">
                  <a:off x="7711198" y="576763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1" name="Isosceles Triangle 200">
                  <a:extLst>
                    <a:ext uri="{FF2B5EF4-FFF2-40B4-BE49-F238E27FC236}">
                      <a16:creationId xmlns:a16="http://schemas.microsoft.com/office/drawing/2014/main" id="{85621446-7F6D-4195-9782-A2E699E0C26E}"/>
                    </a:ext>
                  </a:extLst>
                </p:cNvPr>
                <p:cNvSpPr/>
                <p:nvPr/>
              </p:nvSpPr>
              <p:spPr>
                <a:xfrm rot="18015380">
                  <a:off x="9173748" y="525756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2" name="Isosceles Triangle 201">
                  <a:extLst>
                    <a:ext uri="{FF2B5EF4-FFF2-40B4-BE49-F238E27FC236}">
                      <a16:creationId xmlns:a16="http://schemas.microsoft.com/office/drawing/2014/main" id="{8F1B80C1-FB00-456C-9376-36D5136E1BA8}"/>
                    </a:ext>
                  </a:extLst>
                </p:cNvPr>
                <p:cNvSpPr/>
                <p:nvPr/>
              </p:nvSpPr>
              <p:spPr>
                <a:xfrm rot="7215380">
                  <a:off x="8879527" y="577285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3" name="Isosceles Triangle 202">
                  <a:extLst>
                    <a:ext uri="{FF2B5EF4-FFF2-40B4-BE49-F238E27FC236}">
                      <a16:creationId xmlns:a16="http://schemas.microsoft.com/office/drawing/2014/main" id="{A0E73B73-A443-435F-87F6-6684C42CCBA6}"/>
                    </a:ext>
                  </a:extLst>
                </p:cNvPr>
                <p:cNvSpPr/>
                <p:nvPr/>
              </p:nvSpPr>
              <p:spPr>
                <a:xfrm rot="18015380">
                  <a:off x="10345028" y="526280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4" name="Isosceles Triangle 203">
                  <a:extLst>
                    <a:ext uri="{FF2B5EF4-FFF2-40B4-BE49-F238E27FC236}">
                      <a16:creationId xmlns:a16="http://schemas.microsoft.com/office/drawing/2014/main" id="{BCF6AF2C-E97C-4A40-8383-4F33BEF596BF}"/>
                    </a:ext>
                  </a:extLst>
                </p:cNvPr>
                <p:cNvSpPr/>
                <p:nvPr/>
              </p:nvSpPr>
              <p:spPr>
                <a:xfrm rot="7215380">
                  <a:off x="10050807" y="577809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5" name="Isosceles Triangle 204">
                  <a:extLst>
                    <a:ext uri="{FF2B5EF4-FFF2-40B4-BE49-F238E27FC236}">
                      <a16:creationId xmlns:a16="http://schemas.microsoft.com/office/drawing/2014/main" id="{FA1EC796-9619-42B1-91B5-BD4CE22F0FAA}"/>
                    </a:ext>
                  </a:extLst>
                </p:cNvPr>
                <p:cNvSpPr/>
                <p:nvPr/>
              </p:nvSpPr>
              <p:spPr>
                <a:xfrm rot="7215380">
                  <a:off x="11219135" y="5783326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6" name="Isosceles Triangle 205">
                  <a:extLst>
                    <a:ext uri="{FF2B5EF4-FFF2-40B4-BE49-F238E27FC236}">
                      <a16:creationId xmlns:a16="http://schemas.microsoft.com/office/drawing/2014/main" id="{46B1388D-C505-4A61-BA6F-8A2F223BF7AA}"/>
                    </a:ext>
                  </a:extLst>
                </p:cNvPr>
                <p:cNvSpPr/>
                <p:nvPr/>
              </p:nvSpPr>
              <p:spPr>
                <a:xfrm rot="18015380">
                  <a:off x="3932555" y="420405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7" name="Isosceles Triangle 206">
                  <a:extLst>
                    <a:ext uri="{FF2B5EF4-FFF2-40B4-BE49-F238E27FC236}">
                      <a16:creationId xmlns:a16="http://schemas.microsoft.com/office/drawing/2014/main" id="{8A827AD2-BC3C-4DD1-99C3-94ED84A29011}"/>
                    </a:ext>
                  </a:extLst>
                </p:cNvPr>
                <p:cNvSpPr/>
                <p:nvPr/>
              </p:nvSpPr>
              <p:spPr>
                <a:xfrm rot="7215380">
                  <a:off x="3638333" y="4719354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8" name="Isosceles Triangle 207">
                  <a:extLst>
                    <a:ext uri="{FF2B5EF4-FFF2-40B4-BE49-F238E27FC236}">
                      <a16:creationId xmlns:a16="http://schemas.microsoft.com/office/drawing/2014/main" id="{57AC4EBE-12A2-4FB5-9096-0A4D99E90A86}"/>
                    </a:ext>
                  </a:extLst>
                </p:cNvPr>
                <p:cNvSpPr/>
                <p:nvPr/>
              </p:nvSpPr>
              <p:spPr>
                <a:xfrm rot="18015380">
                  <a:off x="5100883" y="420928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09" name="Isosceles Triangle 208">
                  <a:extLst>
                    <a:ext uri="{FF2B5EF4-FFF2-40B4-BE49-F238E27FC236}">
                      <a16:creationId xmlns:a16="http://schemas.microsoft.com/office/drawing/2014/main" id="{FC2D1FF2-7B46-4048-A163-8B80451852A2}"/>
                    </a:ext>
                  </a:extLst>
                </p:cNvPr>
                <p:cNvSpPr/>
                <p:nvPr/>
              </p:nvSpPr>
              <p:spPr>
                <a:xfrm rot="7215380">
                  <a:off x="4806661" y="472458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0" name="Isosceles Triangle 209">
                  <a:extLst>
                    <a:ext uri="{FF2B5EF4-FFF2-40B4-BE49-F238E27FC236}">
                      <a16:creationId xmlns:a16="http://schemas.microsoft.com/office/drawing/2014/main" id="{E353B7BA-8507-4573-8E58-4919F99F7C8D}"/>
                    </a:ext>
                  </a:extLst>
                </p:cNvPr>
                <p:cNvSpPr/>
                <p:nvPr/>
              </p:nvSpPr>
              <p:spPr>
                <a:xfrm rot="18015380">
                  <a:off x="6272163" y="421452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1" name="Isosceles Triangle 210">
                  <a:extLst>
                    <a:ext uri="{FF2B5EF4-FFF2-40B4-BE49-F238E27FC236}">
                      <a16:creationId xmlns:a16="http://schemas.microsoft.com/office/drawing/2014/main" id="{E3261506-C31E-40C9-9B60-3F1239BA1067}"/>
                    </a:ext>
                  </a:extLst>
                </p:cNvPr>
                <p:cNvSpPr/>
                <p:nvPr/>
              </p:nvSpPr>
              <p:spPr>
                <a:xfrm rot="7215380">
                  <a:off x="5977941" y="472982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2" name="Isosceles Triangle 211">
                  <a:extLst>
                    <a:ext uri="{FF2B5EF4-FFF2-40B4-BE49-F238E27FC236}">
                      <a16:creationId xmlns:a16="http://schemas.microsoft.com/office/drawing/2014/main" id="{111D9A0B-01CA-4E65-A28D-E76837EFBB1C}"/>
                    </a:ext>
                  </a:extLst>
                </p:cNvPr>
                <p:cNvSpPr/>
                <p:nvPr/>
              </p:nvSpPr>
              <p:spPr>
                <a:xfrm rot="18015380">
                  <a:off x="7440491" y="421975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3" name="Isosceles Triangle 212">
                  <a:extLst>
                    <a:ext uri="{FF2B5EF4-FFF2-40B4-BE49-F238E27FC236}">
                      <a16:creationId xmlns:a16="http://schemas.microsoft.com/office/drawing/2014/main" id="{EF5B6FEC-BFFE-4D39-8842-1C14443502C7}"/>
                    </a:ext>
                  </a:extLst>
                </p:cNvPr>
                <p:cNvSpPr/>
                <p:nvPr/>
              </p:nvSpPr>
              <p:spPr>
                <a:xfrm rot="7215380">
                  <a:off x="7146270" y="473504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4" name="Isosceles Triangle 213">
                  <a:extLst>
                    <a:ext uri="{FF2B5EF4-FFF2-40B4-BE49-F238E27FC236}">
                      <a16:creationId xmlns:a16="http://schemas.microsoft.com/office/drawing/2014/main" id="{5AFAFC2C-178B-42D7-B6D5-99DBCDFC5429}"/>
                    </a:ext>
                  </a:extLst>
                </p:cNvPr>
                <p:cNvSpPr/>
                <p:nvPr/>
              </p:nvSpPr>
              <p:spPr>
                <a:xfrm rot="18015380">
                  <a:off x="8605041" y="422496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15" name="Isosceles Triangle 214">
                  <a:extLst>
                    <a:ext uri="{FF2B5EF4-FFF2-40B4-BE49-F238E27FC236}">
                      <a16:creationId xmlns:a16="http://schemas.microsoft.com/office/drawing/2014/main" id="{3214E048-84B3-4235-AC48-7FF640146051}"/>
                    </a:ext>
                  </a:extLst>
                </p:cNvPr>
                <p:cNvSpPr/>
                <p:nvPr/>
              </p:nvSpPr>
              <p:spPr>
                <a:xfrm rot="7215380">
                  <a:off x="8310820" y="474025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6" name="Isosceles Triangle 215">
                  <a:extLst>
                    <a:ext uri="{FF2B5EF4-FFF2-40B4-BE49-F238E27FC236}">
                      <a16:creationId xmlns:a16="http://schemas.microsoft.com/office/drawing/2014/main" id="{2E6D8CC6-6075-44E3-98E8-0C93BAC7B844}"/>
                    </a:ext>
                  </a:extLst>
                </p:cNvPr>
                <p:cNvSpPr/>
                <p:nvPr/>
              </p:nvSpPr>
              <p:spPr>
                <a:xfrm rot="18015380">
                  <a:off x="9773369" y="4230186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7" name="Isosceles Triangle 216">
                  <a:extLst>
                    <a:ext uri="{FF2B5EF4-FFF2-40B4-BE49-F238E27FC236}">
                      <a16:creationId xmlns:a16="http://schemas.microsoft.com/office/drawing/2014/main" id="{E8CEC4A5-D075-414C-AA4E-C07B85996BB4}"/>
                    </a:ext>
                  </a:extLst>
                </p:cNvPr>
                <p:cNvSpPr/>
                <p:nvPr/>
              </p:nvSpPr>
              <p:spPr>
                <a:xfrm rot="7215380">
                  <a:off x="9479148" y="474548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8" name="Isosceles Triangle 217">
                  <a:extLst>
                    <a:ext uri="{FF2B5EF4-FFF2-40B4-BE49-F238E27FC236}">
                      <a16:creationId xmlns:a16="http://schemas.microsoft.com/office/drawing/2014/main" id="{AD5A6343-34FB-4DFF-966D-7E186A9A09F8}"/>
                    </a:ext>
                  </a:extLst>
                </p:cNvPr>
                <p:cNvSpPr/>
                <p:nvPr/>
              </p:nvSpPr>
              <p:spPr>
                <a:xfrm rot="7215380">
                  <a:off x="10650428" y="475072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19" name="Isosceles Triangle 218">
                  <a:extLst>
                    <a:ext uri="{FF2B5EF4-FFF2-40B4-BE49-F238E27FC236}">
                      <a16:creationId xmlns:a16="http://schemas.microsoft.com/office/drawing/2014/main" id="{991055AB-86F7-4C71-AC4D-0390C6AA4CCB}"/>
                    </a:ext>
                  </a:extLst>
                </p:cNvPr>
                <p:cNvSpPr/>
                <p:nvPr/>
              </p:nvSpPr>
              <p:spPr>
                <a:xfrm rot="18015380">
                  <a:off x="4510453" y="3182176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0" name="Isosceles Triangle 219">
                  <a:extLst>
                    <a:ext uri="{FF2B5EF4-FFF2-40B4-BE49-F238E27FC236}">
                      <a16:creationId xmlns:a16="http://schemas.microsoft.com/office/drawing/2014/main" id="{D932E9AD-B108-41CF-9A45-03C7713DDD75}"/>
                    </a:ext>
                  </a:extLst>
                </p:cNvPr>
                <p:cNvSpPr/>
                <p:nvPr/>
              </p:nvSpPr>
              <p:spPr>
                <a:xfrm rot="7215380">
                  <a:off x="4216232" y="369747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1" name="Isosceles Triangle 220">
                  <a:extLst>
                    <a:ext uri="{FF2B5EF4-FFF2-40B4-BE49-F238E27FC236}">
                      <a16:creationId xmlns:a16="http://schemas.microsoft.com/office/drawing/2014/main" id="{1CB0F8BD-0096-408F-93D4-0B08763F1B6D}"/>
                    </a:ext>
                  </a:extLst>
                </p:cNvPr>
                <p:cNvSpPr/>
                <p:nvPr/>
              </p:nvSpPr>
              <p:spPr>
                <a:xfrm rot="18015380">
                  <a:off x="5681733" y="3187416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2" name="Isosceles Triangle 221">
                  <a:extLst>
                    <a:ext uri="{FF2B5EF4-FFF2-40B4-BE49-F238E27FC236}">
                      <a16:creationId xmlns:a16="http://schemas.microsoft.com/office/drawing/2014/main" id="{BC3F0E13-9111-44D1-AF00-EF82CAB1E279}"/>
                    </a:ext>
                  </a:extLst>
                </p:cNvPr>
                <p:cNvSpPr/>
                <p:nvPr/>
              </p:nvSpPr>
              <p:spPr>
                <a:xfrm rot="7215380">
                  <a:off x="5387512" y="3702715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3" name="Isosceles Triangle 222">
                  <a:extLst>
                    <a:ext uri="{FF2B5EF4-FFF2-40B4-BE49-F238E27FC236}">
                      <a16:creationId xmlns:a16="http://schemas.microsoft.com/office/drawing/2014/main" id="{A700107F-FD06-4712-B7F7-D53060B04D1F}"/>
                    </a:ext>
                  </a:extLst>
                </p:cNvPr>
                <p:cNvSpPr/>
                <p:nvPr/>
              </p:nvSpPr>
              <p:spPr>
                <a:xfrm rot="18015380">
                  <a:off x="6850061" y="319264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4" name="Isosceles Triangle 223">
                  <a:extLst>
                    <a:ext uri="{FF2B5EF4-FFF2-40B4-BE49-F238E27FC236}">
                      <a16:creationId xmlns:a16="http://schemas.microsoft.com/office/drawing/2014/main" id="{E45C6643-A43A-43F3-AF96-26F20B8FD7FB}"/>
                    </a:ext>
                  </a:extLst>
                </p:cNvPr>
                <p:cNvSpPr/>
                <p:nvPr/>
              </p:nvSpPr>
              <p:spPr>
                <a:xfrm rot="7215380">
                  <a:off x="6555840" y="3707942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5" name="Isosceles Triangle 224">
                  <a:extLst>
                    <a:ext uri="{FF2B5EF4-FFF2-40B4-BE49-F238E27FC236}">
                      <a16:creationId xmlns:a16="http://schemas.microsoft.com/office/drawing/2014/main" id="{E5108D50-9EEF-4495-A8BC-AE0AB03DA87C}"/>
                    </a:ext>
                  </a:extLst>
                </p:cNvPr>
                <p:cNvSpPr/>
                <p:nvPr/>
              </p:nvSpPr>
              <p:spPr>
                <a:xfrm rot="18015380">
                  <a:off x="8014612" y="319785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26" name="Isosceles Triangle 225">
                  <a:extLst>
                    <a:ext uri="{FF2B5EF4-FFF2-40B4-BE49-F238E27FC236}">
                      <a16:creationId xmlns:a16="http://schemas.microsoft.com/office/drawing/2014/main" id="{C477DF9D-64E7-417B-948B-81945372F35A}"/>
                    </a:ext>
                  </a:extLst>
                </p:cNvPr>
                <p:cNvSpPr/>
                <p:nvPr/>
              </p:nvSpPr>
              <p:spPr>
                <a:xfrm rot="7215380">
                  <a:off x="7720390" y="371315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7" name="Isosceles Triangle 226">
                  <a:extLst>
                    <a:ext uri="{FF2B5EF4-FFF2-40B4-BE49-F238E27FC236}">
                      <a16:creationId xmlns:a16="http://schemas.microsoft.com/office/drawing/2014/main" id="{62A8EF73-00B4-4E70-8F89-94F471F8D3EF}"/>
                    </a:ext>
                  </a:extLst>
                </p:cNvPr>
                <p:cNvSpPr/>
                <p:nvPr/>
              </p:nvSpPr>
              <p:spPr>
                <a:xfrm rot="18015380">
                  <a:off x="9182940" y="320308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8" name="Isosceles Triangle 227">
                  <a:extLst>
                    <a:ext uri="{FF2B5EF4-FFF2-40B4-BE49-F238E27FC236}">
                      <a16:creationId xmlns:a16="http://schemas.microsoft.com/office/drawing/2014/main" id="{4B3D8A30-8BE6-4DF8-B1B6-2D50CC4950AB}"/>
                    </a:ext>
                  </a:extLst>
                </p:cNvPr>
                <p:cNvSpPr/>
                <p:nvPr/>
              </p:nvSpPr>
              <p:spPr>
                <a:xfrm rot="7215380">
                  <a:off x="8888717" y="371837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29" name="Isosceles Triangle 228">
                  <a:extLst>
                    <a:ext uri="{FF2B5EF4-FFF2-40B4-BE49-F238E27FC236}">
                      <a16:creationId xmlns:a16="http://schemas.microsoft.com/office/drawing/2014/main" id="{71D9023E-07F6-4746-86E2-8FBE1DDC034B}"/>
                    </a:ext>
                  </a:extLst>
                </p:cNvPr>
                <p:cNvSpPr/>
                <p:nvPr/>
              </p:nvSpPr>
              <p:spPr>
                <a:xfrm rot="7215380">
                  <a:off x="10059998" y="372361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0" name="Isosceles Triangle 229">
                  <a:extLst>
                    <a:ext uri="{FF2B5EF4-FFF2-40B4-BE49-F238E27FC236}">
                      <a16:creationId xmlns:a16="http://schemas.microsoft.com/office/drawing/2014/main" id="{3DE40B59-6E57-44DD-9DE1-67870F115C12}"/>
                    </a:ext>
                  </a:extLst>
                </p:cNvPr>
                <p:cNvSpPr/>
                <p:nvPr/>
              </p:nvSpPr>
              <p:spPr>
                <a:xfrm rot="18015380">
                  <a:off x="5110075" y="2154804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1" name="Isosceles Triangle 230">
                  <a:extLst>
                    <a:ext uri="{FF2B5EF4-FFF2-40B4-BE49-F238E27FC236}">
                      <a16:creationId xmlns:a16="http://schemas.microsoft.com/office/drawing/2014/main" id="{9A3CD084-8C50-431A-AAAE-5E87EDA345A5}"/>
                    </a:ext>
                  </a:extLst>
                </p:cNvPr>
                <p:cNvSpPr/>
                <p:nvPr/>
              </p:nvSpPr>
              <p:spPr>
                <a:xfrm rot="7215380">
                  <a:off x="4815853" y="2670102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2" name="Isosceles Triangle 231">
                  <a:extLst>
                    <a:ext uri="{FF2B5EF4-FFF2-40B4-BE49-F238E27FC236}">
                      <a16:creationId xmlns:a16="http://schemas.microsoft.com/office/drawing/2014/main" id="{F05B7A25-2F30-46F5-B37D-693E24F2B7A6}"/>
                    </a:ext>
                  </a:extLst>
                </p:cNvPr>
                <p:cNvSpPr/>
                <p:nvPr/>
              </p:nvSpPr>
              <p:spPr>
                <a:xfrm rot="18015380">
                  <a:off x="6281354" y="2160044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3" name="Isosceles Triangle 232">
                  <a:extLst>
                    <a:ext uri="{FF2B5EF4-FFF2-40B4-BE49-F238E27FC236}">
                      <a16:creationId xmlns:a16="http://schemas.microsoft.com/office/drawing/2014/main" id="{33B96C3D-D30D-48C7-90FC-DEA7AB34FF7E}"/>
                    </a:ext>
                  </a:extLst>
                </p:cNvPr>
                <p:cNvSpPr/>
                <p:nvPr/>
              </p:nvSpPr>
              <p:spPr>
                <a:xfrm rot="7215380">
                  <a:off x="5987133" y="267534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4" name="Isosceles Triangle 233">
                  <a:extLst>
                    <a:ext uri="{FF2B5EF4-FFF2-40B4-BE49-F238E27FC236}">
                      <a16:creationId xmlns:a16="http://schemas.microsoft.com/office/drawing/2014/main" id="{4A468A0A-1271-4CB5-83AF-550B25FA7646}"/>
                    </a:ext>
                  </a:extLst>
                </p:cNvPr>
                <p:cNvSpPr/>
                <p:nvPr/>
              </p:nvSpPr>
              <p:spPr>
                <a:xfrm rot="18015380">
                  <a:off x="7449683" y="216527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5" name="Isosceles Triangle 234">
                  <a:extLst>
                    <a:ext uri="{FF2B5EF4-FFF2-40B4-BE49-F238E27FC236}">
                      <a16:creationId xmlns:a16="http://schemas.microsoft.com/office/drawing/2014/main" id="{03E62212-D935-4A39-93F1-D69C535AC367}"/>
                    </a:ext>
                  </a:extLst>
                </p:cNvPr>
                <p:cNvSpPr/>
                <p:nvPr/>
              </p:nvSpPr>
              <p:spPr>
                <a:xfrm rot="7215380">
                  <a:off x="7155462" y="268056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 dirty="0"/>
                </a:p>
              </p:txBody>
            </p:sp>
            <p:sp>
              <p:nvSpPr>
                <p:cNvPr id="236" name="Isosceles Triangle 235">
                  <a:extLst>
                    <a:ext uri="{FF2B5EF4-FFF2-40B4-BE49-F238E27FC236}">
                      <a16:creationId xmlns:a16="http://schemas.microsoft.com/office/drawing/2014/main" id="{A3F2FF71-7D9C-421B-AB4F-256C5698F514}"/>
                    </a:ext>
                  </a:extLst>
                </p:cNvPr>
                <p:cNvSpPr/>
                <p:nvPr/>
              </p:nvSpPr>
              <p:spPr>
                <a:xfrm rot="18015380">
                  <a:off x="8614232" y="217048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7" name="Isosceles Triangle 236">
                  <a:extLst>
                    <a:ext uri="{FF2B5EF4-FFF2-40B4-BE49-F238E27FC236}">
                      <a16:creationId xmlns:a16="http://schemas.microsoft.com/office/drawing/2014/main" id="{4F2A96BD-99CF-4151-B662-5AA85D9C95AF}"/>
                    </a:ext>
                  </a:extLst>
                </p:cNvPr>
                <p:cNvSpPr/>
                <p:nvPr/>
              </p:nvSpPr>
              <p:spPr>
                <a:xfrm rot="7215380">
                  <a:off x="8320011" y="268577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8" name="Isosceles Triangle 237">
                  <a:extLst>
                    <a:ext uri="{FF2B5EF4-FFF2-40B4-BE49-F238E27FC236}">
                      <a16:creationId xmlns:a16="http://schemas.microsoft.com/office/drawing/2014/main" id="{E6CF3747-BC99-4677-940C-6A4D1AA5FEC9}"/>
                    </a:ext>
                  </a:extLst>
                </p:cNvPr>
                <p:cNvSpPr/>
                <p:nvPr/>
              </p:nvSpPr>
              <p:spPr>
                <a:xfrm rot="7215380">
                  <a:off x="9488339" y="2691006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39" name="Isosceles Triangle 238">
                  <a:extLst>
                    <a:ext uri="{FF2B5EF4-FFF2-40B4-BE49-F238E27FC236}">
                      <a16:creationId xmlns:a16="http://schemas.microsoft.com/office/drawing/2014/main" id="{8AE64144-C34C-42B7-B211-6DFB4C04ED1D}"/>
                    </a:ext>
                  </a:extLst>
                </p:cNvPr>
                <p:cNvSpPr/>
                <p:nvPr/>
              </p:nvSpPr>
              <p:spPr>
                <a:xfrm rot="18015380">
                  <a:off x="5690913" y="1135683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0" name="Isosceles Triangle 239">
                  <a:extLst>
                    <a:ext uri="{FF2B5EF4-FFF2-40B4-BE49-F238E27FC236}">
                      <a16:creationId xmlns:a16="http://schemas.microsoft.com/office/drawing/2014/main" id="{074F7D61-8E51-49EE-9833-6300BA89FA8F}"/>
                    </a:ext>
                  </a:extLst>
                </p:cNvPr>
                <p:cNvSpPr/>
                <p:nvPr/>
              </p:nvSpPr>
              <p:spPr>
                <a:xfrm rot="7215380">
                  <a:off x="5396691" y="1650982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1" name="Isosceles Triangle 240">
                  <a:extLst>
                    <a:ext uri="{FF2B5EF4-FFF2-40B4-BE49-F238E27FC236}">
                      <a16:creationId xmlns:a16="http://schemas.microsoft.com/office/drawing/2014/main" id="{4E58C9AF-C906-4417-A8F4-1D45C0AAA035}"/>
                    </a:ext>
                  </a:extLst>
                </p:cNvPr>
                <p:cNvSpPr/>
                <p:nvPr/>
              </p:nvSpPr>
              <p:spPr>
                <a:xfrm rot="18015380">
                  <a:off x="6859241" y="114091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2" name="Isosceles Triangle 241">
                  <a:extLst>
                    <a:ext uri="{FF2B5EF4-FFF2-40B4-BE49-F238E27FC236}">
                      <a16:creationId xmlns:a16="http://schemas.microsoft.com/office/drawing/2014/main" id="{AA39A124-C40E-45C9-9394-A71903B30B8B}"/>
                    </a:ext>
                  </a:extLst>
                </p:cNvPr>
                <p:cNvSpPr/>
                <p:nvPr/>
              </p:nvSpPr>
              <p:spPr>
                <a:xfrm rot="7215380">
                  <a:off x="6565020" y="165620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3" name="Isosceles Triangle 242">
                  <a:extLst>
                    <a:ext uri="{FF2B5EF4-FFF2-40B4-BE49-F238E27FC236}">
                      <a16:creationId xmlns:a16="http://schemas.microsoft.com/office/drawing/2014/main" id="{25E9E56C-2D6E-43A8-B299-FE114B2F38C5}"/>
                    </a:ext>
                  </a:extLst>
                </p:cNvPr>
                <p:cNvSpPr/>
                <p:nvPr/>
              </p:nvSpPr>
              <p:spPr>
                <a:xfrm rot="18015380">
                  <a:off x="8023790" y="114612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4" name="Isosceles Triangle 243">
                  <a:extLst>
                    <a:ext uri="{FF2B5EF4-FFF2-40B4-BE49-F238E27FC236}">
                      <a16:creationId xmlns:a16="http://schemas.microsoft.com/office/drawing/2014/main" id="{A40E68F0-01EF-4439-A8F4-6DAE09C8F8D5}"/>
                    </a:ext>
                  </a:extLst>
                </p:cNvPr>
                <p:cNvSpPr/>
                <p:nvPr/>
              </p:nvSpPr>
              <p:spPr>
                <a:xfrm rot="7215380">
                  <a:off x="7729568" y="166141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5" name="Isosceles Triangle 244">
                  <a:extLst>
                    <a:ext uri="{FF2B5EF4-FFF2-40B4-BE49-F238E27FC236}">
                      <a16:creationId xmlns:a16="http://schemas.microsoft.com/office/drawing/2014/main" id="{38A1A8D2-AE35-4C45-B2DE-66BE942407B9}"/>
                    </a:ext>
                  </a:extLst>
                </p:cNvPr>
                <p:cNvSpPr/>
                <p:nvPr/>
              </p:nvSpPr>
              <p:spPr>
                <a:xfrm rot="7215380">
                  <a:off x="8897897" y="1666647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6" name="Isosceles Triangle 245">
                  <a:extLst>
                    <a:ext uri="{FF2B5EF4-FFF2-40B4-BE49-F238E27FC236}">
                      <a16:creationId xmlns:a16="http://schemas.microsoft.com/office/drawing/2014/main" id="{771D64F6-984D-45FF-8FDF-2EFB5B1169EA}"/>
                    </a:ext>
                  </a:extLst>
                </p:cNvPr>
                <p:cNvSpPr/>
                <p:nvPr/>
              </p:nvSpPr>
              <p:spPr>
                <a:xfrm rot="18015380">
                  <a:off x="6290534" y="10831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7" name="Isosceles Triangle 246">
                  <a:extLst>
                    <a:ext uri="{FF2B5EF4-FFF2-40B4-BE49-F238E27FC236}">
                      <a16:creationId xmlns:a16="http://schemas.microsoft.com/office/drawing/2014/main" id="{45BA301B-B81B-43FF-892C-2C3DCECCD824}"/>
                    </a:ext>
                  </a:extLst>
                </p:cNvPr>
                <p:cNvSpPr/>
                <p:nvPr/>
              </p:nvSpPr>
              <p:spPr>
                <a:xfrm rot="7215380">
                  <a:off x="5996313" y="623610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8" name="Isosceles Triangle 247">
                  <a:extLst>
                    <a:ext uri="{FF2B5EF4-FFF2-40B4-BE49-F238E27FC236}">
                      <a16:creationId xmlns:a16="http://schemas.microsoft.com/office/drawing/2014/main" id="{F9422EBC-4A23-47B8-B74C-715A3E02225A}"/>
                    </a:ext>
                  </a:extLst>
                </p:cNvPr>
                <p:cNvSpPr/>
                <p:nvPr/>
              </p:nvSpPr>
              <p:spPr>
                <a:xfrm rot="18015380">
                  <a:off x="7458863" y="11353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49" name="Isosceles Triangle 248">
                  <a:extLst>
                    <a:ext uri="{FF2B5EF4-FFF2-40B4-BE49-F238E27FC236}">
                      <a16:creationId xmlns:a16="http://schemas.microsoft.com/office/drawing/2014/main" id="{195D6AE7-97E2-4EFB-9167-0D2B15E783B3}"/>
                    </a:ext>
                  </a:extLst>
                </p:cNvPr>
                <p:cNvSpPr/>
                <p:nvPr/>
              </p:nvSpPr>
              <p:spPr>
                <a:xfrm rot="7215380">
                  <a:off x="7164641" y="628837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0" name="Isosceles Triangle 249">
                  <a:extLst>
                    <a:ext uri="{FF2B5EF4-FFF2-40B4-BE49-F238E27FC236}">
                      <a16:creationId xmlns:a16="http://schemas.microsoft.com/office/drawing/2014/main" id="{C6F9BF54-1BAE-4E57-9272-180B00941FC9}"/>
                    </a:ext>
                  </a:extLst>
                </p:cNvPr>
                <p:cNvSpPr/>
                <p:nvPr/>
              </p:nvSpPr>
              <p:spPr>
                <a:xfrm rot="7215380">
                  <a:off x="8329190" y="634047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1" name="Isosceles Triangle 250">
                  <a:extLst>
                    <a:ext uri="{FF2B5EF4-FFF2-40B4-BE49-F238E27FC236}">
                      <a16:creationId xmlns:a16="http://schemas.microsoft.com/office/drawing/2014/main" id="{B60F44C7-874C-459B-AB11-64B7A17F7987}"/>
                    </a:ext>
                  </a:extLst>
                </p:cNvPr>
                <p:cNvSpPr/>
                <p:nvPr/>
              </p:nvSpPr>
              <p:spPr>
                <a:xfrm rot="18015380">
                  <a:off x="6868411" y="-908647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2" name="Isosceles Triangle 251">
                  <a:extLst>
                    <a:ext uri="{FF2B5EF4-FFF2-40B4-BE49-F238E27FC236}">
                      <a16:creationId xmlns:a16="http://schemas.microsoft.com/office/drawing/2014/main" id="{6EB17B05-E37F-4CEF-BC48-21D4726DF165}"/>
                    </a:ext>
                  </a:extLst>
                </p:cNvPr>
                <p:cNvSpPr/>
                <p:nvPr/>
              </p:nvSpPr>
              <p:spPr>
                <a:xfrm rot="7215380">
                  <a:off x="6574189" y="-393348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3" name="Isosceles Triangle 252">
                  <a:extLst>
                    <a:ext uri="{FF2B5EF4-FFF2-40B4-BE49-F238E27FC236}">
                      <a16:creationId xmlns:a16="http://schemas.microsoft.com/office/drawing/2014/main" id="{597D9E36-AA24-48AE-A1F3-E05EF6808343}"/>
                    </a:ext>
                  </a:extLst>
                </p:cNvPr>
                <p:cNvSpPr/>
                <p:nvPr/>
              </p:nvSpPr>
              <p:spPr>
                <a:xfrm rot="7215380">
                  <a:off x="7738739" y="-388139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  <p:sp>
              <p:nvSpPr>
                <p:cNvPr id="254" name="Isosceles Triangle 253">
                  <a:extLst>
                    <a:ext uri="{FF2B5EF4-FFF2-40B4-BE49-F238E27FC236}">
                      <a16:creationId xmlns:a16="http://schemas.microsoft.com/office/drawing/2014/main" id="{4BE9FF95-21D5-423D-9E80-6199267E8ADE}"/>
                    </a:ext>
                  </a:extLst>
                </p:cNvPr>
                <p:cNvSpPr/>
                <p:nvPr/>
              </p:nvSpPr>
              <p:spPr>
                <a:xfrm rot="7215380">
                  <a:off x="7173810" y="-1420721"/>
                  <a:ext cx="1185528" cy="1022007"/>
                </a:xfrm>
                <a:prstGeom prst="triangle">
                  <a:avLst/>
                </a:prstGeom>
                <a:grpFill/>
                <a:ln w="381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PT"/>
                </a:p>
              </p:txBody>
            </p: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63B9D6D-C452-4D53-8FAD-21BFF1D0453A}"/>
                  </a:ext>
                </a:extLst>
              </p:cNvPr>
              <p:cNvGrpSpPr/>
              <p:nvPr/>
            </p:nvGrpSpPr>
            <p:grpSpPr>
              <a:xfrm>
                <a:off x="1689058" y="-1105425"/>
                <a:ext cx="9361888" cy="8231023"/>
                <a:chOff x="1550358" y="-554733"/>
                <a:chExt cx="9361888" cy="8231023"/>
              </a:xfrm>
            </p:grpSpPr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38304212-82FC-4E4E-A865-B4DA6450D7D0}"/>
                    </a:ext>
                  </a:extLst>
                </p:cNvPr>
                <p:cNvCxnSpPr>
                  <a:cxnSpLocks/>
                  <a:stCxn id="245" idx="0"/>
                  <a:endCxn id="230" idx="0"/>
                </p:cNvCxnSpPr>
                <p:nvPr/>
              </p:nvCxnSpPr>
              <p:spPr>
                <a:xfrm flipH="1" flipV="1">
                  <a:off x="3920396" y="3532809"/>
                  <a:ext cx="4670612" cy="26802"/>
                </a:xfrm>
                <a:prstGeom prst="line">
                  <a:avLst/>
                </a:prstGeom>
                <a:ln w="50800" cap="rnd">
                  <a:solidFill>
                    <a:schemeClr val="bg1">
                      <a:lumMod val="50000"/>
                    </a:schemeClr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F41A1BE1-5D7B-4DD9-A479-512D1BAF64C7}"/>
                    </a:ext>
                  </a:extLst>
                </p:cNvPr>
                <p:cNvCxnSpPr>
                  <a:cxnSpLocks/>
                  <a:stCxn id="200" idx="4"/>
                  <a:endCxn id="238" idx="2"/>
                </p:cNvCxnSpPr>
                <p:nvPr/>
              </p:nvCxnSpPr>
              <p:spPr>
                <a:xfrm flipV="1">
                  <a:off x="6222844" y="3556994"/>
                  <a:ext cx="2374492" cy="4100660"/>
                </a:xfrm>
                <a:prstGeom prst="line">
                  <a:avLst/>
                </a:prstGeom>
                <a:ln w="50800" cap="rnd">
                  <a:solidFill>
                    <a:schemeClr val="bg1">
                      <a:lumMod val="50000"/>
                    </a:schemeClr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C749477C-2DE7-43D5-BC3C-78A9A45479E8}"/>
                    </a:ext>
                  </a:extLst>
                </p:cNvPr>
                <p:cNvCxnSpPr>
                  <a:cxnSpLocks/>
                  <a:stCxn id="200" idx="4"/>
                  <a:endCxn id="231" idx="2"/>
                </p:cNvCxnSpPr>
                <p:nvPr/>
              </p:nvCxnSpPr>
              <p:spPr>
                <a:xfrm flipH="1" flipV="1">
                  <a:off x="3924850" y="3536090"/>
                  <a:ext cx="2297994" cy="4121564"/>
                </a:xfrm>
                <a:prstGeom prst="line">
                  <a:avLst/>
                </a:prstGeom>
                <a:ln w="50800" cap="rnd">
                  <a:solidFill>
                    <a:schemeClr val="bg1">
                      <a:lumMod val="50000"/>
                    </a:schemeClr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9AC5F5D9-B32B-42FC-A02C-8CD3935F6418}"/>
                    </a:ext>
                  </a:extLst>
                </p:cNvPr>
                <p:cNvCxnSpPr>
                  <a:cxnSpLocks/>
                  <a:stCxn id="218" idx="4"/>
                  <a:endCxn id="218" idx="0"/>
                </p:cNvCxnSpPr>
                <p:nvPr/>
              </p:nvCxnSpPr>
              <p:spPr>
                <a:xfrm>
                  <a:off x="9162074" y="6640748"/>
                  <a:ext cx="1181465" cy="2941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537918C9-86A5-40E4-BF5E-482CF59D9D77}"/>
                    </a:ext>
                  </a:extLst>
                </p:cNvPr>
                <p:cNvCxnSpPr>
                  <a:cxnSpLocks/>
                  <a:stCxn id="244" idx="2"/>
                  <a:endCxn id="235" idx="4"/>
                </p:cNvCxnSpPr>
                <p:nvPr/>
              </p:nvCxnSpPr>
              <p:spPr>
                <a:xfrm flipH="1">
                  <a:off x="5667108" y="2527407"/>
                  <a:ext cx="1171457" cy="204318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9588B6A3-2DED-4A59-A376-9086B1FCA632}"/>
                    </a:ext>
                  </a:extLst>
                </p:cNvPr>
                <p:cNvCxnSpPr>
                  <a:cxnSpLocks/>
                  <a:stCxn id="237" idx="4"/>
                  <a:endCxn id="215" idx="2"/>
                </p:cNvCxnSpPr>
                <p:nvPr/>
              </p:nvCxnSpPr>
              <p:spPr>
                <a:xfrm>
                  <a:off x="6831657" y="4575802"/>
                  <a:ext cx="588160" cy="103044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14B35642-F8B5-4257-A82D-8F03720323BE}"/>
                    </a:ext>
                  </a:extLst>
                </p:cNvPr>
                <p:cNvCxnSpPr>
                  <a:cxnSpLocks/>
                  <a:stCxn id="204" idx="4"/>
                  <a:endCxn id="218" idx="4"/>
                </p:cNvCxnSpPr>
                <p:nvPr/>
              </p:nvCxnSpPr>
              <p:spPr>
                <a:xfrm flipV="1">
                  <a:off x="8562453" y="6640748"/>
                  <a:ext cx="599621" cy="102737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1DDD191A-5CC4-42EB-A66F-0222C4280C5C}"/>
                    </a:ext>
                  </a:extLst>
                </p:cNvPr>
                <p:cNvCxnSpPr>
                  <a:cxnSpLocks/>
                  <a:stCxn id="200" idx="2"/>
                  <a:endCxn id="213" idx="4"/>
                </p:cNvCxnSpPr>
                <p:nvPr/>
              </p:nvCxnSpPr>
              <p:spPr>
                <a:xfrm flipH="1" flipV="1">
                  <a:off x="5657916" y="6625071"/>
                  <a:ext cx="1162279" cy="854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71A1CBD9-1F0F-4D20-8EDD-A35F71C80AB3}"/>
                    </a:ext>
                  </a:extLst>
                </p:cNvPr>
                <p:cNvCxnSpPr>
                  <a:cxnSpLocks/>
                  <a:stCxn id="226" idx="4"/>
                  <a:endCxn id="224" idx="2"/>
                </p:cNvCxnSpPr>
                <p:nvPr/>
              </p:nvCxnSpPr>
              <p:spPr>
                <a:xfrm flipH="1" flipV="1">
                  <a:off x="5664837" y="4573930"/>
                  <a:ext cx="567199" cy="1029244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E8764262-7D63-49BB-9A61-BEFF022AD50E}"/>
                    </a:ext>
                  </a:extLst>
                </p:cNvPr>
                <p:cNvCxnSpPr>
                  <a:cxnSpLocks/>
                  <a:stCxn id="226" idx="4"/>
                  <a:endCxn id="200" idx="2"/>
                </p:cNvCxnSpPr>
                <p:nvPr/>
              </p:nvCxnSpPr>
              <p:spPr>
                <a:xfrm>
                  <a:off x="6232036" y="5603174"/>
                  <a:ext cx="588159" cy="103044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1EBC6A4A-8C2A-4A26-96FE-76C978B91D97}"/>
                    </a:ext>
                  </a:extLst>
                </p:cNvPr>
                <p:cNvCxnSpPr>
                  <a:cxnSpLocks/>
                  <a:stCxn id="224" idx="4"/>
                  <a:endCxn id="235" idx="4"/>
                </p:cNvCxnSpPr>
                <p:nvPr/>
              </p:nvCxnSpPr>
              <p:spPr>
                <a:xfrm flipV="1">
                  <a:off x="5067486" y="4570592"/>
                  <a:ext cx="599622" cy="1027373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14D73CE1-DEFF-4DC1-BD24-31C521F98CB5}"/>
                    </a:ext>
                  </a:extLst>
                </p:cNvPr>
                <p:cNvCxnSpPr>
                  <a:cxnSpLocks/>
                  <a:stCxn id="213" idx="4"/>
                  <a:endCxn id="224" idx="4"/>
                </p:cNvCxnSpPr>
                <p:nvPr/>
              </p:nvCxnSpPr>
              <p:spPr>
                <a:xfrm flipH="1" flipV="1">
                  <a:off x="5067486" y="5597965"/>
                  <a:ext cx="590430" cy="1027106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483D7264-AD1E-4F6E-9C38-F9ED47678B33}"/>
                    </a:ext>
                  </a:extLst>
                </p:cNvPr>
                <p:cNvCxnSpPr>
                  <a:cxnSpLocks/>
                  <a:stCxn id="215" idx="2"/>
                  <a:endCxn id="215" idx="4"/>
                </p:cNvCxnSpPr>
                <p:nvPr/>
              </p:nvCxnSpPr>
              <p:spPr>
                <a:xfrm flipH="1">
                  <a:off x="6822466" y="5606246"/>
                  <a:ext cx="597351" cy="102403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2C1D4E6-E76A-4944-BE62-54F38BEDBD5F}"/>
                    </a:ext>
                  </a:extLst>
                </p:cNvPr>
                <p:cNvCxnSpPr>
                  <a:cxnSpLocks/>
                  <a:stCxn id="237" idx="4"/>
                  <a:endCxn id="245" idx="4"/>
                </p:cNvCxnSpPr>
                <p:nvPr/>
              </p:nvCxnSpPr>
              <p:spPr>
                <a:xfrm flipV="1">
                  <a:off x="6831657" y="3556670"/>
                  <a:ext cx="577886" cy="101913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854EB4A7-C268-4BCD-8EE4-094F838457F7}"/>
                    </a:ext>
                  </a:extLst>
                </p:cNvPr>
                <p:cNvCxnSpPr>
                  <a:cxnSpLocks/>
                  <a:stCxn id="229" idx="4"/>
                  <a:endCxn id="245" idx="4"/>
                </p:cNvCxnSpPr>
                <p:nvPr/>
              </p:nvCxnSpPr>
              <p:spPr>
                <a:xfrm flipH="1" flipV="1">
                  <a:off x="7409543" y="3556670"/>
                  <a:ext cx="1162101" cy="2056972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57A3015A-2331-4020-9C0D-04358E78B78E}"/>
                    </a:ext>
                  </a:extLst>
                </p:cNvPr>
                <p:cNvCxnSpPr>
                  <a:cxnSpLocks/>
                  <a:stCxn id="202" idx="4"/>
                  <a:endCxn id="228" idx="0"/>
                </p:cNvCxnSpPr>
                <p:nvPr/>
              </p:nvCxnSpPr>
              <p:spPr>
                <a:xfrm flipV="1">
                  <a:off x="7391173" y="5611343"/>
                  <a:ext cx="1190655" cy="2051538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22AD3B76-30FD-4C89-9690-19A859B6CA97}"/>
                    </a:ext>
                  </a:extLst>
                </p:cNvPr>
                <p:cNvCxnSpPr>
                  <a:cxnSpLocks/>
                  <a:stCxn id="196" idx="2"/>
                  <a:endCxn id="196" idx="4"/>
                </p:cNvCxnSpPr>
                <p:nvPr/>
              </p:nvCxnSpPr>
              <p:spPr>
                <a:xfrm flipH="1">
                  <a:off x="3889967" y="6623182"/>
                  <a:ext cx="597351" cy="1024035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A04D4E41-1BDC-4807-B200-F36D45A0C8EE}"/>
                    </a:ext>
                  </a:extLst>
                </p:cNvPr>
                <p:cNvCxnSpPr>
                  <a:cxnSpLocks/>
                  <a:stCxn id="192" idx="4"/>
                  <a:endCxn id="205" idx="0"/>
                </p:cNvCxnSpPr>
                <p:nvPr/>
              </p:nvCxnSpPr>
              <p:spPr>
                <a:xfrm>
                  <a:off x="1550358" y="7636750"/>
                  <a:ext cx="9361888" cy="39540"/>
                </a:xfrm>
                <a:prstGeom prst="line">
                  <a:avLst/>
                </a:prstGeom>
                <a:ln w="50800" cap="rnd">
                  <a:solidFill>
                    <a:schemeClr val="bg1">
                      <a:lumMod val="50000"/>
                    </a:schemeClr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1E6063FA-9867-4163-9D20-EFCF9035617C}"/>
                    </a:ext>
                  </a:extLst>
                </p:cNvPr>
                <p:cNvCxnSpPr>
                  <a:cxnSpLocks/>
                  <a:stCxn id="254" idx="2"/>
                  <a:endCxn id="205" idx="0"/>
                </p:cNvCxnSpPr>
                <p:nvPr/>
              </p:nvCxnSpPr>
              <p:spPr>
                <a:xfrm>
                  <a:off x="6282807" y="-554733"/>
                  <a:ext cx="4629439" cy="8231023"/>
                </a:xfrm>
                <a:prstGeom prst="line">
                  <a:avLst/>
                </a:prstGeom>
                <a:ln w="50800" cap="rnd">
                  <a:solidFill>
                    <a:schemeClr val="bg1">
                      <a:lumMod val="50000"/>
                    </a:schemeClr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24BDCF0A-F4E0-46DC-9BBC-8F29423CD5FB}"/>
                    </a:ext>
                  </a:extLst>
                </p:cNvPr>
                <p:cNvCxnSpPr>
                  <a:cxnSpLocks/>
                  <a:stCxn id="254" idx="2"/>
                  <a:endCxn id="192" idx="4"/>
                </p:cNvCxnSpPr>
                <p:nvPr/>
              </p:nvCxnSpPr>
              <p:spPr>
                <a:xfrm flipH="1">
                  <a:off x="1550358" y="-554733"/>
                  <a:ext cx="4732449" cy="8191483"/>
                </a:xfrm>
                <a:prstGeom prst="line">
                  <a:avLst/>
                </a:prstGeom>
                <a:ln w="50800" cap="rnd">
                  <a:solidFill>
                    <a:schemeClr val="bg1">
                      <a:lumMod val="50000"/>
                    </a:schemeClr>
                  </a:solidFill>
                  <a:prstDash val="dash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36287306-D108-447F-AA71-BA704E3231FD}"/>
                    </a:ext>
                  </a:extLst>
                </p:cNvPr>
                <p:cNvCxnSpPr>
                  <a:cxnSpLocks/>
                  <a:stCxn id="198" idx="4"/>
                  <a:endCxn id="211" idx="4"/>
                </p:cNvCxnSpPr>
                <p:nvPr/>
              </p:nvCxnSpPr>
              <p:spPr>
                <a:xfrm flipH="1" flipV="1">
                  <a:off x="4489587" y="6619844"/>
                  <a:ext cx="568708" cy="103260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>
                  <a:extLst>
                    <a:ext uri="{FF2B5EF4-FFF2-40B4-BE49-F238E27FC236}">
                      <a16:creationId xmlns:a16="http://schemas.microsoft.com/office/drawing/2014/main" id="{9CF4EDA2-8182-478C-B1A8-7C01572CE6C0}"/>
                    </a:ext>
                  </a:extLst>
                </p:cNvPr>
                <p:cNvCxnSpPr>
                  <a:cxnSpLocks/>
                  <a:stCxn id="252" idx="2"/>
                  <a:endCxn id="245" idx="4"/>
                </p:cNvCxnSpPr>
                <p:nvPr/>
              </p:nvCxnSpPr>
              <p:spPr>
                <a:xfrm>
                  <a:off x="5683186" y="472640"/>
                  <a:ext cx="1726357" cy="3084030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7A601145-D942-4E1B-9D21-9F10079F1828}"/>
                    </a:ext>
                  </a:extLst>
                </p:cNvPr>
                <p:cNvCxnSpPr>
                  <a:cxnSpLocks/>
                  <a:stCxn id="254" idx="0"/>
                  <a:endCxn id="252" idx="2"/>
                </p:cNvCxnSpPr>
                <p:nvPr/>
              </p:nvCxnSpPr>
              <p:spPr>
                <a:xfrm flipH="1">
                  <a:off x="5683186" y="472243"/>
                  <a:ext cx="1183735" cy="397"/>
                </a:xfrm>
                <a:prstGeom prst="line">
                  <a:avLst/>
                </a:prstGeom>
                <a:ln w="57150" cap="rnd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56A1319-FD39-4C1B-9DCD-A63C739F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9498" y="-1806809"/>
            <a:ext cx="11587209" cy="1045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0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293</Words>
  <Application>Microsoft Office PowerPoint</Application>
  <PresentationFormat>Widescreen</PresentationFormat>
  <Paragraphs>246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Pedro</dc:creator>
  <cp:lastModifiedBy>Pedro</cp:lastModifiedBy>
  <cp:revision>87</cp:revision>
  <dcterms:created xsi:type="dcterms:W3CDTF">2020-06-18T06:59:34Z</dcterms:created>
  <dcterms:modified xsi:type="dcterms:W3CDTF">2020-09-06T07:40:44Z</dcterms:modified>
</cp:coreProperties>
</file>