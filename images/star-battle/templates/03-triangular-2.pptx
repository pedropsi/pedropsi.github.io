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70" r:id="rId3"/>
    <p:sldId id="269" r:id="rId4"/>
    <p:sldId id="273" r:id="rId5"/>
    <p:sldId id="274" r:id="rId6"/>
    <p:sldId id="271" r:id="rId7"/>
    <p:sldId id="275" r:id="rId8"/>
    <p:sldId id="276" r:id="rId9"/>
    <p:sldId id="277" r:id="rId10"/>
    <p:sldId id="278" r:id="rId11"/>
    <p:sldId id="272" r:id="rId12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25" d="100"/>
          <a:sy n="25" d="100"/>
        </p:scale>
        <p:origin x="2244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CC75B-E577-4B25-A394-D4B6CF65E5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1622E5-F64B-4526-852B-09AA104E4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3D845-5735-4BB6-9CF6-870FE1736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749F8-6E1D-4353-959D-E72F286678E6}" type="datetimeFigureOut">
              <a:rPr lang="pt-PT" smtClean="0"/>
              <a:t>25/08/2020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90B1C-6BFE-4509-AF69-578C91FA4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A9A0E-17B8-46D2-8D3A-9C8A240D6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651B-063F-4725-9A32-0946E363390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76657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E29C9-CA7B-457B-8504-FD9C4C8C9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7FAC8-0283-4BD2-8174-DB9EFAA0B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CF50B7-AC03-4B44-B89B-E320472B4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749F8-6E1D-4353-959D-E72F286678E6}" type="datetimeFigureOut">
              <a:rPr lang="pt-PT" smtClean="0"/>
              <a:t>25/08/2020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431B3E-6212-4E88-9D32-5F7F21D75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CFB7EA-B94D-4D07-90C7-3EC9F8F36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651B-063F-4725-9A32-0946E363390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4231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5D8BB-9B71-4368-9413-90D292306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663E9B-5249-4360-AD16-6CF0E40C65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460FC-2A82-430B-9E16-EB8B61EDB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749F8-6E1D-4353-959D-E72F286678E6}" type="datetimeFigureOut">
              <a:rPr lang="pt-PT" smtClean="0"/>
              <a:t>25/08/2020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C1A0F-F18D-4321-8C11-BCA90DBBD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C6003-33A9-430E-9E0C-FC9AAAEE3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651B-063F-4725-9A32-0946E363390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50951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DB4AB-A25D-41D0-8E0E-685084661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CA281-1290-44F8-8AC9-3779F2BE31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4EE564-690E-4943-875A-60334D5766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1E4740-7B9F-464B-8DB7-E89868AC7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749F8-6E1D-4353-959D-E72F286678E6}" type="datetimeFigureOut">
              <a:rPr lang="pt-PT" smtClean="0"/>
              <a:t>25/08/2020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FF83BC-1E00-4AD0-B6BD-E23DB35BC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FEEE18-3699-4DA4-94F9-59DFEE860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651B-063F-4725-9A32-0946E363390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60419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3AA24-6508-4B46-871C-5F5E2B328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287D92-D83C-41E7-A9A1-EACC745CC3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BB1D24-F6F2-44C9-8E02-EA53716D1E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67821-87B1-47DF-A021-E293697D74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25EC74-CEAD-45F1-935D-E1FF1BEB1A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2E95FC-AF80-4DFD-993E-DB2BAE6C6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749F8-6E1D-4353-959D-E72F286678E6}" type="datetimeFigureOut">
              <a:rPr lang="pt-PT" smtClean="0"/>
              <a:t>25/08/2020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65351D-F067-4010-B3AE-FCB4AF1EF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D8DA36-4D53-4055-BCB7-DFCB4D4D7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651B-063F-4725-9A32-0946E363390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48049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DA293-8233-446C-A108-F308F07FD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CF13A7-D044-4636-B6C6-48C1CA781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749F8-6E1D-4353-959D-E72F286678E6}" type="datetimeFigureOut">
              <a:rPr lang="pt-PT" smtClean="0"/>
              <a:t>25/08/2020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37951-CE96-4A8F-8A6C-96C7985A2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FBBDD8-6F0E-4F3F-B753-4004CD7B1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651B-063F-4725-9A32-0946E363390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68767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45D5C6-772F-43DD-9950-D129A4055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749F8-6E1D-4353-959D-E72F286678E6}" type="datetimeFigureOut">
              <a:rPr lang="pt-PT" smtClean="0"/>
              <a:t>25/08/2020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3600D6-4CA6-4355-A84C-847ECAF73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2CF385-0FEB-4CE0-BFA0-FA532CDC1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651B-063F-4725-9A32-0946E363390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69472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DE1D8-05F7-4E3E-9B84-732EC5D39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63EBD-D1F2-4C36-8FF4-0343A00DA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A9EEB1-DA67-408B-BA1A-8C19DE5030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ABE0D3-227F-4952-9F32-201A3E5CF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749F8-6E1D-4353-959D-E72F286678E6}" type="datetimeFigureOut">
              <a:rPr lang="pt-PT" smtClean="0"/>
              <a:t>25/08/2020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57B59A-D004-4999-907B-228F900C0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2442FE-2A1A-4C4C-8E78-CBB87AF30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651B-063F-4725-9A32-0946E363390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83571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3C4D2-568A-4FE6-885E-C08037F85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14F9C3-8DFE-4C5B-83BD-4DC9CC3CFC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B8F30F-9D3A-458B-955E-D6913BAE9E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7B0493-24D8-440E-B160-BCECA9491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749F8-6E1D-4353-959D-E72F286678E6}" type="datetimeFigureOut">
              <a:rPr lang="pt-PT" smtClean="0"/>
              <a:t>25/08/2020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79755F-0725-4B3E-B7F4-5C35BB684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A0CE59-D9D3-4120-ADBD-10F37DEA2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651B-063F-4725-9A32-0946E363390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30246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6E175-BE03-43C4-A7FA-68114C6E4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24F914-5663-4B7B-A7CF-4D8B66FD57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B8685-CFC7-4B3E-94AB-39BD7ABEE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749F8-6E1D-4353-959D-E72F286678E6}" type="datetimeFigureOut">
              <a:rPr lang="pt-PT" smtClean="0"/>
              <a:t>25/08/2020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26C43-FD9D-4CD9-A2A3-185407419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90DF9-1CFC-48F6-B5F2-CE15DD1EE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651B-063F-4725-9A32-0946E363390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82268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E188EB-34E0-4A9E-A9C5-5EB186F06D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578CA5-1EE4-4652-93CD-FB9AB00D90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14E635-458B-416F-AD41-14D160C80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749F8-6E1D-4353-959D-E72F286678E6}" type="datetimeFigureOut">
              <a:rPr lang="pt-PT" smtClean="0"/>
              <a:t>25/08/2020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631A8E-E9B8-4233-B3ED-54DBCB13B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FA4368-0A10-4EB6-A1E5-BAE2DE90F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651B-063F-4725-9A32-0946E363390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4137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C841F4-43DD-4505-8507-41894A480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C82B2B-3C37-424C-949A-0125D38409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DE6025-05CE-474F-BC63-6E5983D67D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D749F8-6E1D-4353-959D-E72F286678E6}" type="datetimeFigureOut">
              <a:rPr lang="pt-PT" smtClean="0"/>
              <a:t>25/08/2020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2E6B21-AF71-4B6F-8E91-715FDA947A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0BBAC-37E8-4B6D-B058-B29E38EBC9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5F651B-063F-4725-9A32-0946E363390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68482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" name="Group 205">
            <a:extLst>
              <a:ext uri="{FF2B5EF4-FFF2-40B4-BE49-F238E27FC236}">
                <a16:creationId xmlns:a16="http://schemas.microsoft.com/office/drawing/2014/main" id="{0729C27D-54CA-455D-9932-072AC0A5347A}"/>
              </a:ext>
            </a:extLst>
          </p:cNvPr>
          <p:cNvGrpSpPr/>
          <p:nvPr/>
        </p:nvGrpSpPr>
        <p:grpSpPr>
          <a:xfrm>
            <a:off x="2671504" y="499922"/>
            <a:ext cx="7143254" cy="6108292"/>
            <a:chOff x="2671504" y="499922"/>
            <a:chExt cx="7143254" cy="6108292"/>
          </a:xfrm>
          <a:solidFill>
            <a:schemeClr val="bg1">
              <a:lumMod val="95000"/>
            </a:schemeClr>
          </a:solidFill>
        </p:grpSpPr>
        <p:grpSp>
          <p:nvGrpSpPr>
            <p:cNvPr id="219" name="Group 218">
              <a:extLst>
                <a:ext uri="{FF2B5EF4-FFF2-40B4-BE49-F238E27FC236}">
                  <a16:creationId xmlns:a16="http://schemas.microsoft.com/office/drawing/2014/main" id="{7AAD484F-3565-4BD5-8087-2AA5444B5F49}"/>
                </a:ext>
              </a:extLst>
            </p:cNvPr>
            <p:cNvGrpSpPr/>
            <p:nvPr/>
          </p:nvGrpSpPr>
          <p:grpSpPr>
            <a:xfrm rot="10800000">
              <a:off x="2671504" y="499922"/>
              <a:ext cx="7139489" cy="6100853"/>
              <a:chOff x="1771935" y="2350340"/>
              <a:chExt cx="9177837" cy="6100853"/>
            </a:xfrm>
            <a:grpFill/>
          </p:grpSpPr>
          <p:sp>
            <p:nvSpPr>
              <p:cNvPr id="220" name="Isosceles Triangle 219">
                <a:extLst>
                  <a:ext uri="{FF2B5EF4-FFF2-40B4-BE49-F238E27FC236}">
                    <a16:creationId xmlns:a16="http://schemas.microsoft.com/office/drawing/2014/main" id="{F3769143-D3A1-4629-A85D-2A097C06EB0E}"/>
                  </a:ext>
                </a:extLst>
              </p:cNvPr>
              <p:cNvSpPr/>
              <p:nvPr/>
            </p:nvSpPr>
            <p:spPr>
              <a:xfrm>
                <a:off x="3295935" y="2350340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21" name="Isosceles Triangle 220">
                <a:extLst>
                  <a:ext uri="{FF2B5EF4-FFF2-40B4-BE49-F238E27FC236}">
                    <a16:creationId xmlns:a16="http://schemas.microsoft.com/office/drawing/2014/main" id="{5A46346B-CCB9-442C-A499-419298A6A8D8}"/>
                  </a:ext>
                </a:extLst>
              </p:cNvPr>
              <p:cNvSpPr/>
              <p:nvPr/>
            </p:nvSpPr>
            <p:spPr>
              <a:xfrm>
                <a:off x="4819935" y="2350340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22" name="Isosceles Triangle 221">
                <a:extLst>
                  <a:ext uri="{FF2B5EF4-FFF2-40B4-BE49-F238E27FC236}">
                    <a16:creationId xmlns:a16="http://schemas.microsoft.com/office/drawing/2014/main" id="{36241A73-9A1F-457E-A2E6-668E8CB8F608}"/>
                  </a:ext>
                </a:extLst>
              </p:cNvPr>
              <p:cNvSpPr/>
              <p:nvPr/>
            </p:nvSpPr>
            <p:spPr>
              <a:xfrm>
                <a:off x="6343936" y="2350340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23" name="Isosceles Triangle 222">
                <a:extLst>
                  <a:ext uri="{FF2B5EF4-FFF2-40B4-BE49-F238E27FC236}">
                    <a16:creationId xmlns:a16="http://schemas.microsoft.com/office/drawing/2014/main" id="{F3E7FC4A-48EB-4E1A-938C-207509B03262}"/>
                  </a:ext>
                </a:extLst>
              </p:cNvPr>
              <p:cNvSpPr/>
              <p:nvPr/>
            </p:nvSpPr>
            <p:spPr>
              <a:xfrm>
                <a:off x="7867936" y="2350340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24" name="Isosceles Triangle 223">
                <a:extLst>
                  <a:ext uri="{FF2B5EF4-FFF2-40B4-BE49-F238E27FC236}">
                    <a16:creationId xmlns:a16="http://schemas.microsoft.com/office/drawing/2014/main" id="{3E9193DB-F7F4-4F48-A0D1-177178A87824}"/>
                  </a:ext>
                </a:extLst>
              </p:cNvPr>
              <p:cNvSpPr/>
              <p:nvPr/>
            </p:nvSpPr>
            <p:spPr>
              <a:xfrm>
                <a:off x="5581936" y="3399532"/>
                <a:ext cx="1524000" cy="1022007"/>
              </a:xfrm>
              <a:prstGeom prst="triangl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25" name="Isosceles Triangle 224">
                <a:extLst>
                  <a:ext uri="{FF2B5EF4-FFF2-40B4-BE49-F238E27FC236}">
                    <a16:creationId xmlns:a16="http://schemas.microsoft.com/office/drawing/2014/main" id="{3E478A7E-ED42-4138-AB8F-6FAEE6563233}"/>
                  </a:ext>
                </a:extLst>
              </p:cNvPr>
              <p:cNvSpPr/>
              <p:nvPr/>
            </p:nvSpPr>
            <p:spPr>
              <a:xfrm>
                <a:off x="7105936" y="3399532"/>
                <a:ext cx="1524000" cy="1022007"/>
              </a:xfrm>
              <a:prstGeom prst="triangl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26" name="Isosceles Triangle 225">
                <a:extLst>
                  <a:ext uri="{FF2B5EF4-FFF2-40B4-BE49-F238E27FC236}">
                    <a16:creationId xmlns:a16="http://schemas.microsoft.com/office/drawing/2014/main" id="{B42ADE96-58A5-4AA2-B98E-240879638B73}"/>
                  </a:ext>
                </a:extLst>
              </p:cNvPr>
              <p:cNvSpPr/>
              <p:nvPr/>
            </p:nvSpPr>
            <p:spPr>
              <a:xfrm>
                <a:off x="8629937" y="3399532"/>
                <a:ext cx="1524000" cy="1022007"/>
              </a:xfrm>
              <a:prstGeom prst="triangl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27" name="Isosceles Triangle 226">
                <a:extLst>
                  <a:ext uri="{FF2B5EF4-FFF2-40B4-BE49-F238E27FC236}">
                    <a16:creationId xmlns:a16="http://schemas.microsoft.com/office/drawing/2014/main" id="{92A6F80F-30C1-4ED8-B40E-4FA7553D09CE}"/>
                  </a:ext>
                </a:extLst>
              </p:cNvPr>
              <p:cNvSpPr/>
              <p:nvPr/>
            </p:nvSpPr>
            <p:spPr>
              <a:xfrm>
                <a:off x="2533935" y="3399532"/>
                <a:ext cx="1524000" cy="1022007"/>
              </a:xfrm>
              <a:prstGeom prst="triangl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28" name="Isosceles Triangle 227">
                <a:extLst>
                  <a:ext uri="{FF2B5EF4-FFF2-40B4-BE49-F238E27FC236}">
                    <a16:creationId xmlns:a16="http://schemas.microsoft.com/office/drawing/2014/main" id="{5351A5F9-4310-4A6F-B363-5782C70D069B}"/>
                  </a:ext>
                </a:extLst>
              </p:cNvPr>
              <p:cNvSpPr/>
              <p:nvPr/>
            </p:nvSpPr>
            <p:spPr>
              <a:xfrm>
                <a:off x="4057935" y="3399532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29" name="Isosceles Triangle 228">
                <a:extLst>
                  <a:ext uri="{FF2B5EF4-FFF2-40B4-BE49-F238E27FC236}">
                    <a16:creationId xmlns:a16="http://schemas.microsoft.com/office/drawing/2014/main" id="{263292F3-BFE8-4555-869D-2EB5FF91F85D}"/>
                  </a:ext>
                </a:extLst>
              </p:cNvPr>
              <p:cNvSpPr/>
              <p:nvPr/>
            </p:nvSpPr>
            <p:spPr>
              <a:xfrm>
                <a:off x="4819935" y="4384849"/>
                <a:ext cx="1524000" cy="1022007"/>
              </a:xfrm>
              <a:prstGeom prst="triangl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30" name="Isosceles Triangle 229">
                <a:extLst>
                  <a:ext uri="{FF2B5EF4-FFF2-40B4-BE49-F238E27FC236}">
                    <a16:creationId xmlns:a16="http://schemas.microsoft.com/office/drawing/2014/main" id="{A0158001-08ED-49B0-9F95-0F374D5FA626}"/>
                  </a:ext>
                </a:extLst>
              </p:cNvPr>
              <p:cNvSpPr/>
              <p:nvPr/>
            </p:nvSpPr>
            <p:spPr>
              <a:xfrm>
                <a:off x="6343936" y="4384849"/>
                <a:ext cx="1524000" cy="1022007"/>
              </a:xfrm>
              <a:prstGeom prst="triangl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31" name="Isosceles Triangle 230">
                <a:extLst>
                  <a:ext uri="{FF2B5EF4-FFF2-40B4-BE49-F238E27FC236}">
                    <a16:creationId xmlns:a16="http://schemas.microsoft.com/office/drawing/2014/main" id="{5803ED1A-AEC6-4521-ADC5-96C6410CB2FD}"/>
                  </a:ext>
                </a:extLst>
              </p:cNvPr>
              <p:cNvSpPr/>
              <p:nvPr/>
            </p:nvSpPr>
            <p:spPr>
              <a:xfrm>
                <a:off x="7867936" y="438484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32" name="Isosceles Triangle 231">
                <a:extLst>
                  <a:ext uri="{FF2B5EF4-FFF2-40B4-BE49-F238E27FC236}">
                    <a16:creationId xmlns:a16="http://schemas.microsoft.com/office/drawing/2014/main" id="{1273F915-89BE-4C5F-A0BE-3C7FB44E85A5}"/>
                  </a:ext>
                </a:extLst>
              </p:cNvPr>
              <p:cNvSpPr/>
              <p:nvPr/>
            </p:nvSpPr>
            <p:spPr>
              <a:xfrm>
                <a:off x="1771935" y="438484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33" name="Isosceles Triangle 232">
                <a:extLst>
                  <a:ext uri="{FF2B5EF4-FFF2-40B4-BE49-F238E27FC236}">
                    <a16:creationId xmlns:a16="http://schemas.microsoft.com/office/drawing/2014/main" id="{371B00F7-2CE0-4ED3-A203-22C9AAE00A15}"/>
                  </a:ext>
                </a:extLst>
              </p:cNvPr>
              <p:cNvSpPr/>
              <p:nvPr/>
            </p:nvSpPr>
            <p:spPr>
              <a:xfrm>
                <a:off x="3295935" y="438484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34" name="Isosceles Triangle 233">
                <a:extLst>
                  <a:ext uri="{FF2B5EF4-FFF2-40B4-BE49-F238E27FC236}">
                    <a16:creationId xmlns:a16="http://schemas.microsoft.com/office/drawing/2014/main" id="{DC8B2EFE-75B9-4563-BC5A-094498B28D23}"/>
                  </a:ext>
                </a:extLst>
              </p:cNvPr>
              <p:cNvSpPr/>
              <p:nvPr/>
            </p:nvSpPr>
            <p:spPr>
              <a:xfrm>
                <a:off x="9425772" y="438484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35" name="Isosceles Triangle 234">
                <a:extLst>
                  <a:ext uri="{FF2B5EF4-FFF2-40B4-BE49-F238E27FC236}">
                    <a16:creationId xmlns:a16="http://schemas.microsoft.com/office/drawing/2014/main" id="{8A47AE66-77D5-4E37-B1C7-A8B6F33A3D0D}"/>
                  </a:ext>
                </a:extLst>
              </p:cNvPr>
              <p:cNvSpPr/>
              <p:nvPr/>
            </p:nvSpPr>
            <p:spPr>
              <a:xfrm>
                <a:off x="4086934" y="5374499"/>
                <a:ext cx="1524000" cy="1022007"/>
              </a:xfrm>
              <a:prstGeom prst="triangl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36" name="Isosceles Triangle 235">
                <a:extLst>
                  <a:ext uri="{FF2B5EF4-FFF2-40B4-BE49-F238E27FC236}">
                    <a16:creationId xmlns:a16="http://schemas.microsoft.com/office/drawing/2014/main" id="{D30274CC-9590-45B7-8225-FA7191EA056B}"/>
                  </a:ext>
                </a:extLst>
              </p:cNvPr>
              <p:cNvSpPr/>
              <p:nvPr/>
            </p:nvSpPr>
            <p:spPr>
              <a:xfrm>
                <a:off x="5610931" y="5374499"/>
                <a:ext cx="1524000" cy="1022007"/>
              </a:xfrm>
              <a:prstGeom prst="triangl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37" name="Isosceles Triangle 236">
                <a:extLst>
                  <a:ext uri="{FF2B5EF4-FFF2-40B4-BE49-F238E27FC236}">
                    <a16:creationId xmlns:a16="http://schemas.microsoft.com/office/drawing/2014/main" id="{379B0A65-C914-4087-8C78-4D35960DA7F8}"/>
                  </a:ext>
                </a:extLst>
              </p:cNvPr>
              <p:cNvSpPr/>
              <p:nvPr/>
            </p:nvSpPr>
            <p:spPr>
              <a:xfrm>
                <a:off x="7134933" y="5374499"/>
                <a:ext cx="1524000" cy="1022007"/>
              </a:xfrm>
              <a:prstGeom prst="triangl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38" name="Isosceles Triangle 237">
                <a:extLst>
                  <a:ext uri="{FF2B5EF4-FFF2-40B4-BE49-F238E27FC236}">
                    <a16:creationId xmlns:a16="http://schemas.microsoft.com/office/drawing/2014/main" id="{410AE433-3CFF-43D8-B11A-B231D7C3129E}"/>
                  </a:ext>
                </a:extLst>
              </p:cNvPr>
              <p:cNvSpPr/>
              <p:nvPr/>
            </p:nvSpPr>
            <p:spPr>
              <a:xfrm>
                <a:off x="2562932" y="537449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39" name="Isosceles Triangle 238">
                <a:extLst>
                  <a:ext uri="{FF2B5EF4-FFF2-40B4-BE49-F238E27FC236}">
                    <a16:creationId xmlns:a16="http://schemas.microsoft.com/office/drawing/2014/main" id="{19F2B8DE-D3C3-4165-8A10-51895F6873AE}"/>
                  </a:ext>
                </a:extLst>
              </p:cNvPr>
              <p:cNvSpPr/>
              <p:nvPr/>
            </p:nvSpPr>
            <p:spPr>
              <a:xfrm>
                <a:off x="8692769" y="537449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41" name="Isosceles Triangle 240">
                <a:extLst>
                  <a:ext uri="{FF2B5EF4-FFF2-40B4-BE49-F238E27FC236}">
                    <a16:creationId xmlns:a16="http://schemas.microsoft.com/office/drawing/2014/main" id="{72D8AF6C-2908-4490-939C-752371E6F45B}"/>
                  </a:ext>
                </a:extLst>
              </p:cNvPr>
              <p:cNvSpPr/>
              <p:nvPr/>
            </p:nvSpPr>
            <p:spPr>
              <a:xfrm>
                <a:off x="3295940" y="6399981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42" name="Isosceles Triangle 241">
                <a:extLst>
                  <a:ext uri="{FF2B5EF4-FFF2-40B4-BE49-F238E27FC236}">
                    <a16:creationId xmlns:a16="http://schemas.microsoft.com/office/drawing/2014/main" id="{4CB2961F-FB32-4E72-8A38-D63A7ABAECF1}"/>
                  </a:ext>
                </a:extLst>
              </p:cNvPr>
              <p:cNvSpPr/>
              <p:nvPr/>
            </p:nvSpPr>
            <p:spPr>
              <a:xfrm>
                <a:off x="4819936" y="6399981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43" name="Isosceles Triangle 242">
                <a:extLst>
                  <a:ext uri="{FF2B5EF4-FFF2-40B4-BE49-F238E27FC236}">
                    <a16:creationId xmlns:a16="http://schemas.microsoft.com/office/drawing/2014/main" id="{4782966E-E12E-4326-B68B-96CC1B199C5F}"/>
                  </a:ext>
                </a:extLst>
              </p:cNvPr>
              <p:cNvSpPr/>
              <p:nvPr/>
            </p:nvSpPr>
            <p:spPr>
              <a:xfrm>
                <a:off x="6343937" y="6399981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44" name="Isosceles Triangle 243">
                <a:extLst>
                  <a:ext uri="{FF2B5EF4-FFF2-40B4-BE49-F238E27FC236}">
                    <a16:creationId xmlns:a16="http://schemas.microsoft.com/office/drawing/2014/main" id="{4A3EC4F8-36D5-4020-A125-D0F76A6B1460}"/>
                  </a:ext>
                </a:extLst>
              </p:cNvPr>
              <p:cNvSpPr/>
              <p:nvPr/>
            </p:nvSpPr>
            <p:spPr>
              <a:xfrm>
                <a:off x="7901773" y="6399981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45" name="Isosceles Triangle 244">
                <a:extLst>
                  <a:ext uri="{FF2B5EF4-FFF2-40B4-BE49-F238E27FC236}">
                    <a16:creationId xmlns:a16="http://schemas.microsoft.com/office/drawing/2014/main" id="{274B5542-22AA-4454-BB7E-8AB8B5CF7C47}"/>
                  </a:ext>
                </a:extLst>
              </p:cNvPr>
              <p:cNvSpPr/>
              <p:nvPr/>
            </p:nvSpPr>
            <p:spPr>
              <a:xfrm>
                <a:off x="4057936" y="7429186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46" name="Isosceles Triangle 245">
                <a:extLst>
                  <a:ext uri="{FF2B5EF4-FFF2-40B4-BE49-F238E27FC236}">
                    <a16:creationId xmlns:a16="http://schemas.microsoft.com/office/drawing/2014/main" id="{544CFEE9-9DFB-4D9E-B6F8-A9A181AD86DF}"/>
                  </a:ext>
                </a:extLst>
              </p:cNvPr>
              <p:cNvSpPr/>
              <p:nvPr/>
            </p:nvSpPr>
            <p:spPr>
              <a:xfrm>
                <a:off x="5581935" y="7429186"/>
                <a:ext cx="1524000" cy="1022007"/>
              </a:xfrm>
              <a:prstGeom prst="triangl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47" name="Isosceles Triangle 246">
                <a:extLst>
                  <a:ext uri="{FF2B5EF4-FFF2-40B4-BE49-F238E27FC236}">
                    <a16:creationId xmlns:a16="http://schemas.microsoft.com/office/drawing/2014/main" id="{1A5C3A04-704E-4753-AB2A-FCB1DAE754AA}"/>
                  </a:ext>
                </a:extLst>
              </p:cNvPr>
              <p:cNvSpPr/>
              <p:nvPr/>
            </p:nvSpPr>
            <p:spPr>
              <a:xfrm>
                <a:off x="7139771" y="7429186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951AA24E-2FD7-46B7-83C9-08A2AEDADD35}"/>
                </a:ext>
              </a:extLst>
            </p:cNvPr>
            <p:cNvGrpSpPr/>
            <p:nvPr/>
          </p:nvGrpSpPr>
          <p:grpSpPr>
            <a:xfrm>
              <a:off x="2675269" y="507361"/>
              <a:ext cx="7139489" cy="6100853"/>
              <a:chOff x="1771937" y="2350340"/>
              <a:chExt cx="9177837" cy="6100853"/>
            </a:xfrm>
            <a:grpFill/>
          </p:grpSpPr>
          <p:sp>
            <p:nvSpPr>
              <p:cNvPr id="11" name="Isosceles Triangle 10">
                <a:extLst>
                  <a:ext uri="{FF2B5EF4-FFF2-40B4-BE49-F238E27FC236}">
                    <a16:creationId xmlns:a16="http://schemas.microsoft.com/office/drawing/2014/main" id="{2B0DC58B-F4A1-4F96-A73E-68195804BDAF}"/>
                  </a:ext>
                </a:extLst>
              </p:cNvPr>
              <p:cNvSpPr/>
              <p:nvPr/>
            </p:nvSpPr>
            <p:spPr>
              <a:xfrm>
                <a:off x="3295937" y="2350340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" name="Isosceles Triangle 11">
                <a:extLst>
                  <a:ext uri="{FF2B5EF4-FFF2-40B4-BE49-F238E27FC236}">
                    <a16:creationId xmlns:a16="http://schemas.microsoft.com/office/drawing/2014/main" id="{1BF55D40-BCCF-4E2F-A4ED-C8DDF58E96D5}"/>
                  </a:ext>
                </a:extLst>
              </p:cNvPr>
              <p:cNvSpPr/>
              <p:nvPr/>
            </p:nvSpPr>
            <p:spPr>
              <a:xfrm>
                <a:off x="4819937" y="2350340"/>
                <a:ext cx="1524000" cy="1022007"/>
              </a:xfrm>
              <a:prstGeom prst="triangl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" name="Isosceles Triangle 13">
                <a:extLst>
                  <a:ext uri="{FF2B5EF4-FFF2-40B4-BE49-F238E27FC236}">
                    <a16:creationId xmlns:a16="http://schemas.microsoft.com/office/drawing/2014/main" id="{0E3CD2A7-7CB9-4F6C-ABAA-E6A5D2C63B61}"/>
                  </a:ext>
                </a:extLst>
              </p:cNvPr>
              <p:cNvSpPr/>
              <p:nvPr/>
            </p:nvSpPr>
            <p:spPr>
              <a:xfrm>
                <a:off x="6343938" y="2350340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" name="Isosceles Triangle 14">
                <a:extLst>
                  <a:ext uri="{FF2B5EF4-FFF2-40B4-BE49-F238E27FC236}">
                    <a16:creationId xmlns:a16="http://schemas.microsoft.com/office/drawing/2014/main" id="{9430A2DE-312F-472D-A30F-E7558A2B8960}"/>
                  </a:ext>
                </a:extLst>
              </p:cNvPr>
              <p:cNvSpPr/>
              <p:nvPr/>
            </p:nvSpPr>
            <p:spPr>
              <a:xfrm>
                <a:off x="7867938" y="2350340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4" name="Isosceles Triangle 63">
                <a:extLst>
                  <a:ext uri="{FF2B5EF4-FFF2-40B4-BE49-F238E27FC236}">
                    <a16:creationId xmlns:a16="http://schemas.microsoft.com/office/drawing/2014/main" id="{73E17E59-C387-442F-A703-377D783B3449}"/>
                  </a:ext>
                </a:extLst>
              </p:cNvPr>
              <p:cNvSpPr/>
              <p:nvPr/>
            </p:nvSpPr>
            <p:spPr>
              <a:xfrm>
                <a:off x="5581938" y="3399532"/>
                <a:ext cx="1524000" cy="1022007"/>
              </a:xfrm>
              <a:prstGeom prst="triangl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5" name="Isosceles Triangle 64">
                <a:extLst>
                  <a:ext uri="{FF2B5EF4-FFF2-40B4-BE49-F238E27FC236}">
                    <a16:creationId xmlns:a16="http://schemas.microsoft.com/office/drawing/2014/main" id="{F3D01B28-2809-4767-81D1-459F520CF2A4}"/>
                  </a:ext>
                </a:extLst>
              </p:cNvPr>
              <p:cNvSpPr/>
              <p:nvPr/>
            </p:nvSpPr>
            <p:spPr>
              <a:xfrm>
                <a:off x="7105938" y="3399532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6" name="Isosceles Triangle 65">
                <a:extLst>
                  <a:ext uri="{FF2B5EF4-FFF2-40B4-BE49-F238E27FC236}">
                    <a16:creationId xmlns:a16="http://schemas.microsoft.com/office/drawing/2014/main" id="{5AA1F757-9B98-44B9-B527-8F6814370199}"/>
                  </a:ext>
                </a:extLst>
              </p:cNvPr>
              <p:cNvSpPr/>
              <p:nvPr/>
            </p:nvSpPr>
            <p:spPr>
              <a:xfrm>
                <a:off x="8629938" y="3399532"/>
                <a:ext cx="1524000" cy="1022007"/>
              </a:xfrm>
              <a:prstGeom prst="triangl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7" name="Isosceles Triangle 66">
                <a:extLst>
                  <a:ext uri="{FF2B5EF4-FFF2-40B4-BE49-F238E27FC236}">
                    <a16:creationId xmlns:a16="http://schemas.microsoft.com/office/drawing/2014/main" id="{DF454BFE-BB57-4988-9E88-B1223404FC46}"/>
                  </a:ext>
                </a:extLst>
              </p:cNvPr>
              <p:cNvSpPr/>
              <p:nvPr/>
            </p:nvSpPr>
            <p:spPr>
              <a:xfrm>
                <a:off x="2533937" y="3399532"/>
                <a:ext cx="1524000" cy="1022007"/>
              </a:xfrm>
              <a:prstGeom prst="triangl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68" name="Isosceles Triangle 67">
                <a:extLst>
                  <a:ext uri="{FF2B5EF4-FFF2-40B4-BE49-F238E27FC236}">
                    <a16:creationId xmlns:a16="http://schemas.microsoft.com/office/drawing/2014/main" id="{AEBF8538-A882-4955-A093-20DB77214FD8}"/>
                  </a:ext>
                </a:extLst>
              </p:cNvPr>
              <p:cNvSpPr/>
              <p:nvPr/>
            </p:nvSpPr>
            <p:spPr>
              <a:xfrm>
                <a:off x="4057937" y="3399532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60" name="Isosceles Triangle 259">
                <a:extLst>
                  <a:ext uri="{FF2B5EF4-FFF2-40B4-BE49-F238E27FC236}">
                    <a16:creationId xmlns:a16="http://schemas.microsoft.com/office/drawing/2014/main" id="{E8092E16-1D3B-44E1-A1C2-9CB5B059E539}"/>
                  </a:ext>
                </a:extLst>
              </p:cNvPr>
              <p:cNvSpPr/>
              <p:nvPr/>
            </p:nvSpPr>
            <p:spPr>
              <a:xfrm>
                <a:off x="4819937" y="4384849"/>
                <a:ext cx="1524000" cy="1022007"/>
              </a:xfrm>
              <a:prstGeom prst="triangl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61" name="Isosceles Triangle 260">
                <a:extLst>
                  <a:ext uri="{FF2B5EF4-FFF2-40B4-BE49-F238E27FC236}">
                    <a16:creationId xmlns:a16="http://schemas.microsoft.com/office/drawing/2014/main" id="{8F321981-9827-4FFD-8F1D-C939FE670C5F}"/>
                  </a:ext>
                </a:extLst>
              </p:cNvPr>
              <p:cNvSpPr/>
              <p:nvPr/>
            </p:nvSpPr>
            <p:spPr>
              <a:xfrm>
                <a:off x="6343938" y="4384849"/>
                <a:ext cx="1524000" cy="1022007"/>
              </a:xfrm>
              <a:prstGeom prst="triangl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62" name="Isosceles Triangle 261">
                <a:extLst>
                  <a:ext uri="{FF2B5EF4-FFF2-40B4-BE49-F238E27FC236}">
                    <a16:creationId xmlns:a16="http://schemas.microsoft.com/office/drawing/2014/main" id="{601C09DF-D430-4B29-B35B-C121EA70BF7C}"/>
                  </a:ext>
                </a:extLst>
              </p:cNvPr>
              <p:cNvSpPr/>
              <p:nvPr/>
            </p:nvSpPr>
            <p:spPr>
              <a:xfrm>
                <a:off x="7867938" y="4384849"/>
                <a:ext cx="1524000" cy="1022007"/>
              </a:xfrm>
              <a:prstGeom prst="triangl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63" name="Isosceles Triangle 262">
                <a:extLst>
                  <a:ext uri="{FF2B5EF4-FFF2-40B4-BE49-F238E27FC236}">
                    <a16:creationId xmlns:a16="http://schemas.microsoft.com/office/drawing/2014/main" id="{6ABFDABC-52A0-4AC6-AE71-3DE0DA886A24}"/>
                  </a:ext>
                </a:extLst>
              </p:cNvPr>
              <p:cNvSpPr/>
              <p:nvPr/>
            </p:nvSpPr>
            <p:spPr>
              <a:xfrm>
                <a:off x="1771937" y="438484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64" name="Isosceles Triangle 263">
                <a:extLst>
                  <a:ext uri="{FF2B5EF4-FFF2-40B4-BE49-F238E27FC236}">
                    <a16:creationId xmlns:a16="http://schemas.microsoft.com/office/drawing/2014/main" id="{F416C430-1FB4-49FB-B7D0-44535873BFC6}"/>
                  </a:ext>
                </a:extLst>
              </p:cNvPr>
              <p:cNvSpPr/>
              <p:nvPr/>
            </p:nvSpPr>
            <p:spPr>
              <a:xfrm>
                <a:off x="3295937" y="438484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65" name="Isosceles Triangle 264">
                <a:extLst>
                  <a:ext uri="{FF2B5EF4-FFF2-40B4-BE49-F238E27FC236}">
                    <a16:creationId xmlns:a16="http://schemas.microsoft.com/office/drawing/2014/main" id="{59A99689-155F-489A-BCE4-0AEF2F20DBDE}"/>
                  </a:ext>
                </a:extLst>
              </p:cNvPr>
              <p:cNvSpPr/>
              <p:nvPr/>
            </p:nvSpPr>
            <p:spPr>
              <a:xfrm>
                <a:off x="9425774" y="438484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70" name="Isosceles Triangle 269">
                <a:extLst>
                  <a:ext uri="{FF2B5EF4-FFF2-40B4-BE49-F238E27FC236}">
                    <a16:creationId xmlns:a16="http://schemas.microsoft.com/office/drawing/2014/main" id="{77C4A832-18C6-4937-B45A-7DA3E30F2B89}"/>
                  </a:ext>
                </a:extLst>
              </p:cNvPr>
              <p:cNvSpPr/>
              <p:nvPr/>
            </p:nvSpPr>
            <p:spPr>
              <a:xfrm>
                <a:off x="4086936" y="5374499"/>
                <a:ext cx="1524000" cy="1022007"/>
              </a:xfrm>
              <a:prstGeom prst="triangl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71" name="Isosceles Triangle 270">
                <a:extLst>
                  <a:ext uri="{FF2B5EF4-FFF2-40B4-BE49-F238E27FC236}">
                    <a16:creationId xmlns:a16="http://schemas.microsoft.com/office/drawing/2014/main" id="{C2A5265F-EA95-4EF6-9F88-4A73326CB6B4}"/>
                  </a:ext>
                </a:extLst>
              </p:cNvPr>
              <p:cNvSpPr/>
              <p:nvPr/>
            </p:nvSpPr>
            <p:spPr>
              <a:xfrm>
                <a:off x="5610933" y="5374499"/>
                <a:ext cx="1524000" cy="1022007"/>
              </a:xfrm>
              <a:prstGeom prst="triangl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72" name="Isosceles Triangle 271">
                <a:extLst>
                  <a:ext uri="{FF2B5EF4-FFF2-40B4-BE49-F238E27FC236}">
                    <a16:creationId xmlns:a16="http://schemas.microsoft.com/office/drawing/2014/main" id="{21AC2681-89D7-4C2B-8AA4-F3D4B6FE8366}"/>
                  </a:ext>
                </a:extLst>
              </p:cNvPr>
              <p:cNvSpPr/>
              <p:nvPr/>
            </p:nvSpPr>
            <p:spPr>
              <a:xfrm>
                <a:off x="7134935" y="5374499"/>
                <a:ext cx="1524000" cy="1022007"/>
              </a:xfrm>
              <a:prstGeom prst="triangl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74" name="Isosceles Triangle 273">
                <a:extLst>
                  <a:ext uri="{FF2B5EF4-FFF2-40B4-BE49-F238E27FC236}">
                    <a16:creationId xmlns:a16="http://schemas.microsoft.com/office/drawing/2014/main" id="{578C3095-5033-4319-91AD-A8BD0F3EC64D}"/>
                  </a:ext>
                </a:extLst>
              </p:cNvPr>
              <p:cNvSpPr/>
              <p:nvPr/>
            </p:nvSpPr>
            <p:spPr>
              <a:xfrm>
                <a:off x="2562934" y="537449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75" name="Isosceles Triangle 274">
                <a:extLst>
                  <a:ext uri="{FF2B5EF4-FFF2-40B4-BE49-F238E27FC236}">
                    <a16:creationId xmlns:a16="http://schemas.microsoft.com/office/drawing/2014/main" id="{3E60D73F-CA6B-4AB8-8AD3-A5692F8E1722}"/>
                  </a:ext>
                </a:extLst>
              </p:cNvPr>
              <p:cNvSpPr/>
              <p:nvPr/>
            </p:nvSpPr>
            <p:spPr>
              <a:xfrm>
                <a:off x="8692771" y="537449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3" name="Isosceles Triangle 102">
                <a:extLst>
                  <a:ext uri="{FF2B5EF4-FFF2-40B4-BE49-F238E27FC236}">
                    <a16:creationId xmlns:a16="http://schemas.microsoft.com/office/drawing/2014/main" id="{D369E95A-FADB-4BC7-85C9-C86BD45D0A3C}"/>
                  </a:ext>
                </a:extLst>
              </p:cNvPr>
              <p:cNvSpPr/>
              <p:nvPr/>
            </p:nvSpPr>
            <p:spPr>
              <a:xfrm>
                <a:off x="3295938" y="6399981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" name="Isosceles Triangle 103">
                <a:extLst>
                  <a:ext uri="{FF2B5EF4-FFF2-40B4-BE49-F238E27FC236}">
                    <a16:creationId xmlns:a16="http://schemas.microsoft.com/office/drawing/2014/main" id="{5F20559F-BC9E-4C4E-9B2F-6BEEA71F3E8C}"/>
                  </a:ext>
                </a:extLst>
              </p:cNvPr>
              <p:cNvSpPr/>
              <p:nvPr/>
            </p:nvSpPr>
            <p:spPr>
              <a:xfrm>
                <a:off x="4819937" y="6399981"/>
                <a:ext cx="1524000" cy="1022007"/>
              </a:xfrm>
              <a:prstGeom prst="triangl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" name="Isosceles Triangle 104">
                <a:extLst>
                  <a:ext uri="{FF2B5EF4-FFF2-40B4-BE49-F238E27FC236}">
                    <a16:creationId xmlns:a16="http://schemas.microsoft.com/office/drawing/2014/main" id="{D54D1868-290F-4FAD-8D97-1CA991C21794}"/>
                  </a:ext>
                </a:extLst>
              </p:cNvPr>
              <p:cNvSpPr/>
              <p:nvPr/>
            </p:nvSpPr>
            <p:spPr>
              <a:xfrm>
                <a:off x="6343938" y="6399981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" name="Isosceles Triangle 107">
                <a:extLst>
                  <a:ext uri="{FF2B5EF4-FFF2-40B4-BE49-F238E27FC236}">
                    <a16:creationId xmlns:a16="http://schemas.microsoft.com/office/drawing/2014/main" id="{36505343-614E-47EB-AA3B-F89D6A14874E}"/>
                  </a:ext>
                </a:extLst>
              </p:cNvPr>
              <p:cNvSpPr/>
              <p:nvPr/>
            </p:nvSpPr>
            <p:spPr>
              <a:xfrm>
                <a:off x="7901774" y="6399981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" name="Isosceles Triangle 124">
                <a:extLst>
                  <a:ext uri="{FF2B5EF4-FFF2-40B4-BE49-F238E27FC236}">
                    <a16:creationId xmlns:a16="http://schemas.microsoft.com/office/drawing/2014/main" id="{E76C4A5D-F5A4-4A67-A536-6E400794BE86}"/>
                  </a:ext>
                </a:extLst>
              </p:cNvPr>
              <p:cNvSpPr/>
              <p:nvPr/>
            </p:nvSpPr>
            <p:spPr>
              <a:xfrm>
                <a:off x="4057936" y="7429186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" name="Isosceles Triangle 125">
                <a:extLst>
                  <a:ext uri="{FF2B5EF4-FFF2-40B4-BE49-F238E27FC236}">
                    <a16:creationId xmlns:a16="http://schemas.microsoft.com/office/drawing/2014/main" id="{021B7F33-70EA-432F-A34C-15C797761B37}"/>
                  </a:ext>
                </a:extLst>
              </p:cNvPr>
              <p:cNvSpPr/>
              <p:nvPr/>
            </p:nvSpPr>
            <p:spPr>
              <a:xfrm>
                <a:off x="5581934" y="7429186"/>
                <a:ext cx="1524000" cy="1022007"/>
              </a:xfrm>
              <a:prstGeom prst="triangl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9" name="Isosceles Triangle 128">
                <a:extLst>
                  <a:ext uri="{FF2B5EF4-FFF2-40B4-BE49-F238E27FC236}">
                    <a16:creationId xmlns:a16="http://schemas.microsoft.com/office/drawing/2014/main" id="{928113B8-3CFF-4A71-B31E-198AA29391A4}"/>
                  </a:ext>
                </a:extLst>
              </p:cNvPr>
              <p:cNvSpPr/>
              <p:nvPr/>
            </p:nvSpPr>
            <p:spPr>
              <a:xfrm>
                <a:off x="7139770" y="7429186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</p:grp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CC733E1-C5E4-451E-B7F8-19D4FEF65F91}"/>
              </a:ext>
            </a:extLst>
          </p:cNvPr>
          <p:cNvCxnSpPr>
            <a:cxnSpLocks/>
            <a:endCxn id="15" idx="0"/>
          </p:cNvCxnSpPr>
          <p:nvPr/>
        </p:nvCxnSpPr>
        <p:spPr>
          <a:xfrm flipH="1" flipV="1">
            <a:off x="8010145" y="507361"/>
            <a:ext cx="1800848" cy="302415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D4B1D81D-1245-4064-A7CB-05B875E18B07}"/>
              </a:ext>
            </a:extLst>
          </p:cNvPr>
          <p:cNvCxnSpPr>
            <a:cxnSpLocks/>
            <a:stCxn id="11" idx="0"/>
            <a:endCxn id="263" idx="2"/>
          </p:cNvCxnSpPr>
          <p:nvPr/>
        </p:nvCxnSpPr>
        <p:spPr>
          <a:xfrm flipH="1">
            <a:off x="2675269" y="507361"/>
            <a:ext cx="1778292" cy="305651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A81AF06A-9174-4C13-A78C-0B5DD6ADDD26}"/>
              </a:ext>
            </a:extLst>
          </p:cNvPr>
          <p:cNvCxnSpPr>
            <a:cxnSpLocks/>
          </p:cNvCxnSpPr>
          <p:nvPr/>
        </p:nvCxnSpPr>
        <p:spPr>
          <a:xfrm>
            <a:off x="10430605" y="861339"/>
            <a:ext cx="0" cy="1498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Star: 5 Points 217">
            <a:extLst>
              <a:ext uri="{FF2B5EF4-FFF2-40B4-BE49-F238E27FC236}">
                <a16:creationId xmlns:a16="http://schemas.microsoft.com/office/drawing/2014/main" id="{DE4F382A-1463-4812-A7AB-CA477B1FC500}"/>
              </a:ext>
            </a:extLst>
          </p:cNvPr>
          <p:cNvSpPr/>
          <p:nvPr/>
        </p:nvSpPr>
        <p:spPr>
          <a:xfrm>
            <a:off x="854123" y="4429697"/>
            <a:ext cx="475397" cy="475397"/>
          </a:xfrm>
          <a:prstGeom prst="star5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338" name="Straight Connector 337">
            <a:extLst>
              <a:ext uri="{FF2B5EF4-FFF2-40B4-BE49-F238E27FC236}">
                <a16:creationId xmlns:a16="http://schemas.microsoft.com/office/drawing/2014/main" id="{335F0C02-52F7-4457-921D-44C5191B27DD}"/>
              </a:ext>
            </a:extLst>
          </p:cNvPr>
          <p:cNvCxnSpPr>
            <a:cxnSpLocks/>
            <a:stCxn id="125" idx="2"/>
            <a:endCxn id="263" idx="2"/>
          </p:cNvCxnSpPr>
          <p:nvPr/>
        </p:nvCxnSpPr>
        <p:spPr>
          <a:xfrm flipH="1" flipV="1">
            <a:off x="2675269" y="3563877"/>
            <a:ext cx="1778293" cy="304433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Straight Connector 369">
            <a:extLst>
              <a:ext uri="{FF2B5EF4-FFF2-40B4-BE49-F238E27FC236}">
                <a16:creationId xmlns:a16="http://schemas.microsoft.com/office/drawing/2014/main" id="{06E44A13-70EE-415E-B8F9-B62D0B43AFE4}"/>
              </a:ext>
            </a:extLst>
          </p:cNvPr>
          <p:cNvCxnSpPr>
            <a:cxnSpLocks/>
          </p:cNvCxnSpPr>
          <p:nvPr/>
        </p:nvCxnSpPr>
        <p:spPr>
          <a:xfrm>
            <a:off x="8878153" y="-2630519"/>
            <a:ext cx="5884163" cy="10026026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Star: 5 Points 62">
            <a:extLst>
              <a:ext uri="{FF2B5EF4-FFF2-40B4-BE49-F238E27FC236}">
                <a16:creationId xmlns:a16="http://schemas.microsoft.com/office/drawing/2014/main" id="{B9C560D1-0797-410B-94C4-EFE5353062EA}"/>
              </a:ext>
            </a:extLst>
          </p:cNvPr>
          <p:cNvSpPr/>
          <p:nvPr/>
        </p:nvSpPr>
        <p:spPr>
          <a:xfrm>
            <a:off x="8451634" y="3982288"/>
            <a:ext cx="475397" cy="475397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1" name="Star: 5 Points 70">
            <a:extLst>
              <a:ext uri="{FF2B5EF4-FFF2-40B4-BE49-F238E27FC236}">
                <a16:creationId xmlns:a16="http://schemas.microsoft.com/office/drawing/2014/main" id="{8432CBB8-D73C-4B6E-8CAD-FC2FB7BD2E8C}"/>
              </a:ext>
            </a:extLst>
          </p:cNvPr>
          <p:cNvSpPr/>
          <p:nvPr/>
        </p:nvSpPr>
        <p:spPr>
          <a:xfrm>
            <a:off x="6581400" y="5614375"/>
            <a:ext cx="475397" cy="475397"/>
          </a:xfrm>
          <a:prstGeom prst="star5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20AB0190-34F2-4BB1-A371-CD970F28F755}"/>
              </a:ext>
            </a:extLst>
          </p:cNvPr>
          <p:cNvCxnSpPr>
            <a:cxnSpLocks/>
            <a:stCxn id="129" idx="4"/>
            <a:endCxn id="125" idx="2"/>
          </p:cNvCxnSpPr>
          <p:nvPr/>
        </p:nvCxnSpPr>
        <p:spPr>
          <a:xfrm flipH="1">
            <a:off x="4453562" y="6608214"/>
            <a:ext cx="35829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1E599D67-65B1-4C22-A4B2-E6CE42CFE9B8}"/>
              </a:ext>
            </a:extLst>
          </p:cNvPr>
          <p:cNvCxnSpPr>
            <a:cxnSpLocks/>
          </p:cNvCxnSpPr>
          <p:nvPr/>
        </p:nvCxnSpPr>
        <p:spPr>
          <a:xfrm flipH="1">
            <a:off x="8010145" y="3531520"/>
            <a:ext cx="1800848" cy="307669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Star: 5 Points 138">
            <a:extLst>
              <a:ext uri="{FF2B5EF4-FFF2-40B4-BE49-F238E27FC236}">
                <a16:creationId xmlns:a16="http://schemas.microsoft.com/office/drawing/2014/main" id="{DD0C56C5-2DC6-4236-B92E-BC833B4966CA}"/>
              </a:ext>
            </a:extLst>
          </p:cNvPr>
          <p:cNvSpPr/>
          <p:nvPr/>
        </p:nvSpPr>
        <p:spPr>
          <a:xfrm>
            <a:off x="3639022" y="2625256"/>
            <a:ext cx="475397" cy="475397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F8053954-0FC1-4E06-8090-F12D39418A1F}"/>
              </a:ext>
            </a:extLst>
          </p:cNvPr>
          <p:cNvCxnSpPr>
            <a:cxnSpLocks/>
            <a:stCxn id="263" idx="0"/>
            <a:endCxn id="68" idx="2"/>
          </p:cNvCxnSpPr>
          <p:nvPr/>
        </p:nvCxnSpPr>
        <p:spPr>
          <a:xfrm>
            <a:off x="3268033" y="2541870"/>
            <a:ext cx="1185528" cy="3669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90D3A6E3-127B-4DE8-A58A-4C877CDF238C}"/>
              </a:ext>
            </a:extLst>
          </p:cNvPr>
          <p:cNvCxnSpPr>
            <a:cxnSpLocks/>
          </p:cNvCxnSpPr>
          <p:nvPr/>
        </p:nvCxnSpPr>
        <p:spPr>
          <a:xfrm>
            <a:off x="-2710803" y="841050"/>
            <a:ext cx="5884163" cy="10026026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9CC6C95F-57AE-4142-B96F-6D416D3A7347}"/>
              </a:ext>
            </a:extLst>
          </p:cNvPr>
          <p:cNvCxnSpPr>
            <a:cxnSpLocks/>
          </p:cNvCxnSpPr>
          <p:nvPr/>
        </p:nvCxnSpPr>
        <p:spPr>
          <a:xfrm flipH="1" flipV="1">
            <a:off x="2360832" y="7902604"/>
            <a:ext cx="9812357" cy="173893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D8E1602C-16CC-412E-9EDD-1E68B3911159}"/>
              </a:ext>
            </a:extLst>
          </p:cNvPr>
          <p:cNvCxnSpPr>
            <a:cxnSpLocks/>
          </p:cNvCxnSpPr>
          <p:nvPr/>
        </p:nvCxnSpPr>
        <p:spPr>
          <a:xfrm flipH="1">
            <a:off x="-1590231" y="-2656616"/>
            <a:ext cx="4265500" cy="7270451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E208D132-2949-4EFA-AAA4-5EBA9592CA52}"/>
              </a:ext>
            </a:extLst>
          </p:cNvPr>
          <p:cNvCxnSpPr>
            <a:cxnSpLocks/>
          </p:cNvCxnSpPr>
          <p:nvPr/>
        </p:nvCxnSpPr>
        <p:spPr>
          <a:xfrm>
            <a:off x="-2003075" y="79026"/>
            <a:ext cx="5884163" cy="10026026"/>
          </a:xfrm>
          <a:prstGeom prst="line">
            <a:avLst/>
          </a:prstGeom>
          <a:ln w="762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8BA2B882-2BB0-4EFD-80B4-B845698F4D1A}"/>
              </a:ext>
            </a:extLst>
          </p:cNvPr>
          <p:cNvCxnSpPr>
            <a:cxnSpLocks/>
          </p:cNvCxnSpPr>
          <p:nvPr/>
        </p:nvCxnSpPr>
        <p:spPr>
          <a:xfrm>
            <a:off x="-2046726" y="1084185"/>
            <a:ext cx="5884163" cy="10026026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89B10E2B-9741-49A0-A54A-6FA2DBC50F59}"/>
              </a:ext>
            </a:extLst>
          </p:cNvPr>
          <p:cNvCxnSpPr>
            <a:cxnSpLocks/>
          </p:cNvCxnSpPr>
          <p:nvPr/>
        </p:nvCxnSpPr>
        <p:spPr>
          <a:xfrm>
            <a:off x="-6043285" y="3328917"/>
            <a:ext cx="5884163" cy="1002602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F8E3A5F6-13E1-4DD6-91C0-510B3F720129}"/>
              </a:ext>
            </a:extLst>
          </p:cNvPr>
          <p:cNvCxnSpPr>
            <a:cxnSpLocks/>
          </p:cNvCxnSpPr>
          <p:nvPr/>
        </p:nvCxnSpPr>
        <p:spPr>
          <a:xfrm flipH="1">
            <a:off x="-2765329" y="-3020224"/>
            <a:ext cx="4265500" cy="7270451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Star: 5 Points 127">
            <a:extLst>
              <a:ext uri="{FF2B5EF4-FFF2-40B4-BE49-F238E27FC236}">
                <a16:creationId xmlns:a16="http://schemas.microsoft.com/office/drawing/2014/main" id="{A519BFE4-3883-460F-9278-9153D370917A}"/>
              </a:ext>
            </a:extLst>
          </p:cNvPr>
          <p:cNvSpPr/>
          <p:nvPr/>
        </p:nvSpPr>
        <p:spPr>
          <a:xfrm>
            <a:off x="4268505" y="5062719"/>
            <a:ext cx="475397" cy="475397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1" name="Star: 5 Points 140">
            <a:extLst>
              <a:ext uri="{FF2B5EF4-FFF2-40B4-BE49-F238E27FC236}">
                <a16:creationId xmlns:a16="http://schemas.microsoft.com/office/drawing/2014/main" id="{17781668-C1A9-494C-98CE-BD4781275CE8}"/>
              </a:ext>
            </a:extLst>
          </p:cNvPr>
          <p:cNvSpPr/>
          <p:nvPr/>
        </p:nvSpPr>
        <p:spPr>
          <a:xfrm>
            <a:off x="1563003" y="1626894"/>
            <a:ext cx="475397" cy="475397"/>
          </a:xfrm>
          <a:prstGeom prst="star5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69" name="Star: 5 Points 168">
            <a:extLst>
              <a:ext uri="{FF2B5EF4-FFF2-40B4-BE49-F238E27FC236}">
                <a16:creationId xmlns:a16="http://schemas.microsoft.com/office/drawing/2014/main" id="{6C2C45DA-4556-481A-8D18-03C392A584A0}"/>
              </a:ext>
            </a:extLst>
          </p:cNvPr>
          <p:cNvSpPr/>
          <p:nvPr/>
        </p:nvSpPr>
        <p:spPr>
          <a:xfrm>
            <a:off x="7173061" y="-333581"/>
            <a:ext cx="475397" cy="475397"/>
          </a:xfrm>
          <a:prstGeom prst="star5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85" name="Star: 5 Points 184">
            <a:extLst>
              <a:ext uri="{FF2B5EF4-FFF2-40B4-BE49-F238E27FC236}">
                <a16:creationId xmlns:a16="http://schemas.microsoft.com/office/drawing/2014/main" id="{39C648FE-4044-4191-9AE6-F7CAB4737BF1}"/>
              </a:ext>
            </a:extLst>
          </p:cNvPr>
          <p:cNvSpPr/>
          <p:nvPr/>
        </p:nvSpPr>
        <p:spPr>
          <a:xfrm>
            <a:off x="3021378" y="112624"/>
            <a:ext cx="475397" cy="475397"/>
          </a:xfrm>
          <a:prstGeom prst="star5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5" name="Star: 5 Points 204">
            <a:extLst>
              <a:ext uri="{FF2B5EF4-FFF2-40B4-BE49-F238E27FC236}">
                <a16:creationId xmlns:a16="http://schemas.microsoft.com/office/drawing/2014/main" id="{0E5D973F-4190-4CC4-AB65-50C722413FE8}"/>
              </a:ext>
            </a:extLst>
          </p:cNvPr>
          <p:cNvSpPr/>
          <p:nvPr/>
        </p:nvSpPr>
        <p:spPr>
          <a:xfrm>
            <a:off x="5445031" y="810279"/>
            <a:ext cx="475397" cy="475397"/>
          </a:xfrm>
          <a:prstGeom prst="star5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11" name="Star: 5 Points 210">
            <a:extLst>
              <a:ext uri="{FF2B5EF4-FFF2-40B4-BE49-F238E27FC236}">
                <a16:creationId xmlns:a16="http://schemas.microsoft.com/office/drawing/2014/main" id="{C1EC0F32-B62C-428A-8F88-AC5A97D93756}"/>
              </a:ext>
            </a:extLst>
          </p:cNvPr>
          <p:cNvSpPr/>
          <p:nvPr/>
        </p:nvSpPr>
        <p:spPr>
          <a:xfrm>
            <a:off x="7897606" y="1562755"/>
            <a:ext cx="475397" cy="475397"/>
          </a:xfrm>
          <a:prstGeom prst="star5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48929F9-06E8-4E56-99C7-64DEF198C989}"/>
              </a:ext>
            </a:extLst>
          </p:cNvPr>
          <p:cNvCxnSpPr>
            <a:cxnSpLocks/>
            <a:stCxn id="64" idx="2"/>
            <a:endCxn id="68" idx="2"/>
          </p:cNvCxnSpPr>
          <p:nvPr/>
        </p:nvCxnSpPr>
        <p:spPr>
          <a:xfrm flipH="1">
            <a:off x="4453561" y="2578560"/>
            <a:ext cx="118552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E0DBB786-BA20-4A76-8DA8-2B8B395CE081}"/>
              </a:ext>
            </a:extLst>
          </p:cNvPr>
          <p:cNvCxnSpPr>
            <a:cxnSpLocks/>
            <a:stCxn id="261" idx="2"/>
            <a:endCxn id="261" idx="0"/>
          </p:cNvCxnSpPr>
          <p:nvPr/>
        </p:nvCxnSpPr>
        <p:spPr>
          <a:xfrm flipV="1">
            <a:off x="6231853" y="2541870"/>
            <a:ext cx="592764" cy="102200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5AA6F07-209C-4D3A-8250-93423BF38551}"/>
              </a:ext>
            </a:extLst>
          </p:cNvPr>
          <p:cNvCxnSpPr>
            <a:cxnSpLocks/>
            <a:stCxn id="272" idx="4"/>
            <a:endCxn id="108" idx="4"/>
          </p:cNvCxnSpPr>
          <p:nvPr/>
        </p:nvCxnSpPr>
        <p:spPr>
          <a:xfrm>
            <a:off x="8032702" y="4553527"/>
            <a:ext cx="596528" cy="102548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D0762999-C7CF-45E1-84EC-2D191B737A9E}"/>
              </a:ext>
            </a:extLst>
          </p:cNvPr>
          <p:cNvCxnSpPr>
            <a:cxnSpLocks/>
            <a:stCxn id="262" idx="0"/>
            <a:endCxn id="265" idx="0"/>
          </p:cNvCxnSpPr>
          <p:nvPr/>
        </p:nvCxnSpPr>
        <p:spPr>
          <a:xfrm>
            <a:off x="8010145" y="2541870"/>
            <a:ext cx="1211849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F63F1FE7-D831-4155-9183-F05F4AABD86E}"/>
              </a:ext>
            </a:extLst>
          </p:cNvPr>
          <p:cNvCxnSpPr>
            <a:cxnSpLocks/>
          </p:cNvCxnSpPr>
          <p:nvPr/>
        </p:nvCxnSpPr>
        <p:spPr>
          <a:xfrm flipH="1" flipV="1">
            <a:off x="9516731" y="1796393"/>
            <a:ext cx="3190186" cy="35156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F9FF1BFC-83EC-490A-977D-69BD8DB1E730}"/>
              </a:ext>
            </a:extLst>
          </p:cNvPr>
          <p:cNvCxnSpPr>
            <a:cxnSpLocks/>
            <a:stCxn id="238" idx="0"/>
            <a:endCxn id="238" idx="4"/>
          </p:cNvCxnSpPr>
          <p:nvPr/>
        </p:nvCxnSpPr>
        <p:spPr>
          <a:xfrm flipH="1" flipV="1">
            <a:off x="8010144" y="2554609"/>
            <a:ext cx="592764" cy="102200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1B572CDE-4AE4-439A-BEFF-C59A1EB6B6DB}"/>
              </a:ext>
            </a:extLst>
          </p:cNvPr>
          <p:cNvCxnSpPr>
            <a:cxnSpLocks/>
            <a:stCxn id="271" idx="2"/>
            <a:endCxn id="221" idx="4"/>
          </p:cNvCxnSpPr>
          <p:nvPr/>
        </p:nvCxnSpPr>
        <p:spPr>
          <a:xfrm>
            <a:off x="5661645" y="4553527"/>
            <a:ext cx="592764" cy="102524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3DEAA237-730A-4372-9B6E-3B15E736581B}"/>
              </a:ext>
            </a:extLst>
          </p:cNvPr>
          <p:cNvCxnSpPr>
            <a:cxnSpLocks/>
          </p:cNvCxnSpPr>
          <p:nvPr/>
        </p:nvCxnSpPr>
        <p:spPr>
          <a:xfrm flipH="1" flipV="1">
            <a:off x="10377435" y="3628945"/>
            <a:ext cx="3190186" cy="35156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B70A2F5D-F592-4878-9F8F-2F546035CCAC}"/>
              </a:ext>
            </a:extLst>
          </p:cNvPr>
          <p:cNvCxnSpPr>
            <a:cxnSpLocks/>
          </p:cNvCxnSpPr>
          <p:nvPr/>
        </p:nvCxnSpPr>
        <p:spPr>
          <a:xfrm flipH="1" flipV="1">
            <a:off x="10705323" y="4364797"/>
            <a:ext cx="3190186" cy="35156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019711C1-86B0-46DE-B298-5EF220932480}"/>
              </a:ext>
            </a:extLst>
          </p:cNvPr>
          <p:cNvCxnSpPr>
            <a:cxnSpLocks/>
            <a:stCxn id="12" idx="4"/>
            <a:endCxn id="65" idx="2"/>
          </p:cNvCxnSpPr>
          <p:nvPr/>
        </p:nvCxnSpPr>
        <p:spPr>
          <a:xfrm>
            <a:off x="6231853" y="1529368"/>
            <a:ext cx="592764" cy="104919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7FE368B4-3C6B-404C-923E-05C2EA05A517}"/>
              </a:ext>
            </a:extLst>
          </p:cNvPr>
          <p:cNvCxnSpPr>
            <a:cxnSpLocks/>
            <a:stCxn id="103" idx="0"/>
            <a:endCxn id="64" idx="2"/>
          </p:cNvCxnSpPr>
          <p:nvPr/>
        </p:nvCxnSpPr>
        <p:spPr>
          <a:xfrm flipV="1">
            <a:off x="4453563" y="2578560"/>
            <a:ext cx="1185526" cy="197844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D4A5C500-60B0-40C3-B8A0-067A0278FB74}"/>
              </a:ext>
            </a:extLst>
          </p:cNvPr>
          <p:cNvCxnSpPr>
            <a:cxnSpLocks/>
            <a:stCxn id="224" idx="0"/>
            <a:endCxn id="129" idx="2"/>
          </p:cNvCxnSpPr>
          <p:nvPr/>
        </p:nvCxnSpPr>
        <p:spPr>
          <a:xfrm>
            <a:off x="6254409" y="5551583"/>
            <a:ext cx="596526" cy="105663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4630E860-5F4F-4A60-90E8-FF23C4ECF0C7}"/>
              </a:ext>
            </a:extLst>
          </p:cNvPr>
          <p:cNvCxnSpPr>
            <a:cxnSpLocks/>
          </p:cNvCxnSpPr>
          <p:nvPr/>
        </p:nvCxnSpPr>
        <p:spPr>
          <a:xfrm flipH="1" flipV="1">
            <a:off x="9870749" y="2848045"/>
            <a:ext cx="3190186" cy="35156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16838B14-FC5A-4C81-85EF-E40B6E720247}"/>
              </a:ext>
            </a:extLst>
          </p:cNvPr>
          <p:cNvCxnSpPr>
            <a:cxnSpLocks/>
            <a:stCxn id="270" idx="2"/>
            <a:endCxn id="125" idx="0"/>
          </p:cNvCxnSpPr>
          <p:nvPr/>
        </p:nvCxnSpPr>
        <p:spPr>
          <a:xfrm>
            <a:off x="4476119" y="4553527"/>
            <a:ext cx="570205" cy="103268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ADBFB39D-87A5-43E8-BB10-7A7343A0172A}"/>
              </a:ext>
            </a:extLst>
          </p:cNvPr>
          <p:cNvCxnSpPr>
            <a:cxnSpLocks/>
          </p:cNvCxnSpPr>
          <p:nvPr/>
        </p:nvCxnSpPr>
        <p:spPr>
          <a:xfrm flipH="1" flipV="1">
            <a:off x="12723504" y="258408"/>
            <a:ext cx="3190186" cy="35156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BD48A8FB-8DC1-4992-A10B-EFA31E975F79}"/>
              </a:ext>
            </a:extLst>
          </p:cNvPr>
          <p:cNvCxnSpPr>
            <a:cxnSpLocks/>
            <a:stCxn id="104" idx="0"/>
            <a:endCxn id="271" idx="0"/>
          </p:cNvCxnSpPr>
          <p:nvPr/>
        </p:nvCxnSpPr>
        <p:spPr>
          <a:xfrm flipV="1">
            <a:off x="5639090" y="3531520"/>
            <a:ext cx="615319" cy="102548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558A0059-F807-4AA6-97A5-404393145995}"/>
              </a:ext>
            </a:extLst>
          </p:cNvPr>
          <p:cNvCxnSpPr>
            <a:cxnSpLocks/>
            <a:stCxn id="245" idx="4"/>
            <a:endCxn id="14" idx="2"/>
          </p:cNvCxnSpPr>
          <p:nvPr/>
        </p:nvCxnSpPr>
        <p:spPr>
          <a:xfrm flipH="1">
            <a:off x="6231853" y="499922"/>
            <a:ext cx="615320" cy="102944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8DBC7A45-4837-4F72-AACB-3C4875CE473D}"/>
              </a:ext>
            </a:extLst>
          </p:cNvPr>
          <p:cNvCxnSpPr>
            <a:cxnSpLocks/>
            <a:stCxn id="15" idx="0"/>
            <a:endCxn id="11" idx="0"/>
          </p:cNvCxnSpPr>
          <p:nvPr/>
        </p:nvCxnSpPr>
        <p:spPr>
          <a:xfrm flipH="1">
            <a:off x="4453561" y="507361"/>
            <a:ext cx="3556584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1DCD00BA-CF27-48F9-B732-8078174B7989}"/>
              </a:ext>
            </a:extLst>
          </p:cNvPr>
          <p:cNvCxnSpPr>
            <a:cxnSpLocks/>
            <a:stCxn id="265" idx="2"/>
            <a:endCxn id="262" idx="2"/>
          </p:cNvCxnSpPr>
          <p:nvPr/>
        </p:nvCxnSpPr>
        <p:spPr>
          <a:xfrm flipH="1">
            <a:off x="7417381" y="3563877"/>
            <a:ext cx="1211849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B2B57472-EEBE-4557-9BC8-A3D5374D4B13}"/>
              </a:ext>
            </a:extLst>
          </p:cNvPr>
          <p:cNvCxnSpPr>
            <a:cxnSpLocks/>
            <a:stCxn id="271" idx="4"/>
            <a:endCxn id="108" idx="0"/>
          </p:cNvCxnSpPr>
          <p:nvPr/>
        </p:nvCxnSpPr>
        <p:spPr>
          <a:xfrm>
            <a:off x="6847173" y="4553527"/>
            <a:ext cx="1189293" cy="347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76236D2F-5C4A-44C1-8F5F-D1323C04AB2F}"/>
              </a:ext>
            </a:extLst>
          </p:cNvPr>
          <p:cNvCxnSpPr>
            <a:cxnSpLocks/>
            <a:endCxn id="103" idx="2"/>
          </p:cNvCxnSpPr>
          <p:nvPr/>
        </p:nvCxnSpPr>
        <p:spPr>
          <a:xfrm flipH="1">
            <a:off x="3860798" y="4451089"/>
            <a:ext cx="684367" cy="112792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Straight Connector 286">
            <a:extLst>
              <a:ext uri="{FF2B5EF4-FFF2-40B4-BE49-F238E27FC236}">
                <a16:creationId xmlns:a16="http://schemas.microsoft.com/office/drawing/2014/main" id="{EEBE56AB-5BF6-4054-9B49-758C3E1629FF}"/>
              </a:ext>
            </a:extLst>
          </p:cNvPr>
          <p:cNvCxnSpPr>
            <a:cxnSpLocks/>
            <a:stCxn id="223" idx="2"/>
            <a:endCxn id="105" idx="2"/>
          </p:cNvCxnSpPr>
          <p:nvPr/>
        </p:nvCxnSpPr>
        <p:spPr>
          <a:xfrm>
            <a:off x="5068881" y="5578768"/>
            <a:ext cx="1162972" cy="24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Connector 290">
            <a:extLst>
              <a:ext uri="{FF2B5EF4-FFF2-40B4-BE49-F238E27FC236}">
                <a16:creationId xmlns:a16="http://schemas.microsoft.com/office/drawing/2014/main" id="{27E02C81-4929-4B79-A647-AE5C2952E52C}"/>
              </a:ext>
            </a:extLst>
          </p:cNvPr>
          <p:cNvCxnSpPr>
            <a:cxnSpLocks/>
            <a:stCxn id="271" idx="4"/>
            <a:endCxn id="221" idx="4"/>
          </p:cNvCxnSpPr>
          <p:nvPr/>
        </p:nvCxnSpPr>
        <p:spPr>
          <a:xfrm flipH="1">
            <a:off x="6254409" y="4553527"/>
            <a:ext cx="592764" cy="102524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Straight Connector 295">
            <a:extLst>
              <a:ext uri="{FF2B5EF4-FFF2-40B4-BE49-F238E27FC236}">
                <a16:creationId xmlns:a16="http://schemas.microsoft.com/office/drawing/2014/main" id="{E0EB47B9-BD05-4DA9-8993-9F620024DEB0}"/>
              </a:ext>
            </a:extLst>
          </p:cNvPr>
          <p:cNvCxnSpPr>
            <a:cxnSpLocks/>
            <a:stCxn id="229" idx="2"/>
            <a:endCxn id="227" idx="4"/>
          </p:cNvCxnSpPr>
          <p:nvPr/>
        </p:nvCxnSpPr>
        <p:spPr>
          <a:xfrm>
            <a:off x="7439937" y="3544259"/>
            <a:ext cx="592764" cy="98531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4704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" name="Group 205">
            <a:extLst>
              <a:ext uri="{FF2B5EF4-FFF2-40B4-BE49-F238E27FC236}">
                <a16:creationId xmlns:a16="http://schemas.microsoft.com/office/drawing/2014/main" id="{0729C27D-54CA-455D-9932-072AC0A5347A}"/>
              </a:ext>
            </a:extLst>
          </p:cNvPr>
          <p:cNvGrpSpPr/>
          <p:nvPr/>
        </p:nvGrpSpPr>
        <p:grpSpPr>
          <a:xfrm>
            <a:off x="2671504" y="499922"/>
            <a:ext cx="7143254" cy="6108292"/>
            <a:chOff x="2671504" y="499922"/>
            <a:chExt cx="7143254" cy="6108292"/>
          </a:xfrm>
          <a:solidFill>
            <a:schemeClr val="bg1">
              <a:lumMod val="95000"/>
            </a:schemeClr>
          </a:solidFill>
        </p:grpSpPr>
        <p:grpSp>
          <p:nvGrpSpPr>
            <p:cNvPr id="219" name="Group 218">
              <a:extLst>
                <a:ext uri="{FF2B5EF4-FFF2-40B4-BE49-F238E27FC236}">
                  <a16:creationId xmlns:a16="http://schemas.microsoft.com/office/drawing/2014/main" id="{7AAD484F-3565-4BD5-8087-2AA5444B5F49}"/>
                </a:ext>
              </a:extLst>
            </p:cNvPr>
            <p:cNvGrpSpPr/>
            <p:nvPr/>
          </p:nvGrpSpPr>
          <p:grpSpPr>
            <a:xfrm rot="10800000">
              <a:off x="2671504" y="499922"/>
              <a:ext cx="7139489" cy="6100853"/>
              <a:chOff x="1771935" y="2350340"/>
              <a:chExt cx="9177837" cy="6100853"/>
            </a:xfrm>
            <a:grpFill/>
          </p:grpSpPr>
          <p:sp>
            <p:nvSpPr>
              <p:cNvPr id="220" name="Isosceles Triangle 219">
                <a:extLst>
                  <a:ext uri="{FF2B5EF4-FFF2-40B4-BE49-F238E27FC236}">
                    <a16:creationId xmlns:a16="http://schemas.microsoft.com/office/drawing/2014/main" id="{F3769143-D3A1-4629-A85D-2A097C06EB0E}"/>
                  </a:ext>
                </a:extLst>
              </p:cNvPr>
              <p:cNvSpPr/>
              <p:nvPr/>
            </p:nvSpPr>
            <p:spPr>
              <a:xfrm>
                <a:off x="3295935" y="2350340"/>
                <a:ext cx="1524000" cy="1022007"/>
              </a:xfrm>
              <a:prstGeom prst="triangl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21" name="Isosceles Triangle 220">
                <a:extLst>
                  <a:ext uri="{FF2B5EF4-FFF2-40B4-BE49-F238E27FC236}">
                    <a16:creationId xmlns:a16="http://schemas.microsoft.com/office/drawing/2014/main" id="{5A46346B-CCB9-442C-A499-419298A6A8D8}"/>
                  </a:ext>
                </a:extLst>
              </p:cNvPr>
              <p:cNvSpPr/>
              <p:nvPr/>
            </p:nvSpPr>
            <p:spPr>
              <a:xfrm>
                <a:off x="4819935" y="2350340"/>
                <a:ext cx="1524000" cy="1022007"/>
              </a:xfrm>
              <a:prstGeom prst="triangl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22" name="Isosceles Triangle 221">
                <a:extLst>
                  <a:ext uri="{FF2B5EF4-FFF2-40B4-BE49-F238E27FC236}">
                    <a16:creationId xmlns:a16="http://schemas.microsoft.com/office/drawing/2014/main" id="{36241A73-9A1F-457E-A2E6-668E8CB8F608}"/>
                  </a:ext>
                </a:extLst>
              </p:cNvPr>
              <p:cNvSpPr/>
              <p:nvPr/>
            </p:nvSpPr>
            <p:spPr>
              <a:xfrm>
                <a:off x="6343936" y="2350340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23" name="Isosceles Triangle 222">
                <a:extLst>
                  <a:ext uri="{FF2B5EF4-FFF2-40B4-BE49-F238E27FC236}">
                    <a16:creationId xmlns:a16="http://schemas.microsoft.com/office/drawing/2014/main" id="{F3E7FC4A-48EB-4E1A-938C-207509B03262}"/>
                  </a:ext>
                </a:extLst>
              </p:cNvPr>
              <p:cNvSpPr/>
              <p:nvPr/>
            </p:nvSpPr>
            <p:spPr>
              <a:xfrm>
                <a:off x="7867936" y="2350340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24" name="Isosceles Triangle 223">
                <a:extLst>
                  <a:ext uri="{FF2B5EF4-FFF2-40B4-BE49-F238E27FC236}">
                    <a16:creationId xmlns:a16="http://schemas.microsoft.com/office/drawing/2014/main" id="{3E9193DB-F7F4-4F48-A0D1-177178A87824}"/>
                  </a:ext>
                </a:extLst>
              </p:cNvPr>
              <p:cNvSpPr/>
              <p:nvPr/>
            </p:nvSpPr>
            <p:spPr>
              <a:xfrm>
                <a:off x="5581936" y="3399532"/>
                <a:ext cx="1524000" cy="1022007"/>
              </a:xfrm>
              <a:prstGeom prst="triangl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25" name="Isosceles Triangle 224">
                <a:extLst>
                  <a:ext uri="{FF2B5EF4-FFF2-40B4-BE49-F238E27FC236}">
                    <a16:creationId xmlns:a16="http://schemas.microsoft.com/office/drawing/2014/main" id="{3E478A7E-ED42-4138-AB8F-6FAEE6563233}"/>
                  </a:ext>
                </a:extLst>
              </p:cNvPr>
              <p:cNvSpPr/>
              <p:nvPr/>
            </p:nvSpPr>
            <p:spPr>
              <a:xfrm>
                <a:off x="7105936" y="3399532"/>
                <a:ext cx="1524000" cy="1022007"/>
              </a:xfrm>
              <a:prstGeom prst="triangl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26" name="Isosceles Triangle 225">
                <a:extLst>
                  <a:ext uri="{FF2B5EF4-FFF2-40B4-BE49-F238E27FC236}">
                    <a16:creationId xmlns:a16="http://schemas.microsoft.com/office/drawing/2014/main" id="{B42ADE96-58A5-4AA2-B98E-240879638B73}"/>
                  </a:ext>
                </a:extLst>
              </p:cNvPr>
              <p:cNvSpPr/>
              <p:nvPr/>
            </p:nvSpPr>
            <p:spPr>
              <a:xfrm>
                <a:off x="8629937" y="3399532"/>
                <a:ext cx="1524000" cy="1022007"/>
              </a:xfrm>
              <a:prstGeom prst="triangl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27" name="Isosceles Triangle 226">
                <a:extLst>
                  <a:ext uri="{FF2B5EF4-FFF2-40B4-BE49-F238E27FC236}">
                    <a16:creationId xmlns:a16="http://schemas.microsoft.com/office/drawing/2014/main" id="{92A6F80F-30C1-4ED8-B40E-4FA7553D09CE}"/>
                  </a:ext>
                </a:extLst>
              </p:cNvPr>
              <p:cNvSpPr/>
              <p:nvPr/>
            </p:nvSpPr>
            <p:spPr>
              <a:xfrm>
                <a:off x="2533935" y="3399532"/>
                <a:ext cx="1524000" cy="1022007"/>
              </a:xfrm>
              <a:prstGeom prst="triangl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28" name="Isosceles Triangle 227">
                <a:extLst>
                  <a:ext uri="{FF2B5EF4-FFF2-40B4-BE49-F238E27FC236}">
                    <a16:creationId xmlns:a16="http://schemas.microsoft.com/office/drawing/2014/main" id="{5351A5F9-4310-4A6F-B363-5782C70D069B}"/>
                  </a:ext>
                </a:extLst>
              </p:cNvPr>
              <p:cNvSpPr/>
              <p:nvPr/>
            </p:nvSpPr>
            <p:spPr>
              <a:xfrm>
                <a:off x="4057935" y="3399532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29" name="Isosceles Triangle 228">
                <a:extLst>
                  <a:ext uri="{FF2B5EF4-FFF2-40B4-BE49-F238E27FC236}">
                    <a16:creationId xmlns:a16="http://schemas.microsoft.com/office/drawing/2014/main" id="{263292F3-BFE8-4555-869D-2EB5FF91F85D}"/>
                  </a:ext>
                </a:extLst>
              </p:cNvPr>
              <p:cNvSpPr/>
              <p:nvPr/>
            </p:nvSpPr>
            <p:spPr>
              <a:xfrm>
                <a:off x="4819935" y="4384849"/>
                <a:ext cx="1524000" cy="1022007"/>
              </a:xfrm>
              <a:prstGeom prst="triangl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30" name="Isosceles Triangle 229">
                <a:extLst>
                  <a:ext uri="{FF2B5EF4-FFF2-40B4-BE49-F238E27FC236}">
                    <a16:creationId xmlns:a16="http://schemas.microsoft.com/office/drawing/2014/main" id="{A0158001-08ED-49B0-9F95-0F374D5FA626}"/>
                  </a:ext>
                </a:extLst>
              </p:cNvPr>
              <p:cNvSpPr/>
              <p:nvPr/>
            </p:nvSpPr>
            <p:spPr>
              <a:xfrm>
                <a:off x="6343936" y="4384849"/>
                <a:ext cx="1524000" cy="1022007"/>
              </a:xfrm>
              <a:prstGeom prst="triangl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31" name="Isosceles Triangle 230">
                <a:extLst>
                  <a:ext uri="{FF2B5EF4-FFF2-40B4-BE49-F238E27FC236}">
                    <a16:creationId xmlns:a16="http://schemas.microsoft.com/office/drawing/2014/main" id="{5803ED1A-AEC6-4521-ADC5-96C6410CB2FD}"/>
                  </a:ext>
                </a:extLst>
              </p:cNvPr>
              <p:cNvSpPr/>
              <p:nvPr/>
            </p:nvSpPr>
            <p:spPr>
              <a:xfrm>
                <a:off x="7867936" y="438484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32" name="Isosceles Triangle 231">
                <a:extLst>
                  <a:ext uri="{FF2B5EF4-FFF2-40B4-BE49-F238E27FC236}">
                    <a16:creationId xmlns:a16="http://schemas.microsoft.com/office/drawing/2014/main" id="{1273F915-89BE-4C5F-A0BE-3C7FB44E85A5}"/>
                  </a:ext>
                </a:extLst>
              </p:cNvPr>
              <p:cNvSpPr/>
              <p:nvPr/>
            </p:nvSpPr>
            <p:spPr>
              <a:xfrm>
                <a:off x="1771935" y="438484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33" name="Isosceles Triangle 232">
                <a:extLst>
                  <a:ext uri="{FF2B5EF4-FFF2-40B4-BE49-F238E27FC236}">
                    <a16:creationId xmlns:a16="http://schemas.microsoft.com/office/drawing/2014/main" id="{371B00F7-2CE0-4ED3-A203-22C9AAE00A15}"/>
                  </a:ext>
                </a:extLst>
              </p:cNvPr>
              <p:cNvSpPr/>
              <p:nvPr/>
            </p:nvSpPr>
            <p:spPr>
              <a:xfrm>
                <a:off x="3295935" y="438484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34" name="Isosceles Triangle 233">
                <a:extLst>
                  <a:ext uri="{FF2B5EF4-FFF2-40B4-BE49-F238E27FC236}">
                    <a16:creationId xmlns:a16="http://schemas.microsoft.com/office/drawing/2014/main" id="{DC8B2EFE-75B9-4563-BC5A-094498B28D23}"/>
                  </a:ext>
                </a:extLst>
              </p:cNvPr>
              <p:cNvSpPr/>
              <p:nvPr/>
            </p:nvSpPr>
            <p:spPr>
              <a:xfrm>
                <a:off x="9425772" y="438484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35" name="Isosceles Triangle 234">
                <a:extLst>
                  <a:ext uri="{FF2B5EF4-FFF2-40B4-BE49-F238E27FC236}">
                    <a16:creationId xmlns:a16="http://schemas.microsoft.com/office/drawing/2014/main" id="{8A47AE66-77D5-4E37-B1C7-A8B6F33A3D0D}"/>
                  </a:ext>
                </a:extLst>
              </p:cNvPr>
              <p:cNvSpPr/>
              <p:nvPr/>
            </p:nvSpPr>
            <p:spPr>
              <a:xfrm>
                <a:off x="4086934" y="5374499"/>
                <a:ext cx="1524000" cy="1022007"/>
              </a:xfrm>
              <a:prstGeom prst="triangl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36" name="Isosceles Triangle 235">
                <a:extLst>
                  <a:ext uri="{FF2B5EF4-FFF2-40B4-BE49-F238E27FC236}">
                    <a16:creationId xmlns:a16="http://schemas.microsoft.com/office/drawing/2014/main" id="{D30274CC-9590-45B7-8225-FA7191EA056B}"/>
                  </a:ext>
                </a:extLst>
              </p:cNvPr>
              <p:cNvSpPr/>
              <p:nvPr/>
            </p:nvSpPr>
            <p:spPr>
              <a:xfrm>
                <a:off x="5610931" y="5374499"/>
                <a:ext cx="1524000" cy="1022007"/>
              </a:xfrm>
              <a:prstGeom prst="triangl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37" name="Isosceles Triangle 236">
                <a:extLst>
                  <a:ext uri="{FF2B5EF4-FFF2-40B4-BE49-F238E27FC236}">
                    <a16:creationId xmlns:a16="http://schemas.microsoft.com/office/drawing/2014/main" id="{379B0A65-C914-4087-8C78-4D35960DA7F8}"/>
                  </a:ext>
                </a:extLst>
              </p:cNvPr>
              <p:cNvSpPr/>
              <p:nvPr/>
            </p:nvSpPr>
            <p:spPr>
              <a:xfrm>
                <a:off x="7134933" y="5374499"/>
                <a:ext cx="1524000" cy="1022007"/>
              </a:xfrm>
              <a:prstGeom prst="triangl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38" name="Isosceles Triangle 237">
                <a:extLst>
                  <a:ext uri="{FF2B5EF4-FFF2-40B4-BE49-F238E27FC236}">
                    <a16:creationId xmlns:a16="http://schemas.microsoft.com/office/drawing/2014/main" id="{410AE433-3CFF-43D8-B11A-B231D7C3129E}"/>
                  </a:ext>
                </a:extLst>
              </p:cNvPr>
              <p:cNvSpPr/>
              <p:nvPr/>
            </p:nvSpPr>
            <p:spPr>
              <a:xfrm>
                <a:off x="2562932" y="537449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39" name="Isosceles Triangle 238">
                <a:extLst>
                  <a:ext uri="{FF2B5EF4-FFF2-40B4-BE49-F238E27FC236}">
                    <a16:creationId xmlns:a16="http://schemas.microsoft.com/office/drawing/2014/main" id="{19F2B8DE-D3C3-4165-8A10-51895F6873AE}"/>
                  </a:ext>
                </a:extLst>
              </p:cNvPr>
              <p:cNvSpPr/>
              <p:nvPr/>
            </p:nvSpPr>
            <p:spPr>
              <a:xfrm>
                <a:off x="8692769" y="537449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41" name="Isosceles Triangle 240">
                <a:extLst>
                  <a:ext uri="{FF2B5EF4-FFF2-40B4-BE49-F238E27FC236}">
                    <a16:creationId xmlns:a16="http://schemas.microsoft.com/office/drawing/2014/main" id="{72D8AF6C-2908-4490-939C-752371E6F45B}"/>
                  </a:ext>
                </a:extLst>
              </p:cNvPr>
              <p:cNvSpPr/>
              <p:nvPr/>
            </p:nvSpPr>
            <p:spPr>
              <a:xfrm>
                <a:off x="3295940" y="6399981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42" name="Isosceles Triangle 241">
                <a:extLst>
                  <a:ext uri="{FF2B5EF4-FFF2-40B4-BE49-F238E27FC236}">
                    <a16:creationId xmlns:a16="http://schemas.microsoft.com/office/drawing/2014/main" id="{4CB2961F-FB32-4E72-8A38-D63A7ABAECF1}"/>
                  </a:ext>
                </a:extLst>
              </p:cNvPr>
              <p:cNvSpPr/>
              <p:nvPr/>
            </p:nvSpPr>
            <p:spPr>
              <a:xfrm>
                <a:off x="4819936" y="6399981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43" name="Isosceles Triangle 242">
                <a:extLst>
                  <a:ext uri="{FF2B5EF4-FFF2-40B4-BE49-F238E27FC236}">
                    <a16:creationId xmlns:a16="http://schemas.microsoft.com/office/drawing/2014/main" id="{4782966E-E12E-4326-B68B-96CC1B199C5F}"/>
                  </a:ext>
                </a:extLst>
              </p:cNvPr>
              <p:cNvSpPr/>
              <p:nvPr/>
            </p:nvSpPr>
            <p:spPr>
              <a:xfrm>
                <a:off x="6343937" y="6399981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44" name="Isosceles Triangle 243">
                <a:extLst>
                  <a:ext uri="{FF2B5EF4-FFF2-40B4-BE49-F238E27FC236}">
                    <a16:creationId xmlns:a16="http://schemas.microsoft.com/office/drawing/2014/main" id="{4A3EC4F8-36D5-4020-A125-D0F76A6B1460}"/>
                  </a:ext>
                </a:extLst>
              </p:cNvPr>
              <p:cNvSpPr/>
              <p:nvPr/>
            </p:nvSpPr>
            <p:spPr>
              <a:xfrm>
                <a:off x="7901773" y="6399981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45" name="Isosceles Triangle 244">
                <a:extLst>
                  <a:ext uri="{FF2B5EF4-FFF2-40B4-BE49-F238E27FC236}">
                    <a16:creationId xmlns:a16="http://schemas.microsoft.com/office/drawing/2014/main" id="{274B5542-22AA-4454-BB7E-8AB8B5CF7C47}"/>
                  </a:ext>
                </a:extLst>
              </p:cNvPr>
              <p:cNvSpPr/>
              <p:nvPr/>
            </p:nvSpPr>
            <p:spPr>
              <a:xfrm>
                <a:off x="4057936" y="7429186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46" name="Isosceles Triangle 245">
                <a:extLst>
                  <a:ext uri="{FF2B5EF4-FFF2-40B4-BE49-F238E27FC236}">
                    <a16:creationId xmlns:a16="http://schemas.microsoft.com/office/drawing/2014/main" id="{544CFEE9-9DFB-4D9E-B6F8-A9A181AD86DF}"/>
                  </a:ext>
                </a:extLst>
              </p:cNvPr>
              <p:cNvSpPr/>
              <p:nvPr/>
            </p:nvSpPr>
            <p:spPr>
              <a:xfrm>
                <a:off x="5581935" y="7429186"/>
                <a:ext cx="1524000" cy="1022007"/>
              </a:xfrm>
              <a:prstGeom prst="triangl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47" name="Isosceles Triangle 246">
                <a:extLst>
                  <a:ext uri="{FF2B5EF4-FFF2-40B4-BE49-F238E27FC236}">
                    <a16:creationId xmlns:a16="http://schemas.microsoft.com/office/drawing/2014/main" id="{1A5C3A04-704E-4753-AB2A-FCB1DAE754AA}"/>
                  </a:ext>
                </a:extLst>
              </p:cNvPr>
              <p:cNvSpPr/>
              <p:nvPr/>
            </p:nvSpPr>
            <p:spPr>
              <a:xfrm>
                <a:off x="7139771" y="7429186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951AA24E-2FD7-46B7-83C9-08A2AEDADD35}"/>
                </a:ext>
              </a:extLst>
            </p:cNvPr>
            <p:cNvGrpSpPr/>
            <p:nvPr/>
          </p:nvGrpSpPr>
          <p:grpSpPr>
            <a:xfrm>
              <a:off x="2675269" y="507361"/>
              <a:ext cx="7139489" cy="6100853"/>
              <a:chOff x="1771937" y="2350340"/>
              <a:chExt cx="9177837" cy="6100853"/>
            </a:xfrm>
            <a:grpFill/>
          </p:grpSpPr>
          <p:sp>
            <p:nvSpPr>
              <p:cNvPr id="11" name="Isosceles Triangle 10">
                <a:extLst>
                  <a:ext uri="{FF2B5EF4-FFF2-40B4-BE49-F238E27FC236}">
                    <a16:creationId xmlns:a16="http://schemas.microsoft.com/office/drawing/2014/main" id="{2B0DC58B-F4A1-4F96-A73E-68195804BDAF}"/>
                  </a:ext>
                </a:extLst>
              </p:cNvPr>
              <p:cNvSpPr/>
              <p:nvPr/>
            </p:nvSpPr>
            <p:spPr>
              <a:xfrm>
                <a:off x="3295937" y="2350340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" name="Isosceles Triangle 11">
                <a:extLst>
                  <a:ext uri="{FF2B5EF4-FFF2-40B4-BE49-F238E27FC236}">
                    <a16:creationId xmlns:a16="http://schemas.microsoft.com/office/drawing/2014/main" id="{1BF55D40-BCCF-4E2F-A4ED-C8DDF58E96D5}"/>
                  </a:ext>
                </a:extLst>
              </p:cNvPr>
              <p:cNvSpPr/>
              <p:nvPr/>
            </p:nvSpPr>
            <p:spPr>
              <a:xfrm>
                <a:off x="4819937" y="2350340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" name="Isosceles Triangle 13">
                <a:extLst>
                  <a:ext uri="{FF2B5EF4-FFF2-40B4-BE49-F238E27FC236}">
                    <a16:creationId xmlns:a16="http://schemas.microsoft.com/office/drawing/2014/main" id="{0E3CD2A7-7CB9-4F6C-ABAA-E6A5D2C63B61}"/>
                  </a:ext>
                </a:extLst>
              </p:cNvPr>
              <p:cNvSpPr/>
              <p:nvPr/>
            </p:nvSpPr>
            <p:spPr>
              <a:xfrm>
                <a:off x="6343938" y="2350340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" name="Isosceles Triangle 14">
                <a:extLst>
                  <a:ext uri="{FF2B5EF4-FFF2-40B4-BE49-F238E27FC236}">
                    <a16:creationId xmlns:a16="http://schemas.microsoft.com/office/drawing/2014/main" id="{9430A2DE-312F-472D-A30F-E7558A2B8960}"/>
                  </a:ext>
                </a:extLst>
              </p:cNvPr>
              <p:cNvSpPr/>
              <p:nvPr/>
            </p:nvSpPr>
            <p:spPr>
              <a:xfrm>
                <a:off x="7867938" y="2350340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4" name="Isosceles Triangle 63">
                <a:extLst>
                  <a:ext uri="{FF2B5EF4-FFF2-40B4-BE49-F238E27FC236}">
                    <a16:creationId xmlns:a16="http://schemas.microsoft.com/office/drawing/2014/main" id="{73E17E59-C387-442F-A703-377D783B3449}"/>
                  </a:ext>
                </a:extLst>
              </p:cNvPr>
              <p:cNvSpPr/>
              <p:nvPr/>
            </p:nvSpPr>
            <p:spPr>
              <a:xfrm>
                <a:off x="5581938" y="3399532"/>
                <a:ext cx="1524000" cy="1022007"/>
              </a:xfrm>
              <a:prstGeom prst="triangl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5" name="Isosceles Triangle 64">
                <a:extLst>
                  <a:ext uri="{FF2B5EF4-FFF2-40B4-BE49-F238E27FC236}">
                    <a16:creationId xmlns:a16="http://schemas.microsoft.com/office/drawing/2014/main" id="{F3D01B28-2809-4767-81D1-459F520CF2A4}"/>
                  </a:ext>
                </a:extLst>
              </p:cNvPr>
              <p:cNvSpPr/>
              <p:nvPr/>
            </p:nvSpPr>
            <p:spPr>
              <a:xfrm>
                <a:off x="7105938" y="3399532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6" name="Isosceles Triangle 65">
                <a:extLst>
                  <a:ext uri="{FF2B5EF4-FFF2-40B4-BE49-F238E27FC236}">
                    <a16:creationId xmlns:a16="http://schemas.microsoft.com/office/drawing/2014/main" id="{5AA1F757-9B98-44B9-B527-8F6814370199}"/>
                  </a:ext>
                </a:extLst>
              </p:cNvPr>
              <p:cNvSpPr/>
              <p:nvPr/>
            </p:nvSpPr>
            <p:spPr>
              <a:xfrm>
                <a:off x="8629938" y="3399532"/>
                <a:ext cx="1524000" cy="1022007"/>
              </a:xfrm>
              <a:prstGeom prst="triangl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7" name="Isosceles Triangle 66">
                <a:extLst>
                  <a:ext uri="{FF2B5EF4-FFF2-40B4-BE49-F238E27FC236}">
                    <a16:creationId xmlns:a16="http://schemas.microsoft.com/office/drawing/2014/main" id="{DF454BFE-BB57-4988-9E88-B1223404FC46}"/>
                  </a:ext>
                </a:extLst>
              </p:cNvPr>
              <p:cNvSpPr/>
              <p:nvPr/>
            </p:nvSpPr>
            <p:spPr>
              <a:xfrm>
                <a:off x="2533937" y="3399532"/>
                <a:ext cx="1524000" cy="1022007"/>
              </a:xfrm>
              <a:prstGeom prst="triangl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68" name="Isosceles Triangle 67">
                <a:extLst>
                  <a:ext uri="{FF2B5EF4-FFF2-40B4-BE49-F238E27FC236}">
                    <a16:creationId xmlns:a16="http://schemas.microsoft.com/office/drawing/2014/main" id="{AEBF8538-A882-4955-A093-20DB77214FD8}"/>
                  </a:ext>
                </a:extLst>
              </p:cNvPr>
              <p:cNvSpPr/>
              <p:nvPr/>
            </p:nvSpPr>
            <p:spPr>
              <a:xfrm>
                <a:off x="4057937" y="3399532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60" name="Isosceles Triangle 259">
                <a:extLst>
                  <a:ext uri="{FF2B5EF4-FFF2-40B4-BE49-F238E27FC236}">
                    <a16:creationId xmlns:a16="http://schemas.microsoft.com/office/drawing/2014/main" id="{E8092E16-1D3B-44E1-A1C2-9CB5B059E539}"/>
                  </a:ext>
                </a:extLst>
              </p:cNvPr>
              <p:cNvSpPr/>
              <p:nvPr/>
            </p:nvSpPr>
            <p:spPr>
              <a:xfrm>
                <a:off x="4819937" y="4384849"/>
                <a:ext cx="1524000" cy="1022007"/>
              </a:xfrm>
              <a:prstGeom prst="triangl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61" name="Isosceles Triangle 260">
                <a:extLst>
                  <a:ext uri="{FF2B5EF4-FFF2-40B4-BE49-F238E27FC236}">
                    <a16:creationId xmlns:a16="http://schemas.microsoft.com/office/drawing/2014/main" id="{8F321981-9827-4FFD-8F1D-C939FE670C5F}"/>
                  </a:ext>
                </a:extLst>
              </p:cNvPr>
              <p:cNvSpPr/>
              <p:nvPr/>
            </p:nvSpPr>
            <p:spPr>
              <a:xfrm>
                <a:off x="6343938" y="4384849"/>
                <a:ext cx="1524000" cy="1022007"/>
              </a:xfrm>
              <a:prstGeom prst="triangl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62" name="Isosceles Triangle 261">
                <a:extLst>
                  <a:ext uri="{FF2B5EF4-FFF2-40B4-BE49-F238E27FC236}">
                    <a16:creationId xmlns:a16="http://schemas.microsoft.com/office/drawing/2014/main" id="{601C09DF-D430-4B29-B35B-C121EA70BF7C}"/>
                  </a:ext>
                </a:extLst>
              </p:cNvPr>
              <p:cNvSpPr/>
              <p:nvPr/>
            </p:nvSpPr>
            <p:spPr>
              <a:xfrm>
                <a:off x="7867938" y="4384849"/>
                <a:ext cx="1524000" cy="1022007"/>
              </a:xfrm>
              <a:prstGeom prst="triangl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63" name="Isosceles Triangle 262">
                <a:extLst>
                  <a:ext uri="{FF2B5EF4-FFF2-40B4-BE49-F238E27FC236}">
                    <a16:creationId xmlns:a16="http://schemas.microsoft.com/office/drawing/2014/main" id="{6ABFDABC-52A0-4AC6-AE71-3DE0DA886A24}"/>
                  </a:ext>
                </a:extLst>
              </p:cNvPr>
              <p:cNvSpPr/>
              <p:nvPr/>
            </p:nvSpPr>
            <p:spPr>
              <a:xfrm>
                <a:off x="1771937" y="438484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64" name="Isosceles Triangle 263">
                <a:extLst>
                  <a:ext uri="{FF2B5EF4-FFF2-40B4-BE49-F238E27FC236}">
                    <a16:creationId xmlns:a16="http://schemas.microsoft.com/office/drawing/2014/main" id="{F416C430-1FB4-49FB-B7D0-44535873BFC6}"/>
                  </a:ext>
                </a:extLst>
              </p:cNvPr>
              <p:cNvSpPr/>
              <p:nvPr/>
            </p:nvSpPr>
            <p:spPr>
              <a:xfrm>
                <a:off x="3295937" y="438484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65" name="Isosceles Triangle 264">
                <a:extLst>
                  <a:ext uri="{FF2B5EF4-FFF2-40B4-BE49-F238E27FC236}">
                    <a16:creationId xmlns:a16="http://schemas.microsoft.com/office/drawing/2014/main" id="{59A99689-155F-489A-BCE4-0AEF2F20DBDE}"/>
                  </a:ext>
                </a:extLst>
              </p:cNvPr>
              <p:cNvSpPr/>
              <p:nvPr/>
            </p:nvSpPr>
            <p:spPr>
              <a:xfrm>
                <a:off x="9425774" y="438484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70" name="Isosceles Triangle 269">
                <a:extLst>
                  <a:ext uri="{FF2B5EF4-FFF2-40B4-BE49-F238E27FC236}">
                    <a16:creationId xmlns:a16="http://schemas.microsoft.com/office/drawing/2014/main" id="{77C4A832-18C6-4937-B45A-7DA3E30F2B89}"/>
                  </a:ext>
                </a:extLst>
              </p:cNvPr>
              <p:cNvSpPr/>
              <p:nvPr/>
            </p:nvSpPr>
            <p:spPr>
              <a:xfrm>
                <a:off x="4086936" y="5374499"/>
                <a:ext cx="1524000" cy="1022007"/>
              </a:xfrm>
              <a:prstGeom prst="triangl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71" name="Isosceles Triangle 270">
                <a:extLst>
                  <a:ext uri="{FF2B5EF4-FFF2-40B4-BE49-F238E27FC236}">
                    <a16:creationId xmlns:a16="http://schemas.microsoft.com/office/drawing/2014/main" id="{C2A5265F-EA95-4EF6-9F88-4A73326CB6B4}"/>
                  </a:ext>
                </a:extLst>
              </p:cNvPr>
              <p:cNvSpPr/>
              <p:nvPr/>
            </p:nvSpPr>
            <p:spPr>
              <a:xfrm>
                <a:off x="5610933" y="5374499"/>
                <a:ext cx="1524000" cy="1022007"/>
              </a:xfrm>
              <a:prstGeom prst="triangl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72" name="Isosceles Triangle 271">
                <a:extLst>
                  <a:ext uri="{FF2B5EF4-FFF2-40B4-BE49-F238E27FC236}">
                    <a16:creationId xmlns:a16="http://schemas.microsoft.com/office/drawing/2014/main" id="{21AC2681-89D7-4C2B-8AA4-F3D4B6FE8366}"/>
                  </a:ext>
                </a:extLst>
              </p:cNvPr>
              <p:cNvSpPr/>
              <p:nvPr/>
            </p:nvSpPr>
            <p:spPr>
              <a:xfrm>
                <a:off x="7134935" y="5374499"/>
                <a:ext cx="1524000" cy="1022007"/>
              </a:xfrm>
              <a:prstGeom prst="triangl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74" name="Isosceles Triangle 273">
                <a:extLst>
                  <a:ext uri="{FF2B5EF4-FFF2-40B4-BE49-F238E27FC236}">
                    <a16:creationId xmlns:a16="http://schemas.microsoft.com/office/drawing/2014/main" id="{578C3095-5033-4319-91AD-A8BD0F3EC64D}"/>
                  </a:ext>
                </a:extLst>
              </p:cNvPr>
              <p:cNvSpPr/>
              <p:nvPr/>
            </p:nvSpPr>
            <p:spPr>
              <a:xfrm>
                <a:off x="2562934" y="537449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75" name="Isosceles Triangle 274">
                <a:extLst>
                  <a:ext uri="{FF2B5EF4-FFF2-40B4-BE49-F238E27FC236}">
                    <a16:creationId xmlns:a16="http://schemas.microsoft.com/office/drawing/2014/main" id="{3E60D73F-CA6B-4AB8-8AD3-A5692F8E1722}"/>
                  </a:ext>
                </a:extLst>
              </p:cNvPr>
              <p:cNvSpPr/>
              <p:nvPr/>
            </p:nvSpPr>
            <p:spPr>
              <a:xfrm>
                <a:off x="8692771" y="537449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3" name="Isosceles Triangle 102">
                <a:extLst>
                  <a:ext uri="{FF2B5EF4-FFF2-40B4-BE49-F238E27FC236}">
                    <a16:creationId xmlns:a16="http://schemas.microsoft.com/office/drawing/2014/main" id="{D369E95A-FADB-4BC7-85C9-C86BD45D0A3C}"/>
                  </a:ext>
                </a:extLst>
              </p:cNvPr>
              <p:cNvSpPr/>
              <p:nvPr/>
            </p:nvSpPr>
            <p:spPr>
              <a:xfrm>
                <a:off x="3295938" y="6399981"/>
                <a:ext cx="1524000" cy="1022007"/>
              </a:xfrm>
              <a:prstGeom prst="triangl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" name="Isosceles Triangle 103">
                <a:extLst>
                  <a:ext uri="{FF2B5EF4-FFF2-40B4-BE49-F238E27FC236}">
                    <a16:creationId xmlns:a16="http://schemas.microsoft.com/office/drawing/2014/main" id="{5F20559F-BC9E-4C4E-9B2F-6BEEA71F3E8C}"/>
                  </a:ext>
                </a:extLst>
              </p:cNvPr>
              <p:cNvSpPr/>
              <p:nvPr/>
            </p:nvSpPr>
            <p:spPr>
              <a:xfrm>
                <a:off x="4819937" y="6399981"/>
                <a:ext cx="1524000" cy="1022007"/>
              </a:xfrm>
              <a:prstGeom prst="triangl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" name="Isosceles Triangle 104">
                <a:extLst>
                  <a:ext uri="{FF2B5EF4-FFF2-40B4-BE49-F238E27FC236}">
                    <a16:creationId xmlns:a16="http://schemas.microsoft.com/office/drawing/2014/main" id="{D54D1868-290F-4FAD-8D97-1CA991C21794}"/>
                  </a:ext>
                </a:extLst>
              </p:cNvPr>
              <p:cNvSpPr/>
              <p:nvPr/>
            </p:nvSpPr>
            <p:spPr>
              <a:xfrm>
                <a:off x="6343938" y="6399981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" name="Isosceles Triangle 107">
                <a:extLst>
                  <a:ext uri="{FF2B5EF4-FFF2-40B4-BE49-F238E27FC236}">
                    <a16:creationId xmlns:a16="http://schemas.microsoft.com/office/drawing/2014/main" id="{36505343-614E-47EB-AA3B-F89D6A14874E}"/>
                  </a:ext>
                </a:extLst>
              </p:cNvPr>
              <p:cNvSpPr/>
              <p:nvPr/>
            </p:nvSpPr>
            <p:spPr>
              <a:xfrm>
                <a:off x="7901774" y="6399981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" name="Isosceles Triangle 124">
                <a:extLst>
                  <a:ext uri="{FF2B5EF4-FFF2-40B4-BE49-F238E27FC236}">
                    <a16:creationId xmlns:a16="http://schemas.microsoft.com/office/drawing/2014/main" id="{E76C4A5D-F5A4-4A67-A536-6E400794BE86}"/>
                  </a:ext>
                </a:extLst>
              </p:cNvPr>
              <p:cNvSpPr/>
              <p:nvPr/>
            </p:nvSpPr>
            <p:spPr>
              <a:xfrm>
                <a:off x="4057936" y="7429186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" name="Isosceles Triangle 125">
                <a:extLst>
                  <a:ext uri="{FF2B5EF4-FFF2-40B4-BE49-F238E27FC236}">
                    <a16:creationId xmlns:a16="http://schemas.microsoft.com/office/drawing/2014/main" id="{021B7F33-70EA-432F-A34C-15C797761B37}"/>
                  </a:ext>
                </a:extLst>
              </p:cNvPr>
              <p:cNvSpPr/>
              <p:nvPr/>
            </p:nvSpPr>
            <p:spPr>
              <a:xfrm>
                <a:off x="5581934" y="7429186"/>
                <a:ext cx="1524000" cy="1022007"/>
              </a:xfrm>
              <a:prstGeom prst="triangl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9" name="Isosceles Triangle 128">
                <a:extLst>
                  <a:ext uri="{FF2B5EF4-FFF2-40B4-BE49-F238E27FC236}">
                    <a16:creationId xmlns:a16="http://schemas.microsoft.com/office/drawing/2014/main" id="{928113B8-3CFF-4A71-B31E-198AA29391A4}"/>
                  </a:ext>
                </a:extLst>
              </p:cNvPr>
              <p:cNvSpPr/>
              <p:nvPr/>
            </p:nvSpPr>
            <p:spPr>
              <a:xfrm>
                <a:off x="7139770" y="7429186"/>
                <a:ext cx="1524000" cy="1022007"/>
              </a:xfrm>
              <a:prstGeom prst="triangl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</p:grp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CC733E1-C5E4-451E-B7F8-19D4FEF65F91}"/>
              </a:ext>
            </a:extLst>
          </p:cNvPr>
          <p:cNvCxnSpPr>
            <a:cxnSpLocks/>
            <a:endCxn id="15" idx="0"/>
          </p:cNvCxnSpPr>
          <p:nvPr/>
        </p:nvCxnSpPr>
        <p:spPr>
          <a:xfrm flipH="1" flipV="1">
            <a:off x="8010145" y="507361"/>
            <a:ext cx="1800848" cy="302415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D4B1D81D-1245-4064-A7CB-05B875E18B07}"/>
              </a:ext>
            </a:extLst>
          </p:cNvPr>
          <p:cNvCxnSpPr>
            <a:cxnSpLocks/>
            <a:stCxn id="11" idx="0"/>
            <a:endCxn id="263" idx="2"/>
          </p:cNvCxnSpPr>
          <p:nvPr/>
        </p:nvCxnSpPr>
        <p:spPr>
          <a:xfrm flipH="1">
            <a:off x="2675269" y="507361"/>
            <a:ext cx="1778292" cy="305651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A81AF06A-9174-4C13-A78C-0B5DD6ADDD26}"/>
              </a:ext>
            </a:extLst>
          </p:cNvPr>
          <p:cNvCxnSpPr>
            <a:cxnSpLocks/>
          </p:cNvCxnSpPr>
          <p:nvPr/>
        </p:nvCxnSpPr>
        <p:spPr>
          <a:xfrm>
            <a:off x="10430605" y="861339"/>
            <a:ext cx="0" cy="1498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Star: 5 Points 217">
            <a:extLst>
              <a:ext uri="{FF2B5EF4-FFF2-40B4-BE49-F238E27FC236}">
                <a16:creationId xmlns:a16="http://schemas.microsoft.com/office/drawing/2014/main" id="{DE4F382A-1463-4812-A7AB-CA477B1FC500}"/>
              </a:ext>
            </a:extLst>
          </p:cNvPr>
          <p:cNvSpPr/>
          <p:nvPr/>
        </p:nvSpPr>
        <p:spPr>
          <a:xfrm>
            <a:off x="854123" y="4429697"/>
            <a:ext cx="475397" cy="475397"/>
          </a:xfrm>
          <a:prstGeom prst="star5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338" name="Straight Connector 337">
            <a:extLst>
              <a:ext uri="{FF2B5EF4-FFF2-40B4-BE49-F238E27FC236}">
                <a16:creationId xmlns:a16="http://schemas.microsoft.com/office/drawing/2014/main" id="{335F0C02-52F7-4457-921D-44C5191B27DD}"/>
              </a:ext>
            </a:extLst>
          </p:cNvPr>
          <p:cNvCxnSpPr>
            <a:cxnSpLocks/>
            <a:stCxn id="125" idx="2"/>
            <a:endCxn id="263" idx="2"/>
          </p:cNvCxnSpPr>
          <p:nvPr/>
        </p:nvCxnSpPr>
        <p:spPr>
          <a:xfrm flipH="1" flipV="1">
            <a:off x="2675269" y="3563877"/>
            <a:ext cx="1778293" cy="304433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Straight Connector 369">
            <a:extLst>
              <a:ext uri="{FF2B5EF4-FFF2-40B4-BE49-F238E27FC236}">
                <a16:creationId xmlns:a16="http://schemas.microsoft.com/office/drawing/2014/main" id="{06E44A13-70EE-415E-B8F9-B62D0B43AFE4}"/>
              </a:ext>
            </a:extLst>
          </p:cNvPr>
          <p:cNvCxnSpPr>
            <a:cxnSpLocks/>
          </p:cNvCxnSpPr>
          <p:nvPr/>
        </p:nvCxnSpPr>
        <p:spPr>
          <a:xfrm>
            <a:off x="8878153" y="-2630519"/>
            <a:ext cx="5884163" cy="10026026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Star: 5 Points 62">
            <a:extLst>
              <a:ext uri="{FF2B5EF4-FFF2-40B4-BE49-F238E27FC236}">
                <a16:creationId xmlns:a16="http://schemas.microsoft.com/office/drawing/2014/main" id="{B9C560D1-0797-410B-94C4-EFE5353062EA}"/>
              </a:ext>
            </a:extLst>
          </p:cNvPr>
          <p:cNvSpPr/>
          <p:nvPr/>
        </p:nvSpPr>
        <p:spPr>
          <a:xfrm>
            <a:off x="1818569" y="4472127"/>
            <a:ext cx="475397" cy="475397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1" name="Star: 5 Points 70">
            <a:extLst>
              <a:ext uri="{FF2B5EF4-FFF2-40B4-BE49-F238E27FC236}">
                <a16:creationId xmlns:a16="http://schemas.microsoft.com/office/drawing/2014/main" id="{8432CBB8-D73C-4B6E-8CAD-FC2FB7BD2E8C}"/>
              </a:ext>
            </a:extLst>
          </p:cNvPr>
          <p:cNvSpPr/>
          <p:nvPr/>
        </p:nvSpPr>
        <p:spPr>
          <a:xfrm>
            <a:off x="-51665" y="6104214"/>
            <a:ext cx="475397" cy="475397"/>
          </a:xfrm>
          <a:prstGeom prst="star5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20AB0190-34F2-4BB1-A371-CD970F28F755}"/>
              </a:ext>
            </a:extLst>
          </p:cNvPr>
          <p:cNvCxnSpPr>
            <a:cxnSpLocks/>
            <a:stCxn id="129" idx="4"/>
            <a:endCxn id="125" idx="2"/>
          </p:cNvCxnSpPr>
          <p:nvPr/>
        </p:nvCxnSpPr>
        <p:spPr>
          <a:xfrm flipH="1">
            <a:off x="4453562" y="6608214"/>
            <a:ext cx="35829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1E599D67-65B1-4C22-A4B2-E6CE42CFE9B8}"/>
              </a:ext>
            </a:extLst>
          </p:cNvPr>
          <p:cNvCxnSpPr>
            <a:cxnSpLocks/>
          </p:cNvCxnSpPr>
          <p:nvPr/>
        </p:nvCxnSpPr>
        <p:spPr>
          <a:xfrm flipH="1">
            <a:off x="8010145" y="3531520"/>
            <a:ext cx="1800848" cy="307669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Star: 5 Points 138">
            <a:extLst>
              <a:ext uri="{FF2B5EF4-FFF2-40B4-BE49-F238E27FC236}">
                <a16:creationId xmlns:a16="http://schemas.microsoft.com/office/drawing/2014/main" id="{DD0C56C5-2DC6-4236-B92E-BC833B4966CA}"/>
              </a:ext>
            </a:extLst>
          </p:cNvPr>
          <p:cNvSpPr/>
          <p:nvPr/>
        </p:nvSpPr>
        <p:spPr>
          <a:xfrm>
            <a:off x="-2994043" y="3115095"/>
            <a:ext cx="475397" cy="475397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F8053954-0FC1-4E06-8090-F12D39418A1F}"/>
              </a:ext>
            </a:extLst>
          </p:cNvPr>
          <p:cNvCxnSpPr>
            <a:cxnSpLocks/>
            <a:stCxn id="263" idx="0"/>
            <a:endCxn id="68" idx="2"/>
          </p:cNvCxnSpPr>
          <p:nvPr/>
        </p:nvCxnSpPr>
        <p:spPr>
          <a:xfrm>
            <a:off x="3268033" y="2541870"/>
            <a:ext cx="1185528" cy="3669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90D3A6E3-127B-4DE8-A58A-4C877CDF238C}"/>
              </a:ext>
            </a:extLst>
          </p:cNvPr>
          <p:cNvCxnSpPr>
            <a:cxnSpLocks/>
          </p:cNvCxnSpPr>
          <p:nvPr/>
        </p:nvCxnSpPr>
        <p:spPr>
          <a:xfrm>
            <a:off x="-2710803" y="841050"/>
            <a:ext cx="5884163" cy="10026026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9CC6C95F-57AE-4142-B96F-6D416D3A7347}"/>
              </a:ext>
            </a:extLst>
          </p:cNvPr>
          <p:cNvCxnSpPr>
            <a:cxnSpLocks/>
          </p:cNvCxnSpPr>
          <p:nvPr/>
        </p:nvCxnSpPr>
        <p:spPr>
          <a:xfrm flipH="1" flipV="1">
            <a:off x="2360832" y="7902604"/>
            <a:ext cx="9812357" cy="173893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D8E1602C-16CC-412E-9EDD-1E68B3911159}"/>
              </a:ext>
            </a:extLst>
          </p:cNvPr>
          <p:cNvCxnSpPr>
            <a:cxnSpLocks/>
          </p:cNvCxnSpPr>
          <p:nvPr/>
        </p:nvCxnSpPr>
        <p:spPr>
          <a:xfrm flipH="1">
            <a:off x="-1590231" y="-2656616"/>
            <a:ext cx="4265500" cy="7270451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E208D132-2949-4EFA-AAA4-5EBA9592CA52}"/>
              </a:ext>
            </a:extLst>
          </p:cNvPr>
          <p:cNvCxnSpPr>
            <a:cxnSpLocks/>
          </p:cNvCxnSpPr>
          <p:nvPr/>
        </p:nvCxnSpPr>
        <p:spPr>
          <a:xfrm>
            <a:off x="-2003075" y="79026"/>
            <a:ext cx="5884163" cy="10026026"/>
          </a:xfrm>
          <a:prstGeom prst="line">
            <a:avLst/>
          </a:prstGeom>
          <a:ln w="762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8BA2B882-2BB0-4EFD-80B4-B845698F4D1A}"/>
              </a:ext>
            </a:extLst>
          </p:cNvPr>
          <p:cNvCxnSpPr>
            <a:cxnSpLocks/>
          </p:cNvCxnSpPr>
          <p:nvPr/>
        </p:nvCxnSpPr>
        <p:spPr>
          <a:xfrm>
            <a:off x="-2046726" y="1084185"/>
            <a:ext cx="5884163" cy="10026026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89B10E2B-9741-49A0-A54A-6FA2DBC50F59}"/>
              </a:ext>
            </a:extLst>
          </p:cNvPr>
          <p:cNvCxnSpPr>
            <a:cxnSpLocks/>
          </p:cNvCxnSpPr>
          <p:nvPr/>
        </p:nvCxnSpPr>
        <p:spPr>
          <a:xfrm>
            <a:off x="-6043285" y="3328917"/>
            <a:ext cx="5884163" cy="1002602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F8E3A5F6-13E1-4DD6-91C0-510B3F720129}"/>
              </a:ext>
            </a:extLst>
          </p:cNvPr>
          <p:cNvCxnSpPr>
            <a:cxnSpLocks/>
          </p:cNvCxnSpPr>
          <p:nvPr/>
        </p:nvCxnSpPr>
        <p:spPr>
          <a:xfrm flipH="1">
            <a:off x="-2765329" y="-3020224"/>
            <a:ext cx="4265500" cy="7270451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Star: 5 Points 127">
            <a:extLst>
              <a:ext uri="{FF2B5EF4-FFF2-40B4-BE49-F238E27FC236}">
                <a16:creationId xmlns:a16="http://schemas.microsoft.com/office/drawing/2014/main" id="{A519BFE4-3883-460F-9278-9153D370917A}"/>
              </a:ext>
            </a:extLst>
          </p:cNvPr>
          <p:cNvSpPr/>
          <p:nvPr/>
        </p:nvSpPr>
        <p:spPr>
          <a:xfrm>
            <a:off x="-2364560" y="5552558"/>
            <a:ext cx="475397" cy="475397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1" name="Star: 5 Points 140">
            <a:extLst>
              <a:ext uri="{FF2B5EF4-FFF2-40B4-BE49-F238E27FC236}">
                <a16:creationId xmlns:a16="http://schemas.microsoft.com/office/drawing/2014/main" id="{17781668-C1A9-494C-98CE-BD4781275CE8}"/>
              </a:ext>
            </a:extLst>
          </p:cNvPr>
          <p:cNvSpPr/>
          <p:nvPr/>
        </p:nvSpPr>
        <p:spPr>
          <a:xfrm>
            <a:off x="1563003" y="1626894"/>
            <a:ext cx="475397" cy="475397"/>
          </a:xfrm>
          <a:prstGeom prst="star5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69" name="Star: 5 Points 168">
            <a:extLst>
              <a:ext uri="{FF2B5EF4-FFF2-40B4-BE49-F238E27FC236}">
                <a16:creationId xmlns:a16="http://schemas.microsoft.com/office/drawing/2014/main" id="{6C2C45DA-4556-481A-8D18-03C392A584A0}"/>
              </a:ext>
            </a:extLst>
          </p:cNvPr>
          <p:cNvSpPr/>
          <p:nvPr/>
        </p:nvSpPr>
        <p:spPr>
          <a:xfrm>
            <a:off x="7173061" y="-333581"/>
            <a:ext cx="475397" cy="475397"/>
          </a:xfrm>
          <a:prstGeom prst="star5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85" name="Star: 5 Points 184">
            <a:extLst>
              <a:ext uri="{FF2B5EF4-FFF2-40B4-BE49-F238E27FC236}">
                <a16:creationId xmlns:a16="http://schemas.microsoft.com/office/drawing/2014/main" id="{39C648FE-4044-4191-9AE6-F7CAB4737BF1}"/>
              </a:ext>
            </a:extLst>
          </p:cNvPr>
          <p:cNvSpPr/>
          <p:nvPr/>
        </p:nvSpPr>
        <p:spPr>
          <a:xfrm>
            <a:off x="3021378" y="112624"/>
            <a:ext cx="475397" cy="475397"/>
          </a:xfrm>
          <a:prstGeom prst="star5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5" name="Star: 5 Points 204">
            <a:extLst>
              <a:ext uri="{FF2B5EF4-FFF2-40B4-BE49-F238E27FC236}">
                <a16:creationId xmlns:a16="http://schemas.microsoft.com/office/drawing/2014/main" id="{0E5D973F-4190-4CC4-AB65-50C722413FE8}"/>
              </a:ext>
            </a:extLst>
          </p:cNvPr>
          <p:cNvSpPr/>
          <p:nvPr/>
        </p:nvSpPr>
        <p:spPr>
          <a:xfrm>
            <a:off x="-1188034" y="1300118"/>
            <a:ext cx="475397" cy="475397"/>
          </a:xfrm>
          <a:prstGeom prst="star5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11" name="Star: 5 Points 210">
            <a:extLst>
              <a:ext uri="{FF2B5EF4-FFF2-40B4-BE49-F238E27FC236}">
                <a16:creationId xmlns:a16="http://schemas.microsoft.com/office/drawing/2014/main" id="{C1EC0F32-B62C-428A-8F88-AC5A97D93756}"/>
              </a:ext>
            </a:extLst>
          </p:cNvPr>
          <p:cNvSpPr/>
          <p:nvPr/>
        </p:nvSpPr>
        <p:spPr>
          <a:xfrm>
            <a:off x="1264541" y="2052594"/>
            <a:ext cx="475397" cy="475397"/>
          </a:xfrm>
          <a:prstGeom prst="star5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48929F9-06E8-4E56-99C7-64DEF198C989}"/>
              </a:ext>
            </a:extLst>
          </p:cNvPr>
          <p:cNvCxnSpPr>
            <a:cxnSpLocks/>
            <a:stCxn id="64" idx="2"/>
            <a:endCxn id="68" idx="2"/>
          </p:cNvCxnSpPr>
          <p:nvPr/>
        </p:nvCxnSpPr>
        <p:spPr>
          <a:xfrm flipH="1">
            <a:off x="4453561" y="2578560"/>
            <a:ext cx="118552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E0DBB786-BA20-4A76-8DA8-2B8B395CE081}"/>
              </a:ext>
            </a:extLst>
          </p:cNvPr>
          <p:cNvCxnSpPr>
            <a:cxnSpLocks/>
            <a:stCxn id="261" idx="2"/>
            <a:endCxn id="261" idx="0"/>
          </p:cNvCxnSpPr>
          <p:nvPr/>
        </p:nvCxnSpPr>
        <p:spPr>
          <a:xfrm flipV="1">
            <a:off x="6231853" y="2541870"/>
            <a:ext cx="592764" cy="102200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5AA6F07-209C-4D3A-8250-93423BF38551}"/>
              </a:ext>
            </a:extLst>
          </p:cNvPr>
          <p:cNvCxnSpPr>
            <a:cxnSpLocks/>
            <a:stCxn id="272" idx="4"/>
            <a:endCxn id="108" idx="4"/>
          </p:cNvCxnSpPr>
          <p:nvPr/>
        </p:nvCxnSpPr>
        <p:spPr>
          <a:xfrm>
            <a:off x="8032702" y="4553527"/>
            <a:ext cx="596528" cy="102548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D0762999-C7CF-45E1-84EC-2D191B737A9E}"/>
              </a:ext>
            </a:extLst>
          </p:cNvPr>
          <p:cNvCxnSpPr>
            <a:cxnSpLocks/>
            <a:stCxn id="262" idx="0"/>
            <a:endCxn id="265" idx="0"/>
          </p:cNvCxnSpPr>
          <p:nvPr/>
        </p:nvCxnSpPr>
        <p:spPr>
          <a:xfrm>
            <a:off x="8010145" y="2541870"/>
            <a:ext cx="1211849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F63F1FE7-D831-4155-9183-F05F4AABD86E}"/>
              </a:ext>
            </a:extLst>
          </p:cNvPr>
          <p:cNvCxnSpPr>
            <a:cxnSpLocks/>
          </p:cNvCxnSpPr>
          <p:nvPr/>
        </p:nvCxnSpPr>
        <p:spPr>
          <a:xfrm flipH="1" flipV="1">
            <a:off x="9516731" y="1796393"/>
            <a:ext cx="3190186" cy="35156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F9FF1BFC-83EC-490A-977D-69BD8DB1E730}"/>
              </a:ext>
            </a:extLst>
          </p:cNvPr>
          <p:cNvCxnSpPr>
            <a:cxnSpLocks/>
            <a:stCxn id="238" idx="0"/>
            <a:endCxn id="238" idx="4"/>
          </p:cNvCxnSpPr>
          <p:nvPr/>
        </p:nvCxnSpPr>
        <p:spPr>
          <a:xfrm flipH="1" flipV="1">
            <a:off x="8010144" y="2554609"/>
            <a:ext cx="592764" cy="102200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1B572CDE-4AE4-439A-BEFF-C59A1EB6B6DB}"/>
              </a:ext>
            </a:extLst>
          </p:cNvPr>
          <p:cNvCxnSpPr>
            <a:cxnSpLocks/>
            <a:stCxn id="271" idx="2"/>
            <a:endCxn id="221" idx="4"/>
          </p:cNvCxnSpPr>
          <p:nvPr/>
        </p:nvCxnSpPr>
        <p:spPr>
          <a:xfrm>
            <a:off x="5661645" y="4553527"/>
            <a:ext cx="592764" cy="102524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3DEAA237-730A-4372-9B6E-3B15E736581B}"/>
              </a:ext>
            </a:extLst>
          </p:cNvPr>
          <p:cNvCxnSpPr>
            <a:cxnSpLocks/>
          </p:cNvCxnSpPr>
          <p:nvPr/>
        </p:nvCxnSpPr>
        <p:spPr>
          <a:xfrm flipH="1" flipV="1">
            <a:off x="10377435" y="3628945"/>
            <a:ext cx="3190186" cy="35156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B70A2F5D-F592-4878-9F8F-2F546035CCAC}"/>
              </a:ext>
            </a:extLst>
          </p:cNvPr>
          <p:cNvCxnSpPr>
            <a:cxnSpLocks/>
          </p:cNvCxnSpPr>
          <p:nvPr/>
        </p:nvCxnSpPr>
        <p:spPr>
          <a:xfrm flipH="1" flipV="1">
            <a:off x="10705323" y="4364797"/>
            <a:ext cx="3190186" cy="35156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019711C1-86B0-46DE-B298-5EF220932480}"/>
              </a:ext>
            </a:extLst>
          </p:cNvPr>
          <p:cNvCxnSpPr>
            <a:cxnSpLocks/>
            <a:stCxn id="12" idx="4"/>
            <a:endCxn id="65" idx="2"/>
          </p:cNvCxnSpPr>
          <p:nvPr/>
        </p:nvCxnSpPr>
        <p:spPr>
          <a:xfrm>
            <a:off x="6231853" y="1529368"/>
            <a:ext cx="592764" cy="104919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7FE368B4-3C6B-404C-923E-05C2EA05A517}"/>
              </a:ext>
            </a:extLst>
          </p:cNvPr>
          <p:cNvCxnSpPr>
            <a:cxnSpLocks/>
            <a:stCxn id="103" idx="0"/>
            <a:endCxn id="64" idx="2"/>
          </p:cNvCxnSpPr>
          <p:nvPr/>
        </p:nvCxnSpPr>
        <p:spPr>
          <a:xfrm flipV="1">
            <a:off x="4453563" y="2578560"/>
            <a:ext cx="1185526" cy="197844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D4A5C500-60B0-40C3-B8A0-067A0278FB74}"/>
              </a:ext>
            </a:extLst>
          </p:cNvPr>
          <p:cNvCxnSpPr>
            <a:cxnSpLocks/>
            <a:stCxn id="224" idx="0"/>
            <a:endCxn id="129" idx="2"/>
          </p:cNvCxnSpPr>
          <p:nvPr/>
        </p:nvCxnSpPr>
        <p:spPr>
          <a:xfrm>
            <a:off x="6254409" y="5551583"/>
            <a:ext cx="596526" cy="105663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4630E860-5F4F-4A60-90E8-FF23C4ECF0C7}"/>
              </a:ext>
            </a:extLst>
          </p:cNvPr>
          <p:cNvCxnSpPr>
            <a:cxnSpLocks/>
          </p:cNvCxnSpPr>
          <p:nvPr/>
        </p:nvCxnSpPr>
        <p:spPr>
          <a:xfrm flipH="1" flipV="1">
            <a:off x="9870749" y="2848045"/>
            <a:ext cx="3190186" cy="35156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16838B14-FC5A-4C81-85EF-E40B6E720247}"/>
              </a:ext>
            </a:extLst>
          </p:cNvPr>
          <p:cNvCxnSpPr>
            <a:cxnSpLocks/>
            <a:stCxn id="270" idx="2"/>
            <a:endCxn id="125" idx="0"/>
          </p:cNvCxnSpPr>
          <p:nvPr/>
        </p:nvCxnSpPr>
        <p:spPr>
          <a:xfrm>
            <a:off x="4476119" y="4553527"/>
            <a:ext cx="570205" cy="103268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ADBFB39D-87A5-43E8-BB10-7A7343A0172A}"/>
              </a:ext>
            </a:extLst>
          </p:cNvPr>
          <p:cNvCxnSpPr>
            <a:cxnSpLocks/>
          </p:cNvCxnSpPr>
          <p:nvPr/>
        </p:nvCxnSpPr>
        <p:spPr>
          <a:xfrm flipH="1" flipV="1">
            <a:off x="12723504" y="258408"/>
            <a:ext cx="3190186" cy="35156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BD48A8FB-8DC1-4992-A10B-EFA31E975F79}"/>
              </a:ext>
            </a:extLst>
          </p:cNvPr>
          <p:cNvCxnSpPr>
            <a:cxnSpLocks/>
            <a:stCxn id="104" idx="0"/>
            <a:endCxn id="271" idx="0"/>
          </p:cNvCxnSpPr>
          <p:nvPr/>
        </p:nvCxnSpPr>
        <p:spPr>
          <a:xfrm flipV="1">
            <a:off x="5639090" y="3531520"/>
            <a:ext cx="615319" cy="102548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558A0059-F807-4AA6-97A5-404393145995}"/>
              </a:ext>
            </a:extLst>
          </p:cNvPr>
          <p:cNvCxnSpPr>
            <a:cxnSpLocks/>
            <a:stCxn id="245" idx="4"/>
            <a:endCxn id="14" idx="2"/>
          </p:cNvCxnSpPr>
          <p:nvPr/>
        </p:nvCxnSpPr>
        <p:spPr>
          <a:xfrm flipH="1">
            <a:off x="6231853" y="499922"/>
            <a:ext cx="615320" cy="102944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8DBC7A45-4837-4F72-AACB-3C4875CE473D}"/>
              </a:ext>
            </a:extLst>
          </p:cNvPr>
          <p:cNvCxnSpPr>
            <a:cxnSpLocks/>
            <a:stCxn id="15" idx="0"/>
            <a:endCxn id="11" idx="0"/>
          </p:cNvCxnSpPr>
          <p:nvPr/>
        </p:nvCxnSpPr>
        <p:spPr>
          <a:xfrm flipH="1">
            <a:off x="4453561" y="507361"/>
            <a:ext cx="3556584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1DCD00BA-CF27-48F9-B732-8078174B7989}"/>
              </a:ext>
            </a:extLst>
          </p:cNvPr>
          <p:cNvCxnSpPr>
            <a:cxnSpLocks/>
            <a:stCxn id="265" idx="2"/>
            <a:endCxn id="262" idx="2"/>
          </p:cNvCxnSpPr>
          <p:nvPr/>
        </p:nvCxnSpPr>
        <p:spPr>
          <a:xfrm flipH="1">
            <a:off x="7417381" y="3563877"/>
            <a:ext cx="1211849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B2B57472-EEBE-4557-9BC8-A3D5374D4B13}"/>
              </a:ext>
            </a:extLst>
          </p:cNvPr>
          <p:cNvCxnSpPr>
            <a:cxnSpLocks/>
            <a:stCxn id="271" idx="4"/>
            <a:endCxn id="108" idx="0"/>
          </p:cNvCxnSpPr>
          <p:nvPr/>
        </p:nvCxnSpPr>
        <p:spPr>
          <a:xfrm>
            <a:off x="6847173" y="4553527"/>
            <a:ext cx="1189293" cy="347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76236D2F-5C4A-44C1-8F5F-D1323C04AB2F}"/>
              </a:ext>
            </a:extLst>
          </p:cNvPr>
          <p:cNvCxnSpPr>
            <a:cxnSpLocks/>
            <a:stCxn id="222" idx="4"/>
            <a:endCxn id="103" idx="2"/>
          </p:cNvCxnSpPr>
          <p:nvPr/>
        </p:nvCxnSpPr>
        <p:spPr>
          <a:xfrm flipH="1">
            <a:off x="3860798" y="5578768"/>
            <a:ext cx="1208083" cy="24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Straight Connector 286">
            <a:extLst>
              <a:ext uri="{FF2B5EF4-FFF2-40B4-BE49-F238E27FC236}">
                <a16:creationId xmlns:a16="http://schemas.microsoft.com/office/drawing/2014/main" id="{EEBE56AB-5BF6-4054-9B49-758C3E1629FF}"/>
              </a:ext>
            </a:extLst>
          </p:cNvPr>
          <p:cNvCxnSpPr>
            <a:cxnSpLocks/>
            <a:stCxn id="223" idx="2"/>
            <a:endCxn id="105" idx="2"/>
          </p:cNvCxnSpPr>
          <p:nvPr/>
        </p:nvCxnSpPr>
        <p:spPr>
          <a:xfrm>
            <a:off x="5068881" y="5578768"/>
            <a:ext cx="1162972" cy="24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Connector 290">
            <a:extLst>
              <a:ext uri="{FF2B5EF4-FFF2-40B4-BE49-F238E27FC236}">
                <a16:creationId xmlns:a16="http://schemas.microsoft.com/office/drawing/2014/main" id="{27E02C81-4929-4B79-A647-AE5C2952E52C}"/>
              </a:ext>
            </a:extLst>
          </p:cNvPr>
          <p:cNvCxnSpPr>
            <a:cxnSpLocks/>
            <a:stCxn id="271" idx="4"/>
            <a:endCxn id="221" idx="4"/>
          </p:cNvCxnSpPr>
          <p:nvPr/>
        </p:nvCxnSpPr>
        <p:spPr>
          <a:xfrm flipH="1">
            <a:off x="6254409" y="4553527"/>
            <a:ext cx="592764" cy="102524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Straight Connector 295">
            <a:extLst>
              <a:ext uri="{FF2B5EF4-FFF2-40B4-BE49-F238E27FC236}">
                <a16:creationId xmlns:a16="http://schemas.microsoft.com/office/drawing/2014/main" id="{E0EB47B9-BD05-4DA9-8993-9F620024DEB0}"/>
              </a:ext>
            </a:extLst>
          </p:cNvPr>
          <p:cNvCxnSpPr>
            <a:cxnSpLocks/>
            <a:stCxn id="229" idx="2"/>
            <a:endCxn id="227" idx="4"/>
          </p:cNvCxnSpPr>
          <p:nvPr/>
        </p:nvCxnSpPr>
        <p:spPr>
          <a:xfrm>
            <a:off x="7439937" y="3544259"/>
            <a:ext cx="592764" cy="98531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Star: 5 Points 111">
            <a:extLst>
              <a:ext uri="{FF2B5EF4-FFF2-40B4-BE49-F238E27FC236}">
                <a16:creationId xmlns:a16="http://schemas.microsoft.com/office/drawing/2014/main" id="{5530D8AD-AE72-41A4-91D6-7F45E1131311}"/>
              </a:ext>
            </a:extLst>
          </p:cNvPr>
          <p:cNvSpPr/>
          <p:nvPr/>
        </p:nvSpPr>
        <p:spPr>
          <a:xfrm>
            <a:off x="5361872" y="5707828"/>
            <a:ext cx="475397" cy="475397"/>
          </a:xfrm>
          <a:prstGeom prst="star5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4" name="Star: 5 Points 113">
            <a:extLst>
              <a:ext uri="{FF2B5EF4-FFF2-40B4-BE49-F238E27FC236}">
                <a16:creationId xmlns:a16="http://schemas.microsoft.com/office/drawing/2014/main" id="{948AF843-1276-44BA-8A5E-7A94037F1785}"/>
              </a:ext>
            </a:extLst>
          </p:cNvPr>
          <p:cNvSpPr/>
          <p:nvPr/>
        </p:nvSpPr>
        <p:spPr>
          <a:xfrm>
            <a:off x="3679874" y="4038000"/>
            <a:ext cx="475397" cy="475397"/>
          </a:xfrm>
          <a:prstGeom prst="star5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5" name="Star: 5 Points 114">
            <a:extLst>
              <a:ext uri="{FF2B5EF4-FFF2-40B4-BE49-F238E27FC236}">
                <a16:creationId xmlns:a16="http://schemas.microsoft.com/office/drawing/2014/main" id="{B6CFE890-8FA6-4C83-9DB8-F60F38C045C4}"/>
              </a:ext>
            </a:extLst>
          </p:cNvPr>
          <p:cNvSpPr/>
          <p:nvPr/>
        </p:nvSpPr>
        <p:spPr>
          <a:xfrm>
            <a:off x="8392702" y="2621470"/>
            <a:ext cx="475397" cy="475397"/>
          </a:xfrm>
          <a:prstGeom prst="star5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6" name="Star: 5 Points 115">
            <a:extLst>
              <a:ext uri="{FF2B5EF4-FFF2-40B4-BE49-F238E27FC236}">
                <a16:creationId xmlns:a16="http://schemas.microsoft.com/office/drawing/2014/main" id="{39C4D79B-8511-497A-B21F-78B9C5CB83C5}"/>
              </a:ext>
            </a:extLst>
          </p:cNvPr>
          <p:cNvSpPr/>
          <p:nvPr/>
        </p:nvSpPr>
        <p:spPr>
          <a:xfrm>
            <a:off x="6616183" y="970557"/>
            <a:ext cx="475397" cy="475397"/>
          </a:xfrm>
          <a:prstGeom prst="star5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7" name="Star: 5 Points 116">
            <a:extLst>
              <a:ext uri="{FF2B5EF4-FFF2-40B4-BE49-F238E27FC236}">
                <a16:creationId xmlns:a16="http://schemas.microsoft.com/office/drawing/2014/main" id="{078485B0-870D-447C-BA34-BBF6E642682A}"/>
              </a:ext>
            </a:extLst>
          </p:cNvPr>
          <p:cNvSpPr/>
          <p:nvPr/>
        </p:nvSpPr>
        <p:spPr>
          <a:xfrm>
            <a:off x="7884441" y="4975762"/>
            <a:ext cx="475397" cy="475397"/>
          </a:xfrm>
          <a:prstGeom prst="star5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8" name="Star: 5 Points 117">
            <a:extLst>
              <a:ext uri="{FF2B5EF4-FFF2-40B4-BE49-F238E27FC236}">
                <a16:creationId xmlns:a16="http://schemas.microsoft.com/office/drawing/2014/main" id="{36E1AB41-D23D-4BC1-A098-E8A817BC5B41}"/>
              </a:ext>
            </a:extLst>
          </p:cNvPr>
          <p:cNvSpPr/>
          <p:nvPr/>
        </p:nvSpPr>
        <p:spPr>
          <a:xfrm>
            <a:off x="4163238" y="1466822"/>
            <a:ext cx="475397" cy="475397"/>
          </a:xfrm>
          <a:prstGeom prst="star5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37921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" name="Group 205">
            <a:extLst>
              <a:ext uri="{FF2B5EF4-FFF2-40B4-BE49-F238E27FC236}">
                <a16:creationId xmlns:a16="http://schemas.microsoft.com/office/drawing/2014/main" id="{0729C27D-54CA-455D-9932-072AC0A5347A}"/>
              </a:ext>
            </a:extLst>
          </p:cNvPr>
          <p:cNvGrpSpPr/>
          <p:nvPr/>
        </p:nvGrpSpPr>
        <p:grpSpPr>
          <a:xfrm>
            <a:off x="2671504" y="499922"/>
            <a:ext cx="7143254" cy="6108292"/>
            <a:chOff x="2671504" y="499922"/>
            <a:chExt cx="7143254" cy="6108292"/>
          </a:xfrm>
          <a:solidFill>
            <a:schemeClr val="bg1"/>
          </a:solidFill>
        </p:grpSpPr>
        <p:grpSp>
          <p:nvGrpSpPr>
            <p:cNvPr id="219" name="Group 218">
              <a:extLst>
                <a:ext uri="{FF2B5EF4-FFF2-40B4-BE49-F238E27FC236}">
                  <a16:creationId xmlns:a16="http://schemas.microsoft.com/office/drawing/2014/main" id="{7AAD484F-3565-4BD5-8087-2AA5444B5F49}"/>
                </a:ext>
              </a:extLst>
            </p:cNvPr>
            <p:cNvGrpSpPr/>
            <p:nvPr/>
          </p:nvGrpSpPr>
          <p:grpSpPr>
            <a:xfrm rot="10800000">
              <a:off x="2671504" y="499922"/>
              <a:ext cx="7139489" cy="6100853"/>
              <a:chOff x="1771935" y="2350340"/>
              <a:chExt cx="9177837" cy="6100853"/>
            </a:xfrm>
            <a:grpFill/>
          </p:grpSpPr>
          <p:sp>
            <p:nvSpPr>
              <p:cNvPr id="220" name="Isosceles Triangle 219">
                <a:extLst>
                  <a:ext uri="{FF2B5EF4-FFF2-40B4-BE49-F238E27FC236}">
                    <a16:creationId xmlns:a16="http://schemas.microsoft.com/office/drawing/2014/main" id="{F3769143-D3A1-4629-A85D-2A097C06EB0E}"/>
                  </a:ext>
                </a:extLst>
              </p:cNvPr>
              <p:cNvSpPr/>
              <p:nvPr/>
            </p:nvSpPr>
            <p:spPr>
              <a:xfrm>
                <a:off x="3295935" y="2350340"/>
                <a:ext cx="1524000" cy="1022007"/>
              </a:xfrm>
              <a:prstGeom prst="triangl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21" name="Isosceles Triangle 220">
                <a:extLst>
                  <a:ext uri="{FF2B5EF4-FFF2-40B4-BE49-F238E27FC236}">
                    <a16:creationId xmlns:a16="http://schemas.microsoft.com/office/drawing/2014/main" id="{5A46346B-CCB9-442C-A499-419298A6A8D8}"/>
                  </a:ext>
                </a:extLst>
              </p:cNvPr>
              <p:cNvSpPr/>
              <p:nvPr/>
            </p:nvSpPr>
            <p:spPr>
              <a:xfrm>
                <a:off x="4819935" y="2350340"/>
                <a:ext cx="1524000" cy="1022007"/>
              </a:xfrm>
              <a:prstGeom prst="triangl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22" name="Isosceles Triangle 221">
                <a:extLst>
                  <a:ext uri="{FF2B5EF4-FFF2-40B4-BE49-F238E27FC236}">
                    <a16:creationId xmlns:a16="http://schemas.microsoft.com/office/drawing/2014/main" id="{36241A73-9A1F-457E-A2E6-668E8CB8F608}"/>
                  </a:ext>
                </a:extLst>
              </p:cNvPr>
              <p:cNvSpPr/>
              <p:nvPr/>
            </p:nvSpPr>
            <p:spPr>
              <a:xfrm>
                <a:off x="6343936" y="2350340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23" name="Isosceles Triangle 222">
                <a:extLst>
                  <a:ext uri="{FF2B5EF4-FFF2-40B4-BE49-F238E27FC236}">
                    <a16:creationId xmlns:a16="http://schemas.microsoft.com/office/drawing/2014/main" id="{F3E7FC4A-48EB-4E1A-938C-207509B03262}"/>
                  </a:ext>
                </a:extLst>
              </p:cNvPr>
              <p:cNvSpPr/>
              <p:nvPr/>
            </p:nvSpPr>
            <p:spPr>
              <a:xfrm>
                <a:off x="7867936" y="2350340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24" name="Isosceles Triangle 223">
                <a:extLst>
                  <a:ext uri="{FF2B5EF4-FFF2-40B4-BE49-F238E27FC236}">
                    <a16:creationId xmlns:a16="http://schemas.microsoft.com/office/drawing/2014/main" id="{3E9193DB-F7F4-4F48-A0D1-177178A87824}"/>
                  </a:ext>
                </a:extLst>
              </p:cNvPr>
              <p:cNvSpPr/>
              <p:nvPr/>
            </p:nvSpPr>
            <p:spPr>
              <a:xfrm>
                <a:off x="5581936" y="3399532"/>
                <a:ext cx="1524000" cy="1022007"/>
              </a:xfrm>
              <a:prstGeom prst="triangl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25" name="Isosceles Triangle 224">
                <a:extLst>
                  <a:ext uri="{FF2B5EF4-FFF2-40B4-BE49-F238E27FC236}">
                    <a16:creationId xmlns:a16="http://schemas.microsoft.com/office/drawing/2014/main" id="{3E478A7E-ED42-4138-AB8F-6FAEE6563233}"/>
                  </a:ext>
                </a:extLst>
              </p:cNvPr>
              <p:cNvSpPr/>
              <p:nvPr/>
            </p:nvSpPr>
            <p:spPr>
              <a:xfrm>
                <a:off x="7105936" y="3399532"/>
                <a:ext cx="1524000" cy="1022007"/>
              </a:xfrm>
              <a:prstGeom prst="triangl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26" name="Isosceles Triangle 225">
                <a:extLst>
                  <a:ext uri="{FF2B5EF4-FFF2-40B4-BE49-F238E27FC236}">
                    <a16:creationId xmlns:a16="http://schemas.microsoft.com/office/drawing/2014/main" id="{B42ADE96-58A5-4AA2-B98E-240879638B73}"/>
                  </a:ext>
                </a:extLst>
              </p:cNvPr>
              <p:cNvSpPr/>
              <p:nvPr/>
            </p:nvSpPr>
            <p:spPr>
              <a:xfrm>
                <a:off x="8629937" y="3399532"/>
                <a:ext cx="1524000" cy="1022007"/>
              </a:xfrm>
              <a:prstGeom prst="triangl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27" name="Isosceles Triangle 226">
                <a:extLst>
                  <a:ext uri="{FF2B5EF4-FFF2-40B4-BE49-F238E27FC236}">
                    <a16:creationId xmlns:a16="http://schemas.microsoft.com/office/drawing/2014/main" id="{92A6F80F-30C1-4ED8-B40E-4FA7553D09CE}"/>
                  </a:ext>
                </a:extLst>
              </p:cNvPr>
              <p:cNvSpPr/>
              <p:nvPr/>
            </p:nvSpPr>
            <p:spPr>
              <a:xfrm>
                <a:off x="2533935" y="3399532"/>
                <a:ext cx="1524000" cy="1022007"/>
              </a:xfrm>
              <a:prstGeom prst="triangl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28" name="Isosceles Triangle 227">
                <a:extLst>
                  <a:ext uri="{FF2B5EF4-FFF2-40B4-BE49-F238E27FC236}">
                    <a16:creationId xmlns:a16="http://schemas.microsoft.com/office/drawing/2014/main" id="{5351A5F9-4310-4A6F-B363-5782C70D069B}"/>
                  </a:ext>
                </a:extLst>
              </p:cNvPr>
              <p:cNvSpPr/>
              <p:nvPr/>
            </p:nvSpPr>
            <p:spPr>
              <a:xfrm>
                <a:off x="4057935" y="3399532"/>
                <a:ext cx="1524000" cy="1022007"/>
              </a:xfrm>
              <a:prstGeom prst="triangl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29" name="Isosceles Triangle 228">
                <a:extLst>
                  <a:ext uri="{FF2B5EF4-FFF2-40B4-BE49-F238E27FC236}">
                    <a16:creationId xmlns:a16="http://schemas.microsoft.com/office/drawing/2014/main" id="{263292F3-BFE8-4555-869D-2EB5FF91F85D}"/>
                  </a:ext>
                </a:extLst>
              </p:cNvPr>
              <p:cNvSpPr/>
              <p:nvPr/>
            </p:nvSpPr>
            <p:spPr>
              <a:xfrm>
                <a:off x="4819935" y="4384849"/>
                <a:ext cx="1524000" cy="1022007"/>
              </a:xfrm>
              <a:prstGeom prst="triangl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30" name="Isosceles Triangle 229">
                <a:extLst>
                  <a:ext uri="{FF2B5EF4-FFF2-40B4-BE49-F238E27FC236}">
                    <a16:creationId xmlns:a16="http://schemas.microsoft.com/office/drawing/2014/main" id="{A0158001-08ED-49B0-9F95-0F374D5FA626}"/>
                  </a:ext>
                </a:extLst>
              </p:cNvPr>
              <p:cNvSpPr/>
              <p:nvPr/>
            </p:nvSpPr>
            <p:spPr>
              <a:xfrm>
                <a:off x="6343936" y="4384849"/>
                <a:ext cx="1524000" cy="1022007"/>
              </a:xfrm>
              <a:prstGeom prst="triangl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31" name="Isosceles Triangle 230">
                <a:extLst>
                  <a:ext uri="{FF2B5EF4-FFF2-40B4-BE49-F238E27FC236}">
                    <a16:creationId xmlns:a16="http://schemas.microsoft.com/office/drawing/2014/main" id="{5803ED1A-AEC6-4521-ADC5-96C6410CB2FD}"/>
                  </a:ext>
                </a:extLst>
              </p:cNvPr>
              <p:cNvSpPr/>
              <p:nvPr/>
            </p:nvSpPr>
            <p:spPr>
              <a:xfrm>
                <a:off x="7867936" y="438484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32" name="Isosceles Triangle 231">
                <a:extLst>
                  <a:ext uri="{FF2B5EF4-FFF2-40B4-BE49-F238E27FC236}">
                    <a16:creationId xmlns:a16="http://schemas.microsoft.com/office/drawing/2014/main" id="{1273F915-89BE-4C5F-A0BE-3C7FB44E85A5}"/>
                  </a:ext>
                </a:extLst>
              </p:cNvPr>
              <p:cNvSpPr/>
              <p:nvPr/>
            </p:nvSpPr>
            <p:spPr>
              <a:xfrm>
                <a:off x="1771935" y="438484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33" name="Isosceles Triangle 232">
                <a:extLst>
                  <a:ext uri="{FF2B5EF4-FFF2-40B4-BE49-F238E27FC236}">
                    <a16:creationId xmlns:a16="http://schemas.microsoft.com/office/drawing/2014/main" id="{371B00F7-2CE0-4ED3-A203-22C9AAE00A15}"/>
                  </a:ext>
                </a:extLst>
              </p:cNvPr>
              <p:cNvSpPr/>
              <p:nvPr/>
            </p:nvSpPr>
            <p:spPr>
              <a:xfrm>
                <a:off x="3295935" y="438484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34" name="Isosceles Triangle 233">
                <a:extLst>
                  <a:ext uri="{FF2B5EF4-FFF2-40B4-BE49-F238E27FC236}">
                    <a16:creationId xmlns:a16="http://schemas.microsoft.com/office/drawing/2014/main" id="{DC8B2EFE-75B9-4563-BC5A-094498B28D23}"/>
                  </a:ext>
                </a:extLst>
              </p:cNvPr>
              <p:cNvSpPr/>
              <p:nvPr/>
            </p:nvSpPr>
            <p:spPr>
              <a:xfrm>
                <a:off x="9425772" y="438484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35" name="Isosceles Triangle 234">
                <a:extLst>
                  <a:ext uri="{FF2B5EF4-FFF2-40B4-BE49-F238E27FC236}">
                    <a16:creationId xmlns:a16="http://schemas.microsoft.com/office/drawing/2014/main" id="{8A47AE66-77D5-4E37-B1C7-A8B6F33A3D0D}"/>
                  </a:ext>
                </a:extLst>
              </p:cNvPr>
              <p:cNvSpPr/>
              <p:nvPr/>
            </p:nvSpPr>
            <p:spPr>
              <a:xfrm>
                <a:off x="4086934" y="537449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36" name="Isosceles Triangle 235">
                <a:extLst>
                  <a:ext uri="{FF2B5EF4-FFF2-40B4-BE49-F238E27FC236}">
                    <a16:creationId xmlns:a16="http://schemas.microsoft.com/office/drawing/2014/main" id="{D30274CC-9590-45B7-8225-FA7191EA056B}"/>
                  </a:ext>
                </a:extLst>
              </p:cNvPr>
              <p:cNvSpPr/>
              <p:nvPr/>
            </p:nvSpPr>
            <p:spPr>
              <a:xfrm>
                <a:off x="5610931" y="5374499"/>
                <a:ext cx="1524000" cy="1022007"/>
              </a:xfrm>
              <a:prstGeom prst="triangl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37" name="Isosceles Triangle 236">
                <a:extLst>
                  <a:ext uri="{FF2B5EF4-FFF2-40B4-BE49-F238E27FC236}">
                    <a16:creationId xmlns:a16="http://schemas.microsoft.com/office/drawing/2014/main" id="{379B0A65-C914-4087-8C78-4D35960DA7F8}"/>
                  </a:ext>
                </a:extLst>
              </p:cNvPr>
              <p:cNvSpPr/>
              <p:nvPr/>
            </p:nvSpPr>
            <p:spPr>
              <a:xfrm>
                <a:off x="7134933" y="537449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38" name="Isosceles Triangle 237">
                <a:extLst>
                  <a:ext uri="{FF2B5EF4-FFF2-40B4-BE49-F238E27FC236}">
                    <a16:creationId xmlns:a16="http://schemas.microsoft.com/office/drawing/2014/main" id="{410AE433-3CFF-43D8-B11A-B231D7C3129E}"/>
                  </a:ext>
                </a:extLst>
              </p:cNvPr>
              <p:cNvSpPr/>
              <p:nvPr/>
            </p:nvSpPr>
            <p:spPr>
              <a:xfrm>
                <a:off x="2562932" y="537449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39" name="Isosceles Triangle 238">
                <a:extLst>
                  <a:ext uri="{FF2B5EF4-FFF2-40B4-BE49-F238E27FC236}">
                    <a16:creationId xmlns:a16="http://schemas.microsoft.com/office/drawing/2014/main" id="{19F2B8DE-D3C3-4165-8A10-51895F6873AE}"/>
                  </a:ext>
                </a:extLst>
              </p:cNvPr>
              <p:cNvSpPr/>
              <p:nvPr/>
            </p:nvSpPr>
            <p:spPr>
              <a:xfrm>
                <a:off x="8692769" y="537449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41" name="Isosceles Triangle 240">
                <a:extLst>
                  <a:ext uri="{FF2B5EF4-FFF2-40B4-BE49-F238E27FC236}">
                    <a16:creationId xmlns:a16="http://schemas.microsoft.com/office/drawing/2014/main" id="{72D8AF6C-2908-4490-939C-752371E6F45B}"/>
                  </a:ext>
                </a:extLst>
              </p:cNvPr>
              <p:cNvSpPr/>
              <p:nvPr/>
            </p:nvSpPr>
            <p:spPr>
              <a:xfrm>
                <a:off x="3295940" y="6399981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42" name="Isosceles Triangle 241">
                <a:extLst>
                  <a:ext uri="{FF2B5EF4-FFF2-40B4-BE49-F238E27FC236}">
                    <a16:creationId xmlns:a16="http://schemas.microsoft.com/office/drawing/2014/main" id="{4CB2961F-FB32-4E72-8A38-D63A7ABAECF1}"/>
                  </a:ext>
                </a:extLst>
              </p:cNvPr>
              <p:cNvSpPr/>
              <p:nvPr/>
            </p:nvSpPr>
            <p:spPr>
              <a:xfrm>
                <a:off x="4819936" y="6399981"/>
                <a:ext cx="1524000" cy="1022007"/>
              </a:xfrm>
              <a:prstGeom prst="triangl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43" name="Isosceles Triangle 242">
                <a:extLst>
                  <a:ext uri="{FF2B5EF4-FFF2-40B4-BE49-F238E27FC236}">
                    <a16:creationId xmlns:a16="http://schemas.microsoft.com/office/drawing/2014/main" id="{4782966E-E12E-4326-B68B-96CC1B199C5F}"/>
                  </a:ext>
                </a:extLst>
              </p:cNvPr>
              <p:cNvSpPr/>
              <p:nvPr/>
            </p:nvSpPr>
            <p:spPr>
              <a:xfrm>
                <a:off x="6343937" y="6399981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44" name="Isosceles Triangle 243">
                <a:extLst>
                  <a:ext uri="{FF2B5EF4-FFF2-40B4-BE49-F238E27FC236}">
                    <a16:creationId xmlns:a16="http://schemas.microsoft.com/office/drawing/2014/main" id="{4A3EC4F8-36D5-4020-A125-D0F76A6B1460}"/>
                  </a:ext>
                </a:extLst>
              </p:cNvPr>
              <p:cNvSpPr/>
              <p:nvPr/>
            </p:nvSpPr>
            <p:spPr>
              <a:xfrm>
                <a:off x="7901773" y="6399981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45" name="Isosceles Triangle 244">
                <a:extLst>
                  <a:ext uri="{FF2B5EF4-FFF2-40B4-BE49-F238E27FC236}">
                    <a16:creationId xmlns:a16="http://schemas.microsoft.com/office/drawing/2014/main" id="{274B5542-22AA-4454-BB7E-8AB8B5CF7C47}"/>
                  </a:ext>
                </a:extLst>
              </p:cNvPr>
              <p:cNvSpPr/>
              <p:nvPr/>
            </p:nvSpPr>
            <p:spPr>
              <a:xfrm>
                <a:off x="4057936" y="7429186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46" name="Isosceles Triangle 245">
                <a:extLst>
                  <a:ext uri="{FF2B5EF4-FFF2-40B4-BE49-F238E27FC236}">
                    <a16:creationId xmlns:a16="http://schemas.microsoft.com/office/drawing/2014/main" id="{544CFEE9-9DFB-4D9E-B6F8-A9A181AD86DF}"/>
                  </a:ext>
                </a:extLst>
              </p:cNvPr>
              <p:cNvSpPr/>
              <p:nvPr/>
            </p:nvSpPr>
            <p:spPr>
              <a:xfrm>
                <a:off x="5581935" y="7429186"/>
                <a:ext cx="1524000" cy="1022007"/>
              </a:xfrm>
              <a:prstGeom prst="triangl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47" name="Isosceles Triangle 246">
                <a:extLst>
                  <a:ext uri="{FF2B5EF4-FFF2-40B4-BE49-F238E27FC236}">
                    <a16:creationId xmlns:a16="http://schemas.microsoft.com/office/drawing/2014/main" id="{1A5C3A04-704E-4753-AB2A-FCB1DAE754AA}"/>
                  </a:ext>
                </a:extLst>
              </p:cNvPr>
              <p:cNvSpPr/>
              <p:nvPr/>
            </p:nvSpPr>
            <p:spPr>
              <a:xfrm>
                <a:off x="7139771" y="7429186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951AA24E-2FD7-46B7-83C9-08A2AEDADD35}"/>
                </a:ext>
              </a:extLst>
            </p:cNvPr>
            <p:cNvGrpSpPr/>
            <p:nvPr/>
          </p:nvGrpSpPr>
          <p:grpSpPr>
            <a:xfrm>
              <a:off x="2675269" y="507361"/>
              <a:ext cx="7139489" cy="6100853"/>
              <a:chOff x="1771937" y="2350340"/>
              <a:chExt cx="9177837" cy="6100853"/>
            </a:xfrm>
            <a:grpFill/>
          </p:grpSpPr>
          <p:sp>
            <p:nvSpPr>
              <p:cNvPr id="11" name="Isosceles Triangle 10">
                <a:extLst>
                  <a:ext uri="{FF2B5EF4-FFF2-40B4-BE49-F238E27FC236}">
                    <a16:creationId xmlns:a16="http://schemas.microsoft.com/office/drawing/2014/main" id="{2B0DC58B-F4A1-4F96-A73E-68195804BDAF}"/>
                  </a:ext>
                </a:extLst>
              </p:cNvPr>
              <p:cNvSpPr/>
              <p:nvPr/>
            </p:nvSpPr>
            <p:spPr>
              <a:xfrm>
                <a:off x="3295937" y="2350340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" name="Isosceles Triangle 11">
                <a:extLst>
                  <a:ext uri="{FF2B5EF4-FFF2-40B4-BE49-F238E27FC236}">
                    <a16:creationId xmlns:a16="http://schemas.microsoft.com/office/drawing/2014/main" id="{1BF55D40-BCCF-4E2F-A4ED-C8DDF58E96D5}"/>
                  </a:ext>
                </a:extLst>
              </p:cNvPr>
              <p:cNvSpPr/>
              <p:nvPr/>
            </p:nvSpPr>
            <p:spPr>
              <a:xfrm>
                <a:off x="4819937" y="2350340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" name="Isosceles Triangle 13">
                <a:extLst>
                  <a:ext uri="{FF2B5EF4-FFF2-40B4-BE49-F238E27FC236}">
                    <a16:creationId xmlns:a16="http://schemas.microsoft.com/office/drawing/2014/main" id="{0E3CD2A7-7CB9-4F6C-ABAA-E6A5D2C63B61}"/>
                  </a:ext>
                </a:extLst>
              </p:cNvPr>
              <p:cNvSpPr/>
              <p:nvPr/>
            </p:nvSpPr>
            <p:spPr>
              <a:xfrm>
                <a:off x="6343938" y="2350340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" name="Isosceles Triangle 14">
                <a:extLst>
                  <a:ext uri="{FF2B5EF4-FFF2-40B4-BE49-F238E27FC236}">
                    <a16:creationId xmlns:a16="http://schemas.microsoft.com/office/drawing/2014/main" id="{9430A2DE-312F-472D-A30F-E7558A2B8960}"/>
                  </a:ext>
                </a:extLst>
              </p:cNvPr>
              <p:cNvSpPr/>
              <p:nvPr/>
            </p:nvSpPr>
            <p:spPr>
              <a:xfrm>
                <a:off x="7867938" y="2350340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4" name="Isosceles Triangle 63">
                <a:extLst>
                  <a:ext uri="{FF2B5EF4-FFF2-40B4-BE49-F238E27FC236}">
                    <a16:creationId xmlns:a16="http://schemas.microsoft.com/office/drawing/2014/main" id="{73E17E59-C387-442F-A703-377D783B3449}"/>
                  </a:ext>
                </a:extLst>
              </p:cNvPr>
              <p:cNvSpPr/>
              <p:nvPr/>
            </p:nvSpPr>
            <p:spPr>
              <a:xfrm>
                <a:off x="5581938" y="3399532"/>
                <a:ext cx="1524000" cy="1022007"/>
              </a:xfrm>
              <a:prstGeom prst="triangl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5" name="Isosceles Triangle 64">
                <a:extLst>
                  <a:ext uri="{FF2B5EF4-FFF2-40B4-BE49-F238E27FC236}">
                    <a16:creationId xmlns:a16="http://schemas.microsoft.com/office/drawing/2014/main" id="{F3D01B28-2809-4767-81D1-459F520CF2A4}"/>
                  </a:ext>
                </a:extLst>
              </p:cNvPr>
              <p:cNvSpPr/>
              <p:nvPr/>
            </p:nvSpPr>
            <p:spPr>
              <a:xfrm>
                <a:off x="7105938" y="3399532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6" name="Isosceles Triangle 65">
                <a:extLst>
                  <a:ext uri="{FF2B5EF4-FFF2-40B4-BE49-F238E27FC236}">
                    <a16:creationId xmlns:a16="http://schemas.microsoft.com/office/drawing/2014/main" id="{5AA1F757-9B98-44B9-B527-8F6814370199}"/>
                  </a:ext>
                </a:extLst>
              </p:cNvPr>
              <p:cNvSpPr/>
              <p:nvPr/>
            </p:nvSpPr>
            <p:spPr>
              <a:xfrm>
                <a:off x="8629938" y="3399532"/>
                <a:ext cx="1524000" cy="1022007"/>
              </a:xfrm>
              <a:prstGeom prst="triangl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7" name="Isosceles Triangle 66">
                <a:extLst>
                  <a:ext uri="{FF2B5EF4-FFF2-40B4-BE49-F238E27FC236}">
                    <a16:creationId xmlns:a16="http://schemas.microsoft.com/office/drawing/2014/main" id="{DF454BFE-BB57-4988-9E88-B1223404FC46}"/>
                  </a:ext>
                </a:extLst>
              </p:cNvPr>
              <p:cNvSpPr/>
              <p:nvPr/>
            </p:nvSpPr>
            <p:spPr>
              <a:xfrm>
                <a:off x="2533937" y="3399532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68" name="Isosceles Triangle 67">
                <a:extLst>
                  <a:ext uri="{FF2B5EF4-FFF2-40B4-BE49-F238E27FC236}">
                    <a16:creationId xmlns:a16="http://schemas.microsoft.com/office/drawing/2014/main" id="{AEBF8538-A882-4955-A093-20DB77214FD8}"/>
                  </a:ext>
                </a:extLst>
              </p:cNvPr>
              <p:cNvSpPr/>
              <p:nvPr/>
            </p:nvSpPr>
            <p:spPr>
              <a:xfrm>
                <a:off x="4057937" y="3399532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60" name="Isosceles Triangle 259">
                <a:extLst>
                  <a:ext uri="{FF2B5EF4-FFF2-40B4-BE49-F238E27FC236}">
                    <a16:creationId xmlns:a16="http://schemas.microsoft.com/office/drawing/2014/main" id="{E8092E16-1D3B-44E1-A1C2-9CB5B059E539}"/>
                  </a:ext>
                </a:extLst>
              </p:cNvPr>
              <p:cNvSpPr/>
              <p:nvPr/>
            </p:nvSpPr>
            <p:spPr>
              <a:xfrm>
                <a:off x="4819937" y="4384849"/>
                <a:ext cx="1524000" cy="1022007"/>
              </a:xfrm>
              <a:prstGeom prst="triangl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61" name="Isosceles Triangle 260">
                <a:extLst>
                  <a:ext uri="{FF2B5EF4-FFF2-40B4-BE49-F238E27FC236}">
                    <a16:creationId xmlns:a16="http://schemas.microsoft.com/office/drawing/2014/main" id="{8F321981-9827-4FFD-8F1D-C939FE670C5F}"/>
                  </a:ext>
                </a:extLst>
              </p:cNvPr>
              <p:cNvSpPr/>
              <p:nvPr/>
            </p:nvSpPr>
            <p:spPr>
              <a:xfrm>
                <a:off x="6343938" y="4384849"/>
                <a:ext cx="1524000" cy="1022007"/>
              </a:xfrm>
              <a:prstGeom prst="triangl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62" name="Isosceles Triangle 261">
                <a:extLst>
                  <a:ext uri="{FF2B5EF4-FFF2-40B4-BE49-F238E27FC236}">
                    <a16:creationId xmlns:a16="http://schemas.microsoft.com/office/drawing/2014/main" id="{601C09DF-D430-4B29-B35B-C121EA70BF7C}"/>
                  </a:ext>
                </a:extLst>
              </p:cNvPr>
              <p:cNvSpPr/>
              <p:nvPr/>
            </p:nvSpPr>
            <p:spPr>
              <a:xfrm>
                <a:off x="7867938" y="4384849"/>
                <a:ext cx="1524000" cy="1022007"/>
              </a:xfrm>
              <a:prstGeom prst="triangl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63" name="Isosceles Triangle 262">
                <a:extLst>
                  <a:ext uri="{FF2B5EF4-FFF2-40B4-BE49-F238E27FC236}">
                    <a16:creationId xmlns:a16="http://schemas.microsoft.com/office/drawing/2014/main" id="{6ABFDABC-52A0-4AC6-AE71-3DE0DA886A24}"/>
                  </a:ext>
                </a:extLst>
              </p:cNvPr>
              <p:cNvSpPr/>
              <p:nvPr/>
            </p:nvSpPr>
            <p:spPr>
              <a:xfrm>
                <a:off x="1771937" y="438484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64" name="Isosceles Triangle 263">
                <a:extLst>
                  <a:ext uri="{FF2B5EF4-FFF2-40B4-BE49-F238E27FC236}">
                    <a16:creationId xmlns:a16="http://schemas.microsoft.com/office/drawing/2014/main" id="{F416C430-1FB4-49FB-B7D0-44535873BFC6}"/>
                  </a:ext>
                </a:extLst>
              </p:cNvPr>
              <p:cNvSpPr/>
              <p:nvPr/>
            </p:nvSpPr>
            <p:spPr>
              <a:xfrm>
                <a:off x="3295937" y="438484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65" name="Isosceles Triangle 264">
                <a:extLst>
                  <a:ext uri="{FF2B5EF4-FFF2-40B4-BE49-F238E27FC236}">
                    <a16:creationId xmlns:a16="http://schemas.microsoft.com/office/drawing/2014/main" id="{59A99689-155F-489A-BCE4-0AEF2F20DBDE}"/>
                  </a:ext>
                </a:extLst>
              </p:cNvPr>
              <p:cNvSpPr/>
              <p:nvPr/>
            </p:nvSpPr>
            <p:spPr>
              <a:xfrm>
                <a:off x="9425774" y="438484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70" name="Isosceles Triangle 269">
                <a:extLst>
                  <a:ext uri="{FF2B5EF4-FFF2-40B4-BE49-F238E27FC236}">
                    <a16:creationId xmlns:a16="http://schemas.microsoft.com/office/drawing/2014/main" id="{77C4A832-18C6-4937-B45A-7DA3E30F2B89}"/>
                  </a:ext>
                </a:extLst>
              </p:cNvPr>
              <p:cNvSpPr/>
              <p:nvPr/>
            </p:nvSpPr>
            <p:spPr>
              <a:xfrm>
                <a:off x="4086936" y="5374499"/>
                <a:ext cx="1524000" cy="1022007"/>
              </a:xfrm>
              <a:prstGeom prst="triangl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71" name="Isosceles Triangle 270">
                <a:extLst>
                  <a:ext uri="{FF2B5EF4-FFF2-40B4-BE49-F238E27FC236}">
                    <a16:creationId xmlns:a16="http://schemas.microsoft.com/office/drawing/2014/main" id="{C2A5265F-EA95-4EF6-9F88-4A73326CB6B4}"/>
                  </a:ext>
                </a:extLst>
              </p:cNvPr>
              <p:cNvSpPr/>
              <p:nvPr/>
            </p:nvSpPr>
            <p:spPr>
              <a:xfrm>
                <a:off x="5610933" y="5374499"/>
                <a:ext cx="1524000" cy="1022007"/>
              </a:xfrm>
              <a:prstGeom prst="triangl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72" name="Isosceles Triangle 271">
                <a:extLst>
                  <a:ext uri="{FF2B5EF4-FFF2-40B4-BE49-F238E27FC236}">
                    <a16:creationId xmlns:a16="http://schemas.microsoft.com/office/drawing/2014/main" id="{21AC2681-89D7-4C2B-8AA4-F3D4B6FE8366}"/>
                  </a:ext>
                </a:extLst>
              </p:cNvPr>
              <p:cNvSpPr/>
              <p:nvPr/>
            </p:nvSpPr>
            <p:spPr>
              <a:xfrm>
                <a:off x="7134935" y="5374499"/>
                <a:ext cx="1524000" cy="1022007"/>
              </a:xfrm>
              <a:prstGeom prst="triangl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74" name="Isosceles Triangle 273">
                <a:extLst>
                  <a:ext uri="{FF2B5EF4-FFF2-40B4-BE49-F238E27FC236}">
                    <a16:creationId xmlns:a16="http://schemas.microsoft.com/office/drawing/2014/main" id="{578C3095-5033-4319-91AD-A8BD0F3EC64D}"/>
                  </a:ext>
                </a:extLst>
              </p:cNvPr>
              <p:cNvSpPr/>
              <p:nvPr/>
            </p:nvSpPr>
            <p:spPr>
              <a:xfrm>
                <a:off x="2562934" y="537449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75" name="Isosceles Triangle 274">
                <a:extLst>
                  <a:ext uri="{FF2B5EF4-FFF2-40B4-BE49-F238E27FC236}">
                    <a16:creationId xmlns:a16="http://schemas.microsoft.com/office/drawing/2014/main" id="{3E60D73F-CA6B-4AB8-8AD3-A5692F8E1722}"/>
                  </a:ext>
                </a:extLst>
              </p:cNvPr>
              <p:cNvSpPr/>
              <p:nvPr/>
            </p:nvSpPr>
            <p:spPr>
              <a:xfrm>
                <a:off x="8692771" y="537449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3" name="Isosceles Triangle 102">
                <a:extLst>
                  <a:ext uri="{FF2B5EF4-FFF2-40B4-BE49-F238E27FC236}">
                    <a16:creationId xmlns:a16="http://schemas.microsoft.com/office/drawing/2014/main" id="{D369E95A-FADB-4BC7-85C9-C86BD45D0A3C}"/>
                  </a:ext>
                </a:extLst>
              </p:cNvPr>
              <p:cNvSpPr/>
              <p:nvPr/>
            </p:nvSpPr>
            <p:spPr>
              <a:xfrm>
                <a:off x="3295938" y="6399981"/>
                <a:ext cx="1524000" cy="1022007"/>
              </a:xfrm>
              <a:prstGeom prst="triangl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" name="Isosceles Triangle 103">
                <a:extLst>
                  <a:ext uri="{FF2B5EF4-FFF2-40B4-BE49-F238E27FC236}">
                    <a16:creationId xmlns:a16="http://schemas.microsoft.com/office/drawing/2014/main" id="{5F20559F-BC9E-4C4E-9B2F-6BEEA71F3E8C}"/>
                  </a:ext>
                </a:extLst>
              </p:cNvPr>
              <p:cNvSpPr/>
              <p:nvPr/>
            </p:nvSpPr>
            <p:spPr>
              <a:xfrm>
                <a:off x="4819937" y="6399981"/>
                <a:ext cx="1524000" cy="1022007"/>
              </a:xfrm>
              <a:prstGeom prst="triangl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" name="Isosceles Triangle 104">
                <a:extLst>
                  <a:ext uri="{FF2B5EF4-FFF2-40B4-BE49-F238E27FC236}">
                    <a16:creationId xmlns:a16="http://schemas.microsoft.com/office/drawing/2014/main" id="{D54D1868-290F-4FAD-8D97-1CA991C21794}"/>
                  </a:ext>
                </a:extLst>
              </p:cNvPr>
              <p:cNvSpPr/>
              <p:nvPr/>
            </p:nvSpPr>
            <p:spPr>
              <a:xfrm>
                <a:off x="6343938" y="6399981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" name="Isosceles Triangle 107">
                <a:extLst>
                  <a:ext uri="{FF2B5EF4-FFF2-40B4-BE49-F238E27FC236}">
                    <a16:creationId xmlns:a16="http://schemas.microsoft.com/office/drawing/2014/main" id="{36505343-614E-47EB-AA3B-F89D6A14874E}"/>
                  </a:ext>
                </a:extLst>
              </p:cNvPr>
              <p:cNvSpPr/>
              <p:nvPr/>
            </p:nvSpPr>
            <p:spPr>
              <a:xfrm>
                <a:off x="7901774" y="6399981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" name="Isosceles Triangle 124">
                <a:extLst>
                  <a:ext uri="{FF2B5EF4-FFF2-40B4-BE49-F238E27FC236}">
                    <a16:creationId xmlns:a16="http://schemas.microsoft.com/office/drawing/2014/main" id="{E76C4A5D-F5A4-4A67-A536-6E400794BE86}"/>
                  </a:ext>
                </a:extLst>
              </p:cNvPr>
              <p:cNvSpPr/>
              <p:nvPr/>
            </p:nvSpPr>
            <p:spPr>
              <a:xfrm>
                <a:off x="4057936" y="7429186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" name="Isosceles Triangle 125">
                <a:extLst>
                  <a:ext uri="{FF2B5EF4-FFF2-40B4-BE49-F238E27FC236}">
                    <a16:creationId xmlns:a16="http://schemas.microsoft.com/office/drawing/2014/main" id="{021B7F33-70EA-432F-A34C-15C797761B37}"/>
                  </a:ext>
                </a:extLst>
              </p:cNvPr>
              <p:cNvSpPr/>
              <p:nvPr/>
            </p:nvSpPr>
            <p:spPr>
              <a:xfrm>
                <a:off x="5581934" y="7429186"/>
                <a:ext cx="1524000" cy="1022007"/>
              </a:xfrm>
              <a:prstGeom prst="triangl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9" name="Isosceles Triangle 128">
                <a:extLst>
                  <a:ext uri="{FF2B5EF4-FFF2-40B4-BE49-F238E27FC236}">
                    <a16:creationId xmlns:a16="http://schemas.microsoft.com/office/drawing/2014/main" id="{928113B8-3CFF-4A71-B31E-198AA29391A4}"/>
                  </a:ext>
                </a:extLst>
              </p:cNvPr>
              <p:cNvSpPr/>
              <p:nvPr/>
            </p:nvSpPr>
            <p:spPr>
              <a:xfrm>
                <a:off x="7139770" y="7429186"/>
                <a:ext cx="1524000" cy="1022007"/>
              </a:xfrm>
              <a:prstGeom prst="triangl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</p:grp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CC733E1-C5E4-451E-B7F8-19D4FEF65F91}"/>
              </a:ext>
            </a:extLst>
          </p:cNvPr>
          <p:cNvCxnSpPr>
            <a:cxnSpLocks/>
            <a:endCxn id="15" idx="0"/>
          </p:cNvCxnSpPr>
          <p:nvPr/>
        </p:nvCxnSpPr>
        <p:spPr>
          <a:xfrm flipH="1" flipV="1">
            <a:off x="8010145" y="507361"/>
            <a:ext cx="1800848" cy="302415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D4B1D81D-1245-4064-A7CB-05B875E18B07}"/>
              </a:ext>
            </a:extLst>
          </p:cNvPr>
          <p:cNvCxnSpPr>
            <a:cxnSpLocks/>
            <a:stCxn id="11" idx="0"/>
            <a:endCxn id="263" idx="2"/>
          </p:cNvCxnSpPr>
          <p:nvPr/>
        </p:nvCxnSpPr>
        <p:spPr>
          <a:xfrm flipH="1">
            <a:off x="2675269" y="507361"/>
            <a:ext cx="1778292" cy="305651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A81AF06A-9174-4C13-A78C-0B5DD6ADDD26}"/>
              </a:ext>
            </a:extLst>
          </p:cNvPr>
          <p:cNvCxnSpPr>
            <a:cxnSpLocks/>
          </p:cNvCxnSpPr>
          <p:nvPr/>
        </p:nvCxnSpPr>
        <p:spPr>
          <a:xfrm>
            <a:off x="10430605" y="861339"/>
            <a:ext cx="0" cy="1498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Star: 5 Points 217">
            <a:extLst>
              <a:ext uri="{FF2B5EF4-FFF2-40B4-BE49-F238E27FC236}">
                <a16:creationId xmlns:a16="http://schemas.microsoft.com/office/drawing/2014/main" id="{DE4F382A-1463-4812-A7AB-CA477B1FC500}"/>
              </a:ext>
            </a:extLst>
          </p:cNvPr>
          <p:cNvSpPr/>
          <p:nvPr/>
        </p:nvSpPr>
        <p:spPr>
          <a:xfrm>
            <a:off x="854123" y="4429697"/>
            <a:ext cx="475397" cy="475397"/>
          </a:xfrm>
          <a:prstGeom prst="star5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338" name="Straight Connector 337">
            <a:extLst>
              <a:ext uri="{FF2B5EF4-FFF2-40B4-BE49-F238E27FC236}">
                <a16:creationId xmlns:a16="http://schemas.microsoft.com/office/drawing/2014/main" id="{335F0C02-52F7-4457-921D-44C5191B27DD}"/>
              </a:ext>
            </a:extLst>
          </p:cNvPr>
          <p:cNvCxnSpPr>
            <a:cxnSpLocks/>
            <a:stCxn id="125" idx="2"/>
            <a:endCxn id="263" idx="2"/>
          </p:cNvCxnSpPr>
          <p:nvPr/>
        </p:nvCxnSpPr>
        <p:spPr>
          <a:xfrm flipH="1" flipV="1">
            <a:off x="2675269" y="3563877"/>
            <a:ext cx="1778293" cy="304433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Straight Connector 369">
            <a:extLst>
              <a:ext uri="{FF2B5EF4-FFF2-40B4-BE49-F238E27FC236}">
                <a16:creationId xmlns:a16="http://schemas.microsoft.com/office/drawing/2014/main" id="{06E44A13-70EE-415E-B8F9-B62D0B43AFE4}"/>
              </a:ext>
            </a:extLst>
          </p:cNvPr>
          <p:cNvCxnSpPr>
            <a:cxnSpLocks/>
          </p:cNvCxnSpPr>
          <p:nvPr/>
        </p:nvCxnSpPr>
        <p:spPr>
          <a:xfrm>
            <a:off x="8878153" y="-2630519"/>
            <a:ext cx="5884163" cy="10026026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Star: 5 Points 62">
            <a:extLst>
              <a:ext uri="{FF2B5EF4-FFF2-40B4-BE49-F238E27FC236}">
                <a16:creationId xmlns:a16="http://schemas.microsoft.com/office/drawing/2014/main" id="{B9C560D1-0797-410B-94C4-EFE5353062EA}"/>
              </a:ext>
            </a:extLst>
          </p:cNvPr>
          <p:cNvSpPr/>
          <p:nvPr/>
        </p:nvSpPr>
        <p:spPr>
          <a:xfrm>
            <a:off x="1818569" y="4472127"/>
            <a:ext cx="475397" cy="475397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1" name="Star: 5 Points 70">
            <a:extLst>
              <a:ext uri="{FF2B5EF4-FFF2-40B4-BE49-F238E27FC236}">
                <a16:creationId xmlns:a16="http://schemas.microsoft.com/office/drawing/2014/main" id="{8432CBB8-D73C-4B6E-8CAD-FC2FB7BD2E8C}"/>
              </a:ext>
            </a:extLst>
          </p:cNvPr>
          <p:cNvSpPr/>
          <p:nvPr/>
        </p:nvSpPr>
        <p:spPr>
          <a:xfrm>
            <a:off x="-51665" y="6104214"/>
            <a:ext cx="475397" cy="475397"/>
          </a:xfrm>
          <a:prstGeom prst="star5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20AB0190-34F2-4BB1-A371-CD970F28F755}"/>
              </a:ext>
            </a:extLst>
          </p:cNvPr>
          <p:cNvCxnSpPr>
            <a:cxnSpLocks/>
            <a:stCxn id="129" idx="4"/>
            <a:endCxn id="125" idx="2"/>
          </p:cNvCxnSpPr>
          <p:nvPr/>
        </p:nvCxnSpPr>
        <p:spPr>
          <a:xfrm flipH="1">
            <a:off x="4453562" y="6608214"/>
            <a:ext cx="35829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1E599D67-65B1-4C22-A4B2-E6CE42CFE9B8}"/>
              </a:ext>
            </a:extLst>
          </p:cNvPr>
          <p:cNvCxnSpPr>
            <a:cxnSpLocks/>
          </p:cNvCxnSpPr>
          <p:nvPr/>
        </p:nvCxnSpPr>
        <p:spPr>
          <a:xfrm flipH="1">
            <a:off x="8010145" y="3531520"/>
            <a:ext cx="1800848" cy="307669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Star: 5 Points 138">
            <a:extLst>
              <a:ext uri="{FF2B5EF4-FFF2-40B4-BE49-F238E27FC236}">
                <a16:creationId xmlns:a16="http://schemas.microsoft.com/office/drawing/2014/main" id="{DD0C56C5-2DC6-4236-B92E-BC833B4966CA}"/>
              </a:ext>
            </a:extLst>
          </p:cNvPr>
          <p:cNvSpPr/>
          <p:nvPr/>
        </p:nvSpPr>
        <p:spPr>
          <a:xfrm>
            <a:off x="-2994043" y="3115095"/>
            <a:ext cx="475397" cy="475397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F8053954-0FC1-4E06-8090-F12D39418A1F}"/>
              </a:ext>
            </a:extLst>
          </p:cNvPr>
          <p:cNvCxnSpPr>
            <a:cxnSpLocks/>
            <a:stCxn id="263" idx="0"/>
            <a:endCxn id="68" idx="2"/>
          </p:cNvCxnSpPr>
          <p:nvPr/>
        </p:nvCxnSpPr>
        <p:spPr>
          <a:xfrm>
            <a:off x="3268033" y="2541870"/>
            <a:ext cx="1185528" cy="3669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90D3A6E3-127B-4DE8-A58A-4C877CDF238C}"/>
              </a:ext>
            </a:extLst>
          </p:cNvPr>
          <p:cNvCxnSpPr>
            <a:cxnSpLocks/>
          </p:cNvCxnSpPr>
          <p:nvPr/>
        </p:nvCxnSpPr>
        <p:spPr>
          <a:xfrm>
            <a:off x="-2710803" y="841050"/>
            <a:ext cx="5884163" cy="10026026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9CC6C95F-57AE-4142-B96F-6D416D3A7347}"/>
              </a:ext>
            </a:extLst>
          </p:cNvPr>
          <p:cNvCxnSpPr>
            <a:cxnSpLocks/>
          </p:cNvCxnSpPr>
          <p:nvPr/>
        </p:nvCxnSpPr>
        <p:spPr>
          <a:xfrm flipH="1" flipV="1">
            <a:off x="2360832" y="7902604"/>
            <a:ext cx="9812357" cy="173893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D8E1602C-16CC-412E-9EDD-1E68B3911159}"/>
              </a:ext>
            </a:extLst>
          </p:cNvPr>
          <p:cNvCxnSpPr>
            <a:cxnSpLocks/>
          </p:cNvCxnSpPr>
          <p:nvPr/>
        </p:nvCxnSpPr>
        <p:spPr>
          <a:xfrm flipH="1">
            <a:off x="-1590231" y="-2656616"/>
            <a:ext cx="4265500" cy="7270451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E208D132-2949-4EFA-AAA4-5EBA9592CA52}"/>
              </a:ext>
            </a:extLst>
          </p:cNvPr>
          <p:cNvCxnSpPr>
            <a:cxnSpLocks/>
          </p:cNvCxnSpPr>
          <p:nvPr/>
        </p:nvCxnSpPr>
        <p:spPr>
          <a:xfrm>
            <a:off x="-2003075" y="79026"/>
            <a:ext cx="5884163" cy="10026026"/>
          </a:xfrm>
          <a:prstGeom prst="line">
            <a:avLst/>
          </a:prstGeom>
          <a:ln w="762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8BA2B882-2BB0-4EFD-80B4-B845698F4D1A}"/>
              </a:ext>
            </a:extLst>
          </p:cNvPr>
          <p:cNvCxnSpPr>
            <a:cxnSpLocks/>
          </p:cNvCxnSpPr>
          <p:nvPr/>
        </p:nvCxnSpPr>
        <p:spPr>
          <a:xfrm>
            <a:off x="-2046726" y="1084185"/>
            <a:ext cx="5884163" cy="10026026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89B10E2B-9741-49A0-A54A-6FA2DBC50F59}"/>
              </a:ext>
            </a:extLst>
          </p:cNvPr>
          <p:cNvCxnSpPr>
            <a:cxnSpLocks/>
          </p:cNvCxnSpPr>
          <p:nvPr/>
        </p:nvCxnSpPr>
        <p:spPr>
          <a:xfrm>
            <a:off x="-6043285" y="3328917"/>
            <a:ext cx="5884163" cy="1002602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F8E3A5F6-13E1-4DD6-91C0-510B3F720129}"/>
              </a:ext>
            </a:extLst>
          </p:cNvPr>
          <p:cNvCxnSpPr>
            <a:cxnSpLocks/>
          </p:cNvCxnSpPr>
          <p:nvPr/>
        </p:nvCxnSpPr>
        <p:spPr>
          <a:xfrm flipH="1">
            <a:off x="-2765329" y="-3020224"/>
            <a:ext cx="4265500" cy="7270451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Star: 5 Points 127">
            <a:extLst>
              <a:ext uri="{FF2B5EF4-FFF2-40B4-BE49-F238E27FC236}">
                <a16:creationId xmlns:a16="http://schemas.microsoft.com/office/drawing/2014/main" id="{A519BFE4-3883-460F-9278-9153D370917A}"/>
              </a:ext>
            </a:extLst>
          </p:cNvPr>
          <p:cNvSpPr/>
          <p:nvPr/>
        </p:nvSpPr>
        <p:spPr>
          <a:xfrm>
            <a:off x="-2364560" y="5552558"/>
            <a:ext cx="475397" cy="475397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1" name="Star: 5 Points 140">
            <a:extLst>
              <a:ext uri="{FF2B5EF4-FFF2-40B4-BE49-F238E27FC236}">
                <a16:creationId xmlns:a16="http://schemas.microsoft.com/office/drawing/2014/main" id="{17781668-C1A9-494C-98CE-BD4781275CE8}"/>
              </a:ext>
            </a:extLst>
          </p:cNvPr>
          <p:cNvSpPr/>
          <p:nvPr/>
        </p:nvSpPr>
        <p:spPr>
          <a:xfrm>
            <a:off x="1563003" y="1626894"/>
            <a:ext cx="475397" cy="475397"/>
          </a:xfrm>
          <a:prstGeom prst="star5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69" name="Star: 5 Points 168">
            <a:extLst>
              <a:ext uri="{FF2B5EF4-FFF2-40B4-BE49-F238E27FC236}">
                <a16:creationId xmlns:a16="http://schemas.microsoft.com/office/drawing/2014/main" id="{6C2C45DA-4556-481A-8D18-03C392A584A0}"/>
              </a:ext>
            </a:extLst>
          </p:cNvPr>
          <p:cNvSpPr/>
          <p:nvPr/>
        </p:nvSpPr>
        <p:spPr>
          <a:xfrm>
            <a:off x="7173061" y="-333581"/>
            <a:ext cx="475397" cy="475397"/>
          </a:xfrm>
          <a:prstGeom prst="star5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85" name="Star: 5 Points 184">
            <a:extLst>
              <a:ext uri="{FF2B5EF4-FFF2-40B4-BE49-F238E27FC236}">
                <a16:creationId xmlns:a16="http://schemas.microsoft.com/office/drawing/2014/main" id="{39C648FE-4044-4191-9AE6-F7CAB4737BF1}"/>
              </a:ext>
            </a:extLst>
          </p:cNvPr>
          <p:cNvSpPr/>
          <p:nvPr/>
        </p:nvSpPr>
        <p:spPr>
          <a:xfrm>
            <a:off x="3021378" y="112624"/>
            <a:ext cx="475397" cy="475397"/>
          </a:xfrm>
          <a:prstGeom prst="star5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5" name="Star: 5 Points 204">
            <a:extLst>
              <a:ext uri="{FF2B5EF4-FFF2-40B4-BE49-F238E27FC236}">
                <a16:creationId xmlns:a16="http://schemas.microsoft.com/office/drawing/2014/main" id="{0E5D973F-4190-4CC4-AB65-50C722413FE8}"/>
              </a:ext>
            </a:extLst>
          </p:cNvPr>
          <p:cNvSpPr/>
          <p:nvPr/>
        </p:nvSpPr>
        <p:spPr>
          <a:xfrm>
            <a:off x="-1188034" y="1300118"/>
            <a:ext cx="475397" cy="475397"/>
          </a:xfrm>
          <a:prstGeom prst="star5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11" name="Star: 5 Points 210">
            <a:extLst>
              <a:ext uri="{FF2B5EF4-FFF2-40B4-BE49-F238E27FC236}">
                <a16:creationId xmlns:a16="http://schemas.microsoft.com/office/drawing/2014/main" id="{C1EC0F32-B62C-428A-8F88-AC5A97D93756}"/>
              </a:ext>
            </a:extLst>
          </p:cNvPr>
          <p:cNvSpPr/>
          <p:nvPr/>
        </p:nvSpPr>
        <p:spPr>
          <a:xfrm>
            <a:off x="1264541" y="2052594"/>
            <a:ext cx="475397" cy="475397"/>
          </a:xfrm>
          <a:prstGeom prst="star5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48929F9-06E8-4E56-99C7-64DEF198C989}"/>
              </a:ext>
            </a:extLst>
          </p:cNvPr>
          <p:cNvCxnSpPr>
            <a:cxnSpLocks/>
            <a:stCxn id="64" idx="2"/>
            <a:endCxn id="68" idx="0"/>
          </p:cNvCxnSpPr>
          <p:nvPr/>
        </p:nvCxnSpPr>
        <p:spPr>
          <a:xfrm flipH="1" flipV="1">
            <a:off x="5046325" y="1556553"/>
            <a:ext cx="592764" cy="102200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E0DBB786-BA20-4A76-8DA8-2B8B395CE081}"/>
              </a:ext>
            </a:extLst>
          </p:cNvPr>
          <p:cNvCxnSpPr>
            <a:cxnSpLocks/>
            <a:stCxn id="261" idx="2"/>
            <a:endCxn id="15" idx="2"/>
          </p:cNvCxnSpPr>
          <p:nvPr/>
        </p:nvCxnSpPr>
        <p:spPr>
          <a:xfrm flipV="1">
            <a:off x="6231853" y="1529368"/>
            <a:ext cx="1185528" cy="203450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5AA6F07-209C-4D3A-8250-93423BF38551}"/>
              </a:ext>
            </a:extLst>
          </p:cNvPr>
          <p:cNvCxnSpPr>
            <a:cxnSpLocks/>
            <a:stCxn id="272" idx="4"/>
            <a:endCxn id="108" idx="4"/>
          </p:cNvCxnSpPr>
          <p:nvPr/>
        </p:nvCxnSpPr>
        <p:spPr>
          <a:xfrm>
            <a:off x="8032702" y="4553527"/>
            <a:ext cx="596528" cy="102548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D0762999-C7CF-45E1-84EC-2D191B737A9E}"/>
              </a:ext>
            </a:extLst>
          </p:cNvPr>
          <p:cNvCxnSpPr>
            <a:cxnSpLocks/>
            <a:stCxn id="262" idx="0"/>
            <a:endCxn id="265" idx="0"/>
          </p:cNvCxnSpPr>
          <p:nvPr/>
        </p:nvCxnSpPr>
        <p:spPr>
          <a:xfrm>
            <a:off x="8010145" y="2541870"/>
            <a:ext cx="1211849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F63F1FE7-D831-4155-9183-F05F4AABD86E}"/>
              </a:ext>
            </a:extLst>
          </p:cNvPr>
          <p:cNvCxnSpPr>
            <a:cxnSpLocks/>
          </p:cNvCxnSpPr>
          <p:nvPr/>
        </p:nvCxnSpPr>
        <p:spPr>
          <a:xfrm flipH="1" flipV="1">
            <a:off x="9516731" y="1796393"/>
            <a:ext cx="3190186" cy="35156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F9FF1BFC-83EC-490A-977D-69BD8DB1E730}"/>
              </a:ext>
            </a:extLst>
          </p:cNvPr>
          <p:cNvCxnSpPr>
            <a:cxnSpLocks/>
            <a:stCxn id="238" idx="0"/>
            <a:endCxn id="238" idx="4"/>
          </p:cNvCxnSpPr>
          <p:nvPr/>
        </p:nvCxnSpPr>
        <p:spPr>
          <a:xfrm flipH="1" flipV="1">
            <a:off x="8010144" y="2554609"/>
            <a:ext cx="592764" cy="102200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1B572CDE-4AE4-439A-BEFF-C59A1EB6B6DB}"/>
              </a:ext>
            </a:extLst>
          </p:cNvPr>
          <p:cNvCxnSpPr>
            <a:cxnSpLocks/>
            <a:stCxn id="271" idx="2"/>
            <a:endCxn id="221" idx="4"/>
          </p:cNvCxnSpPr>
          <p:nvPr/>
        </p:nvCxnSpPr>
        <p:spPr>
          <a:xfrm>
            <a:off x="5661645" y="4553527"/>
            <a:ext cx="592764" cy="102524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3DEAA237-730A-4372-9B6E-3B15E736581B}"/>
              </a:ext>
            </a:extLst>
          </p:cNvPr>
          <p:cNvCxnSpPr>
            <a:cxnSpLocks/>
          </p:cNvCxnSpPr>
          <p:nvPr/>
        </p:nvCxnSpPr>
        <p:spPr>
          <a:xfrm flipH="1" flipV="1">
            <a:off x="10377435" y="3628945"/>
            <a:ext cx="3190186" cy="35156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B70A2F5D-F592-4878-9F8F-2F546035CCAC}"/>
              </a:ext>
            </a:extLst>
          </p:cNvPr>
          <p:cNvCxnSpPr>
            <a:cxnSpLocks/>
          </p:cNvCxnSpPr>
          <p:nvPr/>
        </p:nvCxnSpPr>
        <p:spPr>
          <a:xfrm flipH="1" flipV="1">
            <a:off x="10705323" y="4364797"/>
            <a:ext cx="3190186" cy="35156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019711C1-86B0-46DE-B298-5EF220932480}"/>
              </a:ext>
            </a:extLst>
          </p:cNvPr>
          <p:cNvCxnSpPr>
            <a:cxnSpLocks/>
            <a:stCxn id="12" idx="4"/>
            <a:endCxn id="241" idx="4"/>
          </p:cNvCxnSpPr>
          <p:nvPr/>
        </p:nvCxnSpPr>
        <p:spPr>
          <a:xfrm flipV="1">
            <a:off x="6231853" y="1529127"/>
            <a:ext cx="1208080" cy="24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7FE368B4-3C6B-404C-923E-05C2EA05A517}"/>
              </a:ext>
            </a:extLst>
          </p:cNvPr>
          <p:cNvCxnSpPr>
            <a:cxnSpLocks/>
            <a:stCxn id="270" idx="0"/>
            <a:endCxn id="64" idx="2"/>
          </p:cNvCxnSpPr>
          <p:nvPr/>
        </p:nvCxnSpPr>
        <p:spPr>
          <a:xfrm flipV="1">
            <a:off x="5068883" y="2578560"/>
            <a:ext cx="570206" cy="95296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D4A5C500-60B0-40C3-B8A0-067A0278FB74}"/>
              </a:ext>
            </a:extLst>
          </p:cNvPr>
          <p:cNvCxnSpPr>
            <a:cxnSpLocks/>
            <a:stCxn id="224" idx="0"/>
            <a:endCxn id="129" idx="2"/>
          </p:cNvCxnSpPr>
          <p:nvPr/>
        </p:nvCxnSpPr>
        <p:spPr>
          <a:xfrm>
            <a:off x="6254409" y="5551583"/>
            <a:ext cx="596526" cy="105663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4630E860-5F4F-4A60-90E8-FF23C4ECF0C7}"/>
              </a:ext>
            </a:extLst>
          </p:cNvPr>
          <p:cNvCxnSpPr>
            <a:cxnSpLocks/>
            <a:stCxn id="260" idx="2"/>
            <a:endCxn id="274" idx="0"/>
          </p:cNvCxnSpPr>
          <p:nvPr/>
        </p:nvCxnSpPr>
        <p:spPr>
          <a:xfrm flipH="1" flipV="1">
            <a:off x="3883354" y="3531520"/>
            <a:ext cx="1162971" cy="3235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16838B14-FC5A-4C81-85EF-E40B6E720247}"/>
              </a:ext>
            </a:extLst>
          </p:cNvPr>
          <p:cNvCxnSpPr>
            <a:cxnSpLocks/>
            <a:stCxn id="274" idx="0"/>
            <a:endCxn id="125" idx="0"/>
          </p:cNvCxnSpPr>
          <p:nvPr/>
        </p:nvCxnSpPr>
        <p:spPr>
          <a:xfrm>
            <a:off x="3883354" y="3531520"/>
            <a:ext cx="1162970" cy="205468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ADBFB39D-87A5-43E8-BB10-7A7343A0172A}"/>
              </a:ext>
            </a:extLst>
          </p:cNvPr>
          <p:cNvCxnSpPr>
            <a:cxnSpLocks/>
          </p:cNvCxnSpPr>
          <p:nvPr/>
        </p:nvCxnSpPr>
        <p:spPr>
          <a:xfrm flipH="1" flipV="1">
            <a:off x="12723504" y="258408"/>
            <a:ext cx="3190186" cy="35156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BD48A8FB-8DC1-4992-A10B-EFA31E975F79}"/>
              </a:ext>
            </a:extLst>
          </p:cNvPr>
          <p:cNvCxnSpPr>
            <a:cxnSpLocks/>
            <a:stCxn id="104" idx="0"/>
            <a:endCxn id="271" idx="0"/>
          </p:cNvCxnSpPr>
          <p:nvPr/>
        </p:nvCxnSpPr>
        <p:spPr>
          <a:xfrm flipV="1">
            <a:off x="5639090" y="3531520"/>
            <a:ext cx="615319" cy="102548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558A0059-F807-4AA6-97A5-404393145995}"/>
              </a:ext>
            </a:extLst>
          </p:cNvPr>
          <p:cNvCxnSpPr>
            <a:cxnSpLocks/>
            <a:stCxn id="245" idx="4"/>
            <a:endCxn id="14" idx="2"/>
          </p:cNvCxnSpPr>
          <p:nvPr/>
        </p:nvCxnSpPr>
        <p:spPr>
          <a:xfrm flipH="1">
            <a:off x="6231853" y="499922"/>
            <a:ext cx="615320" cy="102944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8DBC7A45-4837-4F72-AACB-3C4875CE473D}"/>
              </a:ext>
            </a:extLst>
          </p:cNvPr>
          <p:cNvCxnSpPr>
            <a:cxnSpLocks/>
            <a:stCxn id="15" idx="0"/>
            <a:endCxn id="11" idx="0"/>
          </p:cNvCxnSpPr>
          <p:nvPr/>
        </p:nvCxnSpPr>
        <p:spPr>
          <a:xfrm flipH="1">
            <a:off x="4453561" y="507361"/>
            <a:ext cx="3556584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1DCD00BA-CF27-48F9-B732-8078174B7989}"/>
              </a:ext>
            </a:extLst>
          </p:cNvPr>
          <p:cNvCxnSpPr>
            <a:cxnSpLocks/>
            <a:stCxn id="265" idx="2"/>
            <a:endCxn id="262" idx="2"/>
          </p:cNvCxnSpPr>
          <p:nvPr/>
        </p:nvCxnSpPr>
        <p:spPr>
          <a:xfrm flipH="1">
            <a:off x="7417381" y="3563877"/>
            <a:ext cx="1211849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B2B57472-EEBE-4557-9BC8-A3D5374D4B13}"/>
              </a:ext>
            </a:extLst>
          </p:cNvPr>
          <p:cNvCxnSpPr>
            <a:cxnSpLocks/>
            <a:stCxn id="129" idx="0"/>
            <a:endCxn id="108" idx="0"/>
          </p:cNvCxnSpPr>
          <p:nvPr/>
        </p:nvCxnSpPr>
        <p:spPr>
          <a:xfrm flipV="1">
            <a:off x="7443699" y="4557002"/>
            <a:ext cx="592767" cy="102920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76236D2F-5C4A-44C1-8F5F-D1323C04AB2F}"/>
              </a:ext>
            </a:extLst>
          </p:cNvPr>
          <p:cNvCxnSpPr>
            <a:cxnSpLocks/>
            <a:stCxn id="222" idx="4"/>
            <a:endCxn id="103" idx="2"/>
          </p:cNvCxnSpPr>
          <p:nvPr/>
        </p:nvCxnSpPr>
        <p:spPr>
          <a:xfrm flipH="1">
            <a:off x="3860798" y="5578768"/>
            <a:ext cx="1208083" cy="24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Straight Connector 286">
            <a:extLst>
              <a:ext uri="{FF2B5EF4-FFF2-40B4-BE49-F238E27FC236}">
                <a16:creationId xmlns:a16="http://schemas.microsoft.com/office/drawing/2014/main" id="{EEBE56AB-5BF6-4054-9B49-758C3E1629FF}"/>
              </a:ext>
            </a:extLst>
          </p:cNvPr>
          <p:cNvCxnSpPr>
            <a:cxnSpLocks/>
            <a:stCxn id="223" idx="2"/>
            <a:endCxn id="105" idx="2"/>
          </p:cNvCxnSpPr>
          <p:nvPr/>
        </p:nvCxnSpPr>
        <p:spPr>
          <a:xfrm>
            <a:off x="5068881" y="5578768"/>
            <a:ext cx="1162972" cy="24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Connector 290">
            <a:extLst>
              <a:ext uri="{FF2B5EF4-FFF2-40B4-BE49-F238E27FC236}">
                <a16:creationId xmlns:a16="http://schemas.microsoft.com/office/drawing/2014/main" id="{27E02C81-4929-4B79-A647-AE5C2952E52C}"/>
              </a:ext>
            </a:extLst>
          </p:cNvPr>
          <p:cNvCxnSpPr>
            <a:cxnSpLocks/>
            <a:stCxn id="271" idx="4"/>
            <a:endCxn id="221" idx="4"/>
          </p:cNvCxnSpPr>
          <p:nvPr/>
        </p:nvCxnSpPr>
        <p:spPr>
          <a:xfrm flipH="1">
            <a:off x="6254409" y="4553527"/>
            <a:ext cx="592764" cy="102524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Straight Connector 295">
            <a:extLst>
              <a:ext uri="{FF2B5EF4-FFF2-40B4-BE49-F238E27FC236}">
                <a16:creationId xmlns:a16="http://schemas.microsoft.com/office/drawing/2014/main" id="{E0EB47B9-BD05-4DA9-8993-9F620024DEB0}"/>
              </a:ext>
            </a:extLst>
          </p:cNvPr>
          <p:cNvCxnSpPr>
            <a:cxnSpLocks/>
            <a:stCxn id="229" idx="2"/>
            <a:endCxn id="108" idx="0"/>
          </p:cNvCxnSpPr>
          <p:nvPr/>
        </p:nvCxnSpPr>
        <p:spPr>
          <a:xfrm>
            <a:off x="7439937" y="3544259"/>
            <a:ext cx="596529" cy="101274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C4F6DBB6-47E4-4BCF-B80C-CFFFF9DD9C20}"/>
              </a:ext>
            </a:extLst>
          </p:cNvPr>
          <p:cNvCxnSpPr>
            <a:cxnSpLocks/>
            <a:stCxn id="220" idx="4"/>
            <a:endCxn id="228" idx="4"/>
          </p:cNvCxnSpPr>
          <p:nvPr/>
        </p:nvCxnSpPr>
        <p:spPr>
          <a:xfrm flipH="1" flipV="1">
            <a:off x="6847173" y="4529576"/>
            <a:ext cx="592764" cy="104919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5AC75D52-5B74-470E-8978-C566961DA506}"/>
              </a:ext>
            </a:extLst>
          </p:cNvPr>
          <p:cNvCxnSpPr>
            <a:cxnSpLocks/>
            <a:stCxn id="264" idx="0"/>
            <a:endCxn id="12" idx="2"/>
          </p:cNvCxnSpPr>
          <p:nvPr/>
        </p:nvCxnSpPr>
        <p:spPr>
          <a:xfrm flipV="1">
            <a:off x="4453561" y="1529368"/>
            <a:ext cx="592764" cy="101250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2302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9C4CCDF-1C9C-4B42-A08F-3390B8162513}"/>
              </a:ext>
            </a:extLst>
          </p:cNvPr>
          <p:cNvGrpSpPr/>
          <p:nvPr/>
        </p:nvGrpSpPr>
        <p:grpSpPr>
          <a:xfrm>
            <a:off x="2671504" y="499922"/>
            <a:ext cx="7143254" cy="6108292"/>
            <a:chOff x="2671504" y="499922"/>
            <a:chExt cx="7143254" cy="6108292"/>
          </a:xfrm>
        </p:grpSpPr>
        <p:grpSp>
          <p:nvGrpSpPr>
            <p:cNvPr id="219" name="Group 218">
              <a:extLst>
                <a:ext uri="{FF2B5EF4-FFF2-40B4-BE49-F238E27FC236}">
                  <a16:creationId xmlns:a16="http://schemas.microsoft.com/office/drawing/2014/main" id="{7AAD484F-3565-4BD5-8087-2AA5444B5F49}"/>
                </a:ext>
              </a:extLst>
            </p:cNvPr>
            <p:cNvGrpSpPr/>
            <p:nvPr/>
          </p:nvGrpSpPr>
          <p:grpSpPr>
            <a:xfrm rot="10800000">
              <a:off x="2671504" y="499922"/>
              <a:ext cx="7139489" cy="6100853"/>
              <a:chOff x="1771935" y="2350340"/>
              <a:chExt cx="9177837" cy="6100853"/>
            </a:xfrm>
            <a:solidFill>
              <a:schemeClr val="bg1"/>
            </a:solidFill>
          </p:grpSpPr>
          <p:sp>
            <p:nvSpPr>
              <p:cNvPr id="220" name="Isosceles Triangle 219">
                <a:extLst>
                  <a:ext uri="{FF2B5EF4-FFF2-40B4-BE49-F238E27FC236}">
                    <a16:creationId xmlns:a16="http://schemas.microsoft.com/office/drawing/2014/main" id="{F3769143-D3A1-4629-A85D-2A097C06EB0E}"/>
                  </a:ext>
                </a:extLst>
              </p:cNvPr>
              <p:cNvSpPr/>
              <p:nvPr/>
            </p:nvSpPr>
            <p:spPr>
              <a:xfrm>
                <a:off x="3295935" y="2350340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21" name="Isosceles Triangle 220">
                <a:extLst>
                  <a:ext uri="{FF2B5EF4-FFF2-40B4-BE49-F238E27FC236}">
                    <a16:creationId xmlns:a16="http://schemas.microsoft.com/office/drawing/2014/main" id="{5A46346B-CCB9-442C-A499-419298A6A8D8}"/>
                  </a:ext>
                </a:extLst>
              </p:cNvPr>
              <p:cNvSpPr/>
              <p:nvPr/>
            </p:nvSpPr>
            <p:spPr>
              <a:xfrm>
                <a:off x="4819935" y="2350340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22" name="Isosceles Triangle 221">
                <a:extLst>
                  <a:ext uri="{FF2B5EF4-FFF2-40B4-BE49-F238E27FC236}">
                    <a16:creationId xmlns:a16="http://schemas.microsoft.com/office/drawing/2014/main" id="{36241A73-9A1F-457E-A2E6-668E8CB8F608}"/>
                  </a:ext>
                </a:extLst>
              </p:cNvPr>
              <p:cNvSpPr/>
              <p:nvPr/>
            </p:nvSpPr>
            <p:spPr>
              <a:xfrm>
                <a:off x="6343936" y="2350340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23" name="Isosceles Triangle 222">
                <a:extLst>
                  <a:ext uri="{FF2B5EF4-FFF2-40B4-BE49-F238E27FC236}">
                    <a16:creationId xmlns:a16="http://schemas.microsoft.com/office/drawing/2014/main" id="{F3E7FC4A-48EB-4E1A-938C-207509B03262}"/>
                  </a:ext>
                </a:extLst>
              </p:cNvPr>
              <p:cNvSpPr/>
              <p:nvPr/>
            </p:nvSpPr>
            <p:spPr>
              <a:xfrm>
                <a:off x="7867936" y="2350340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24" name="Isosceles Triangle 223">
                <a:extLst>
                  <a:ext uri="{FF2B5EF4-FFF2-40B4-BE49-F238E27FC236}">
                    <a16:creationId xmlns:a16="http://schemas.microsoft.com/office/drawing/2014/main" id="{3E9193DB-F7F4-4F48-A0D1-177178A87824}"/>
                  </a:ext>
                </a:extLst>
              </p:cNvPr>
              <p:cNvSpPr/>
              <p:nvPr/>
            </p:nvSpPr>
            <p:spPr>
              <a:xfrm>
                <a:off x="5581936" y="3399532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25" name="Isosceles Triangle 224">
                <a:extLst>
                  <a:ext uri="{FF2B5EF4-FFF2-40B4-BE49-F238E27FC236}">
                    <a16:creationId xmlns:a16="http://schemas.microsoft.com/office/drawing/2014/main" id="{3E478A7E-ED42-4138-AB8F-6FAEE6563233}"/>
                  </a:ext>
                </a:extLst>
              </p:cNvPr>
              <p:cNvSpPr/>
              <p:nvPr/>
            </p:nvSpPr>
            <p:spPr>
              <a:xfrm>
                <a:off x="7105936" y="3399532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26" name="Isosceles Triangle 225">
                <a:extLst>
                  <a:ext uri="{FF2B5EF4-FFF2-40B4-BE49-F238E27FC236}">
                    <a16:creationId xmlns:a16="http://schemas.microsoft.com/office/drawing/2014/main" id="{B42ADE96-58A5-4AA2-B98E-240879638B73}"/>
                  </a:ext>
                </a:extLst>
              </p:cNvPr>
              <p:cNvSpPr/>
              <p:nvPr/>
            </p:nvSpPr>
            <p:spPr>
              <a:xfrm>
                <a:off x="8629937" y="3399532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27" name="Isosceles Triangle 226">
                <a:extLst>
                  <a:ext uri="{FF2B5EF4-FFF2-40B4-BE49-F238E27FC236}">
                    <a16:creationId xmlns:a16="http://schemas.microsoft.com/office/drawing/2014/main" id="{92A6F80F-30C1-4ED8-B40E-4FA7553D09CE}"/>
                  </a:ext>
                </a:extLst>
              </p:cNvPr>
              <p:cNvSpPr/>
              <p:nvPr/>
            </p:nvSpPr>
            <p:spPr>
              <a:xfrm>
                <a:off x="2533935" y="3399532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28" name="Isosceles Triangle 227">
                <a:extLst>
                  <a:ext uri="{FF2B5EF4-FFF2-40B4-BE49-F238E27FC236}">
                    <a16:creationId xmlns:a16="http://schemas.microsoft.com/office/drawing/2014/main" id="{5351A5F9-4310-4A6F-B363-5782C70D069B}"/>
                  </a:ext>
                </a:extLst>
              </p:cNvPr>
              <p:cNvSpPr/>
              <p:nvPr/>
            </p:nvSpPr>
            <p:spPr>
              <a:xfrm>
                <a:off x="4057935" y="3399532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29" name="Isosceles Triangle 228">
                <a:extLst>
                  <a:ext uri="{FF2B5EF4-FFF2-40B4-BE49-F238E27FC236}">
                    <a16:creationId xmlns:a16="http://schemas.microsoft.com/office/drawing/2014/main" id="{263292F3-BFE8-4555-869D-2EB5FF91F85D}"/>
                  </a:ext>
                </a:extLst>
              </p:cNvPr>
              <p:cNvSpPr/>
              <p:nvPr/>
            </p:nvSpPr>
            <p:spPr>
              <a:xfrm>
                <a:off x="4819935" y="438484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30" name="Isosceles Triangle 229">
                <a:extLst>
                  <a:ext uri="{FF2B5EF4-FFF2-40B4-BE49-F238E27FC236}">
                    <a16:creationId xmlns:a16="http://schemas.microsoft.com/office/drawing/2014/main" id="{A0158001-08ED-49B0-9F95-0F374D5FA626}"/>
                  </a:ext>
                </a:extLst>
              </p:cNvPr>
              <p:cNvSpPr/>
              <p:nvPr/>
            </p:nvSpPr>
            <p:spPr>
              <a:xfrm>
                <a:off x="6343936" y="438484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31" name="Isosceles Triangle 230">
                <a:extLst>
                  <a:ext uri="{FF2B5EF4-FFF2-40B4-BE49-F238E27FC236}">
                    <a16:creationId xmlns:a16="http://schemas.microsoft.com/office/drawing/2014/main" id="{5803ED1A-AEC6-4521-ADC5-96C6410CB2FD}"/>
                  </a:ext>
                </a:extLst>
              </p:cNvPr>
              <p:cNvSpPr/>
              <p:nvPr/>
            </p:nvSpPr>
            <p:spPr>
              <a:xfrm>
                <a:off x="7867936" y="438484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32" name="Isosceles Triangle 231">
                <a:extLst>
                  <a:ext uri="{FF2B5EF4-FFF2-40B4-BE49-F238E27FC236}">
                    <a16:creationId xmlns:a16="http://schemas.microsoft.com/office/drawing/2014/main" id="{1273F915-89BE-4C5F-A0BE-3C7FB44E85A5}"/>
                  </a:ext>
                </a:extLst>
              </p:cNvPr>
              <p:cNvSpPr/>
              <p:nvPr/>
            </p:nvSpPr>
            <p:spPr>
              <a:xfrm>
                <a:off x="1771935" y="438484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33" name="Isosceles Triangle 232">
                <a:extLst>
                  <a:ext uri="{FF2B5EF4-FFF2-40B4-BE49-F238E27FC236}">
                    <a16:creationId xmlns:a16="http://schemas.microsoft.com/office/drawing/2014/main" id="{371B00F7-2CE0-4ED3-A203-22C9AAE00A15}"/>
                  </a:ext>
                </a:extLst>
              </p:cNvPr>
              <p:cNvSpPr/>
              <p:nvPr/>
            </p:nvSpPr>
            <p:spPr>
              <a:xfrm>
                <a:off x="3295935" y="438484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34" name="Isosceles Triangle 233">
                <a:extLst>
                  <a:ext uri="{FF2B5EF4-FFF2-40B4-BE49-F238E27FC236}">
                    <a16:creationId xmlns:a16="http://schemas.microsoft.com/office/drawing/2014/main" id="{DC8B2EFE-75B9-4563-BC5A-094498B28D23}"/>
                  </a:ext>
                </a:extLst>
              </p:cNvPr>
              <p:cNvSpPr/>
              <p:nvPr/>
            </p:nvSpPr>
            <p:spPr>
              <a:xfrm>
                <a:off x="9425772" y="438484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35" name="Isosceles Triangle 234">
                <a:extLst>
                  <a:ext uri="{FF2B5EF4-FFF2-40B4-BE49-F238E27FC236}">
                    <a16:creationId xmlns:a16="http://schemas.microsoft.com/office/drawing/2014/main" id="{8A47AE66-77D5-4E37-B1C7-A8B6F33A3D0D}"/>
                  </a:ext>
                </a:extLst>
              </p:cNvPr>
              <p:cNvSpPr/>
              <p:nvPr/>
            </p:nvSpPr>
            <p:spPr>
              <a:xfrm>
                <a:off x="4086934" y="537449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36" name="Isosceles Triangle 235">
                <a:extLst>
                  <a:ext uri="{FF2B5EF4-FFF2-40B4-BE49-F238E27FC236}">
                    <a16:creationId xmlns:a16="http://schemas.microsoft.com/office/drawing/2014/main" id="{D30274CC-9590-45B7-8225-FA7191EA056B}"/>
                  </a:ext>
                </a:extLst>
              </p:cNvPr>
              <p:cNvSpPr/>
              <p:nvPr/>
            </p:nvSpPr>
            <p:spPr>
              <a:xfrm>
                <a:off x="5610931" y="537449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37" name="Isosceles Triangle 236">
                <a:extLst>
                  <a:ext uri="{FF2B5EF4-FFF2-40B4-BE49-F238E27FC236}">
                    <a16:creationId xmlns:a16="http://schemas.microsoft.com/office/drawing/2014/main" id="{379B0A65-C914-4087-8C78-4D35960DA7F8}"/>
                  </a:ext>
                </a:extLst>
              </p:cNvPr>
              <p:cNvSpPr/>
              <p:nvPr/>
            </p:nvSpPr>
            <p:spPr>
              <a:xfrm>
                <a:off x="7134933" y="537449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38" name="Isosceles Triangle 237">
                <a:extLst>
                  <a:ext uri="{FF2B5EF4-FFF2-40B4-BE49-F238E27FC236}">
                    <a16:creationId xmlns:a16="http://schemas.microsoft.com/office/drawing/2014/main" id="{410AE433-3CFF-43D8-B11A-B231D7C3129E}"/>
                  </a:ext>
                </a:extLst>
              </p:cNvPr>
              <p:cNvSpPr/>
              <p:nvPr/>
            </p:nvSpPr>
            <p:spPr>
              <a:xfrm>
                <a:off x="2562932" y="537449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39" name="Isosceles Triangle 238">
                <a:extLst>
                  <a:ext uri="{FF2B5EF4-FFF2-40B4-BE49-F238E27FC236}">
                    <a16:creationId xmlns:a16="http://schemas.microsoft.com/office/drawing/2014/main" id="{19F2B8DE-D3C3-4165-8A10-51895F6873AE}"/>
                  </a:ext>
                </a:extLst>
              </p:cNvPr>
              <p:cNvSpPr/>
              <p:nvPr/>
            </p:nvSpPr>
            <p:spPr>
              <a:xfrm>
                <a:off x="8692769" y="537449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41" name="Isosceles Triangle 240">
                <a:extLst>
                  <a:ext uri="{FF2B5EF4-FFF2-40B4-BE49-F238E27FC236}">
                    <a16:creationId xmlns:a16="http://schemas.microsoft.com/office/drawing/2014/main" id="{72D8AF6C-2908-4490-939C-752371E6F45B}"/>
                  </a:ext>
                </a:extLst>
              </p:cNvPr>
              <p:cNvSpPr/>
              <p:nvPr/>
            </p:nvSpPr>
            <p:spPr>
              <a:xfrm>
                <a:off x="3295940" y="6399981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42" name="Isosceles Triangle 241">
                <a:extLst>
                  <a:ext uri="{FF2B5EF4-FFF2-40B4-BE49-F238E27FC236}">
                    <a16:creationId xmlns:a16="http://schemas.microsoft.com/office/drawing/2014/main" id="{4CB2961F-FB32-4E72-8A38-D63A7ABAECF1}"/>
                  </a:ext>
                </a:extLst>
              </p:cNvPr>
              <p:cNvSpPr/>
              <p:nvPr/>
            </p:nvSpPr>
            <p:spPr>
              <a:xfrm>
                <a:off x="4819936" y="6399981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43" name="Isosceles Triangle 242">
                <a:extLst>
                  <a:ext uri="{FF2B5EF4-FFF2-40B4-BE49-F238E27FC236}">
                    <a16:creationId xmlns:a16="http://schemas.microsoft.com/office/drawing/2014/main" id="{4782966E-E12E-4326-B68B-96CC1B199C5F}"/>
                  </a:ext>
                </a:extLst>
              </p:cNvPr>
              <p:cNvSpPr/>
              <p:nvPr/>
            </p:nvSpPr>
            <p:spPr>
              <a:xfrm>
                <a:off x="6343937" y="6399981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44" name="Isosceles Triangle 243">
                <a:extLst>
                  <a:ext uri="{FF2B5EF4-FFF2-40B4-BE49-F238E27FC236}">
                    <a16:creationId xmlns:a16="http://schemas.microsoft.com/office/drawing/2014/main" id="{4A3EC4F8-36D5-4020-A125-D0F76A6B1460}"/>
                  </a:ext>
                </a:extLst>
              </p:cNvPr>
              <p:cNvSpPr/>
              <p:nvPr/>
            </p:nvSpPr>
            <p:spPr>
              <a:xfrm>
                <a:off x="7901773" y="6399981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45" name="Isosceles Triangle 244">
                <a:extLst>
                  <a:ext uri="{FF2B5EF4-FFF2-40B4-BE49-F238E27FC236}">
                    <a16:creationId xmlns:a16="http://schemas.microsoft.com/office/drawing/2014/main" id="{274B5542-22AA-4454-BB7E-8AB8B5CF7C47}"/>
                  </a:ext>
                </a:extLst>
              </p:cNvPr>
              <p:cNvSpPr/>
              <p:nvPr/>
            </p:nvSpPr>
            <p:spPr>
              <a:xfrm>
                <a:off x="4057936" y="7429186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46" name="Isosceles Triangle 245">
                <a:extLst>
                  <a:ext uri="{FF2B5EF4-FFF2-40B4-BE49-F238E27FC236}">
                    <a16:creationId xmlns:a16="http://schemas.microsoft.com/office/drawing/2014/main" id="{544CFEE9-9DFB-4D9E-B6F8-A9A181AD86DF}"/>
                  </a:ext>
                </a:extLst>
              </p:cNvPr>
              <p:cNvSpPr/>
              <p:nvPr/>
            </p:nvSpPr>
            <p:spPr>
              <a:xfrm>
                <a:off x="5581935" y="7429186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47" name="Isosceles Triangle 246">
                <a:extLst>
                  <a:ext uri="{FF2B5EF4-FFF2-40B4-BE49-F238E27FC236}">
                    <a16:creationId xmlns:a16="http://schemas.microsoft.com/office/drawing/2014/main" id="{1A5C3A04-704E-4753-AB2A-FCB1DAE754AA}"/>
                  </a:ext>
                </a:extLst>
              </p:cNvPr>
              <p:cNvSpPr/>
              <p:nvPr/>
            </p:nvSpPr>
            <p:spPr>
              <a:xfrm>
                <a:off x="7139771" y="7429186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951AA24E-2FD7-46B7-83C9-08A2AEDADD35}"/>
                </a:ext>
              </a:extLst>
            </p:cNvPr>
            <p:cNvGrpSpPr/>
            <p:nvPr/>
          </p:nvGrpSpPr>
          <p:grpSpPr>
            <a:xfrm>
              <a:off x="2675269" y="507361"/>
              <a:ext cx="7139489" cy="6100853"/>
              <a:chOff x="1771937" y="2350340"/>
              <a:chExt cx="9177837" cy="6100853"/>
            </a:xfrm>
            <a:solidFill>
              <a:schemeClr val="bg2"/>
            </a:solidFill>
          </p:grpSpPr>
          <p:sp>
            <p:nvSpPr>
              <p:cNvPr id="11" name="Isosceles Triangle 10">
                <a:extLst>
                  <a:ext uri="{FF2B5EF4-FFF2-40B4-BE49-F238E27FC236}">
                    <a16:creationId xmlns:a16="http://schemas.microsoft.com/office/drawing/2014/main" id="{2B0DC58B-F4A1-4F96-A73E-68195804BDAF}"/>
                  </a:ext>
                </a:extLst>
              </p:cNvPr>
              <p:cNvSpPr/>
              <p:nvPr/>
            </p:nvSpPr>
            <p:spPr>
              <a:xfrm>
                <a:off x="3295937" y="2350340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" name="Isosceles Triangle 11">
                <a:extLst>
                  <a:ext uri="{FF2B5EF4-FFF2-40B4-BE49-F238E27FC236}">
                    <a16:creationId xmlns:a16="http://schemas.microsoft.com/office/drawing/2014/main" id="{1BF55D40-BCCF-4E2F-A4ED-C8DDF58E96D5}"/>
                  </a:ext>
                </a:extLst>
              </p:cNvPr>
              <p:cNvSpPr/>
              <p:nvPr/>
            </p:nvSpPr>
            <p:spPr>
              <a:xfrm>
                <a:off x="4819937" y="2350340"/>
                <a:ext cx="1524000" cy="1022007"/>
              </a:xfrm>
              <a:prstGeom prst="triangl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4" name="Isosceles Triangle 13">
                <a:extLst>
                  <a:ext uri="{FF2B5EF4-FFF2-40B4-BE49-F238E27FC236}">
                    <a16:creationId xmlns:a16="http://schemas.microsoft.com/office/drawing/2014/main" id="{0E3CD2A7-7CB9-4F6C-ABAA-E6A5D2C63B61}"/>
                  </a:ext>
                </a:extLst>
              </p:cNvPr>
              <p:cNvSpPr/>
              <p:nvPr/>
            </p:nvSpPr>
            <p:spPr>
              <a:xfrm>
                <a:off x="6343938" y="2350340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" name="Isosceles Triangle 14">
                <a:extLst>
                  <a:ext uri="{FF2B5EF4-FFF2-40B4-BE49-F238E27FC236}">
                    <a16:creationId xmlns:a16="http://schemas.microsoft.com/office/drawing/2014/main" id="{9430A2DE-312F-472D-A30F-E7558A2B8960}"/>
                  </a:ext>
                </a:extLst>
              </p:cNvPr>
              <p:cNvSpPr/>
              <p:nvPr/>
            </p:nvSpPr>
            <p:spPr>
              <a:xfrm>
                <a:off x="7867938" y="2350340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4" name="Isosceles Triangle 63">
                <a:extLst>
                  <a:ext uri="{FF2B5EF4-FFF2-40B4-BE49-F238E27FC236}">
                    <a16:creationId xmlns:a16="http://schemas.microsoft.com/office/drawing/2014/main" id="{73E17E59-C387-442F-A703-377D783B3449}"/>
                  </a:ext>
                </a:extLst>
              </p:cNvPr>
              <p:cNvSpPr/>
              <p:nvPr/>
            </p:nvSpPr>
            <p:spPr>
              <a:xfrm>
                <a:off x="5581938" y="3399532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5" name="Isosceles Triangle 64">
                <a:extLst>
                  <a:ext uri="{FF2B5EF4-FFF2-40B4-BE49-F238E27FC236}">
                    <a16:creationId xmlns:a16="http://schemas.microsoft.com/office/drawing/2014/main" id="{F3D01B28-2809-4767-81D1-459F520CF2A4}"/>
                  </a:ext>
                </a:extLst>
              </p:cNvPr>
              <p:cNvSpPr/>
              <p:nvPr/>
            </p:nvSpPr>
            <p:spPr>
              <a:xfrm>
                <a:off x="7105938" y="3399532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6" name="Isosceles Triangle 65">
                <a:extLst>
                  <a:ext uri="{FF2B5EF4-FFF2-40B4-BE49-F238E27FC236}">
                    <a16:creationId xmlns:a16="http://schemas.microsoft.com/office/drawing/2014/main" id="{5AA1F757-9B98-44B9-B527-8F6814370199}"/>
                  </a:ext>
                </a:extLst>
              </p:cNvPr>
              <p:cNvSpPr/>
              <p:nvPr/>
            </p:nvSpPr>
            <p:spPr>
              <a:xfrm>
                <a:off x="8629938" y="3399532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7" name="Isosceles Triangle 66">
                <a:extLst>
                  <a:ext uri="{FF2B5EF4-FFF2-40B4-BE49-F238E27FC236}">
                    <a16:creationId xmlns:a16="http://schemas.microsoft.com/office/drawing/2014/main" id="{DF454BFE-BB57-4988-9E88-B1223404FC46}"/>
                  </a:ext>
                </a:extLst>
              </p:cNvPr>
              <p:cNvSpPr/>
              <p:nvPr/>
            </p:nvSpPr>
            <p:spPr>
              <a:xfrm>
                <a:off x="2533937" y="3399532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68" name="Isosceles Triangle 67">
                <a:extLst>
                  <a:ext uri="{FF2B5EF4-FFF2-40B4-BE49-F238E27FC236}">
                    <a16:creationId xmlns:a16="http://schemas.microsoft.com/office/drawing/2014/main" id="{AEBF8538-A882-4955-A093-20DB77214FD8}"/>
                  </a:ext>
                </a:extLst>
              </p:cNvPr>
              <p:cNvSpPr/>
              <p:nvPr/>
            </p:nvSpPr>
            <p:spPr>
              <a:xfrm>
                <a:off x="4057937" y="3399532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60" name="Isosceles Triangle 259">
                <a:extLst>
                  <a:ext uri="{FF2B5EF4-FFF2-40B4-BE49-F238E27FC236}">
                    <a16:creationId xmlns:a16="http://schemas.microsoft.com/office/drawing/2014/main" id="{E8092E16-1D3B-44E1-A1C2-9CB5B059E539}"/>
                  </a:ext>
                </a:extLst>
              </p:cNvPr>
              <p:cNvSpPr/>
              <p:nvPr/>
            </p:nvSpPr>
            <p:spPr>
              <a:xfrm>
                <a:off x="4819937" y="438484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61" name="Isosceles Triangle 260">
                <a:extLst>
                  <a:ext uri="{FF2B5EF4-FFF2-40B4-BE49-F238E27FC236}">
                    <a16:creationId xmlns:a16="http://schemas.microsoft.com/office/drawing/2014/main" id="{8F321981-9827-4FFD-8F1D-C939FE670C5F}"/>
                  </a:ext>
                </a:extLst>
              </p:cNvPr>
              <p:cNvSpPr/>
              <p:nvPr/>
            </p:nvSpPr>
            <p:spPr>
              <a:xfrm>
                <a:off x="6343938" y="438484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62" name="Isosceles Triangle 261">
                <a:extLst>
                  <a:ext uri="{FF2B5EF4-FFF2-40B4-BE49-F238E27FC236}">
                    <a16:creationId xmlns:a16="http://schemas.microsoft.com/office/drawing/2014/main" id="{601C09DF-D430-4B29-B35B-C121EA70BF7C}"/>
                  </a:ext>
                </a:extLst>
              </p:cNvPr>
              <p:cNvSpPr/>
              <p:nvPr/>
            </p:nvSpPr>
            <p:spPr>
              <a:xfrm>
                <a:off x="7867938" y="438484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63" name="Isosceles Triangle 262">
                <a:extLst>
                  <a:ext uri="{FF2B5EF4-FFF2-40B4-BE49-F238E27FC236}">
                    <a16:creationId xmlns:a16="http://schemas.microsoft.com/office/drawing/2014/main" id="{6ABFDABC-52A0-4AC6-AE71-3DE0DA886A24}"/>
                  </a:ext>
                </a:extLst>
              </p:cNvPr>
              <p:cNvSpPr/>
              <p:nvPr/>
            </p:nvSpPr>
            <p:spPr>
              <a:xfrm>
                <a:off x="1771937" y="438484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64" name="Isosceles Triangle 263">
                <a:extLst>
                  <a:ext uri="{FF2B5EF4-FFF2-40B4-BE49-F238E27FC236}">
                    <a16:creationId xmlns:a16="http://schemas.microsoft.com/office/drawing/2014/main" id="{F416C430-1FB4-49FB-B7D0-44535873BFC6}"/>
                  </a:ext>
                </a:extLst>
              </p:cNvPr>
              <p:cNvSpPr/>
              <p:nvPr/>
            </p:nvSpPr>
            <p:spPr>
              <a:xfrm>
                <a:off x="3295937" y="438484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65" name="Isosceles Triangle 264">
                <a:extLst>
                  <a:ext uri="{FF2B5EF4-FFF2-40B4-BE49-F238E27FC236}">
                    <a16:creationId xmlns:a16="http://schemas.microsoft.com/office/drawing/2014/main" id="{59A99689-155F-489A-BCE4-0AEF2F20DBDE}"/>
                  </a:ext>
                </a:extLst>
              </p:cNvPr>
              <p:cNvSpPr/>
              <p:nvPr/>
            </p:nvSpPr>
            <p:spPr>
              <a:xfrm>
                <a:off x="9425774" y="438484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70" name="Isosceles Triangle 269">
                <a:extLst>
                  <a:ext uri="{FF2B5EF4-FFF2-40B4-BE49-F238E27FC236}">
                    <a16:creationId xmlns:a16="http://schemas.microsoft.com/office/drawing/2014/main" id="{77C4A832-18C6-4937-B45A-7DA3E30F2B89}"/>
                  </a:ext>
                </a:extLst>
              </p:cNvPr>
              <p:cNvSpPr/>
              <p:nvPr/>
            </p:nvSpPr>
            <p:spPr>
              <a:xfrm>
                <a:off x="4086936" y="537449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71" name="Isosceles Triangle 270">
                <a:extLst>
                  <a:ext uri="{FF2B5EF4-FFF2-40B4-BE49-F238E27FC236}">
                    <a16:creationId xmlns:a16="http://schemas.microsoft.com/office/drawing/2014/main" id="{C2A5265F-EA95-4EF6-9F88-4A73326CB6B4}"/>
                  </a:ext>
                </a:extLst>
              </p:cNvPr>
              <p:cNvSpPr/>
              <p:nvPr/>
            </p:nvSpPr>
            <p:spPr>
              <a:xfrm>
                <a:off x="5610933" y="537449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72" name="Isosceles Triangle 271">
                <a:extLst>
                  <a:ext uri="{FF2B5EF4-FFF2-40B4-BE49-F238E27FC236}">
                    <a16:creationId xmlns:a16="http://schemas.microsoft.com/office/drawing/2014/main" id="{21AC2681-89D7-4C2B-8AA4-F3D4B6FE8366}"/>
                  </a:ext>
                </a:extLst>
              </p:cNvPr>
              <p:cNvSpPr/>
              <p:nvPr/>
            </p:nvSpPr>
            <p:spPr>
              <a:xfrm>
                <a:off x="7134935" y="537449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74" name="Isosceles Triangle 273">
                <a:extLst>
                  <a:ext uri="{FF2B5EF4-FFF2-40B4-BE49-F238E27FC236}">
                    <a16:creationId xmlns:a16="http://schemas.microsoft.com/office/drawing/2014/main" id="{578C3095-5033-4319-91AD-A8BD0F3EC64D}"/>
                  </a:ext>
                </a:extLst>
              </p:cNvPr>
              <p:cNvSpPr/>
              <p:nvPr/>
            </p:nvSpPr>
            <p:spPr>
              <a:xfrm>
                <a:off x="2562934" y="537449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75" name="Isosceles Triangle 274">
                <a:extLst>
                  <a:ext uri="{FF2B5EF4-FFF2-40B4-BE49-F238E27FC236}">
                    <a16:creationId xmlns:a16="http://schemas.microsoft.com/office/drawing/2014/main" id="{3E60D73F-CA6B-4AB8-8AD3-A5692F8E1722}"/>
                  </a:ext>
                </a:extLst>
              </p:cNvPr>
              <p:cNvSpPr/>
              <p:nvPr/>
            </p:nvSpPr>
            <p:spPr>
              <a:xfrm>
                <a:off x="8692771" y="537449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3" name="Isosceles Triangle 102">
                <a:extLst>
                  <a:ext uri="{FF2B5EF4-FFF2-40B4-BE49-F238E27FC236}">
                    <a16:creationId xmlns:a16="http://schemas.microsoft.com/office/drawing/2014/main" id="{D369E95A-FADB-4BC7-85C9-C86BD45D0A3C}"/>
                  </a:ext>
                </a:extLst>
              </p:cNvPr>
              <p:cNvSpPr/>
              <p:nvPr/>
            </p:nvSpPr>
            <p:spPr>
              <a:xfrm>
                <a:off x="3295938" y="6399981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" name="Isosceles Triangle 103">
                <a:extLst>
                  <a:ext uri="{FF2B5EF4-FFF2-40B4-BE49-F238E27FC236}">
                    <a16:creationId xmlns:a16="http://schemas.microsoft.com/office/drawing/2014/main" id="{5F20559F-BC9E-4C4E-9B2F-6BEEA71F3E8C}"/>
                  </a:ext>
                </a:extLst>
              </p:cNvPr>
              <p:cNvSpPr/>
              <p:nvPr/>
            </p:nvSpPr>
            <p:spPr>
              <a:xfrm>
                <a:off x="4819937" y="6399981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" name="Isosceles Triangle 104">
                <a:extLst>
                  <a:ext uri="{FF2B5EF4-FFF2-40B4-BE49-F238E27FC236}">
                    <a16:creationId xmlns:a16="http://schemas.microsoft.com/office/drawing/2014/main" id="{D54D1868-290F-4FAD-8D97-1CA991C21794}"/>
                  </a:ext>
                </a:extLst>
              </p:cNvPr>
              <p:cNvSpPr/>
              <p:nvPr/>
            </p:nvSpPr>
            <p:spPr>
              <a:xfrm>
                <a:off x="6343938" y="6399981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" name="Isosceles Triangle 107">
                <a:extLst>
                  <a:ext uri="{FF2B5EF4-FFF2-40B4-BE49-F238E27FC236}">
                    <a16:creationId xmlns:a16="http://schemas.microsoft.com/office/drawing/2014/main" id="{36505343-614E-47EB-AA3B-F89D6A14874E}"/>
                  </a:ext>
                </a:extLst>
              </p:cNvPr>
              <p:cNvSpPr/>
              <p:nvPr/>
            </p:nvSpPr>
            <p:spPr>
              <a:xfrm>
                <a:off x="7901774" y="6399981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" name="Isosceles Triangle 124">
                <a:extLst>
                  <a:ext uri="{FF2B5EF4-FFF2-40B4-BE49-F238E27FC236}">
                    <a16:creationId xmlns:a16="http://schemas.microsoft.com/office/drawing/2014/main" id="{E76C4A5D-F5A4-4A67-A536-6E400794BE86}"/>
                  </a:ext>
                </a:extLst>
              </p:cNvPr>
              <p:cNvSpPr/>
              <p:nvPr/>
            </p:nvSpPr>
            <p:spPr>
              <a:xfrm>
                <a:off x="4057936" y="7429186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" name="Isosceles Triangle 125">
                <a:extLst>
                  <a:ext uri="{FF2B5EF4-FFF2-40B4-BE49-F238E27FC236}">
                    <a16:creationId xmlns:a16="http://schemas.microsoft.com/office/drawing/2014/main" id="{021B7F33-70EA-432F-A34C-15C797761B37}"/>
                  </a:ext>
                </a:extLst>
              </p:cNvPr>
              <p:cNvSpPr/>
              <p:nvPr/>
            </p:nvSpPr>
            <p:spPr>
              <a:xfrm>
                <a:off x="5581934" y="7429186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9" name="Isosceles Triangle 128">
                <a:extLst>
                  <a:ext uri="{FF2B5EF4-FFF2-40B4-BE49-F238E27FC236}">
                    <a16:creationId xmlns:a16="http://schemas.microsoft.com/office/drawing/2014/main" id="{928113B8-3CFF-4A71-B31E-198AA29391A4}"/>
                  </a:ext>
                </a:extLst>
              </p:cNvPr>
              <p:cNvSpPr/>
              <p:nvPr/>
            </p:nvSpPr>
            <p:spPr>
              <a:xfrm>
                <a:off x="7139770" y="7429186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</p:grp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CC733E1-C5E4-451E-B7F8-19D4FEF65F91}"/>
              </a:ext>
            </a:extLst>
          </p:cNvPr>
          <p:cNvCxnSpPr>
            <a:cxnSpLocks/>
            <a:endCxn id="15" idx="0"/>
          </p:cNvCxnSpPr>
          <p:nvPr/>
        </p:nvCxnSpPr>
        <p:spPr>
          <a:xfrm flipH="1" flipV="1">
            <a:off x="8010145" y="507361"/>
            <a:ext cx="1800848" cy="302415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D4B1D81D-1245-4064-A7CB-05B875E18B07}"/>
              </a:ext>
            </a:extLst>
          </p:cNvPr>
          <p:cNvCxnSpPr>
            <a:cxnSpLocks/>
            <a:stCxn id="11" idx="0"/>
            <a:endCxn id="263" idx="2"/>
          </p:cNvCxnSpPr>
          <p:nvPr/>
        </p:nvCxnSpPr>
        <p:spPr>
          <a:xfrm flipH="1">
            <a:off x="2675269" y="507361"/>
            <a:ext cx="1778292" cy="305651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A81AF06A-9174-4C13-A78C-0B5DD6ADDD26}"/>
              </a:ext>
            </a:extLst>
          </p:cNvPr>
          <p:cNvCxnSpPr>
            <a:cxnSpLocks/>
          </p:cNvCxnSpPr>
          <p:nvPr/>
        </p:nvCxnSpPr>
        <p:spPr>
          <a:xfrm>
            <a:off x="10430605" y="861339"/>
            <a:ext cx="0" cy="1498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Star: 5 Points 217">
            <a:extLst>
              <a:ext uri="{FF2B5EF4-FFF2-40B4-BE49-F238E27FC236}">
                <a16:creationId xmlns:a16="http://schemas.microsoft.com/office/drawing/2014/main" id="{DE4F382A-1463-4812-A7AB-CA477B1FC500}"/>
              </a:ext>
            </a:extLst>
          </p:cNvPr>
          <p:cNvSpPr/>
          <p:nvPr/>
        </p:nvSpPr>
        <p:spPr>
          <a:xfrm>
            <a:off x="854123" y="4429697"/>
            <a:ext cx="475397" cy="475397"/>
          </a:xfrm>
          <a:prstGeom prst="star5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338" name="Straight Connector 337">
            <a:extLst>
              <a:ext uri="{FF2B5EF4-FFF2-40B4-BE49-F238E27FC236}">
                <a16:creationId xmlns:a16="http://schemas.microsoft.com/office/drawing/2014/main" id="{335F0C02-52F7-4457-921D-44C5191B27DD}"/>
              </a:ext>
            </a:extLst>
          </p:cNvPr>
          <p:cNvCxnSpPr>
            <a:cxnSpLocks/>
            <a:stCxn id="125" idx="2"/>
            <a:endCxn id="263" idx="2"/>
          </p:cNvCxnSpPr>
          <p:nvPr/>
        </p:nvCxnSpPr>
        <p:spPr>
          <a:xfrm flipH="1" flipV="1">
            <a:off x="2675269" y="3563877"/>
            <a:ext cx="1778293" cy="304433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Straight Connector 369">
            <a:extLst>
              <a:ext uri="{FF2B5EF4-FFF2-40B4-BE49-F238E27FC236}">
                <a16:creationId xmlns:a16="http://schemas.microsoft.com/office/drawing/2014/main" id="{06E44A13-70EE-415E-B8F9-B62D0B43AFE4}"/>
              </a:ext>
            </a:extLst>
          </p:cNvPr>
          <p:cNvCxnSpPr>
            <a:cxnSpLocks/>
          </p:cNvCxnSpPr>
          <p:nvPr/>
        </p:nvCxnSpPr>
        <p:spPr>
          <a:xfrm>
            <a:off x="8878153" y="-2630519"/>
            <a:ext cx="5884163" cy="10026026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Star: 5 Points 62">
            <a:extLst>
              <a:ext uri="{FF2B5EF4-FFF2-40B4-BE49-F238E27FC236}">
                <a16:creationId xmlns:a16="http://schemas.microsoft.com/office/drawing/2014/main" id="{B9C560D1-0797-410B-94C4-EFE5353062EA}"/>
              </a:ext>
            </a:extLst>
          </p:cNvPr>
          <p:cNvSpPr/>
          <p:nvPr/>
        </p:nvSpPr>
        <p:spPr>
          <a:xfrm>
            <a:off x="1818569" y="4472127"/>
            <a:ext cx="475397" cy="475397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1" name="Star: 5 Points 70">
            <a:extLst>
              <a:ext uri="{FF2B5EF4-FFF2-40B4-BE49-F238E27FC236}">
                <a16:creationId xmlns:a16="http://schemas.microsoft.com/office/drawing/2014/main" id="{8432CBB8-D73C-4B6E-8CAD-FC2FB7BD2E8C}"/>
              </a:ext>
            </a:extLst>
          </p:cNvPr>
          <p:cNvSpPr/>
          <p:nvPr/>
        </p:nvSpPr>
        <p:spPr>
          <a:xfrm>
            <a:off x="-51665" y="6104214"/>
            <a:ext cx="475397" cy="475397"/>
          </a:xfrm>
          <a:prstGeom prst="star5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20AB0190-34F2-4BB1-A371-CD970F28F755}"/>
              </a:ext>
            </a:extLst>
          </p:cNvPr>
          <p:cNvCxnSpPr>
            <a:cxnSpLocks/>
            <a:stCxn id="129" idx="4"/>
            <a:endCxn id="125" idx="2"/>
          </p:cNvCxnSpPr>
          <p:nvPr/>
        </p:nvCxnSpPr>
        <p:spPr>
          <a:xfrm flipH="1">
            <a:off x="4453562" y="6608214"/>
            <a:ext cx="35829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1E599D67-65B1-4C22-A4B2-E6CE42CFE9B8}"/>
              </a:ext>
            </a:extLst>
          </p:cNvPr>
          <p:cNvCxnSpPr>
            <a:cxnSpLocks/>
          </p:cNvCxnSpPr>
          <p:nvPr/>
        </p:nvCxnSpPr>
        <p:spPr>
          <a:xfrm flipH="1">
            <a:off x="8010145" y="3531520"/>
            <a:ext cx="1800848" cy="307669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Star: 5 Points 138">
            <a:extLst>
              <a:ext uri="{FF2B5EF4-FFF2-40B4-BE49-F238E27FC236}">
                <a16:creationId xmlns:a16="http://schemas.microsoft.com/office/drawing/2014/main" id="{DD0C56C5-2DC6-4236-B92E-BC833B4966CA}"/>
              </a:ext>
            </a:extLst>
          </p:cNvPr>
          <p:cNvSpPr/>
          <p:nvPr/>
        </p:nvSpPr>
        <p:spPr>
          <a:xfrm>
            <a:off x="-2994043" y="3115095"/>
            <a:ext cx="475397" cy="475397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90D3A6E3-127B-4DE8-A58A-4C877CDF238C}"/>
              </a:ext>
            </a:extLst>
          </p:cNvPr>
          <p:cNvCxnSpPr>
            <a:cxnSpLocks/>
          </p:cNvCxnSpPr>
          <p:nvPr/>
        </p:nvCxnSpPr>
        <p:spPr>
          <a:xfrm>
            <a:off x="-2710803" y="841050"/>
            <a:ext cx="5884163" cy="10026026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9CC6C95F-57AE-4142-B96F-6D416D3A7347}"/>
              </a:ext>
            </a:extLst>
          </p:cNvPr>
          <p:cNvCxnSpPr>
            <a:cxnSpLocks/>
          </p:cNvCxnSpPr>
          <p:nvPr/>
        </p:nvCxnSpPr>
        <p:spPr>
          <a:xfrm flipH="1" flipV="1">
            <a:off x="2360832" y="7902604"/>
            <a:ext cx="9812357" cy="173893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D8E1602C-16CC-412E-9EDD-1E68B3911159}"/>
              </a:ext>
            </a:extLst>
          </p:cNvPr>
          <p:cNvCxnSpPr>
            <a:cxnSpLocks/>
          </p:cNvCxnSpPr>
          <p:nvPr/>
        </p:nvCxnSpPr>
        <p:spPr>
          <a:xfrm flipH="1">
            <a:off x="-1590231" y="-2656616"/>
            <a:ext cx="4265500" cy="7270451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E208D132-2949-4EFA-AAA4-5EBA9592CA52}"/>
              </a:ext>
            </a:extLst>
          </p:cNvPr>
          <p:cNvCxnSpPr>
            <a:cxnSpLocks/>
          </p:cNvCxnSpPr>
          <p:nvPr/>
        </p:nvCxnSpPr>
        <p:spPr>
          <a:xfrm>
            <a:off x="-2003075" y="79026"/>
            <a:ext cx="5884163" cy="10026026"/>
          </a:xfrm>
          <a:prstGeom prst="line">
            <a:avLst/>
          </a:prstGeom>
          <a:ln w="762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8BA2B882-2BB0-4EFD-80B4-B845698F4D1A}"/>
              </a:ext>
            </a:extLst>
          </p:cNvPr>
          <p:cNvCxnSpPr>
            <a:cxnSpLocks/>
          </p:cNvCxnSpPr>
          <p:nvPr/>
        </p:nvCxnSpPr>
        <p:spPr>
          <a:xfrm>
            <a:off x="-2046726" y="1084185"/>
            <a:ext cx="5884163" cy="10026026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89B10E2B-9741-49A0-A54A-6FA2DBC50F59}"/>
              </a:ext>
            </a:extLst>
          </p:cNvPr>
          <p:cNvCxnSpPr>
            <a:cxnSpLocks/>
          </p:cNvCxnSpPr>
          <p:nvPr/>
        </p:nvCxnSpPr>
        <p:spPr>
          <a:xfrm>
            <a:off x="-6043285" y="3328917"/>
            <a:ext cx="5884163" cy="1002602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F8E3A5F6-13E1-4DD6-91C0-510B3F720129}"/>
              </a:ext>
            </a:extLst>
          </p:cNvPr>
          <p:cNvCxnSpPr>
            <a:cxnSpLocks/>
          </p:cNvCxnSpPr>
          <p:nvPr/>
        </p:nvCxnSpPr>
        <p:spPr>
          <a:xfrm flipH="1">
            <a:off x="-2765329" y="-3020224"/>
            <a:ext cx="4265500" cy="7270451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Star: 5 Points 127">
            <a:extLst>
              <a:ext uri="{FF2B5EF4-FFF2-40B4-BE49-F238E27FC236}">
                <a16:creationId xmlns:a16="http://schemas.microsoft.com/office/drawing/2014/main" id="{A519BFE4-3883-460F-9278-9153D370917A}"/>
              </a:ext>
            </a:extLst>
          </p:cNvPr>
          <p:cNvSpPr/>
          <p:nvPr/>
        </p:nvSpPr>
        <p:spPr>
          <a:xfrm>
            <a:off x="-2364560" y="5552558"/>
            <a:ext cx="475397" cy="475397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1" name="Star: 5 Points 140">
            <a:extLst>
              <a:ext uri="{FF2B5EF4-FFF2-40B4-BE49-F238E27FC236}">
                <a16:creationId xmlns:a16="http://schemas.microsoft.com/office/drawing/2014/main" id="{17781668-C1A9-494C-98CE-BD4781275CE8}"/>
              </a:ext>
            </a:extLst>
          </p:cNvPr>
          <p:cNvSpPr/>
          <p:nvPr/>
        </p:nvSpPr>
        <p:spPr>
          <a:xfrm>
            <a:off x="1563003" y="1626894"/>
            <a:ext cx="475397" cy="475397"/>
          </a:xfrm>
          <a:prstGeom prst="star5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69" name="Star: 5 Points 168">
            <a:extLst>
              <a:ext uri="{FF2B5EF4-FFF2-40B4-BE49-F238E27FC236}">
                <a16:creationId xmlns:a16="http://schemas.microsoft.com/office/drawing/2014/main" id="{6C2C45DA-4556-481A-8D18-03C392A584A0}"/>
              </a:ext>
            </a:extLst>
          </p:cNvPr>
          <p:cNvSpPr/>
          <p:nvPr/>
        </p:nvSpPr>
        <p:spPr>
          <a:xfrm>
            <a:off x="7173061" y="-333581"/>
            <a:ext cx="475397" cy="475397"/>
          </a:xfrm>
          <a:prstGeom prst="star5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85" name="Star: 5 Points 184">
            <a:extLst>
              <a:ext uri="{FF2B5EF4-FFF2-40B4-BE49-F238E27FC236}">
                <a16:creationId xmlns:a16="http://schemas.microsoft.com/office/drawing/2014/main" id="{39C648FE-4044-4191-9AE6-F7CAB4737BF1}"/>
              </a:ext>
            </a:extLst>
          </p:cNvPr>
          <p:cNvSpPr/>
          <p:nvPr/>
        </p:nvSpPr>
        <p:spPr>
          <a:xfrm>
            <a:off x="3021378" y="112624"/>
            <a:ext cx="475397" cy="475397"/>
          </a:xfrm>
          <a:prstGeom prst="star5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5" name="Star: 5 Points 204">
            <a:extLst>
              <a:ext uri="{FF2B5EF4-FFF2-40B4-BE49-F238E27FC236}">
                <a16:creationId xmlns:a16="http://schemas.microsoft.com/office/drawing/2014/main" id="{0E5D973F-4190-4CC4-AB65-50C722413FE8}"/>
              </a:ext>
            </a:extLst>
          </p:cNvPr>
          <p:cNvSpPr/>
          <p:nvPr/>
        </p:nvSpPr>
        <p:spPr>
          <a:xfrm>
            <a:off x="-1188034" y="1300118"/>
            <a:ext cx="475397" cy="475397"/>
          </a:xfrm>
          <a:prstGeom prst="star5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11" name="Star: 5 Points 210">
            <a:extLst>
              <a:ext uri="{FF2B5EF4-FFF2-40B4-BE49-F238E27FC236}">
                <a16:creationId xmlns:a16="http://schemas.microsoft.com/office/drawing/2014/main" id="{C1EC0F32-B62C-428A-8F88-AC5A97D93756}"/>
              </a:ext>
            </a:extLst>
          </p:cNvPr>
          <p:cNvSpPr/>
          <p:nvPr/>
        </p:nvSpPr>
        <p:spPr>
          <a:xfrm>
            <a:off x="1264541" y="2052594"/>
            <a:ext cx="475397" cy="475397"/>
          </a:xfrm>
          <a:prstGeom prst="star5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48929F9-06E8-4E56-99C7-64DEF198C989}"/>
              </a:ext>
            </a:extLst>
          </p:cNvPr>
          <p:cNvCxnSpPr>
            <a:cxnSpLocks/>
            <a:stCxn id="260" idx="2"/>
            <a:endCxn id="67" idx="4"/>
          </p:cNvCxnSpPr>
          <p:nvPr/>
        </p:nvCxnSpPr>
        <p:spPr>
          <a:xfrm flipH="1" flipV="1">
            <a:off x="4453561" y="2578560"/>
            <a:ext cx="592764" cy="98531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E0DBB786-BA20-4A76-8DA8-2B8B395CE081}"/>
              </a:ext>
            </a:extLst>
          </p:cNvPr>
          <p:cNvCxnSpPr>
            <a:cxnSpLocks/>
            <a:stCxn id="68" idx="2"/>
            <a:endCxn id="260" idx="0"/>
          </p:cNvCxnSpPr>
          <p:nvPr/>
        </p:nvCxnSpPr>
        <p:spPr>
          <a:xfrm flipV="1">
            <a:off x="4453561" y="2541870"/>
            <a:ext cx="1185528" cy="3669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F63F1FE7-D831-4155-9183-F05F4AABD86E}"/>
              </a:ext>
            </a:extLst>
          </p:cNvPr>
          <p:cNvCxnSpPr>
            <a:cxnSpLocks/>
          </p:cNvCxnSpPr>
          <p:nvPr/>
        </p:nvCxnSpPr>
        <p:spPr>
          <a:xfrm flipH="1" flipV="1">
            <a:off x="9516731" y="1796393"/>
            <a:ext cx="3190186" cy="35156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F9FF1BFC-83EC-490A-977D-69BD8DB1E730}"/>
              </a:ext>
            </a:extLst>
          </p:cNvPr>
          <p:cNvCxnSpPr>
            <a:cxnSpLocks/>
            <a:stCxn id="262" idx="2"/>
            <a:endCxn id="238" idx="4"/>
          </p:cNvCxnSpPr>
          <p:nvPr/>
        </p:nvCxnSpPr>
        <p:spPr>
          <a:xfrm flipV="1">
            <a:off x="7417381" y="2554609"/>
            <a:ext cx="592763" cy="100926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1B572CDE-4AE4-439A-BEFF-C59A1EB6B6DB}"/>
              </a:ext>
            </a:extLst>
          </p:cNvPr>
          <p:cNvCxnSpPr>
            <a:cxnSpLocks/>
            <a:stCxn id="270" idx="4"/>
            <a:endCxn id="228" idx="4"/>
          </p:cNvCxnSpPr>
          <p:nvPr/>
        </p:nvCxnSpPr>
        <p:spPr>
          <a:xfrm flipV="1">
            <a:off x="5661647" y="4529576"/>
            <a:ext cx="1185526" cy="2395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3DEAA237-730A-4372-9B6E-3B15E736581B}"/>
              </a:ext>
            </a:extLst>
          </p:cNvPr>
          <p:cNvCxnSpPr>
            <a:cxnSpLocks/>
          </p:cNvCxnSpPr>
          <p:nvPr/>
        </p:nvCxnSpPr>
        <p:spPr>
          <a:xfrm flipH="1" flipV="1">
            <a:off x="10377435" y="3628945"/>
            <a:ext cx="3190186" cy="35156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B70A2F5D-F592-4878-9F8F-2F546035CCAC}"/>
              </a:ext>
            </a:extLst>
          </p:cNvPr>
          <p:cNvCxnSpPr>
            <a:cxnSpLocks/>
          </p:cNvCxnSpPr>
          <p:nvPr/>
        </p:nvCxnSpPr>
        <p:spPr>
          <a:xfrm flipH="1" flipV="1">
            <a:off x="10705323" y="4364797"/>
            <a:ext cx="3190186" cy="35156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7FE368B4-3C6B-404C-923E-05C2EA05A517}"/>
              </a:ext>
            </a:extLst>
          </p:cNvPr>
          <p:cNvCxnSpPr>
            <a:cxnSpLocks/>
            <a:stCxn id="104" idx="0"/>
            <a:endCxn id="264" idx="4"/>
          </p:cNvCxnSpPr>
          <p:nvPr/>
        </p:nvCxnSpPr>
        <p:spPr>
          <a:xfrm flipH="1" flipV="1">
            <a:off x="5046325" y="3563877"/>
            <a:ext cx="592764" cy="99312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D4A5C500-60B0-40C3-B8A0-067A0278FB74}"/>
              </a:ext>
            </a:extLst>
          </p:cNvPr>
          <p:cNvCxnSpPr>
            <a:cxnSpLocks/>
            <a:stCxn id="275" idx="2"/>
            <a:endCxn id="228" idx="4"/>
          </p:cNvCxnSpPr>
          <p:nvPr/>
        </p:nvCxnSpPr>
        <p:spPr>
          <a:xfrm flipH="1" flipV="1">
            <a:off x="6847173" y="4529576"/>
            <a:ext cx="1211850" cy="2395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4630E860-5F4F-4A60-90E8-FF23C4ECF0C7}"/>
              </a:ext>
            </a:extLst>
          </p:cNvPr>
          <p:cNvCxnSpPr>
            <a:cxnSpLocks/>
          </p:cNvCxnSpPr>
          <p:nvPr/>
        </p:nvCxnSpPr>
        <p:spPr>
          <a:xfrm flipH="1" flipV="1">
            <a:off x="9870749" y="2848045"/>
            <a:ext cx="3190186" cy="35156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ADBFB39D-87A5-43E8-BB10-7A7343A0172A}"/>
              </a:ext>
            </a:extLst>
          </p:cNvPr>
          <p:cNvCxnSpPr>
            <a:cxnSpLocks/>
          </p:cNvCxnSpPr>
          <p:nvPr/>
        </p:nvCxnSpPr>
        <p:spPr>
          <a:xfrm flipH="1" flipV="1">
            <a:off x="12723504" y="258408"/>
            <a:ext cx="3190186" cy="35156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8DBC7A45-4837-4F72-AACB-3C4875CE473D}"/>
              </a:ext>
            </a:extLst>
          </p:cNvPr>
          <p:cNvCxnSpPr>
            <a:cxnSpLocks/>
            <a:stCxn id="15" idx="0"/>
            <a:endCxn id="11" idx="0"/>
          </p:cNvCxnSpPr>
          <p:nvPr/>
        </p:nvCxnSpPr>
        <p:spPr>
          <a:xfrm flipH="1">
            <a:off x="4453561" y="507361"/>
            <a:ext cx="3556584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B2B57472-EEBE-4557-9BC8-A3D5374D4B13}"/>
              </a:ext>
            </a:extLst>
          </p:cNvPr>
          <p:cNvCxnSpPr>
            <a:cxnSpLocks/>
            <a:stCxn id="220" idx="2"/>
            <a:endCxn id="108" idx="0"/>
          </p:cNvCxnSpPr>
          <p:nvPr/>
        </p:nvCxnSpPr>
        <p:spPr>
          <a:xfrm flipH="1" flipV="1">
            <a:off x="8036466" y="4557002"/>
            <a:ext cx="588999" cy="102176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Straight Connector 295">
            <a:extLst>
              <a:ext uri="{FF2B5EF4-FFF2-40B4-BE49-F238E27FC236}">
                <a16:creationId xmlns:a16="http://schemas.microsoft.com/office/drawing/2014/main" id="{E0EB47B9-BD05-4DA9-8993-9F620024DEB0}"/>
              </a:ext>
            </a:extLst>
          </p:cNvPr>
          <p:cNvCxnSpPr>
            <a:cxnSpLocks/>
            <a:stCxn id="229" idx="2"/>
            <a:endCxn id="227" idx="4"/>
          </p:cNvCxnSpPr>
          <p:nvPr/>
        </p:nvCxnSpPr>
        <p:spPr>
          <a:xfrm>
            <a:off x="7439937" y="3544259"/>
            <a:ext cx="592764" cy="98531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Star: 5 Points 111">
            <a:extLst>
              <a:ext uri="{FF2B5EF4-FFF2-40B4-BE49-F238E27FC236}">
                <a16:creationId xmlns:a16="http://schemas.microsoft.com/office/drawing/2014/main" id="{5530D8AD-AE72-41A4-91D6-7F45E1131311}"/>
              </a:ext>
            </a:extLst>
          </p:cNvPr>
          <p:cNvSpPr/>
          <p:nvPr/>
        </p:nvSpPr>
        <p:spPr>
          <a:xfrm>
            <a:off x="5405154" y="2923471"/>
            <a:ext cx="475397" cy="475397"/>
          </a:xfrm>
          <a:prstGeom prst="star5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4" name="Star: 5 Points 113">
            <a:extLst>
              <a:ext uri="{FF2B5EF4-FFF2-40B4-BE49-F238E27FC236}">
                <a16:creationId xmlns:a16="http://schemas.microsoft.com/office/drawing/2014/main" id="{948AF843-1276-44BA-8A5E-7A94037F1785}"/>
              </a:ext>
            </a:extLst>
          </p:cNvPr>
          <p:cNvSpPr/>
          <p:nvPr/>
        </p:nvSpPr>
        <p:spPr>
          <a:xfrm>
            <a:off x="4804335" y="697998"/>
            <a:ext cx="475397" cy="475397"/>
          </a:xfrm>
          <a:prstGeom prst="star5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7" name="Star: 5 Points 116">
            <a:extLst>
              <a:ext uri="{FF2B5EF4-FFF2-40B4-BE49-F238E27FC236}">
                <a16:creationId xmlns:a16="http://schemas.microsoft.com/office/drawing/2014/main" id="{078485B0-870D-447C-BA34-BBF6E642682A}"/>
              </a:ext>
            </a:extLst>
          </p:cNvPr>
          <p:cNvSpPr/>
          <p:nvPr/>
        </p:nvSpPr>
        <p:spPr>
          <a:xfrm>
            <a:off x="7752448" y="5691697"/>
            <a:ext cx="475397" cy="475397"/>
          </a:xfrm>
          <a:prstGeom prst="star5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61DD9558-FB70-413F-AAA1-B5D21755A493}"/>
              </a:ext>
            </a:extLst>
          </p:cNvPr>
          <p:cNvCxnSpPr>
            <a:cxnSpLocks/>
            <a:stCxn id="226" idx="4"/>
            <a:endCxn id="270" idx="2"/>
          </p:cNvCxnSpPr>
          <p:nvPr/>
        </p:nvCxnSpPr>
        <p:spPr>
          <a:xfrm>
            <a:off x="3290588" y="4529576"/>
            <a:ext cx="1185531" cy="2395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C21C1A9E-D60D-4AD6-BF83-128BA3E7DFDB}"/>
              </a:ext>
            </a:extLst>
          </p:cNvPr>
          <p:cNvCxnSpPr>
            <a:cxnSpLocks/>
            <a:stCxn id="64" idx="2"/>
            <a:endCxn id="14" idx="0"/>
          </p:cNvCxnSpPr>
          <p:nvPr/>
        </p:nvCxnSpPr>
        <p:spPr>
          <a:xfrm flipV="1">
            <a:off x="5639089" y="507361"/>
            <a:ext cx="1185528" cy="207119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530C3F7E-A29F-4B46-BAEA-C3C245049F6A}"/>
              </a:ext>
            </a:extLst>
          </p:cNvPr>
          <p:cNvCxnSpPr>
            <a:cxnSpLocks/>
            <a:stCxn id="66" idx="0"/>
            <a:endCxn id="262" idx="0"/>
          </p:cNvCxnSpPr>
          <p:nvPr/>
        </p:nvCxnSpPr>
        <p:spPr>
          <a:xfrm flipH="1">
            <a:off x="8010145" y="1556553"/>
            <a:ext cx="592764" cy="98531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7AAC25DE-7D82-45ED-80C5-97B23E58A092}"/>
              </a:ext>
            </a:extLst>
          </p:cNvPr>
          <p:cNvCxnSpPr>
            <a:cxnSpLocks/>
            <a:stCxn id="11" idx="2"/>
            <a:endCxn id="67" idx="4"/>
          </p:cNvCxnSpPr>
          <p:nvPr/>
        </p:nvCxnSpPr>
        <p:spPr>
          <a:xfrm>
            <a:off x="3860797" y="1529368"/>
            <a:ext cx="592764" cy="104919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51C36794-BCEA-403D-BBCE-D53AD2325F26}"/>
              </a:ext>
            </a:extLst>
          </p:cNvPr>
          <p:cNvCxnSpPr>
            <a:cxnSpLocks/>
            <a:stCxn id="126" idx="2"/>
            <a:endCxn id="229" idx="0"/>
          </p:cNvCxnSpPr>
          <p:nvPr/>
        </p:nvCxnSpPr>
        <p:spPr>
          <a:xfrm flipV="1">
            <a:off x="5639086" y="4566266"/>
            <a:ext cx="1208087" cy="204194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Star: 5 Points 146">
            <a:extLst>
              <a:ext uri="{FF2B5EF4-FFF2-40B4-BE49-F238E27FC236}">
                <a16:creationId xmlns:a16="http://schemas.microsoft.com/office/drawing/2014/main" id="{8DA674B6-5FA5-4C6B-9887-2365181D16BA}"/>
              </a:ext>
            </a:extLst>
          </p:cNvPr>
          <p:cNvSpPr/>
          <p:nvPr/>
        </p:nvSpPr>
        <p:spPr>
          <a:xfrm>
            <a:off x="4250013" y="5645667"/>
            <a:ext cx="475397" cy="475397"/>
          </a:xfrm>
          <a:prstGeom prst="star5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9" name="Star: 5 Points 148">
            <a:extLst>
              <a:ext uri="{FF2B5EF4-FFF2-40B4-BE49-F238E27FC236}">
                <a16:creationId xmlns:a16="http://schemas.microsoft.com/office/drawing/2014/main" id="{16EFFBA7-6640-4587-9693-F7CE08391368}"/>
              </a:ext>
            </a:extLst>
          </p:cNvPr>
          <p:cNvSpPr/>
          <p:nvPr/>
        </p:nvSpPr>
        <p:spPr>
          <a:xfrm>
            <a:off x="8514109" y="646503"/>
            <a:ext cx="475397" cy="475397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E48C1220-3AEC-4457-9B6C-FBB3E887B030}"/>
              </a:ext>
            </a:extLst>
          </p:cNvPr>
          <p:cNvCxnSpPr>
            <a:cxnSpLocks/>
            <a:stCxn id="274" idx="4"/>
            <a:endCxn id="260" idx="2"/>
          </p:cNvCxnSpPr>
          <p:nvPr/>
        </p:nvCxnSpPr>
        <p:spPr>
          <a:xfrm flipV="1">
            <a:off x="4476118" y="3563877"/>
            <a:ext cx="570207" cy="98965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Star: 5 Points 153">
            <a:extLst>
              <a:ext uri="{FF2B5EF4-FFF2-40B4-BE49-F238E27FC236}">
                <a16:creationId xmlns:a16="http://schemas.microsoft.com/office/drawing/2014/main" id="{0D0D57F8-C882-4410-BA00-FE3D3B9C895B}"/>
              </a:ext>
            </a:extLst>
          </p:cNvPr>
          <p:cNvSpPr/>
          <p:nvPr/>
        </p:nvSpPr>
        <p:spPr>
          <a:xfrm>
            <a:off x="7273203" y="3944493"/>
            <a:ext cx="475397" cy="475397"/>
          </a:xfrm>
          <a:prstGeom prst="star5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55" name="Star: 5 Points 154">
            <a:extLst>
              <a:ext uri="{FF2B5EF4-FFF2-40B4-BE49-F238E27FC236}">
                <a16:creationId xmlns:a16="http://schemas.microsoft.com/office/drawing/2014/main" id="{8680A8C9-EC06-410E-B6B2-CF553E69AE31}"/>
              </a:ext>
            </a:extLst>
          </p:cNvPr>
          <p:cNvSpPr/>
          <p:nvPr/>
        </p:nvSpPr>
        <p:spPr>
          <a:xfrm>
            <a:off x="9058263" y="2931236"/>
            <a:ext cx="475397" cy="475397"/>
          </a:xfrm>
          <a:prstGeom prst="star5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60" name="Star: 5 Points 159">
            <a:extLst>
              <a:ext uri="{FF2B5EF4-FFF2-40B4-BE49-F238E27FC236}">
                <a16:creationId xmlns:a16="http://schemas.microsoft.com/office/drawing/2014/main" id="{D2F89CBC-0C05-4368-BFCA-E3BD4816349B}"/>
              </a:ext>
            </a:extLst>
          </p:cNvPr>
          <p:cNvSpPr/>
          <p:nvPr/>
        </p:nvSpPr>
        <p:spPr>
          <a:xfrm>
            <a:off x="7223633" y="1965344"/>
            <a:ext cx="475397" cy="475397"/>
          </a:xfrm>
          <a:prstGeom prst="star5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61" name="Star: 5 Points 160">
            <a:extLst>
              <a:ext uri="{FF2B5EF4-FFF2-40B4-BE49-F238E27FC236}">
                <a16:creationId xmlns:a16="http://schemas.microsoft.com/office/drawing/2014/main" id="{E42C220E-08C7-4511-9ECE-C6134546E9AA}"/>
              </a:ext>
            </a:extLst>
          </p:cNvPr>
          <p:cNvSpPr/>
          <p:nvPr/>
        </p:nvSpPr>
        <p:spPr>
          <a:xfrm>
            <a:off x="3640653" y="2043621"/>
            <a:ext cx="475397" cy="475397"/>
          </a:xfrm>
          <a:prstGeom prst="star5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63" name="Star: 5 Points 162">
            <a:extLst>
              <a:ext uri="{FF2B5EF4-FFF2-40B4-BE49-F238E27FC236}">
                <a16:creationId xmlns:a16="http://schemas.microsoft.com/office/drawing/2014/main" id="{BF68DCA0-A912-4A9C-90F1-011023AEC790}"/>
              </a:ext>
            </a:extLst>
          </p:cNvPr>
          <p:cNvSpPr/>
          <p:nvPr/>
        </p:nvSpPr>
        <p:spPr>
          <a:xfrm>
            <a:off x="3678766" y="3980513"/>
            <a:ext cx="475397" cy="475397"/>
          </a:xfrm>
          <a:prstGeom prst="star5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64" name="Star: 5 Points 163">
            <a:extLst>
              <a:ext uri="{FF2B5EF4-FFF2-40B4-BE49-F238E27FC236}">
                <a16:creationId xmlns:a16="http://schemas.microsoft.com/office/drawing/2014/main" id="{1D35F403-7C08-44DA-881C-B5F7200CFB5D}"/>
              </a:ext>
            </a:extLst>
          </p:cNvPr>
          <p:cNvSpPr/>
          <p:nvPr/>
        </p:nvSpPr>
        <p:spPr>
          <a:xfrm>
            <a:off x="5924610" y="4675596"/>
            <a:ext cx="475397" cy="475397"/>
          </a:xfrm>
          <a:prstGeom prst="star5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35367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>
            <a:extLst>
              <a:ext uri="{FF2B5EF4-FFF2-40B4-BE49-F238E27FC236}">
                <a16:creationId xmlns:a16="http://schemas.microsoft.com/office/drawing/2014/main" id="{2F469591-4442-4FD0-8FB9-90128BB6BB63}"/>
              </a:ext>
            </a:extLst>
          </p:cNvPr>
          <p:cNvGrpSpPr/>
          <p:nvPr/>
        </p:nvGrpSpPr>
        <p:grpSpPr>
          <a:xfrm>
            <a:off x="0" y="-566033"/>
            <a:ext cx="16732096" cy="2051214"/>
            <a:chOff x="11204785" y="17626"/>
            <a:chExt cx="16732096" cy="2051214"/>
          </a:xfrm>
        </p:grpSpPr>
        <p:sp>
          <p:nvSpPr>
            <p:cNvPr id="204" name="Isosceles Triangle 203">
              <a:extLst>
                <a:ext uri="{FF2B5EF4-FFF2-40B4-BE49-F238E27FC236}">
                  <a16:creationId xmlns:a16="http://schemas.microsoft.com/office/drawing/2014/main" id="{CDF9E14B-2703-4394-BA59-CE3F3F921A9A}"/>
                </a:ext>
              </a:extLst>
            </p:cNvPr>
            <p:cNvSpPr/>
            <p:nvPr/>
          </p:nvSpPr>
          <p:spPr>
            <a:xfrm rot="10800000">
              <a:off x="18982152" y="1046832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07" name="Isosceles Triangle 206">
              <a:extLst>
                <a:ext uri="{FF2B5EF4-FFF2-40B4-BE49-F238E27FC236}">
                  <a16:creationId xmlns:a16="http://schemas.microsoft.com/office/drawing/2014/main" id="{FC9868D8-F7DB-46EF-B041-39C8E1341CD6}"/>
                </a:ext>
              </a:extLst>
            </p:cNvPr>
            <p:cNvSpPr/>
            <p:nvPr/>
          </p:nvSpPr>
          <p:spPr>
            <a:xfrm rot="10800000">
              <a:off x="17796624" y="1046833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08" name="Isosceles Triangle 207">
              <a:extLst>
                <a:ext uri="{FF2B5EF4-FFF2-40B4-BE49-F238E27FC236}">
                  <a16:creationId xmlns:a16="http://schemas.microsoft.com/office/drawing/2014/main" id="{4FE67E4B-3A7F-46F7-BF0E-6EE80701A028}"/>
                </a:ext>
              </a:extLst>
            </p:cNvPr>
            <p:cNvSpPr/>
            <p:nvPr/>
          </p:nvSpPr>
          <p:spPr>
            <a:xfrm rot="10800000">
              <a:off x="16611095" y="1046832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10" name="Isosceles Triangle 209">
              <a:extLst>
                <a:ext uri="{FF2B5EF4-FFF2-40B4-BE49-F238E27FC236}">
                  <a16:creationId xmlns:a16="http://schemas.microsoft.com/office/drawing/2014/main" id="{A883FD00-FF76-4CCD-BCA1-0999F4640CD1}"/>
                </a:ext>
              </a:extLst>
            </p:cNvPr>
            <p:cNvSpPr/>
            <p:nvPr/>
          </p:nvSpPr>
          <p:spPr>
            <a:xfrm rot="10800000">
              <a:off x="21353208" y="1046833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12" name="Isosceles Triangle 211">
              <a:extLst>
                <a:ext uri="{FF2B5EF4-FFF2-40B4-BE49-F238E27FC236}">
                  <a16:creationId xmlns:a16="http://schemas.microsoft.com/office/drawing/2014/main" id="{B02C8647-FCD7-4DC6-9F09-23E1F893FAF4}"/>
                </a:ext>
              </a:extLst>
            </p:cNvPr>
            <p:cNvSpPr/>
            <p:nvPr/>
          </p:nvSpPr>
          <p:spPr>
            <a:xfrm rot="10800000">
              <a:off x="20167680" y="1046833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13" name="Isosceles Triangle 212">
              <a:extLst>
                <a:ext uri="{FF2B5EF4-FFF2-40B4-BE49-F238E27FC236}">
                  <a16:creationId xmlns:a16="http://schemas.microsoft.com/office/drawing/2014/main" id="{01A76BE7-CC53-4736-98BD-A74C5DA14DB1}"/>
                </a:ext>
              </a:extLst>
            </p:cNvPr>
            <p:cNvSpPr/>
            <p:nvPr/>
          </p:nvSpPr>
          <p:spPr>
            <a:xfrm rot="10800000">
              <a:off x="19574916" y="17626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14" name="Isosceles Triangle 213">
              <a:extLst>
                <a:ext uri="{FF2B5EF4-FFF2-40B4-BE49-F238E27FC236}">
                  <a16:creationId xmlns:a16="http://schemas.microsoft.com/office/drawing/2014/main" id="{5D55DC24-7114-41C4-B7A0-EC93C1522237}"/>
                </a:ext>
              </a:extLst>
            </p:cNvPr>
            <p:cNvSpPr/>
            <p:nvPr/>
          </p:nvSpPr>
          <p:spPr>
            <a:xfrm rot="10800000">
              <a:off x="18389388" y="17626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15" name="Isosceles Triangle 214">
              <a:extLst>
                <a:ext uri="{FF2B5EF4-FFF2-40B4-BE49-F238E27FC236}">
                  <a16:creationId xmlns:a16="http://schemas.microsoft.com/office/drawing/2014/main" id="{8785DAE3-7D1B-4540-AF75-99A5D37FBB18}"/>
                </a:ext>
              </a:extLst>
            </p:cNvPr>
            <p:cNvSpPr/>
            <p:nvPr/>
          </p:nvSpPr>
          <p:spPr>
            <a:xfrm rot="10800000">
              <a:off x="17203860" y="17627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16" name="Isosceles Triangle 215">
              <a:extLst>
                <a:ext uri="{FF2B5EF4-FFF2-40B4-BE49-F238E27FC236}">
                  <a16:creationId xmlns:a16="http://schemas.microsoft.com/office/drawing/2014/main" id="{27A18BA5-864E-4E36-AD13-815E9FB4EE71}"/>
                </a:ext>
              </a:extLst>
            </p:cNvPr>
            <p:cNvSpPr/>
            <p:nvPr/>
          </p:nvSpPr>
          <p:spPr>
            <a:xfrm rot="10800000">
              <a:off x="21945972" y="17626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17" name="Isosceles Triangle 216">
              <a:extLst>
                <a:ext uri="{FF2B5EF4-FFF2-40B4-BE49-F238E27FC236}">
                  <a16:creationId xmlns:a16="http://schemas.microsoft.com/office/drawing/2014/main" id="{36107AB1-0E44-4729-A917-455DFAA7B7BA}"/>
                </a:ext>
              </a:extLst>
            </p:cNvPr>
            <p:cNvSpPr/>
            <p:nvPr/>
          </p:nvSpPr>
          <p:spPr>
            <a:xfrm rot="10800000">
              <a:off x="20760444" y="17626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40" name="Isosceles Triangle 239">
              <a:extLst>
                <a:ext uri="{FF2B5EF4-FFF2-40B4-BE49-F238E27FC236}">
                  <a16:creationId xmlns:a16="http://schemas.microsoft.com/office/drawing/2014/main" id="{69F19751-ADCC-46E5-9E93-BC8185C8909F}"/>
                </a:ext>
              </a:extLst>
            </p:cNvPr>
            <p:cNvSpPr/>
            <p:nvPr/>
          </p:nvSpPr>
          <p:spPr>
            <a:xfrm rot="10800000">
              <a:off x="15992011" y="17626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88" name="Isosceles Triangle 187">
              <a:extLst>
                <a:ext uri="{FF2B5EF4-FFF2-40B4-BE49-F238E27FC236}">
                  <a16:creationId xmlns:a16="http://schemas.microsoft.com/office/drawing/2014/main" id="{55A44F2A-674F-492D-AD5F-21230A5D9F44}"/>
                </a:ext>
              </a:extLst>
            </p:cNvPr>
            <p:cNvSpPr/>
            <p:nvPr/>
          </p:nvSpPr>
          <p:spPr>
            <a:xfrm>
              <a:off x="17796626" y="17626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89" name="Isosceles Triangle 188">
              <a:extLst>
                <a:ext uri="{FF2B5EF4-FFF2-40B4-BE49-F238E27FC236}">
                  <a16:creationId xmlns:a16="http://schemas.microsoft.com/office/drawing/2014/main" id="{186A2217-9DE8-4693-A9AF-3316DB721125}"/>
                </a:ext>
              </a:extLst>
            </p:cNvPr>
            <p:cNvSpPr/>
            <p:nvPr/>
          </p:nvSpPr>
          <p:spPr>
            <a:xfrm>
              <a:off x="18982152" y="17626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0" name="Isosceles Triangle 189">
              <a:extLst>
                <a:ext uri="{FF2B5EF4-FFF2-40B4-BE49-F238E27FC236}">
                  <a16:creationId xmlns:a16="http://schemas.microsoft.com/office/drawing/2014/main" id="{67F057B6-0867-423D-8B53-7A97C94B14C3}"/>
                </a:ext>
              </a:extLst>
            </p:cNvPr>
            <p:cNvSpPr/>
            <p:nvPr/>
          </p:nvSpPr>
          <p:spPr>
            <a:xfrm>
              <a:off x="20167681" y="17626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1" name="Isosceles Triangle 190">
              <a:extLst>
                <a:ext uri="{FF2B5EF4-FFF2-40B4-BE49-F238E27FC236}">
                  <a16:creationId xmlns:a16="http://schemas.microsoft.com/office/drawing/2014/main" id="{5A4478CC-FFAE-46D6-9FED-9610211C5D76}"/>
                </a:ext>
              </a:extLst>
            </p:cNvPr>
            <p:cNvSpPr/>
            <p:nvPr/>
          </p:nvSpPr>
          <p:spPr>
            <a:xfrm>
              <a:off x="16611097" y="17626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2" name="Isosceles Triangle 191">
              <a:extLst>
                <a:ext uri="{FF2B5EF4-FFF2-40B4-BE49-F238E27FC236}">
                  <a16:creationId xmlns:a16="http://schemas.microsoft.com/office/drawing/2014/main" id="{52A188F2-E22C-4B3A-8EEF-9F0D589ADC84}"/>
                </a:ext>
              </a:extLst>
            </p:cNvPr>
            <p:cNvSpPr/>
            <p:nvPr/>
          </p:nvSpPr>
          <p:spPr>
            <a:xfrm>
              <a:off x="21379530" y="17626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3" name="Isosceles Triangle 192">
              <a:extLst>
                <a:ext uri="{FF2B5EF4-FFF2-40B4-BE49-F238E27FC236}">
                  <a16:creationId xmlns:a16="http://schemas.microsoft.com/office/drawing/2014/main" id="{83803DAC-0FD2-4104-A1D3-61A8024B3200}"/>
                </a:ext>
              </a:extLst>
            </p:cNvPr>
            <p:cNvSpPr/>
            <p:nvPr/>
          </p:nvSpPr>
          <p:spPr>
            <a:xfrm>
              <a:off x="17181305" y="1046832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4" name="Isosceles Triangle 193">
              <a:extLst>
                <a:ext uri="{FF2B5EF4-FFF2-40B4-BE49-F238E27FC236}">
                  <a16:creationId xmlns:a16="http://schemas.microsoft.com/office/drawing/2014/main" id="{BE9CB476-3ECD-4E42-A8C6-A8C2C7E0171B}"/>
                </a:ext>
              </a:extLst>
            </p:cNvPr>
            <p:cNvSpPr/>
            <p:nvPr/>
          </p:nvSpPr>
          <p:spPr>
            <a:xfrm>
              <a:off x="18366832" y="1046832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5" name="Isosceles Triangle 194">
              <a:extLst>
                <a:ext uri="{FF2B5EF4-FFF2-40B4-BE49-F238E27FC236}">
                  <a16:creationId xmlns:a16="http://schemas.microsoft.com/office/drawing/2014/main" id="{C9AC2503-EA30-4CCE-BC3B-439A2F1467FB}"/>
                </a:ext>
              </a:extLst>
            </p:cNvPr>
            <p:cNvSpPr/>
            <p:nvPr/>
          </p:nvSpPr>
          <p:spPr>
            <a:xfrm>
              <a:off x="19552360" y="1046832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6" name="Isosceles Triangle 195">
              <a:extLst>
                <a:ext uri="{FF2B5EF4-FFF2-40B4-BE49-F238E27FC236}">
                  <a16:creationId xmlns:a16="http://schemas.microsoft.com/office/drawing/2014/main" id="{821699C7-05A1-4731-AAD6-0FE28593921F}"/>
                </a:ext>
              </a:extLst>
            </p:cNvPr>
            <p:cNvSpPr/>
            <p:nvPr/>
          </p:nvSpPr>
          <p:spPr>
            <a:xfrm>
              <a:off x="20764209" y="1046832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82" name="Isosceles Triangle 381">
              <a:extLst>
                <a:ext uri="{FF2B5EF4-FFF2-40B4-BE49-F238E27FC236}">
                  <a16:creationId xmlns:a16="http://schemas.microsoft.com/office/drawing/2014/main" id="{BC91A5F7-D580-47C8-B973-52C3F2DC3BC2}"/>
                </a:ext>
              </a:extLst>
            </p:cNvPr>
            <p:cNvSpPr/>
            <p:nvPr/>
          </p:nvSpPr>
          <p:spPr>
            <a:xfrm rot="10800000">
              <a:off x="15376685" y="1046832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83" name="Isosceles Triangle 382">
              <a:extLst>
                <a:ext uri="{FF2B5EF4-FFF2-40B4-BE49-F238E27FC236}">
                  <a16:creationId xmlns:a16="http://schemas.microsoft.com/office/drawing/2014/main" id="{C81E0D75-F0D1-4B8A-9087-0CC1E47471E7}"/>
                </a:ext>
              </a:extLst>
            </p:cNvPr>
            <p:cNvSpPr/>
            <p:nvPr/>
          </p:nvSpPr>
          <p:spPr>
            <a:xfrm rot="10800000">
              <a:off x="14191161" y="1046832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84" name="Isosceles Triangle 383">
              <a:extLst>
                <a:ext uri="{FF2B5EF4-FFF2-40B4-BE49-F238E27FC236}">
                  <a16:creationId xmlns:a16="http://schemas.microsoft.com/office/drawing/2014/main" id="{1B5D38FE-9F6F-473D-A9A5-54342855C9B3}"/>
                </a:ext>
              </a:extLst>
            </p:cNvPr>
            <p:cNvSpPr/>
            <p:nvPr/>
          </p:nvSpPr>
          <p:spPr>
            <a:xfrm rot="10800000">
              <a:off x="13005632" y="1046833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85" name="Isosceles Triangle 384">
              <a:extLst>
                <a:ext uri="{FF2B5EF4-FFF2-40B4-BE49-F238E27FC236}">
                  <a16:creationId xmlns:a16="http://schemas.microsoft.com/office/drawing/2014/main" id="{B9275B68-E669-41F9-978B-90675F0652AF}"/>
                </a:ext>
              </a:extLst>
            </p:cNvPr>
            <p:cNvSpPr/>
            <p:nvPr/>
          </p:nvSpPr>
          <p:spPr>
            <a:xfrm rot="10800000">
              <a:off x="11793783" y="1046833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86" name="Isosceles Triangle 385">
              <a:extLst>
                <a:ext uri="{FF2B5EF4-FFF2-40B4-BE49-F238E27FC236}">
                  <a16:creationId xmlns:a16="http://schemas.microsoft.com/office/drawing/2014/main" id="{66367C62-EC97-4875-9569-5E8B5888FCCD}"/>
                </a:ext>
              </a:extLst>
            </p:cNvPr>
            <p:cNvSpPr/>
            <p:nvPr/>
          </p:nvSpPr>
          <p:spPr>
            <a:xfrm rot="10800000">
              <a:off x="14783925" y="17626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87" name="Isosceles Triangle 386">
              <a:extLst>
                <a:ext uri="{FF2B5EF4-FFF2-40B4-BE49-F238E27FC236}">
                  <a16:creationId xmlns:a16="http://schemas.microsoft.com/office/drawing/2014/main" id="{F1ADC3F0-A05C-4B68-B8CE-978759D28825}"/>
                </a:ext>
              </a:extLst>
            </p:cNvPr>
            <p:cNvSpPr/>
            <p:nvPr/>
          </p:nvSpPr>
          <p:spPr>
            <a:xfrm rot="10800000">
              <a:off x="13598398" y="17627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88" name="Isosceles Triangle 387">
              <a:extLst>
                <a:ext uri="{FF2B5EF4-FFF2-40B4-BE49-F238E27FC236}">
                  <a16:creationId xmlns:a16="http://schemas.microsoft.com/office/drawing/2014/main" id="{A2A551EB-02B4-492F-BC83-17C434B6F0EF}"/>
                </a:ext>
              </a:extLst>
            </p:cNvPr>
            <p:cNvSpPr/>
            <p:nvPr/>
          </p:nvSpPr>
          <p:spPr>
            <a:xfrm rot="10800000">
              <a:off x="12386549" y="17626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33" name="Isosceles Triangle 332">
              <a:extLst>
                <a:ext uri="{FF2B5EF4-FFF2-40B4-BE49-F238E27FC236}">
                  <a16:creationId xmlns:a16="http://schemas.microsoft.com/office/drawing/2014/main" id="{98DD66EC-7658-4B5A-9E77-A282D1578B6A}"/>
                </a:ext>
              </a:extLst>
            </p:cNvPr>
            <p:cNvSpPr/>
            <p:nvPr/>
          </p:nvSpPr>
          <p:spPr>
            <a:xfrm>
              <a:off x="11797549" y="17626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34" name="Isosceles Triangle 333">
              <a:extLst>
                <a:ext uri="{FF2B5EF4-FFF2-40B4-BE49-F238E27FC236}">
                  <a16:creationId xmlns:a16="http://schemas.microsoft.com/office/drawing/2014/main" id="{6B8E9BE5-FE4A-4F71-9536-3D14FC72E7EE}"/>
                </a:ext>
              </a:extLst>
            </p:cNvPr>
            <p:cNvSpPr/>
            <p:nvPr/>
          </p:nvSpPr>
          <p:spPr>
            <a:xfrm>
              <a:off x="12983077" y="17626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335" name="Isosceles Triangle 334">
              <a:extLst>
                <a:ext uri="{FF2B5EF4-FFF2-40B4-BE49-F238E27FC236}">
                  <a16:creationId xmlns:a16="http://schemas.microsoft.com/office/drawing/2014/main" id="{4352D416-ED83-418A-8220-42EB7070CA30}"/>
                </a:ext>
              </a:extLst>
            </p:cNvPr>
            <p:cNvSpPr/>
            <p:nvPr/>
          </p:nvSpPr>
          <p:spPr>
            <a:xfrm>
              <a:off x="14168605" y="17626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36" name="Isosceles Triangle 335">
              <a:extLst>
                <a:ext uri="{FF2B5EF4-FFF2-40B4-BE49-F238E27FC236}">
                  <a16:creationId xmlns:a16="http://schemas.microsoft.com/office/drawing/2014/main" id="{54B94C22-4C81-43FE-9284-A187CCD26F83}"/>
                </a:ext>
              </a:extLst>
            </p:cNvPr>
            <p:cNvSpPr/>
            <p:nvPr/>
          </p:nvSpPr>
          <p:spPr>
            <a:xfrm>
              <a:off x="15354133" y="17626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37" name="Isosceles Triangle 336">
              <a:extLst>
                <a:ext uri="{FF2B5EF4-FFF2-40B4-BE49-F238E27FC236}">
                  <a16:creationId xmlns:a16="http://schemas.microsoft.com/office/drawing/2014/main" id="{95EC3E9F-4B96-4667-9C21-DE46D3254C17}"/>
                </a:ext>
              </a:extLst>
            </p:cNvPr>
            <p:cNvSpPr/>
            <p:nvPr/>
          </p:nvSpPr>
          <p:spPr>
            <a:xfrm>
              <a:off x="13575841" y="1046832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39" name="Isosceles Triangle 338">
              <a:extLst>
                <a:ext uri="{FF2B5EF4-FFF2-40B4-BE49-F238E27FC236}">
                  <a16:creationId xmlns:a16="http://schemas.microsoft.com/office/drawing/2014/main" id="{8CCB9822-5F62-473E-BDBB-5C990B2C86AD}"/>
                </a:ext>
              </a:extLst>
            </p:cNvPr>
            <p:cNvSpPr/>
            <p:nvPr/>
          </p:nvSpPr>
          <p:spPr>
            <a:xfrm>
              <a:off x="14761369" y="1046832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40" name="Isosceles Triangle 339">
              <a:extLst>
                <a:ext uri="{FF2B5EF4-FFF2-40B4-BE49-F238E27FC236}">
                  <a16:creationId xmlns:a16="http://schemas.microsoft.com/office/drawing/2014/main" id="{4ABC3AD1-4A91-4B09-A8D1-7DFCE4AEBDF2}"/>
                </a:ext>
              </a:extLst>
            </p:cNvPr>
            <p:cNvSpPr/>
            <p:nvPr/>
          </p:nvSpPr>
          <p:spPr>
            <a:xfrm>
              <a:off x="15946897" y="1046832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41" name="Isosceles Triangle 340">
              <a:extLst>
                <a:ext uri="{FF2B5EF4-FFF2-40B4-BE49-F238E27FC236}">
                  <a16:creationId xmlns:a16="http://schemas.microsoft.com/office/drawing/2014/main" id="{3BF00C3F-6993-41F7-B90D-FB5F5ADCE97F}"/>
                </a:ext>
              </a:extLst>
            </p:cNvPr>
            <p:cNvSpPr/>
            <p:nvPr/>
          </p:nvSpPr>
          <p:spPr>
            <a:xfrm>
              <a:off x="11204785" y="1046832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342" name="Isosceles Triangle 341">
              <a:extLst>
                <a:ext uri="{FF2B5EF4-FFF2-40B4-BE49-F238E27FC236}">
                  <a16:creationId xmlns:a16="http://schemas.microsoft.com/office/drawing/2014/main" id="{FC941E84-9872-4668-9C75-B36853DC453B}"/>
                </a:ext>
              </a:extLst>
            </p:cNvPr>
            <p:cNvSpPr/>
            <p:nvPr/>
          </p:nvSpPr>
          <p:spPr>
            <a:xfrm>
              <a:off x="12390313" y="1046832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96" name="Isosceles Triangle 495">
              <a:extLst>
                <a:ext uri="{FF2B5EF4-FFF2-40B4-BE49-F238E27FC236}">
                  <a16:creationId xmlns:a16="http://schemas.microsoft.com/office/drawing/2014/main" id="{F4A9ED23-500A-41E5-AF73-F968D3F6FB24}"/>
                </a:ext>
              </a:extLst>
            </p:cNvPr>
            <p:cNvSpPr/>
            <p:nvPr/>
          </p:nvSpPr>
          <p:spPr>
            <a:xfrm rot="10800000">
              <a:off x="26181141" y="1046832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97" name="Isosceles Triangle 496">
              <a:extLst>
                <a:ext uri="{FF2B5EF4-FFF2-40B4-BE49-F238E27FC236}">
                  <a16:creationId xmlns:a16="http://schemas.microsoft.com/office/drawing/2014/main" id="{CFBA11EA-D26A-49CB-B523-5AF5933AD30F}"/>
                </a:ext>
              </a:extLst>
            </p:cNvPr>
            <p:cNvSpPr/>
            <p:nvPr/>
          </p:nvSpPr>
          <p:spPr>
            <a:xfrm rot="10800000">
              <a:off x="24995617" y="1046832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98" name="Isosceles Triangle 497">
              <a:extLst>
                <a:ext uri="{FF2B5EF4-FFF2-40B4-BE49-F238E27FC236}">
                  <a16:creationId xmlns:a16="http://schemas.microsoft.com/office/drawing/2014/main" id="{185BB000-AC54-4B21-BF7B-FAFABFD38098}"/>
                </a:ext>
              </a:extLst>
            </p:cNvPr>
            <p:cNvSpPr/>
            <p:nvPr/>
          </p:nvSpPr>
          <p:spPr>
            <a:xfrm rot="10800000">
              <a:off x="23810088" y="1046832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99" name="Isosceles Triangle 498">
              <a:extLst>
                <a:ext uri="{FF2B5EF4-FFF2-40B4-BE49-F238E27FC236}">
                  <a16:creationId xmlns:a16="http://schemas.microsoft.com/office/drawing/2014/main" id="{BCED1C25-EC1B-4F4D-BE1B-E3BC92379475}"/>
                </a:ext>
              </a:extLst>
            </p:cNvPr>
            <p:cNvSpPr/>
            <p:nvPr/>
          </p:nvSpPr>
          <p:spPr>
            <a:xfrm rot="10800000">
              <a:off x="22598239" y="1046832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00" name="Isosceles Triangle 499">
              <a:extLst>
                <a:ext uri="{FF2B5EF4-FFF2-40B4-BE49-F238E27FC236}">
                  <a16:creationId xmlns:a16="http://schemas.microsoft.com/office/drawing/2014/main" id="{786851D7-6336-4199-91AB-11E44C3CD013}"/>
                </a:ext>
              </a:extLst>
            </p:cNvPr>
            <p:cNvSpPr/>
            <p:nvPr/>
          </p:nvSpPr>
          <p:spPr>
            <a:xfrm rot="10800000">
              <a:off x="25588381" y="17627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01" name="Isosceles Triangle 500">
              <a:extLst>
                <a:ext uri="{FF2B5EF4-FFF2-40B4-BE49-F238E27FC236}">
                  <a16:creationId xmlns:a16="http://schemas.microsoft.com/office/drawing/2014/main" id="{031E9FC0-F467-46F9-922A-2D0D2E6DBDE5}"/>
                </a:ext>
              </a:extLst>
            </p:cNvPr>
            <p:cNvSpPr/>
            <p:nvPr/>
          </p:nvSpPr>
          <p:spPr>
            <a:xfrm rot="10800000">
              <a:off x="24402854" y="17626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02" name="Isosceles Triangle 501">
              <a:extLst>
                <a:ext uri="{FF2B5EF4-FFF2-40B4-BE49-F238E27FC236}">
                  <a16:creationId xmlns:a16="http://schemas.microsoft.com/office/drawing/2014/main" id="{C8258889-64D8-49C8-A5F5-71FFF7F67987}"/>
                </a:ext>
              </a:extLst>
            </p:cNvPr>
            <p:cNvSpPr/>
            <p:nvPr/>
          </p:nvSpPr>
          <p:spPr>
            <a:xfrm rot="10800000">
              <a:off x="23191005" y="17626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49" name="Isosceles Triangle 448">
              <a:extLst>
                <a:ext uri="{FF2B5EF4-FFF2-40B4-BE49-F238E27FC236}">
                  <a16:creationId xmlns:a16="http://schemas.microsoft.com/office/drawing/2014/main" id="{D40EBC04-B74E-4E1B-BABE-D0C9155C6D2A}"/>
                </a:ext>
              </a:extLst>
            </p:cNvPr>
            <p:cNvSpPr/>
            <p:nvPr/>
          </p:nvSpPr>
          <p:spPr>
            <a:xfrm>
              <a:off x="22602005" y="17626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50" name="Isosceles Triangle 449">
              <a:extLst>
                <a:ext uri="{FF2B5EF4-FFF2-40B4-BE49-F238E27FC236}">
                  <a16:creationId xmlns:a16="http://schemas.microsoft.com/office/drawing/2014/main" id="{F731C870-502D-4029-9DC1-5B9270E1618A}"/>
                </a:ext>
              </a:extLst>
            </p:cNvPr>
            <p:cNvSpPr/>
            <p:nvPr/>
          </p:nvSpPr>
          <p:spPr>
            <a:xfrm>
              <a:off x="23787533" y="17626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451" name="Isosceles Triangle 450">
              <a:extLst>
                <a:ext uri="{FF2B5EF4-FFF2-40B4-BE49-F238E27FC236}">
                  <a16:creationId xmlns:a16="http://schemas.microsoft.com/office/drawing/2014/main" id="{7F67E240-6D7E-4655-BEBC-13773767B07D}"/>
                </a:ext>
              </a:extLst>
            </p:cNvPr>
            <p:cNvSpPr/>
            <p:nvPr/>
          </p:nvSpPr>
          <p:spPr>
            <a:xfrm>
              <a:off x="24973061" y="17626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52" name="Isosceles Triangle 451">
              <a:extLst>
                <a:ext uri="{FF2B5EF4-FFF2-40B4-BE49-F238E27FC236}">
                  <a16:creationId xmlns:a16="http://schemas.microsoft.com/office/drawing/2014/main" id="{802C464E-A166-4753-988F-B057BB35CD53}"/>
                </a:ext>
              </a:extLst>
            </p:cNvPr>
            <p:cNvSpPr/>
            <p:nvPr/>
          </p:nvSpPr>
          <p:spPr>
            <a:xfrm>
              <a:off x="26158589" y="17626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53" name="Isosceles Triangle 452">
              <a:extLst>
                <a:ext uri="{FF2B5EF4-FFF2-40B4-BE49-F238E27FC236}">
                  <a16:creationId xmlns:a16="http://schemas.microsoft.com/office/drawing/2014/main" id="{13B5E3E0-BD67-4273-BE6A-EE54F152F69C}"/>
                </a:ext>
              </a:extLst>
            </p:cNvPr>
            <p:cNvSpPr/>
            <p:nvPr/>
          </p:nvSpPr>
          <p:spPr>
            <a:xfrm>
              <a:off x="24380297" y="1046832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54" name="Isosceles Triangle 453">
              <a:extLst>
                <a:ext uri="{FF2B5EF4-FFF2-40B4-BE49-F238E27FC236}">
                  <a16:creationId xmlns:a16="http://schemas.microsoft.com/office/drawing/2014/main" id="{08736C2C-0FB7-49CD-B2C4-9A6439DAA1D1}"/>
                </a:ext>
              </a:extLst>
            </p:cNvPr>
            <p:cNvSpPr/>
            <p:nvPr/>
          </p:nvSpPr>
          <p:spPr>
            <a:xfrm>
              <a:off x="25565825" y="1046832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55" name="Isosceles Triangle 454">
              <a:extLst>
                <a:ext uri="{FF2B5EF4-FFF2-40B4-BE49-F238E27FC236}">
                  <a16:creationId xmlns:a16="http://schemas.microsoft.com/office/drawing/2014/main" id="{06115E61-0D58-4DFC-8162-55EE89585D83}"/>
                </a:ext>
              </a:extLst>
            </p:cNvPr>
            <p:cNvSpPr/>
            <p:nvPr/>
          </p:nvSpPr>
          <p:spPr>
            <a:xfrm>
              <a:off x="26751353" y="1046832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56" name="Isosceles Triangle 455">
              <a:extLst>
                <a:ext uri="{FF2B5EF4-FFF2-40B4-BE49-F238E27FC236}">
                  <a16:creationId xmlns:a16="http://schemas.microsoft.com/office/drawing/2014/main" id="{2D1E61E3-57AD-4CF7-8C31-CCC85C691EC8}"/>
                </a:ext>
              </a:extLst>
            </p:cNvPr>
            <p:cNvSpPr/>
            <p:nvPr/>
          </p:nvSpPr>
          <p:spPr>
            <a:xfrm>
              <a:off x="22009241" y="1046832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457" name="Isosceles Triangle 456">
              <a:extLst>
                <a:ext uri="{FF2B5EF4-FFF2-40B4-BE49-F238E27FC236}">
                  <a16:creationId xmlns:a16="http://schemas.microsoft.com/office/drawing/2014/main" id="{7E22BBA8-E7BE-4DFB-9D1C-393F8D18976F}"/>
                </a:ext>
              </a:extLst>
            </p:cNvPr>
            <p:cNvSpPr/>
            <p:nvPr/>
          </p:nvSpPr>
          <p:spPr>
            <a:xfrm>
              <a:off x="23194769" y="1046832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cxnSp>
        <p:nvCxnSpPr>
          <p:cNvPr id="617" name="Straight Connector 616">
            <a:extLst>
              <a:ext uri="{FF2B5EF4-FFF2-40B4-BE49-F238E27FC236}">
                <a16:creationId xmlns:a16="http://schemas.microsoft.com/office/drawing/2014/main" id="{B521B2AB-03C1-4E51-B14E-23DBD55F4A50}"/>
              </a:ext>
            </a:extLst>
          </p:cNvPr>
          <p:cNvCxnSpPr>
            <a:cxnSpLocks/>
          </p:cNvCxnSpPr>
          <p:nvPr/>
        </p:nvCxnSpPr>
        <p:spPr>
          <a:xfrm flipH="1" flipV="1">
            <a:off x="14614081" y="-6055307"/>
            <a:ext cx="3190186" cy="35156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8" name="Group 617">
            <a:extLst>
              <a:ext uri="{FF2B5EF4-FFF2-40B4-BE49-F238E27FC236}">
                <a16:creationId xmlns:a16="http://schemas.microsoft.com/office/drawing/2014/main" id="{53D20F69-B6D7-4660-A4F0-FA0141F1A7FA}"/>
              </a:ext>
            </a:extLst>
          </p:cNvPr>
          <p:cNvGrpSpPr/>
          <p:nvPr/>
        </p:nvGrpSpPr>
        <p:grpSpPr>
          <a:xfrm>
            <a:off x="0" y="1515686"/>
            <a:ext cx="16732096" cy="2051214"/>
            <a:chOff x="11204785" y="17626"/>
            <a:chExt cx="16732096" cy="2051214"/>
          </a:xfrm>
        </p:grpSpPr>
        <p:sp>
          <p:nvSpPr>
            <p:cNvPr id="619" name="Isosceles Triangle 618">
              <a:extLst>
                <a:ext uri="{FF2B5EF4-FFF2-40B4-BE49-F238E27FC236}">
                  <a16:creationId xmlns:a16="http://schemas.microsoft.com/office/drawing/2014/main" id="{4A30D147-391A-45DB-AC3D-0769A6FA365F}"/>
                </a:ext>
              </a:extLst>
            </p:cNvPr>
            <p:cNvSpPr/>
            <p:nvPr/>
          </p:nvSpPr>
          <p:spPr>
            <a:xfrm rot="10800000">
              <a:off x="18982152" y="1046832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20" name="Isosceles Triangle 619">
              <a:extLst>
                <a:ext uri="{FF2B5EF4-FFF2-40B4-BE49-F238E27FC236}">
                  <a16:creationId xmlns:a16="http://schemas.microsoft.com/office/drawing/2014/main" id="{10928814-D00B-4493-89E5-E2515A488874}"/>
                </a:ext>
              </a:extLst>
            </p:cNvPr>
            <p:cNvSpPr/>
            <p:nvPr/>
          </p:nvSpPr>
          <p:spPr>
            <a:xfrm rot="10800000">
              <a:off x="17796624" y="1046833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21" name="Isosceles Triangle 620">
              <a:extLst>
                <a:ext uri="{FF2B5EF4-FFF2-40B4-BE49-F238E27FC236}">
                  <a16:creationId xmlns:a16="http://schemas.microsoft.com/office/drawing/2014/main" id="{813848AE-CA57-40D3-9CDA-6A5E7D05544D}"/>
                </a:ext>
              </a:extLst>
            </p:cNvPr>
            <p:cNvSpPr/>
            <p:nvPr/>
          </p:nvSpPr>
          <p:spPr>
            <a:xfrm rot="10800000">
              <a:off x="16611095" y="1046832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22" name="Isosceles Triangle 621">
              <a:extLst>
                <a:ext uri="{FF2B5EF4-FFF2-40B4-BE49-F238E27FC236}">
                  <a16:creationId xmlns:a16="http://schemas.microsoft.com/office/drawing/2014/main" id="{BBEEC647-D9C7-42A3-99F6-B4B50AC80CDC}"/>
                </a:ext>
              </a:extLst>
            </p:cNvPr>
            <p:cNvSpPr/>
            <p:nvPr/>
          </p:nvSpPr>
          <p:spPr>
            <a:xfrm rot="10800000">
              <a:off x="21353208" y="1046833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23" name="Isosceles Triangle 622">
              <a:extLst>
                <a:ext uri="{FF2B5EF4-FFF2-40B4-BE49-F238E27FC236}">
                  <a16:creationId xmlns:a16="http://schemas.microsoft.com/office/drawing/2014/main" id="{F4373C25-B170-4440-A65E-32BA02E88220}"/>
                </a:ext>
              </a:extLst>
            </p:cNvPr>
            <p:cNvSpPr/>
            <p:nvPr/>
          </p:nvSpPr>
          <p:spPr>
            <a:xfrm rot="10800000">
              <a:off x="20167680" y="1046833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24" name="Isosceles Triangle 623">
              <a:extLst>
                <a:ext uri="{FF2B5EF4-FFF2-40B4-BE49-F238E27FC236}">
                  <a16:creationId xmlns:a16="http://schemas.microsoft.com/office/drawing/2014/main" id="{AAD1C22C-3095-4295-9B71-FFD7A5E382E5}"/>
                </a:ext>
              </a:extLst>
            </p:cNvPr>
            <p:cNvSpPr/>
            <p:nvPr/>
          </p:nvSpPr>
          <p:spPr>
            <a:xfrm rot="10800000">
              <a:off x="19574916" y="17626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25" name="Isosceles Triangle 624">
              <a:extLst>
                <a:ext uri="{FF2B5EF4-FFF2-40B4-BE49-F238E27FC236}">
                  <a16:creationId xmlns:a16="http://schemas.microsoft.com/office/drawing/2014/main" id="{665BDDE4-77A3-4A12-B783-F88EC2A79B13}"/>
                </a:ext>
              </a:extLst>
            </p:cNvPr>
            <p:cNvSpPr/>
            <p:nvPr/>
          </p:nvSpPr>
          <p:spPr>
            <a:xfrm rot="10800000">
              <a:off x="18389388" y="17626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26" name="Isosceles Triangle 625">
              <a:extLst>
                <a:ext uri="{FF2B5EF4-FFF2-40B4-BE49-F238E27FC236}">
                  <a16:creationId xmlns:a16="http://schemas.microsoft.com/office/drawing/2014/main" id="{01F34446-A979-4E00-BB59-59B27485280C}"/>
                </a:ext>
              </a:extLst>
            </p:cNvPr>
            <p:cNvSpPr/>
            <p:nvPr/>
          </p:nvSpPr>
          <p:spPr>
            <a:xfrm rot="10800000">
              <a:off x="17203860" y="17627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27" name="Isosceles Triangle 626">
              <a:extLst>
                <a:ext uri="{FF2B5EF4-FFF2-40B4-BE49-F238E27FC236}">
                  <a16:creationId xmlns:a16="http://schemas.microsoft.com/office/drawing/2014/main" id="{5A60C673-B144-4C46-A03D-4AC78EC2250B}"/>
                </a:ext>
              </a:extLst>
            </p:cNvPr>
            <p:cNvSpPr/>
            <p:nvPr/>
          </p:nvSpPr>
          <p:spPr>
            <a:xfrm rot="10800000">
              <a:off x="21945972" y="17626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28" name="Isosceles Triangle 627">
              <a:extLst>
                <a:ext uri="{FF2B5EF4-FFF2-40B4-BE49-F238E27FC236}">
                  <a16:creationId xmlns:a16="http://schemas.microsoft.com/office/drawing/2014/main" id="{3912D91C-F13E-4FE5-B145-A3FE09B25EBE}"/>
                </a:ext>
              </a:extLst>
            </p:cNvPr>
            <p:cNvSpPr/>
            <p:nvPr/>
          </p:nvSpPr>
          <p:spPr>
            <a:xfrm rot="10800000">
              <a:off x="20760444" y="17626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29" name="Isosceles Triangle 628">
              <a:extLst>
                <a:ext uri="{FF2B5EF4-FFF2-40B4-BE49-F238E27FC236}">
                  <a16:creationId xmlns:a16="http://schemas.microsoft.com/office/drawing/2014/main" id="{66FA8249-8030-4B1B-BF9B-47F7599E9B46}"/>
                </a:ext>
              </a:extLst>
            </p:cNvPr>
            <p:cNvSpPr/>
            <p:nvPr/>
          </p:nvSpPr>
          <p:spPr>
            <a:xfrm rot="10800000">
              <a:off x="15992011" y="17626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30" name="Isosceles Triangle 629">
              <a:extLst>
                <a:ext uri="{FF2B5EF4-FFF2-40B4-BE49-F238E27FC236}">
                  <a16:creationId xmlns:a16="http://schemas.microsoft.com/office/drawing/2014/main" id="{643204AF-6CD2-4607-9390-7E507626AEC3}"/>
                </a:ext>
              </a:extLst>
            </p:cNvPr>
            <p:cNvSpPr/>
            <p:nvPr/>
          </p:nvSpPr>
          <p:spPr>
            <a:xfrm>
              <a:off x="17796626" y="17626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31" name="Isosceles Triangle 630">
              <a:extLst>
                <a:ext uri="{FF2B5EF4-FFF2-40B4-BE49-F238E27FC236}">
                  <a16:creationId xmlns:a16="http://schemas.microsoft.com/office/drawing/2014/main" id="{1A44B102-3A42-4881-B1D0-4394908FCF28}"/>
                </a:ext>
              </a:extLst>
            </p:cNvPr>
            <p:cNvSpPr/>
            <p:nvPr/>
          </p:nvSpPr>
          <p:spPr>
            <a:xfrm>
              <a:off x="18982152" y="17626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32" name="Isosceles Triangle 631">
              <a:extLst>
                <a:ext uri="{FF2B5EF4-FFF2-40B4-BE49-F238E27FC236}">
                  <a16:creationId xmlns:a16="http://schemas.microsoft.com/office/drawing/2014/main" id="{A9C676BA-4409-4F31-8282-E2E877CADFF0}"/>
                </a:ext>
              </a:extLst>
            </p:cNvPr>
            <p:cNvSpPr/>
            <p:nvPr/>
          </p:nvSpPr>
          <p:spPr>
            <a:xfrm>
              <a:off x="20167681" y="17626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33" name="Isosceles Triangle 632">
              <a:extLst>
                <a:ext uri="{FF2B5EF4-FFF2-40B4-BE49-F238E27FC236}">
                  <a16:creationId xmlns:a16="http://schemas.microsoft.com/office/drawing/2014/main" id="{2C74F6F4-F182-4101-B158-47FA77D3E349}"/>
                </a:ext>
              </a:extLst>
            </p:cNvPr>
            <p:cNvSpPr/>
            <p:nvPr/>
          </p:nvSpPr>
          <p:spPr>
            <a:xfrm>
              <a:off x="16611097" y="17626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34" name="Isosceles Triangle 633">
              <a:extLst>
                <a:ext uri="{FF2B5EF4-FFF2-40B4-BE49-F238E27FC236}">
                  <a16:creationId xmlns:a16="http://schemas.microsoft.com/office/drawing/2014/main" id="{A9B94D8F-A11A-4F16-A744-1139DE9F45B9}"/>
                </a:ext>
              </a:extLst>
            </p:cNvPr>
            <p:cNvSpPr/>
            <p:nvPr/>
          </p:nvSpPr>
          <p:spPr>
            <a:xfrm>
              <a:off x="21379530" y="17626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35" name="Isosceles Triangle 634">
              <a:extLst>
                <a:ext uri="{FF2B5EF4-FFF2-40B4-BE49-F238E27FC236}">
                  <a16:creationId xmlns:a16="http://schemas.microsoft.com/office/drawing/2014/main" id="{2BB8A0D3-D748-4B7F-AB99-9BF20116C7F2}"/>
                </a:ext>
              </a:extLst>
            </p:cNvPr>
            <p:cNvSpPr/>
            <p:nvPr/>
          </p:nvSpPr>
          <p:spPr>
            <a:xfrm>
              <a:off x="17181305" y="1046832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36" name="Isosceles Triangle 635">
              <a:extLst>
                <a:ext uri="{FF2B5EF4-FFF2-40B4-BE49-F238E27FC236}">
                  <a16:creationId xmlns:a16="http://schemas.microsoft.com/office/drawing/2014/main" id="{C0434F80-27F1-48CB-AFC2-BAEBAAC2A66F}"/>
                </a:ext>
              </a:extLst>
            </p:cNvPr>
            <p:cNvSpPr/>
            <p:nvPr/>
          </p:nvSpPr>
          <p:spPr>
            <a:xfrm>
              <a:off x="18366832" y="1046832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37" name="Isosceles Triangle 636">
              <a:extLst>
                <a:ext uri="{FF2B5EF4-FFF2-40B4-BE49-F238E27FC236}">
                  <a16:creationId xmlns:a16="http://schemas.microsoft.com/office/drawing/2014/main" id="{2E792752-9D85-410E-9A3F-C06B34BCF170}"/>
                </a:ext>
              </a:extLst>
            </p:cNvPr>
            <p:cNvSpPr/>
            <p:nvPr/>
          </p:nvSpPr>
          <p:spPr>
            <a:xfrm>
              <a:off x="19552360" y="1046832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38" name="Isosceles Triangle 637">
              <a:extLst>
                <a:ext uri="{FF2B5EF4-FFF2-40B4-BE49-F238E27FC236}">
                  <a16:creationId xmlns:a16="http://schemas.microsoft.com/office/drawing/2014/main" id="{B53A8262-9C31-46D1-A12C-94252ECDFA2A}"/>
                </a:ext>
              </a:extLst>
            </p:cNvPr>
            <p:cNvSpPr/>
            <p:nvPr/>
          </p:nvSpPr>
          <p:spPr>
            <a:xfrm>
              <a:off x="20764209" y="1046832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39" name="Isosceles Triangle 638">
              <a:extLst>
                <a:ext uri="{FF2B5EF4-FFF2-40B4-BE49-F238E27FC236}">
                  <a16:creationId xmlns:a16="http://schemas.microsoft.com/office/drawing/2014/main" id="{A42B68D3-EDB2-4E9E-BDC2-245104CCCF2D}"/>
                </a:ext>
              </a:extLst>
            </p:cNvPr>
            <p:cNvSpPr/>
            <p:nvPr/>
          </p:nvSpPr>
          <p:spPr>
            <a:xfrm rot="10800000">
              <a:off x="15376685" y="1046832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40" name="Isosceles Triangle 639">
              <a:extLst>
                <a:ext uri="{FF2B5EF4-FFF2-40B4-BE49-F238E27FC236}">
                  <a16:creationId xmlns:a16="http://schemas.microsoft.com/office/drawing/2014/main" id="{C931B587-5C0B-4F18-B06C-27EA4E3D8480}"/>
                </a:ext>
              </a:extLst>
            </p:cNvPr>
            <p:cNvSpPr/>
            <p:nvPr/>
          </p:nvSpPr>
          <p:spPr>
            <a:xfrm rot="10800000">
              <a:off x="14191161" y="1046832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41" name="Isosceles Triangle 640">
              <a:extLst>
                <a:ext uri="{FF2B5EF4-FFF2-40B4-BE49-F238E27FC236}">
                  <a16:creationId xmlns:a16="http://schemas.microsoft.com/office/drawing/2014/main" id="{267CB3CA-06E5-4E75-A55C-8E9AB92FF03D}"/>
                </a:ext>
              </a:extLst>
            </p:cNvPr>
            <p:cNvSpPr/>
            <p:nvPr/>
          </p:nvSpPr>
          <p:spPr>
            <a:xfrm rot="10800000">
              <a:off x="13005632" y="1046833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42" name="Isosceles Triangle 641">
              <a:extLst>
                <a:ext uri="{FF2B5EF4-FFF2-40B4-BE49-F238E27FC236}">
                  <a16:creationId xmlns:a16="http://schemas.microsoft.com/office/drawing/2014/main" id="{C63595C2-CE30-4998-8755-DA9BFB23CB70}"/>
                </a:ext>
              </a:extLst>
            </p:cNvPr>
            <p:cNvSpPr/>
            <p:nvPr/>
          </p:nvSpPr>
          <p:spPr>
            <a:xfrm rot="10800000">
              <a:off x="11793783" y="1046833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43" name="Isosceles Triangle 642">
              <a:extLst>
                <a:ext uri="{FF2B5EF4-FFF2-40B4-BE49-F238E27FC236}">
                  <a16:creationId xmlns:a16="http://schemas.microsoft.com/office/drawing/2014/main" id="{D02EED5D-B71C-4BAE-AA25-0799606C0743}"/>
                </a:ext>
              </a:extLst>
            </p:cNvPr>
            <p:cNvSpPr/>
            <p:nvPr/>
          </p:nvSpPr>
          <p:spPr>
            <a:xfrm rot="10800000">
              <a:off x="14783925" y="17626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44" name="Isosceles Triangle 643">
              <a:extLst>
                <a:ext uri="{FF2B5EF4-FFF2-40B4-BE49-F238E27FC236}">
                  <a16:creationId xmlns:a16="http://schemas.microsoft.com/office/drawing/2014/main" id="{E7136FAF-1068-478E-827F-4D2CBAAB676D}"/>
                </a:ext>
              </a:extLst>
            </p:cNvPr>
            <p:cNvSpPr/>
            <p:nvPr/>
          </p:nvSpPr>
          <p:spPr>
            <a:xfrm rot="10800000">
              <a:off x="13598398" y="17627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45" name="Isosceles Triangle 644">
              <a:extLst>
                <a:ext uri="{FF2B5EF4-FFF2-40B4-BE49-F238E27FC236}">
                  <a16:creationId xmlns:a16="http://schemas.microsoft.com/office/drawing/2014/main" id="{4AA9D240-8E86-4D21-B4A3-49EF6C347F4E}"/>
                </a:ext>
              </a:extLst>
            </p:cNvPr>
            <p:cNvSpPr/>
            <p:nvPr/>
          </p:nvSpPr>
          <p:spPr>
            <a:xfrm rot="10800000">
              <a:off x="12386549" y="17626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46" name="Isosceles Triangle 645">
              <a:extLst>
                <a:ext uri="{FF2B5EF4-FFF2-40B4-BE49-F238E27FC236}">
                  <a16:creationId xmlns:a16="http://schemas.microsoft.com/office/drawing/2014/main" id="{67926AD0-BECA-47E9-9B03-12268688F0DB}"/>
                </a:ext>
              </a:extLst>
            </p:cNvPr>
            <p:cNvSpPr/>
            <p:nvPr/>
          </p:nvSpPr>
          <p:spPr>
            <a:xfrm>
              <a:off x="11797549" y="17626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47" name="Isosceles Triangle 646">
              <a:extLst>
                <a:ext uri="{FF2B5EF4-FFF2-40B4-BE49-F238E27FC236}">
                  <a16:creationId xmlns:a16="http://schemas.microsoft.com/office/drawing/2014/main" id="{3850194F-4E53-486B-A3E1-0D9BFB2635A5}"/>
                </a:ext>
              </a:extLst>
            </p:cNvPr>
            <p:cNvSpPr/>
            <p:nvPr/>
          </p:nvSpPr>
          <p:spPr>
            <a:xfrm>
              <a:off x="12983077" y="17626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648" name="Isosceles Triangle 647">
              <a:extLst>
                <a:ext uri="{FF2B5EF4-FFF2-40B4-BE49-F238E27FC236}">
                  <a16:creationId xmlns:a16="http://schemas.microsoft.com/office/drawing/2014/main" id="{A50F6EAC-D843-41D7-9300-3C7D3C7B163B}"/>
                </a:ext>
              </a:extLst>
            </p:cNvPr>
            <p:cNvSpPr/>
            <p:nvPr/>
          </p:nvSpPr>
          <p:spPr>
            <a:xfrm>
              <a:off x="14168605" y="17626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49" name="Isosceles Triangle 648">
              <a:extLst>
                <a:ext uri="{FF2B5EF4-FFF2-40B4-BE49-F238E27FC236}">
                  <a16:creationId xmlns:a16="http://schemas.microsoft.com/office/drawing/2014/main" id="{59544394-867D-48D5-93AF-30655D8B7A32}"/>
                </a:ext>
              </a:extLst>
            </p:cNvPr>
            <p:cNvSpPr/>
            <p:nvPr/>
          </p:nvSpPr>
          <p:spPr>
            <a:xfrm>
              <a:off x="15354133" y="17626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50" name="Isosceles Triangle 649">
              <a:extLst>
                <a:ext uri="{FF2B5EF4-FFF2-40B4-BE49-F238E27FC236}">
                  <a16:creationId xmlns:a16="http://schemas.microsoft.com/office/drawing/2014/main" id="{4C6B9F2C-4DFB-415D-82E8-1079BB6DA9A9}"/>
                </a:ext>
              </a:extLst>
            </p:cNvPr>
            <p:cNvSpPr/>
            <p:nvPr/>
          </p:nvSpPr>
          <p:spPr>
            <a:xfrm>
              <a:off x="13575841" y="1046832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51" name="Isosceles Triangle 650">
              <a:extLst>
                <a:ext uri="{FF2B5EF4-FFF2-40B4-BE49-F238E27FC236}">
                  <a16:creationId xmlns:a16="http://schemas.microsoft.com/office/drawing/2014/main" id="{3F83608D-CB64-4795-A396-D168406B1E69}"/>
                </a:ext>
              </a:extLst>
            </p:cNvPr>
            <p:cNvSpPr/>
            <p:nvPr/>
          </p:nvSpPr>
          <p:spPr>
            <a:xfrm>
              <a:off x="14761369" y="1046832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52" name="Isosceles Triangle 651">
              <a:extLst>
                <a:ext uri="{FF2B5EF4-FFF2-40B4-BE49-F238E27FC236}">
                  <a16:creationId xmlns:a16="http://schemas.microsoft.com/office/drawing/2014/main" id="{62ABCAEA-48F6-413F-8F7B-2DDEC867C059}"/>
                </a:ext>
              </a:extLst>
            </p:cNvPr>
            <p:cNvSpPr/>
            <p:nvPr/>
          </p:nvSpPr>
          <p:spPr>
            <a:xfrm>
              <a:off x="15946897" y="1046832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53" name="Isosceles Triangle 652">
              <a:extLst>
                <a:ext uri="{FF2B5EF4-FFF2-40B4-BE49-F238E27FC236}">
                  <a16:creationId xmlns:a16="http://schemas.microsoft.com/office/drawing/2014/main" id="{E3B0BB8D-27E7-4141-AAC4-22A55B495AE2}"/>
                </a:ext>
              </a:extLst>
            </p:cNvPr>
            <p:cNvSpPr/>
            <p:nvPr/>
          </p:nvSpPr>
          <p:spPr>
            <a:xfrm>
              <a:off x="11204785" y="1046832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654" name="Isosceles Triangle 653">
              <a:extLst>
                <a:ext uri="{FF2B5EF4-FFF2-40B4-BE49-F238E27FC236}">
                  <a16:creationId xmlns:a16="http://schemas.microsoft.com/office/drawing/2014/main" id="{E0224BF1-4A10-464B-A60F-E5B575F0DFD0}"/>
                </a:ext>
              </a:extLst>
            </p:cNvPr>
            <p:cNvSpPr/>
            <p:nvPr/>
          </p:nvSpPr>
          <p:spPr>
            <a:xfrm>
              <a:off x="12390313" y="1046832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55" name="Isosceles Triangle 654">
              <a:extLst>
                <a:ext uri="{FF2B5EF4-FFF2-40B4-BE49-F238E27FC236}">
                  <a16:creationId xmlns:a16="http://schemas.microsoft.com/office/drawing/2014/main" id="{6194D13D-1AE0-4C12-83AA-CA7F056592C8}"/>
                </a:ext>
              </a:extLst>
            </p:cNvPr>
            <p:cNvSpPr/>
            <p:nvPr/>
          </p:nvSpPr>
          <p:spPr>
            <a:xfrm rot="10800000">
              <a:off x="26181141" y="1046832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56" name="Isosceles Triangle 655">
              <a:extLst>
                <a:ext uri="{FF2B5EF4-FFF2-40B4-BE49-F238E27FC236}">
                  <a16:creationId xmlns:a16="http://schemas.microsoft.com/office/drawing/2014/main" id="{1EC6C503-B832-4CC8-A0FC-A69A8C93951D}"/>
                </a:ext>
              </a:extLst>
            </p:cNvPr>
            <p:cNvSpPr/>
            <p:nvPr/>
          </p:nvSpPr>
          <p:spPr>
            <a:xfrm rot="10800000">
              <a:off x="24995617" y="1046832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57" name="Isosceles Triangle 656">
              <a:extLst>
                <a:ext uri="{FF2B5EF4-FFF2-40B4-BE49-F238E27FC236}">
                  <a16:creationId xmlns:a16="http://schemas.microsoft.com/office/drawing/2014/main" id="{954B26C9-902C-4C0D-9B29-DE86D07EE11F}"/>
                </a:ext>
              </a:extLst>
            </p:cNvPr>
            <p:cNvSpPr/>
            <p:nvPr/>
          </p:nvSpPr>
          <p:spPr>
            <a:xfrm rot="10800000">
              <a:off x="23810088" y="1046832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58" name="Isosceles Triangle 657">
              <a:extLst>
                <a:ext uri="{FF2B5EF4-FFF2-40B4-BE49-F238E27FC236}">
                  <a16:creationId xmlns:a16="http://schemas.microsoft.com/office/drawing/2014/main" id="{AEF5C62E-B696-4B93-93CE-CD05843F4651}"/>
                </a:ext>
              </a:extLst>
            </p:cNvPr>
            <p:cNvSpPr/>
            <p:nvPr/>
          </p:nvSpPr>
          <p:spPr>
            <a:xfrm rot="10800000">
              <a:off x="22598239" y="1046832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59" name="Isosceles Triangle 658">
              <a:extLst>
                <a:ext uri="{FF2B5EF4-FFF2-40B4-BE49-F238E27FC236}">
                  <a16:creationId xmlns:a16="http://schemas.microsoft.com/office/drawing/2014/main" id="{697B644F-002D-465B-891F-FAE057EF1C27}"/>
                </a:ext>
              </a:extLst>
            </p:cNvPr>
            <p:cNvSpPr/>
            <p:nvPr/>
          </p:nvSpPr>
          <p:spPr>
            <a:xfrm rot="10800000">
              <a:off x="25588381" y="17627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60" name="Isosceles Triangle 659">
              <a:extLst>
                <a:ext uri="{FF2B5EF4-FFF2-40B4-BE49-F238E27FC236}">
                  <a16:creationId xmlns:a16="http://schemas.microsoft.com/office/drawing/2014/main" id="{AD2CC462-5B13-48F7-9977-AEE9BA4B3260}"/>
                </a:ext>
              </a:extLst>
            </p:cNvPr>
            <p:cNvSpPr/>
            <p:nvPr/>
          </p:nvSpPr>
          <p:spPr>
            <a:xfrm rot="10800000">
              <a:off x="24402854" y="17626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61" name="Isosceles Triangle 660">
              <a:extLst>
                <a:ext uri="{FF2B5EF4-FFF2-40B4-BE49-F238E27FC236}">
                  <a16:creationId xmlns:a16="http://schemas.microsoft.com/office/drawing/2014/main" id="{370CB3F8-3901-45CC-9DF1-B67FA94413A6}"/>
                </a:ext>
              </a:extLst>
            </p:cNvPr>
            <p:cNvSpPr/>
            <p:nvPr/>
          </p:nvSpPr>
          <p:spPr>
            <a:xfrm rot="10800000">
              <a:off x="23191005" y="17626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62" name="Isosceles Triangle 661">
              <a:extLst>
                <a:ext uri="{FF2B5EF4-FFF2-40B4-BE49-F238E27FC236}">
                  <a16:creationId xmlns:a16="http://schemas.microsoft.com/office/drawing/2014/main" id="{3C176358-1E7A-4CD3-B6FF-07C54E0C0762}"/>
                </a:ext>
              </a:extLst>
            </p:cNvPr>
            <p:cNvSpPr/>
            <p:nvPr/>
          </p:nvSpPr>
          <p:spPr>
            <a:xfrm>
              <a:off x="22602005" y="17626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63" name="Isosceles Triangle 662">
              <a:extLst>
                <a:ext uri="{FF2B5EF4-FFF2-40B4-BE49-F238E27FC236}">
                  <a16:creationId xmlns:a16="http://schemas.microsoft.com/office/drawing/2014/main" id="{8EA82AE7-CCC0-45A0-A713-BF5B447253D9}"/>
                </a:ext>
              </a:extLst>
            </p:cNvPr>
            <p:cNvSpPr/>
            <p:nvPr/>
          </p:nvSpPr>
          <p:spPr>
            <a:xfrm>
              <a:off x="23787533" y="17626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664" name="Isosceles Triangle 663">
              <a:extLst>
                <a:ext uri="{FF2B5EF4-FFF2-40B4-BE49-F238E27FC236}">
                  <a16:creationId xmlns:a16="http://schemas.microsoft.com/office/drawing/2014/main" id="{F855E981-3F34-4CF5-BCB5-278722E52DB0}"/>
                </a:ext>
              </a:extLst>
            </p:cNvPr>
            <p:cNvSpPr/>
            <p:nvPr/>
          </p:nvSpPr>
          <p:spPr>
            <a:xfrm>
              <a:off x="24973061" y="17626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65" name="Isosceles Triangle 664">
              <a:extLst>
                <a:ext uri="{FF2B5EF4-FFF2-40B4-BE49-F238E27FC236}">
                  <a16:creationId xmlns:a16="http://schemas.microsoft.com/office/drawing/2014/main" id="{9334BCA8-D743-44E8-A935-0AD367140B42}"/>
                </a:ext>
              </a:extLst>
            </p:cNvPr>
            <p:cNvSpPr/>
            <p:nvPr/>
          </p:nvSpPr>
          <p:spPr>
            <a:xfrm>
              <a:off x="26158589" y="17626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66" name="Isosceles Triangle 665">
              <a:extLst>
                <a:ext uri="{FF2B5EF4-FFF2-40B4-BE49-F238E27FC236}">
                  <a16:creationId xmlns:a16="http://schemas.microsoft.com/office/drawing/2014/main" id="{9C3444BF-A7DD-446F-A2E9-766A3054FD3D}"/>
                </a:ext>
              </a:extLst>
            </p:cNvPr>
            <p:cNvSpPr/>
            <p:nvPr/>
          </p:nvSpPr>
          <p:spPr>
            <a:xfrm>
              <a:off x="24380297" y="1046832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67" name="Isosceles Triangle 666">
              <a:extLst>
                <a:ext uri="{FF2B5EF4-FFF2-40B4-BE49-F238E27FC236}">
                  <a16:creationId xmlns:a16="http://schemas.microsoft.com/office/drawing/2014/main" id="{A094A4D3-3B90-4D82-BFDD-8DDB3E57FCB4}"/>
                </a:ext>
              </a:extLst>
            </p:cNvPr>
            <p:cNvSpPr/>
            <p:nvPr/>
          </p:nvSpPr>
          <p:spPr>
            <a:xfrm>
              <a:off x="25565825" y="1046832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68" name="Isosceles Triangle 667">
              <a:extLst>
                <a:ext uri="{FF2B5EF4-FFF2-40B4-BE49-F238E27FC236}">
                  <a16:creationId xmlns:a16="http://schemas.microsoft.com/office/drawing/2014/main" id="{FFC835D2-BAAA-4159-8BE8-DF9F04885337}"/>
                </a:ext>
              </a:extLst>
            </p:cNvPr>
            <p:cNvSpPr/>
            <p:nvPr/>
          </p:nvSpPr>
          <p:spPr>
            <a:xfrm>
              <a:off x="26751353" y="1046832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69" name="Isosceles Triangle 668">
              <a:extLst>
                <a:ext uri="{FF2B5EF4-FFF2-40B4-BE49-F238E27FC236}">
                  <a16:creationId xmlns:a16="http://schemas.microsoft.com/office/drawing/2014/main" id="{1E2EA3BA-C9DB-491E-BCB3-A3CA44626FB0}"/>
                </a:ext>
              </a:extLst>
            </p:cNvPr>
            <p:cNvSpPr/>
            <p:nvPr/>
          </p:nvSpPr>
          <p:spPr>
            <a:xfrm>
              <a:off x="22009241" y="1046832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670" name="Isosceles Triangle 669">
              <a:extLst>
                <a:ext uri="{FF2B5EF4-FFF2-40B4-BE49-F238E27FC236}">
                  <a16:creationId xmlns:a16="http://schemas.microsoft.com/office/drawing/2014/main" id="{6B6A4867-B1E7-46AF-9AA9-B915043C7658}"/>
                </a:ext>
              </a:extLst>
            </p:cNvPr>
            <p:cNvSpPr/>
            <p:nvPr/>
          </p:nvSpPr>
          <p:spPr>
            <a:xfrm>
              <a:off x="23194769" y="1046832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671" name="Group 670">
            <a:extLst>
              <a:ext uri="{FF2B5EF4-FFF2-40B4-BE49-F238E27FC236}">
                <a16:creationId xmlns:a16="http://schemas.microsoft.com/office/drawing/2014/main" id="{F96C77CA-FCDD-48E8-94FA-BF60F4FEFA3F}"/>
              </a:ext>
            </a:extLst>
          </p:cNvPr>
          <p:cNvGrpSpPr/>
          <p:nvPr/>
        </p:nvGrpSpPr>
        <p:grpSpPr>
          <a:xfrm>
            <a:off x="0" y="3558494"/>
            <a:ext cx="16732096" cy="2051214"/>
            <a:chOff x="11204785" y="17626"/>
            <a:chExt cx="16732096" cy="2051214"/>
          </a:xfrm>
        </p:grpSpPr>
        <p:sp>
          <p:nvSpPr>
            <p:cNvPr id="672" name="Isosceles Triangle 671">
              <a:extLst>
                <a:ext uri="{FF2B5EF4-FFF2-40B4-BE49-F238E27FC236}">
                  <a16:creationId xmlns:a16="http://schemas.microsoft.com/office/drawing/2014/main" id="{27DD2663-4637-4ADE-9915-F585B2049CA0}"/>
                </a:ext>
              </a:extLst>
            </p:cNvPr>
            <p:cNvSpPr/>
            <p:nvPr/>
          </p:nvSpPr>
          <p:spPr>
            <a:xfrm rot="10800000">
              <a:off x="18982152" y="1046832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3" name="Isosceles Triangle 672">
              <a:extLst>
                <a:ext uri="{FF2B5EF4-FFF2-40B4-BE49-F238E27FC236}">
                  <a16:creationId xmlns:a16="http://schemas.microsoft.com/office/drawing/2014/main" id="{6F0B1F01-571A-4EB0-9C7A-EB981B290447}"/>
                </a:ext>
              </a:extLst>
            </p:cNvPr>
            <p:cNvSpPr/>
            <p:nvPr/>
          </p:nvSpPr>
          <p:spPr>
            <a:xfrm rot="10800000">
              <a:off x="17796624" y="1046833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4" name="Isosceles Triangle 673">
              <a:extLst>
                <a:ext uri="{FF2B5EF4-FFF2-40B4-BE49-F238E27FC236}">
                  <a16:creationId xmlns:a16="http://schemas.microsoft.com/office/drawing/2014/main" id="{BD2AC18D-C4D5-48DE-B9F0-2C0E8B3E241C}"/>
                </a:ext>
              </a:extLst>
            </p:cNvPr>
            <p:cNvSpPr/>
            <p:nvPr/>
          </p:nvSpPr>
          <p:spPr>
            <a:xfrm rot="10800000">
              <a:off x="16611095" y="1046832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5" name="Isosceles Triangle 674">
              <a:extLst>
                <a:ext uri="{FF2B5EF4-FFF2-40B4-BE49-F238E27FC236}">
                  <a16:creationId xmlns:a16="http://schemas.microsoft.com/office/drawing/2014/main" id="{D5503435-EF2A-4A8C-BE3F-0579BAD7769B}"/>
                </a:ext>
              </a:extLst>
            </p:cNvPr>
            <p:cNvSpPr/>
            <p:nvPr/>
          </p:nvSpPr>
          <p:spPr>
            <a:xfrm rot="10800000">
              <a:off x="21353208" y="1046833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6" name="Isosceles Triangle 675">
              <a:extLst>
                <a:ext uri="{FF2B5EF4-FFF2-40B4-BE49-F238E27FC236}">
                  <a16:creationId xmlns:a16="http://schemas.microsoft.com/office/drawing/2014/main" id="{D98C27F4-0D31-42B0-BE74-5B133FC2F7E7}"/>
                </a:ext>
              </a:extLst>
            </p:cNvPr>
            <p:cNvSpPr/>
            <p:nvPr/>
          </p:nvSpPr>
          <p:spPr>
            <a:xfrm rot="10800000">
              <a:off x="20167680" y="1046833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7" name="Isosceles Triangle 676">
              <a:extLst>
                <a:ext uri="{FF2B5EF4-FFF2-40B4-BE49-F238E27FC236}">
                  <a16:creationId xmlns:a16="http://schemas.microsoft.com/office/drawing/2014/main" id="{3CFEBDF1-0CB9-4B32-AE05-256226DDCAD3}"/>
                </a:ext>
              </a:extLst>
            </p:cNvPr>
            <p:cNvSpPr/>
            <p:nvPr/>
          </p:nvSpPr>
          <p:spPr>
            <a:xfrm rot="10800000">
              <a:off x="19574916" y="17626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8" name="Isosceles Triangle 677">
              <a:extLst>
                <a:ext uri="{FF2B5EF4-FFF2-40B4-BE49-F238E27FC236}">
                  <a16:creationId xmlns:a16="http://schemas.microsoft.com/office/drawing/2014/main" id="{645AA4D8-5360-4FDF-B3B3-E7082E3E328F}"/>
                </a:ext>
              </a:extLst>
            </p:cNvPr>
            <p:cNvSpPr/>
            <p:nvPr/>
          </p:nvSpPr>
          <p:spPr>
            <a:xfrm rot="10800000">
              <a:off x="18389388" y="17626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9" name="Isosceles Triangle 678">
              <a:extLst>
                <a:ext uri="{FF2B5EF4-FFF2-40B4-BE49-F238E27FC236}">
                  <a16:creationId xmlns:a16="http://schemas.microsoft.com/office/drawing/2014/main" id="{08738710-D9DC-45DC-B517-9CF5E36A4C07}"/>
                </a:ext>
              </a:extLst>
            </p:cNvPr>
            <p:cNvSpPr/>
            <p:nvPr/>
          </p:nvSpPr>
          <p:spPr>
            <a:xfrm rot="10800000">
              <a:off x="17203860" y="17627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0" name="Isosceles Triangle 679">
              <a:extLst>
                <a:ext uri="{FF2B5EF4-FFF2-40B4-BE49-F238E27FC236}">
                  <a16:creationId xmlns:a16="http://schemas.microsoft.com/office/drawing/2014/main" id="{9765D7B3-9BA5-435B-B1F8-D01A05FD8D59}"/>
                </a:ext>
              </a:extLst>
            </p:cNvPr>
            <p:cNvSpPr/>
            <p:nvPr/>
          </p:nvSpPr>
          <p:spPr>
            <a:xfrm rot="10800000">
              <a:off x="21945972" y="17626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1" name="Isosceles Triangle 680">
              <a:extLst>
                <a:ext uri="{FF2B5EF4-FFF2-40B4-BE49-F238E27FC236}">
                  <a16:creationId xmlns:a16="http://schemas.microsoft.com/office/drawing/2014/main" id="{D7513C2A-8253-4C2A-BC9F-ABF3FA3E58E0}"/>
                </a:ext>
              </a:extLst>
            </p:cNvPr>
            <p:cNvSpPr/>
            <p:nvPr/>
          </p:nvSpPr>
          <p:spPr>
            <a:xfrm rot="10800000">
              <a:off x="20760444" y="17626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2" name="Isosceles Triangle 681">
              <a:extLst>
                <a:ext uri="{FF2B5EF4-FFF2-40B4-BE49-F238E27FC236}">
                  <a16:creationId xmlns:a16="http://schemas.microsoft.com/office/drawing/2014/main" id="{84D008A9-8A7B-4EE0-A081-3E81A21C8CC5}"/>
                </a:ext>
              </a:extLst>
            </p:cNvPr>
            <p:cNvSpPr/>
            <p:nvPr/>
          </p:nvSpPr>
          <p:spPr>
            <a:xfrm rot="10800000">
              <a:off x="15992011" y="17626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3" name="Isosceles Triangle 682">
              <a:extLst>
                <a:ext uri="{FF2B5EF4-FFF2-40B4-BE49-F238E27FC236}">
                  <a16:creationId xmlns:a16="http://schemas.microsoft.com/office/drawing/2014/main" id="{40ED4303-838B-459B-836C-A6B3B9D075AE}"/>
                </a:ext>
              </a:extLst>
            </p:cNvPr>
            <p:cNvSpPr/>
            <p:nvPr/>
          </p:nvSpPr>
          <p:spPr>
            <a:xfrm>
              <a:off x="17796626" y="17626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4" name="Isosceles Triangle 683">
              <a:extLst>
                <a:ext uri="{FF2B5EF4-FFF2-40B4-BE49-F238E27FC236}">
                  <a16:creationId xmlns:a16="http://schemas.microsoft.com/office/drawing/2014/main" id="{9DEDA8A5-FFF6-448F-865F-F5D4F85E760B}"/>
                </a:ext>
              </a:extLst>
            </p:cNvPr>
            <p:cNvSpPr/>
            <p:nvPr/>
          </p:nvSpPr>
          <p:spPr>
            <a:xfrm>
              <a:off x="18982152" y="17626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5" name="Isosceles Triangle 684">
              <a:extLst>
                <a:ext uri="{FF2B5EF4-FFF2-40B4-BE49-F238E27FC236}">
                  <a16:creationId xmlns:a16="http://schemas.microsoft.com/office/drawing/2014/main" id="{2EBF81DC-1106-4456-A9BA-2BA38C5DC151}"/>
                </a:ext>
              </a:extLst>
            </p:cNvPr>
            <p:cNvSpPr/>
            <p:nvPr/>
          </p:nvSpPr>
          <p:spPr>
            <a:xfrm>
              <a:off x="20167681" y="17626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6" name="Isosceles Triangle 685">
              <a:extLst>
                <a:ext uri="{FF2B5EF4-FFF2-40B4-BE49-F238E27FC236}">
                  <a16:creationId xmlns:a16="http://schemas.microsoft.com/office/drawing/2014/main" id="{DAACA4B8-4B1A-442B-BE7F-30F379C4D480}"/>
                </a:ext>
              </a:extLst>
            </p:cNvPr>
            <p:cNvSpPr/>
            <p:nvPr/>
          </p:nvSpPr>
          <p:spPr>
            <a:xfrm>
              <a:off x="16611097" y="17626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7" name="Isosceles Triangle 686">
              <a:extLst>
                <a:ext uri="{FF2B5EF4-FFF2-40B4-BE49-F238E27FC236}">
                  <a16:creationId xmlns:a16="http://schemas.microsoft.com/office/drawing/2014/main" id="{BE62B091-4125-4F0B-934A-C6ED896869C3}"/>
                </a:ext>
              </a:extLst>
            </p:cNvPr>
            <p:cNvSpPr/>
            <p:nvPr/>
          </p:nvSpPr>
          <p:spPr>
            <a:xfrm>
              <a:off x="21379530" y="17626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8" name="Isosceles Triangle 687">
              <a:extLst>
                <a:ext uri="{FF2B5EF4-FFF2-40B4-BE49-F238E27FC236}">
                  <a16:creationId xmlns:a16="http://schemas.microsoft.com/office/drawing/2014/main" id="{8E6230AE-F889-4CFB-AEA8-6B63D9EDE9C3}"/>
                </a:ext>
              </a:extLst>
            </p:cNvPr>
            <p:cNvSpPr/>
            <p:nvPr/>
          </p:nvSpPr>
          <p:spPr>
            <a:xfrm>
              <a:off x="17181305" y="1046832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9" name="Isosceles Triangle 688">
              <a:extLst>
                <a:ext uri="{FF2B5EF4-FFF2-40B4-BE49-F238E27FC236}">
                  <a16:creationId xmlns:a16="http://schemas.microsoft.com/office/drawing/2014/main" id="{A7DBE808-0B40-4274-967E-8D21E4B988C1}"/>
                </a:ext>
              </a:extLst>
            </p:cNvPr>
            <p:cNvSpPr/>
            <p:nvPr/>
          </p:nvSpPr>
          <p:spPr>
            <a:xfrm>
              <a:off x="18366832" y="1046832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90" name="Isosceles Triangle 689">
              <a:extLst>
                <a:ext uri="{FF2B5EF4-FFF2-40B4-BE49-F238E27FC236}">
                  <a16:creationId xmlns:a16="http://schemas.microsoft.com/office/drawing/2014/main" id="{4CE44E8E-DF64-4246-9A2F-712A3120B3CA}"/>
                </a:ext>
              </a:extLst>
            </p:cNvPr>
            <p:cNvSpPr/>
            <p:nvPr/>
          </p:nvSpPr>
          <p:spPr>
            <a:xfrm>
              <a:off x="19552360" y="1046832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91" name="Isosceles Triangle 690">
              <a:extLst>
                <a:ext uri="{FF2B5EF4-FFF2-40B4-BE49-F238E27FC236}">
                  <a16:creationId xmlns:a16="http://schemas.microsoft.com/office/drawing/2014/main" id="{4A28A723-D461-4529-9F3C-BAB902AB2562}"/>
                </a:ext>
              </a:extLst>
            </p:cNvPr>
            <p:cNvSpPr/>
            <p:nvPr/>
          </p:nvSpPr>
          <p:spPr>
            <a:xfrm>
              <a:off x="20764209" y="1046832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92" name="Isosceles Triangle 691">
              <a:extLst>
                <a:ext uri="{FF2B5EF4-FFF2-40B4-BE49-F238E27FC236}">
                  <a16:creationId xmlns:a16="http://schemas.microsoft.com/office/drawing/2014/main" id="{AF61F6EE-6E8F-4BB1-B55D-A9C0A948432F}"/>
                </a:ext>
              </a:extLst>
            </p:cNvPr>
            <p:cNvSpPr/>
            <p:nvPr/>
          </p:nvSpPr>
          <p:spPr>
            <a:xfrm rot="10800000">
              <a:off x="15376685" y="1046832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93" name="Isosceles Triangle 692">
              <a:extLst>
                <a:ext uri="{FF2B5EF4-FFF2-40B4-BE49-F238E27FC236}">
                  <a16:creationId xmlns:a16="http://schemas.microsoft.com/office/drawing/2014/main" id="{B6D4E996-AAB3-4E9D-9741-261A4ED0377C}"/>
                </a:ext>
              </a:extLst>
            </p:cNvPr>
            <p:cNvSpPr/>
            <p:nvPr/>
          </p:nvSpPr>
          <p:spPr>
            <a:xfrm rot="10800000">
              <a:off x="14191161" y="1046832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94" name="Isosceles Triangle 693">
              <a:extLst>
                <a:ext uri="{FF2B5EF4-FFF2-40B4-BE49-F238E27FC236}">
                  <a16:creationId xmlns:a16="http://schemas.microsoft.com/office/drawing/2014/main" id="{1CE89D91-57BD-40C5-B764-3C52294A4FC5}"/>
                </a:ext>
              </a:extLst>
            </p:cNvPr>
            <p:cNvSpPr/>
            <p:nvPr/>
          </p:nvSpPr>
          <p:spPr>
            <a:xfrm rot="10800000">
              <a:off x="13005632" y="1046833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95" name="Isosceles Triangle 694">
              <a:extLst>
                <a:ext uri="{FF2B5EF4-FFF2-40B4-BE49-F238E27FC236}">
                  <a16:creationId xmlns:a16="http://schemas.microsoft.com/office/drawing/2014/main" id="{24A22E7B-59DD-4E8F-B080-5C7442D3EFF8}"/>
                </a:ext>
              </a:extLst>
            </p:cNvPr>
            <p:cNvSpPr/>
            <p:nvPr/>
          </p:nvSpPr>
          <p:spPr>
            <a:xfrm rot="10800000">
              <a:off x="11793783" y="1046833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96" name="Isosceles Triangle 695">
              <a:extLst>
                <a:ext uri="{FF2B5EF4-FFF2-40B4-BE49-F238E27FC236}">
                  <a16:creationId xmlns:a16="http://schemas.microsoft.com/office/drawing/2014/main" id="{A0F912E3-3B21-429E-A695-01457F51025B}"/>
                </a:ext>
              </a:extLst>
            </p:cNvPr>
            <p:cNvSpPr/>
            <p:nvPr/>
          </p:nvSpPr>
          <p:spPr>
            <a:xfrm rot="10800000">
              <a:off x="14783925" y="17626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97" name="Isosceles Triangle 696">
              <a:extLst>
                <a:ext uri="{FF2B5EF4-FFF2-40B4-BE49-F238E27FC236}">
                  <a16:creationId xmlns:a16="http://schemas.microsoft.com/office/drawing/2014/main" id="{DD1B397A-6A68-4E6E-A30D-E46C32E1ECEA}"/>
                </a:ext>
              </a:extLst>
            </p:cNvPr>
            <p:cNvSpPr/>
            <p:nvPr/>
          </p:nvSpPr>
          <p:spPr>
            <a:xfrm rot="10800000">
              <a:off x="13598398" y="17627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98" name="Isosceles Triangle 697">
              <a:extLst>
                <a:ext uri="{FF2B5EF4-FFF2-40B4-BE49-F238E27FC236}">
                  <a16:creationId xmlns:a16="http://schemas.microsoft.com/office/drawing/2014/main" id="{BA9AC570-3BA5-4EE7-A3B6-58E246DC4885}"/>
                </a:ext>
              </a:extLst>
            </p:cNvPr>
            <p:cNvSpPr/>
            <p:nvPr/>
          </p:nvSpPr>
          <p:spPr>
            <a:xfrm rot="10800000">
              <a:off x="12386549" y="17626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99" name="Isosceles Triangle 698">
              <a:extLst>
                <a:ext uri="{FF2B5EF4-FFF2-40B4-BE49-F238E27FC236}">
                  <a16:creationId xmlns:a16="http://schemas.microsoft.com/office/drawing/2014/main" id="{E1CAA668-9ED3-443A-87EF-99C07CAFF5DD}"/>
                </a:ext>
              </a:extLst>
            </p:cNvPr>
            <p:cNvSpPr/>
            <p:nvPr/>
          </p:nvSpPr>
          <p:spPr>
            <a:xfrm>
              <a:off x="11797549" y="17626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00" name="Isosceles Triangle 699">
              <a:extLst>
                <a:ext uri="{FF2B5EF4-FFF2-40B4-BE49-F238E27FC236}">
                  <a16:creationId xmlns:a16="http://schemas.microsoft.com/office/drawing/2014/main" id="{603740F2-0BA9-4EF8-BF68-18368BCC1308}"/>
                </a:ext>
              </a:extLst>
            </p:cNvPr>
            <p:cNvSpPr/>
            <p:nvPr/>
          </p:nvSpPr>
          <p:spPr>
            <a:xfrm>
              <a:off x="12983077" y="17626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701" name="Isosceles Triangle 700">
              <a:extLst>
                <a:ext uri="{FF2B5EF4-FFF2-40B4-BE49-F238E27FC236}">
                  <a16:creationId xmlns:a16="http://schemas.microsoft.com/office/drawing/2014/main" id="{63AB0BD4-35D1-4214-A303-3507C1B0BB0A}"/>
                </a:ext>
              </a:extLst>
            </p:cNvPr>
            <p:cNvSpPr/>
            <p:nvPr/>
          </p:nvSpPr>
          <p:spPr>
            <a:xfrm>
              <a:off x="14168605" y="17626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02" name="Isosceles Triangle 701">
              <a:extLst>
                <a:ext uri="{FF2B5EF4-FFF2-40B4-BE49-F238E27FC236}">
                  <a16:creationId xmlns:a16="http://schemas.microsoft.com/office/drawing/2014/main" id="{27F11903-834A-497A-8882-682A3A72CA78}"/>
                </a:ext>
              </a:extLst>
            </p:cNvPr>
            <p:cNvSpPr/>
            <p:nvPr/>
          </p:nvSpPr>
          <p:spPr>
            <a:xfrm>
              <a:off x="15354133" y="17626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03" name="Isosceles Triangle 702">
              <a:extLst>
                <a:ext uri="{FF2B5EF4-FFF2-40B4-BE49-F238E27FC236}">
                  <a16:creationId xmlns:a16="http://schemas.microsoft.com/office/drawing/2014/main" id="{AB3B9AFE-5285-4360-A5EC-AD0F0821F3DA}"/>
                </a:ext>
              </a:extLst>
            </p:cNvPr>
            <p:cNvSpPr/>
            <p:nvPr/>
          </p:nvSpPr>
          <p:spPr>
            <a:xfrm>
              <a:off x="13575841" y="1046832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04" name="Isosceles Triangle 703">
              <a:extLst>
                <a:ext uri="{FF2B5EF4-FFF2-40B4-BE49-F238E27FC236}">
                  <a16:creationId xmlns:a16="http://schemas.microsoft.com/office/drawing/2014/main" id="{C7CA2BBC-B9AE-44B6-BA9E-296F445CB3E5}"/>
                </a:ext>
              </a:extLst>
            </p:cNvPr>
            <p:cNvSpPr/>
            <p:nvPr/>
          </p:nvSpPr>
          <p:spPr>
            <a:xfrm>
              <a:off x="14761369" y="1046832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05" name="Isosceles Triangle 704">
              <a:extLst>
                <a:ext uri="{FF2B5EF4-FFF2-40B4-BE49-F238E27FC236}">
                  <a16:creationId xmlns:a16="http://schemas.microsoft.com/office/drawing/2014/main" id="{0594F926-A5F7-4C96-B3D6-33779D2607F6}"/>
                </a:ext>
              </a:extLst>
            </p:cNvPr>
            <p:cNvSpPr/>
            <p:nvPr/>
          </p:nvSpPr>
          <p:spPr>
            <a:xfrm>
              <a:off x="15946897" y="1046832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06" name="Isosceles Triangle 705">
              <a:extLst>
                <a:ext uri="{FF2B5EF4-FFF2-40B4-BE49-F238E27FC236}">
                  <a16:creationId xmlns:a16="http://schemas.microsoft.com/office/drawing/2014/main" id="{C1111FBF-00EC-492A-A427-F563C9AFAD4E}"/>
                </a:ext>
              </a:extLst>
            </p:cNvPr>
            <p:cNvSpPr/>
            <p:nvPr/>
          </p:nvSpPr>
          <p:spPr>
            <a:xfrm>
              <a:off x="11204785" y="1046832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707" name="Isosceles Triangle 706">
              <a:extLst>
                <a:ext uri="{FF2B5EF4-FFF2-40B4-BE49-F238E27FC236}">
                  <a16:creationId xmlns:a16="http://schemas.microsoft.com/office/drawing/2014/main" id="{A2662007-2501-420D-ACEF-35A887A89DFE}"/>
                </a:ext>
              </a:extLst>
            </p:cNvPr>
            <p:cNvSpPr/>
            <p:nvPr/>
          </p:nvSpPr>
          <p:spPr>
            <a:xfrm>
              <a:off x="12390313" y="1046832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08" name="Isosceles Triangle 707">
              <a:extLst>
                <a:ext uri="{FF2B5EF4-FFF2-40B4-BE49-F238E27FC236}">
                  <a16:creationId xmlns:a16="http://schemas.microsoft.com/office/drawing/2014/main" id="{63A07952-6355-4E86-B207-EEB5DDD9CFD1}"/>
                </a:ext>
              </a:extLst>
            </p:cNvPr>
            <p:cNvSpPr/>
            <p:nvPr/>
          </p:nvSpPr>
          <p:spPr>
            <a:xfrm rot="10800000">
              <a:off x="26181141" y="1046832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09" name="Isosceles Triangle 708">
              <a:extLst>
                <a:ext uri="{FF2B5EF4-FFF2-40B4-BE49-F238E27FC236}">
                  <a16:creationId xmlns:a16="http://schemas.microsoft.com/office/drawing/2014/main" id="{B0223D59-D241-4426-95B6-6EF896EF3B58}"/>
                </a:ext>
              </a:extLst>
            </p:cNvPr>
            <p:cNvSpPr/>
            <p:nvPr/>
          </p:nvSpPr>
          <p:spPr>
            <a:xfrm rot="10800000">
              <a:off x="24995617" y="1046832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10" name="Isosceles Triangle 709">
              <a:extLst>
                <a:ext uri="{FF2B5EF4-FFF2-40B4-BE49-F238E27FC236}">
                  <a16:creationId xmlns:a16="http://schemas.microsoft.com/office/drawing/2014/main" id="{7CB09584-DB66-4A7B-B069-E177B3B9B0DA}"/>
                </a:ext>
              </a:extLst>
            </p:cNvPr>
            <p:cNvSpPr/>
            <p:nvPr/>
          </p:nvSpPr>
          <p:spPr>
            <a:xfrm rot="10800000">
              <a:off x="23810088" y="1046832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11" name="Isosceles Triangle 710">
              <a:extLst>
                <a:ext uri="{FF2B5EF4-FFF2-40B4-BE49-F238E27FC236}">
                  <a16:creationId xmlns:a16="http://schemas.microsoft.com/office/drawing/2014/main" id="{B4A145F8-E801-424C-8C8B-F1EDD83E4C1E}"/>
                </a:ext>
              </a:extLst>
            </p:cNvPr>
            <p:cNvSpPr/>
            <p:nvPr/>
          </p:nvSpPr>
          <p:spPr>
            <a:xfrm rot="10800000">
              <a:off x="22598239" y="1046832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12" name="Isosceles Triangle 711">
              <a:extLst>
                <a:ext uri="{FF2B5EF4-FFF2-40B4-BE49-F238E27FC236}">
                  <a16:creationId xmlns:a16="http://schemas.microsoft.com/office/drawing/2014/main" id="{2ACDC488-EEC6-4AE2-B499-76CB49416D39}"/>
                </a:ext>
              </a:extLst>
            </p:cNvPr>
            <p:cNvSpPr/>
            <p:nvPr/>
          </p:nvSpPr>
          <p:spPr>
            <a:xfrm rot="10800000">
              <a:off x="25588381" y="17627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13" name="Isosceles Triangle 712">
              <a:extLst>
                <a:ext uri="{FF2B5EF4-FFF2-40B4-BE49-F238E27FC236}">
                  <a16:creationId xmlns:a16="http://schemas.microsoft.com/office/drawing/2014/main" id="{85AF74AF-6421-432D-977C-81317E9854A2}"/>
                </a:ext>
              </a:extLst>
            </p:cNvPr>
            <p:cNvSpPr/>
            <p:nvPr/>
          </p:nvSpPr>
          <p:spPr>
            <a:xfrm rot="10800000">
              <a:off x="24402854" y="17626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14" name="Isosceles Triangle 713">
              <a:extLst>
                <a:ext uri="{FF2B5EF4-FFF2-40B4-BE49-F238E27FC236}">
                  <a16:creationId xmlns:a16="http://schemas.microsoft.com/office/drawing/2014/main" id="{682D4029-AD16-4150-A1B0-4F7998285699}"/>
                </a:ext>
              </a:extLst>
            </p:cNvPr>
            <p:cNvSpPr/>
            <p:nvPr/>
          </p:nvSpPr>
          <p:spPr>
            <a:xfrm rot="10800000">
              <a:off x="23191005" y="17626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15" name="Isosceles Triangle 714">
              <a:extLst>
                <a:ext uri="{FF2B5EF4-FFF2-40B4-BE49-F238E27FC236}">
                  <a16:creationId xmlns:a16="http://schemas.microsoft.com/office/drawing/2014/main" id="{8EB59C94-FFF9-41EA-BAA8-A091C1881E68}"/>
                </a:ext>
              </a:extLst>
            </p:cNvPr>
            <p:cNvSpPr/>
            <p:nvPr/>
          </p:nvSpPr>
          <p:spPr>
            <a:xfrm>
              <a:off x="22602005" y="17626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16" name="Isosceles Triangle 715">
              <a:extLst>
                <a:ext uri="{FF2B5EF4-FFF2-40B4-BE49-F238E27FC236}">
                  <a16:creationId xmlns:a16="http://schemas.microsoft.com/office/drawing/2014/main" id="{6EAFE161-3D7F-468B-8DB1-B869020ECEB4}"/>
                </a:ext>
              </a:extLst>
            </p:cNvPr>
            <p:cNvSpPr/>
            <p:nvPr/>
          </p:nvSpPr>
          <p:spPr>
            <a:xfrm>
              <a:off x="23787533" y="17626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717" name="Isosceles Triangle 716">
              <a:extLst>
                <a:ext uri="{FF2B5EF4-FFF2-40B4-BE49-F238E27FC236}">
                  <a16:creationId xmlns:a16="http://schemas.microsoft.com/office/drawing/2014/main" id="{CD3172FE-0C1C-4D4E-852D-7510A1275CAC}"/>
                </a:ext>
              </a:extLst>
            </p:cNvPr>
            <p:cNvSpPr/>
            <p:nvPr/>
          </p:nvSpPr>
          <p:spPr>
            <a:xfrm>
              <a:off x="24973061" y="17626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18" name="Isosceles Triangle 717">
              <a:extLst>
                <a:ext uri="{FF2B5EF4-FFF2-40B4-BE49-F238E27FC236}">
                  <a16:creationId xmlns:a16="http://schemas.microsoft.com/office/drawing/2014/main" id="{371D28F4-BC98-4D2C-BD67-9A5F3A0986F3}"/>
                </a:ext>
              </a:extLst>
            </p:cNvPr>
            <p:cNvSpPr/>
            <p:nvPr/>
          </p:nvSpPr>
          <p:spPr>
            <a:xfrm>
              <a:off x="26158589" y="17626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19" name="Isosceles Triangle 718">
              <a:extLst>
                <a:ext uri="{FF2B5EF4-FFF2-40B4-BE49-F238E27FC236}">
                  <a16:creationId xmlns:a16="http://schemas.microsoft.com/office/drawing/2014/main" id="{18A9FA4F-DC3D-4C2D-8AC1-0E9859E6A8F6}"/>
                </a:ext>
              </a:extLst>
            </p:cNvPr>
            <p:cNvSpPr/>
            <p:nvPr/>
          </p:nvSpPr>
          <p:spPr>
            <a:xfrm>
              <a:off x="24380297" y="1046832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20" name="Isosceles Triangle 719">
              <a:extLst>
                <a:ext uri="{FF2B5EF4-FFF2-40B4-BE49-F238E27FC236}">
                  <a16:creationId xmlns:a16="http://schemas.microsoft.com/office/drawing/2014/main" id="{3C963314-006F-4E6A-9015-2276087719BB}"/>
                </a:ext>
              </a:extLst>
            </p:cNvPr>
            <p:cNvSpPr/>
            <p:nvPr/>
          </p:nvSpPr>
          <p:spPr>
            <a:xfrm>
              <a:off x="25565825" y="1046832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21" name="Isosceles Triangle 720">
              <a:extLst>
                <a:ext uri="{FF2B5EF4-FFF2-40B4-BE49-F238E27FC236}">
                  <a16:creationId xmlns:a16="http://schemas.microsoft.com/office/drawing/2014/main" id="{8ABBA887-4633-48C8-8CAF-FA72A6ACC5C8}"/>
                </a:ext>
              </a:extLst>
            </p:cNvPr>
            <p:cNvSpPr/>
            <p:nvPr/>
          </p:nvSpPr>
          <p:spPr>
            <a:xfrm>
              <a:off x="26751353" y="1046832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22" name="Isosceles Triangle 721">
              <a:extLst>
                <a:ext uri="{FF2B5EF4-FFF2-40B4-BE49-F238E27FC236}">
                  <a16:creationId xmlns:a16="http://schemas.microsoft.com/office/drawing/2014/main" id="{F3F12300-C60B-463D-92AC-4FFD1FA450C9}"/>
                </a:ext>
              </a:extLst>
            </p:cNvPr>
            <p:cNvSpPr/>
            <p:nvPr/>
          </p:nvSpPr>
          <p:spPr>
            <a:xfrm>
              <a:off x="22009241" y="1046832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723" name="Isosceles Triangle 722">
              <a:extLst>
                <a:ext uri="{FF2B5EF4-FFF2-40B4-BE49-F238E27FC236}">
                  <a16:creationId xmlns:a16="http://schemas.microsoft.com/office/drawing/2014/main" id="{5D59FB94-5E96-412D-8A35-6052A23E64AF}"/>
                </a:ext>
              </a:extLst>
            </p:cNvPr>
            <p:cNvSpPr/>
            <p:nvPr/>
          </p:nvSpPr>
          <p:spPr>
            <a:xfrm>
              <a:off x="23194769" y="1046832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724" name="Group 723">
            <a:extLst>
              <a:ext uri="{FF2B5EF4-FFF2-40B4-BE49-F238E27FC236}">
                <a16:creationId xmlns:a16="http://schemas.microsoft.com/office/drawing/2014/main" id="{D8162063-FC33-4F8E-A755-9C8C779717A5}"/>
              </a:ext>
            </a:extLst>
          </p:cNvPr>
          <p:cNvGrpSpPr/>
          <p:nvPr/>
        </p:nvGrpSpPr>
        <p:grpSpPr>
          <a:xfrm>
            <a:off x="0" y="5601303"/>
            <a:ext cx="16732096" cy="2051214"/>
            <a:chOff x="11204785" y="17626"/>
            <a:chExt cx="16732096" cy="2051214"/>
          </a:xfrm>
        </p:grpSpPr>
        <p:sp>
          <p:nvSpPr>
            <p:cNvPr id="725" name="Isosceles Triangle 724">
              <a:extLst>
                <a:ext uri="{FF2B5EF4-FFF2-40B4-BE49-F238E27FC236}">
                  <a16:creationId xmlns:a16="http://schemas.microsoft.com/office/drawing/2014/main" id="{440A4E00-9B0F-4360-8E5B-3686EA9BB401}"/>
                </a:ext>
              </a:extLst>
            </p:cNvPr>
            <p:cNvSpPr/>
            <p:nvPr/>
          </p:nvSpPr>
          <p:spPr>
            <a:xfrm rot="10800000">
              <a:off x="18982152" y="1046832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26" name="Isosceles Triangle 725">
              <a:extLst>
                <a:ext uri="{FF2B5EF4-FFF2-40B4-BE49-F238E27FC236}">
                  <a16:creationId xmlns:a16="http://schemas.microsoft.com/office/drawing/2014/main" id="{D845F531-11AC-493F-A78A-CFD8886826FE}"/>
                </a:ext>
              </a:extLst>
            </p:cNvPr>
            <p:cNvSpPr/>
            <p:nvPr/>
          </p:nvSpPr>
          <p:spPr>
            <a:xfrm rot="10800000">
              <a:off x="17796624" y="1046833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27" name="Isosceles Triangle 726">
              <a:extLst>
                <a:ext uri="{FF2B5EF4-FFF2-40B4-BE49-F238E27FC236}">
                  <a16:creationId xmlns:a16="http://schemas.microsoft.com/office/drawing/2014/main" id="{CCA63720-36BB-4F22-998D-EB7A4158BDC2}"/>
                </a:ext>
              </a:extLst>
            </p:cNvPr>
            <p:cNvSpPr/>
            <p:nvPr/>
          </p:nvSpPr>
          <p:spPr>
            <a:xfrm rot="10800000">
              <a:off x="16611095" y="1046832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28" name="Isosceles Triangle 727">
              <a:extLst>
                <a:ext uri="{FF2B5EF4-FFF2-40B4-BE49-F238E27FC236}">
                  <a16:creationId xmlns:a16="http://schemas.microsoft.com/office/drawing/2014/main" id="{500A2497-1B60-471D-8ADA-6744BC494B59}"/>
                </a:ext>
              </a:extLst>
            </p:cNvPr>
            <p:cNvSpPr/>
            <p:nvPr/>
          </p:nvSpPr>
          <p:spPr>
            <a:xfrm rot="10800000">
              <a:off x="21353208" y="1046833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29" name="Isosceles Triangle 728">
              <a:extLst>
                <a:ext uri="{FF2B5EF4-FFF2-40B4-BE49-F238E27FC236}">
                  <a16:creationId xmlns:a16="http://schemas.microsoft.com/office/drawing/2014/main" id="{9C89A2D0-8190-44D8-86DE-49BC8D4773CF}"/>
                </a:ext>
              </a:extLst>
            </p:cNvPr>
            <p:cNvSpPr/>
            <p:nvPr/>
          </p:nvSpPr>
          <p:spPr>
            <a:xfrm rot="10800000">
              <a:off x="20167680" y="1046833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0" name="Isosceles Triangle 729">
              <a:extLst>
                <a:ext uri="{FF2B5EF4-FFF2-40B4-BE49-F238E27FC236}">
                  <a16:creationId xmlns:a16="http://schemas.microsoft.com/office/drawing/2014/main" id="{BBADE982-CFA3-4ED4-AC77-114907F67559}"/>
                </a:ext>
              </a:extLst>
            </p:cNvPr>
            <p:cNvSpPr/>
            <p:nvPr/>
          </p:nvSpPr>
          <p:spPr>
            <a:xfrm rot="10800000">
              <a:off x="19574916" y="17626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1" name="Isosceles Triangle 730">
              <a:extLst>
                <a:ext uri="{FF2B5EF4-FFF2-40B4-BE49-F238E27FC236}">
                  <a16:creationId xmlns:a16="http://schemas.microsoft.com/office/drawing/2014/main" id="{30EDD7B8-9FC0-4E09-AA89-4B4B87FDA8AD}"/>
                </a:ext>
              </a:extLst>
            </p:cNvPr>
            <p:cNvSpPr/>
            <p:nvPr/>
          </p:nvSpPr>
          <p:spPr>
            <a:xfrm rot="10800000">
              <a:off x="18389388" y="17626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2" name="Isosceles Triangle 731">
              <a:extLst>
                <a:ext uri="{FF2B5EF4-FFF2-40B4-BE49-F238E27FC236}">
                  <a16:creationId xmlns:a16="http://schemas.microsoft.com/office/drawing/2014/main" id="{2C1B03B2-0A64-49F6-9A7D-B731F2336028}"/>
                </a:ext>
              </a:extLst>
            </p:cNvPr>
            <p:cNvSpPr/>
            <p:nvPr/>
          </p:nvSpPr>
          <p:spPr>
            <a:xfrm rot="10800000">
              <a:off x="17203860" y="17627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3" name="Isosceles Triangle 732">
              <a:extLst>
                <a:ext uri="{FF2B5EF4-FFF2-40B4-BE49-F238E27FC236}">
                  <a16:creationId xmlns:a16="http://schemas.microsoft.com/office/drawing/2014/main" id="{EAC4157A-1D27-4C3B-A024-F74A43313102}"/>
                </a:ext>
              </a:extLst>
            </p:cNvPr>
            <p:cNvSpPr/>
            <p:nvPr/>
          </p:nvSpPr>
          <p:spPr>
            <a:xfrm rot="10800000">
              <a:off x="21945972" y="17626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4" name="Isosceles Triangle 733">
              <a:extLst>
                <a:ext uri="{FF2B5EF4-FFF2-40B4-BE49-F238E27FC236}">
                  <a16:creationId xmlns:a16="http://schemas.microsoft.com/office/drawing/2014/main" id="{8CFCFAFB-B785-4A19-A28E-B58DF66A4ABC}"/>
                </a:ext>
              </a:extLst>
            </p:cNvPr>
            <p:cNvSpPr/>
            <p:nvPr/>
          </p:nvSpPr>
          <p:spPr>
            <a:xfrm rot="10800000">
              <a:off x="20760444" y="17626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5" name="Isosceles Triangle 734">
              <a:extLst>
                <a:ext uri="{FF2B5EF4-FFF2-40B4-BE49-F238E27FC236}">
                  <a16:creationId xmlns:a16="http://schemas.microsoft.com/office/drawing/2014/main" id="{0F7ACA3F-7E06-43AC-84E3-DEF6B80A6092}"/>
                </a:ext>
              </a:extLst>
            </p:cNvPr>
            <p:cNvSpPr/>
            <p:nvPr/>
          </p:nvSpPr>
          <p:spPr>
            <a:xfrm rot="10800000">
              <a:off x="15992011" y="17626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6" name="Isosceles Triangle 735">
              <a:extLst>
                <a:ext uri="{FF2B5EF4-FFF2-40B4-BE49-F238E27FC236}">
                  <a16:creationId xmlns:a16="http://schemas.microsoft.com/office/drawing/2014/main" id="{D37D3AE7-61B6-40ED-854A-3FE8449772D4}"/>
                </a:ext>
              </a:extLst>
            </p:cNvPr>
            <p:cNvSpPr/>
            <p:nvPr/>
          </p:nvSpPr>
          <p:spPr>
            <a:xfrm>
              <a:off x="17796626" y="17626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7" name="Isosceles Triangle 736">
              <a:extLst>
                <a:ext uri="{FF2B5EF4-FFF2-40B4-BE49-F238E27FC236}">
                  <a16:creationId xmlns:a16="http://schemas.microsoft.com/office/drawing/2014/main" id="{F7D25AF9-5B49-4B9D-84E2-5D7A4AC60222}"/>
                </a:ext>
              </a:extLst>
            </p:cNvPr>
            <p:cNvSpPr/>
            <p:nvPr/>
          </p:nvSpPr>
          <p:spPr>
            <a:xfrm>
              <a:off x="18982152" y="17626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8" name="Isosceles Triangle 737">
              <a:extLst>
                <a:ext uri="{FF2B5EF4-FFF2-40B4-BE49-F238E27FC236}">
                  <a16:creationId xmlns:a16="http://schemas.microsoft.com/office/drawing/2014/main" id="{F726520F-1593-4E52-9548-F77671F6B724}"/>
                </a:ext>
              </a:extLst>
            </p:cNvPr>
            <p:cNvSpPr/>
            <p:nvPr/>
          </p:nvSpPr>
          <p:spPr>
            <a:xfrm>
              <a:off x="20167681" y="17626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9" name="Isosceles Triangle 738">
              <a:extLst>
                <a:ext uri="{FF2B5EF4-FFF2-40B4-BE49-F238E27FC236}">
                  <a16:creationId xmlns:a16="http://schemas.microsoft.com/office/drawing/2014/main" id="{581CDEE2-5F66-41A4-A055-B742C8AEF896}"/>
                </a:ext>
              </a:extLst>
            </p:cNvPr>
            <p:cNvSpPr/>
            <p:nvPr/>
          </p:nvSpPr>
          <p:spPr>
            <a:xfrm>
              <a:off x="16611097" y="17626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0" name="Isosceles Triangle 739">
              <a:extLst>
                <a:ext uri="{FF2B5EF4-FFF2-40B4-BE49-F238E27FC236}">
                  <a16:creationId xmlns:a16="http://schemas.microsoft.com/office/drawing/2014/main" id="{CF9FE7B3-1C13-4D17-8149-78A691E16A33}"/>
                </a:ext>
              </a:extLst>
            </p:cNvPr>
            <p:cNvSpPr/>
            <p:nvPr/>
          </p:nvSpPr>
          <p:spPr>
            <a:xfrm>
              <a:off x="21379530" y="17626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1" name="Isosceles Triangle 740">
              <a:extLst>
                <a:ext uri="{FF2B5EF4-FFF2-40B4-BE49-F238E27FC236}">
                  <a16:creationId xmlns:a16="http://schemas.microsoft.com/office/drawing/2014/main" id="{662924AA-8773-41BA-978C-F6A793C79DA7}"/>
                </a:ext>
              </a:extLst>
            </p:cNvPr>
            <p:cNvSpPr/>
            <p:nvPr/>
          </p:nvSpPr>
          <p:spPr>
            <a:xfrm>
              <a:off x="17181305" y="1046832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2" name="Isosceles Triangle 741">
              <a:extLst>
                <a:ext uri="{FF2B5EF4-FFF2-40B4-BE49-F238E27FC236}">
                  <a16:creationId xmlns:a16="http://schemas.microsoft.com/office/drawing/2014/main" id="{B44A6B69-0A5E-4F8A-B36F-60AB631FF876}"/>
                </a:ext>
              </a:extLst>
            </p:cNvPr>
            <p:cNvSpPr/>
            <p:nvPr/>
          </p:nvSpPr>
          <p:spPr>
            <a:xfrm>
              <a:off x="18366832" y="1046832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3" name="Isosceles Triangle 742">
              <a:extLst>
                <a:ext uri="{FF2B5EF4-FFF2-40B4-BE49-F238E27FC236}">
                  <a16:creationId xmlns:a16="http://schemas.microsoft.com/office/drawing/2014/main" id="{D80790FB-660E-491A-971E-0459232B61A0}"/>
                </a:ext>
              </a:extLst>
            </p:cNvPr>
            <p:cNvSpPr/>
            <p:nvPr/>
          </p:nvSpPr>
          <p:spPr>
            <a:xfrm>
              <a:off x="19552360" y="1046832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4" name="Isosceles Triangle 743">
              <a:extLst>
                <a:ext uri="{FF2B5EF4-FFF2-40B4-BE49-F238E27FC236}">
                  <a16:creationId xmlns:a16="http://schemas.microsoft.com/office/drawing/2014/main" id="{AE81BCC8-A0C2-4FF6-8FD8-2AB484DB7624}"/>
                </a:ext>
              </a:extLst>
            </p:cNvPr>
            <p:cNvSpPr/>
            <p:nvPr/>
          </p:nvSpPr>
          <p:spPr>
            <a:xfrm>
              <a:off x="20764209" y="1046832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5" name="Isosceles Triangle 744">
              <a:extLst>
                <a:ext uri="{FF2B5EF4-FFF2-40B4-BE49-F238E27FC236}">
                  <a16:creationId xmlns:a16="http://schemas.microsoft.com/office/drawing/2014/main" id="{A38D4BD8-62C6-4CC2-BE3D-F1C038F661A2}"/>
                </a:ext>
              </a:extLst>
            </p:cNvPr>
            <p:cNvSpPr/>
            <p:nvPr/>
          </p:nvSpPr>
          <p:spPr>
            <a:xfrm rot="10800000">
              <a:off x="15376685" y="1046832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6" name="Isosceles Triangle 745">
              <a:extLst>
                <a:ext uri="{FF2B5EF4-FFF2-40B4-BE49-F238E27FC236}">
                  <a16:creationId xmlns:a16="http://schemas.microsoft.com/office/drawing/2014/main" id="{7100534B-834D-4BB4-AA82-A01CCC43896E}"/>
                </a:ext>
              </a:extLst>
            </p:cNvPr>
            <p:cNvSpPr/>
            <p:nvPr/>
          </p:nvSpPr>
          <p:spPr>
            <a:xfrm rot="10800000">
              <a:off x="14191161" y="1046832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7" name="Isosceles Triangle 746">
              <a:extLst>
                <a:ext uri="{FF2B5EF4-FFF2-40B4-BE49-F238E27FC236}">
                  <a16:creationId xmlns:a16="http://schemas.microsoft.com/office/drawing/2014/main" id="{CB6ED612-D460-4CE8-BC9B-670DF8512F7D}"/>
                </a:ext>
              </a:extLst>
            </p:cNvPr>
            <p:cNvSpPr/>
            <p:nvPr/>
          </p:nvSpPr>
          <p:spPr>
            <a:xfrm rot="10800000">
              <a:off x="13005632" y="1046833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8" name="Isosceles Triangle 747">
              <a:extLst>
                <a:ext uri="{FF2B5EF4-FFF2-40B4-BE49-F238E27FC236}">
                  <a16:creationId xmlns:a16="http://schemas.microsoft.com/office/drawing/2014/main" id="{1DEA076B-4D21-4029-954F-76B0A5C62336}"/>
                </a:ext>
              </a:extLst>
            </p:cNvPr>
            <p:cNvSpPr/>
            <p:nvPr/>
          </p:nvSpPr>
          <p:spPr>
            <a:xfrm rot="10800000">
              <a:off x="11793783" y="1046833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9" name="Isosceles Triangle 748">
              <a:extLst>
                <a:ext uri="{FF2B5EF4-FFF2-40B4-BE49-F238E27FC236}">
                  <a16:creationId xmlns:a16="http://schemas.microsoft.com/office/drawing/2014/main" id="{422A6D13-082F-4E55-80B9-D5B47A8F1012}"/>
                </a:ext>
              </a:extLst>
            </p:cNvPr>
            <p:cNvSpPr/>
            <p:nvPr/>
          </p:nvSpPr>
          <p:spPr>
            <a:xfrm rot="10800000">
              <a:off x="14783925" y="17626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50" name="Isosceles Triangle 749">
              <a:extLst>
                <a:ext uri="{FF2B5EF4-FFF2-40B4-BE49-F238E27FC236}">
                  <a16:creationId xmlns:a16="http://schemas.microsoft.com/office/drawing/2014/main" id="{20469F04-F954-4D47-A09D-BBC58F2EE902}"/>
                </a:ext>
              </a:extLst>
            </p:cNvPr>
            <p:cNvSpPr/>
            <p:nvPr/>
          </p:nvSpPr>
          <p:spPr>
            <a:xfrm rot="10800000">
              <a:off x="13598398" y="17627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51" name="Isosceles Triangle 750">
              <a:extLst>
                <a:ext uri="{FF2B5EF4-FFF2-40B4-BE49-F238E27FC236}">
                  <a16:creationId xmlns:a16="http://schemas.microsoft.com/office/drawing/2014/main" id="{210D837F-F5C9-485A-BD6B-71C0C9CDC70B}"/>
                </a:ext>
              </a:extLst>
            </p:cNvPr>
            <p:cNvSpPr/>
            <p:nvPr/>
          </p:nvSpPr>
          <p:spPr>
            <a:xfrm rot="10800000">
              <a:off x="12386549" y="17626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52" name="Isosceles Triangle 751">
              <a:extLst>
                <a:ext uri="{FF2B5EF4-FFF2-40B4-BE49-F238E27FC236}">
                  <a16:creationId xmlns:a16="http://schemas.microsoft.com/office/drawing/2014/main" id="{3C286B9A-B436-48F1-9681-33826E90EC4E}"/>
                </a:ext>
              </a:extLst>
            </p:cNvPr>
            <p:cNvSpPr/>
            <p:nvPr/>
          </p:nvSpPr>
          <p:spPr>
            <a:xfrm>
              <a:off x="11797549" y="17626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53" name="Isosceles Triangle 752">
              <a:extLst>
                <a:ext uri="{FF2B5EF4-FFF2-40B4-BE49-F238E27FC236}">
                  <a16:creationId xmlns:a16="http://schemas.microsoft.com/office/drawing/2014/main" id="{D786B9AF-9311-4B4F-BB47-B958B9456FDE}"/>
                </a:ext>
              </a:extLst>
            </p:cNvPr>
            <p:cNvSpPr/>
            <p:nvPr/>
          </p:nvSpPr>
          <p:spPr>
            <a:xfrm>
              <a:off x="12983077" y="17626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754" name="Isosceles Triangle 753">
              <a:extLst>
                <a:ext uri="{FF2B5EF4-FFF2-40B4-BE49-F238E27FC236}">
                  <a16:creationId xmlns:a16="http://schemas.microsoft.com/office/drawing/2014/main" id="{444FA415-70F5-4D5C-83F1-3918561F05F3}"/>
                </a:ext>
              </a:extLst>
            </p:cNvPr>
            <p:cNvSpPr/>
            <p:nvPr/>
          </p:nvSpPr>
          <p:spPr>
            <a:xfrm>
              <a:off x="14168605" y="17626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55" name="Isosceles Triangle 754">
              <a:extLst>
                <a:ext uri="{FF2B5EF4-FFF2-40B4-BE49-F238E27FC236}">
                  <a16:creationId xmlns:a16="http://schemas.microsoft.com/office/drawing/2014/main" id="{59D3F7A7-4493-41B2-964F-A5338263E524}"/>
                </a:ext>
              </a:extLst>
            </p:cNvPr>
            <p:cNvSpPr/>
            <p:nvPr/>
          </p:nvSpPr>
          <p:spPr>
            <a:xfrm>
              <a:off x="15354133" y="17626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56" name="Isosceles Triangle 755">
              <a:extLst>
                <a:ext uri="{FF2B5EF4-FFF2-40B4-BE49-F238E27FC236}">
                  <a16:creationId xmlns:a16="http://schemas.microsoft.com/office/drawing/2014/main" id="{B84A988C-F7F3-4411-B7B0-8C1A0D2FAE07}"/>
                </a:ext>
              </a:extLst>
            </p:cNvPr>
            <p:cNvSpPr/>
            <p:nvPr/>
          </p:nvSpPr>
          <p:spPr>
            <a:xfrm>
              <a:off x="13575841" y="1046832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57" name="Isosceles Triangle 756">
              <a:extLst>
                <a:ext uri="{FF2B5EF4-FFF2-40B4-BE49-F238E27FC236}">
                  <a16:creationId xmlns:a16="http://schemas.microsoft.com/office/drawing/2014/main" id="{DCFD5702-B7A0-4907-8E6E-1F752A61B174}"/>
                </a:ext>
              </a:extLst>
            </p:cNvPr>
            <p:cNvSpPr/>
            <p:nvPr/>
          </p:nvSpPr>
          <p:spPr>
            <a:xfrm>
              <a:off x="14761369" y="1046832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58" name="Isosceles Triangle 757">
              <a:extLst>
                <a:ext uri="{FF2B5EF4-FFF2-40B4-BE49-F238E27FC236}">
                  <a16:creationId xmlns:a16="http://schemas.microsoft.com/office/drawing/2014/main" id="{FC4379E9-97B8-4EB5-A567-F13B4543F319}"/>
                </a:ext>
              </a:extLst>
            </p:cNvPr>
            <p:cNvSpPr/>
            <p:nvPr/>
          </p:nvSpPr>
          <p:spPr>
            <a:xfrm>
              <a:off x="15946897" y="1046832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59" name="Isosceles Triangle 758">
              <a:extLst>
                <a:ext uri="{FF2B5EF4-FFF2-40B4-BE49-F238E27FC236}">
                  <a16:creationId xmlns:a16="http://schemas.microsoft.com/office/drawing/2014/main" id="{1936B846-EF3B-469F-A36D-039EA2010D30}"/>
                </a:ext>
              </a:extLst>
            </p:cNvPr>
            <p:cNvSpPr/>
            <p:nvPr/>
          </p:nvSpPr>
          <p:spPr>
            <a:xfrm>
              <a:off x="11204785" y="1046832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760" name="Isosceles Triangle 759">
              <a:extLst>
                <a:ext uri="{FF2B5EF4-FFF2-40B4-BE49-F238E27FC236}">
                  <a16:creationId xmlns:a16="http://schemas.microsoft.com/office/drawing/2014/main" id="{30A1B8D6-8558-4E3B-AEC2-148D65C76685}"/>
                </a:ext>
              </a:extLst>
            </p:cNvPr>
            <p:cNvSpPr/>
            <p:nvPr/>
          </p:nvSpPr>
          <p:spPr>
            <a:xfrm>
              <a:off x="12390313" y="1046832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61" name="Isosceles Triangle 760">
              <a:extLst>
                <a:ext uri="{FF2B5EF4-FFF2-40B4-BE49-F238E27FC236}">
                  <a16:creationId xmlns:a16="http://schemas.microsoft.com/office/drawing/2014/main" id="{AF2A3B1C-9C41-46FE-9BF7-0F8A12E76279}"/>
                </a:ext>
              </a:extLst>
            </p:cNvPr>
            <p:cNvSpPr/>
            <p:nvPr/>
          </p:nvSpPr>
          <p:spPr>
            <a:xfrm rot="10800000">
              <a:off x="26181141" y="1046832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62" name="Isosceles Triangle 761">
              <a:extLst>
                <a:ext uri="{FF2B5EF4-FFF2-40B4-BE49-F238E27FC236}">
                  <a16:creationId xmlns:a16="http://schemas.microsoft.com/office/drawing/2014/main" id="{8F467DEE-0635-41BD-8AC5-5BDB4E626A5A}"/>
                </a:ext>
              </a:extLst>
            </p:cNvPr>
            <p:cNvSpPr/>
            <p:nvPr/>
          </p:nvSpPr>
          <p:spPr>
            <a:xfrm rot="10800000">
              <a:off x="24995617" y="1046832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63" name="Isosceles Triangle 762">
              <a:extLst>
                <a:ext uri="{FF2B5EF4-FFF2-40B4-BE49-F238E27FC236}">
                  <a16:creationId xmlns:a16="http://schemas.microsoft.com/office/drawing/2014/main" id="{B74DD1C7-0B47-419A-BB69-4986E9CF05B3}"/>
                </a:ext>
              </a:extLst>
            </p:cNvPr>
            <p:cNvSpPr/>
            <p:nvPr/>
          </p:nvSpPr>
          <p:spPr>
            <a:xfrm rot="10800000">
              <a:off x="23810088" y="1046832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64" name="Isosceles Triangle 763">
              <a:extLst>
                <a:ext uri="{FF2B5EF4-FFF2-40B4-BE49-F238E27FC236}">
                  <a16:creationId xmlns:a16="http://schemas.microsoft.com/office/drawing/2014/main" id="{A78C1DEE-D029-4971-B4EA-429CB6D7E905}"/>
                </a:ext>
              </a:extLst>
            </p:cNvPr>
            <p:cNvSpPr/>
            <p:nvPr/>
          </p:nvSpPr>
          <p:spPr>
            <a:xfrm rot="10800000">
              <a:off x="22598239" y="1046832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65" name="Isosceles Triangle 764">
              <a:extLst>
                <a:ext uri="{FF2B5EF4-FFF2-40B4-BE49-F238E27FC236}">
                  <a16:creationId xmlns:a16="http://schemas.microsoft.com/office/drawing/2014/main" id="{827BA0E8-AF1E-4DC4-8E04-9E81B8196D4C}"/>
                </a:ext>
              </a:extLst>
            </p:cNvPr>
            <p:cNvSpPr/>
            <p:nvPr/>
          </p:nvSpPr>
          <p:spPr>
            <a:xfrm rot="10800000">
              <a:off x="25588381" y="17627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66" name="Isosceles Triangle 765">
              <a:extLst>
                <a:ext uri="{FF2B5EF4-FFF2-40B4-BE49-F238E27FC236}">
                  <a16:creationId xmlns:a16="http://schemas.microsoft.com/office/drawing/2014/main" id="{A5CB094E-21C0-45F0-B2EB-361FDB2AB7E7}"/>
                </a:ext>
              </a:extLst>
            </p:cNvPr>
            <p:cNvSpPr/>
            <p:nvPr/>
          </p:nvSpPr>
          <p:spPr>
            <a:xfrm rot="10800000">
              <a:off x="24402854" y="17626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67" name="Isosceles Triangle 766">
              <a:extLst>
                <a:ext uri="{FF2B5EF4-FFF2-40B4-BE49-F238E27FC236}">
                  <a16:creationId xmlns:a16="http://schemas.microsoft.com/office/drawing/2014/main" id="{0368A636-700B-4D48-8A3B-FEB8A40CD483}"/>
                </a:ext>
              </a:extLst>
            </p:cNvPr>
            <p:cNvSpPr/>
            <p:nvPr/>
          </p:nvSpPr>
          <p:spPr>
            <a:xfrm rot="10800000">
              <a:off x="23191005" y="17626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68" name="Isosceles Triangle 767">
              <a:extLst>
                <a:ext uri="{FF2B5EF4-FFF2-40B4-BE49-F238E27FC236}">
                  <a16:creationId xmlns:a16="http://schemas.microsoft.com/office/drawing/2014/main" id="{9FA8925A-2F7D-440E-8683-0CDE365CAA15}"/>
                </a:ext>
              </a:extLst>
            </p:cNvPr>
            <p:cNvSpPr/>
            <p:nvPr/>
          </p:nvSpPr>
          <p:spPr>
            <a:xfrm>
              <a:off x="22602005" y="17626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69" name="Isosceles Triangle 768">
              <a:extLst>
                <a:ext uri="{FF2B5EF4-FFF2-40B4-BE49-F238E27FC236}">
                  <a16:creationId xmlns:a16="http://schemas.microsoft.com/office/drawing/2014/main" id="{99171998-3150-4E7C-ABEC-0A79D14EEE50}"/>
                </a:ext>
              </a:extLst>
            </p:cNvPr>
            <p:cNvSpPr/>
            <p:nvPr/>
          </p:nvSpPr>
          <p:spPr>
            <a:xfrm>
              <a:off x="23787533" y="17626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770" name="Isosceles Triangle 769">
              <a:extLst>
                <a:ext uri="{FF2B5EF4-FFF2-40B4-BE49-F238E27FC236}">
                  <a16:creationId xmlns:a16="http://schemas.microsoft.com/office/drawing/2014/main" id="{0D626EE3-AEF0-4760-AFDB-D7E56122D513}"/>
                </a:ext>
              </a:extLst>
            </p:cNvPr>
            <p:cNvSpPr/>
            <p:nvPr/>
          </p:nvSpPr>
          <p:spPr>
            <a:xfrm>
              <a:off x="24973061" y="17626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71" name="Isosceles Triangle 770">
              <a:extLst>
                <a:ext uri="{FF2B5EF4-FFF2-40B4-BE49-F238E27FC236}">
                  <a16:creationId xmlns:a16="http://schemas.microsoft.com/office/drawing/2014/main" id="{A8797BC7-EB08-4DF1-8CED-8BB2399868DE}"/>
                </a:ext>
              </a:extLst>
            </p:cNvPr>
            <p:cNvSpPr/>
            <p:nvPr/>
          </p:nvSpPr>
          <p:spPr>
            <a:xfrm>
              <a:off x="26158589" y="17626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72" name="Isosceles Triangle 771">
              <a:extLst>
                <a:ext uri="{FF2B5EF4-FFF2-40B4-BE49-F238E27FC236}">
                  <a16:creationId xmlns:a16="http://schemas.microsoft.com/office/drawing/2014/main" id="{EE329ADF-8950-49FC-96DB-E8BB96CBFA15}"/>
                </a:ext>
              </a:extLst>
            </p:cNvPr>
            <p:cNvSpPr/>
            <p:nvPr/>
          </p:nvSpPr>
          <p:spPr>
            <a:xfrm>
              <a:off x="24380297" y="1046832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73" name="Isosceles Triangle 772">
              <a:extLst>
                <a:ext uri="{FF2B5EF4-FFF2-40B4-BE49-F238E27FC236}">
                  <a16:creationId xmlns:a16="http://schemas.microsoft.com/office/drawing/2014/main" id="{C2E21149-B727-4781-8290-9D5BC3C22DCA}"/>
                </a:ext>
              </a:extLst>
            </p:cNvPr>
            <p:cNvSpPr/>
            <p:nvPr/>
          </p:nvSpPr>
          <p:spPr>
            <a:xfrm>
              <a:off x="25565825" y="1046832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74" name="Isosceles Triangle 773">
              <a:extLst>
                <a:ext uri="{FF2B5EF4-FFF2-40B4-BE49-F238E27FC236}">
                  <a16:creationId xmlns:a16="http://schemas.microsoft.com/office/drawing/2014/main" id="{9EA71232-BE3D-47C5-98FE-F9D1D2099879}"/>
                </a:ext>
              </a:extLst>
            </p:cNvPr>
            <p:cNvSpPr/>
            <p:nvPr/>
          </p:nvSpPr>
          <p:spPr>
            <a:xfrm>
              <a:off x="26751353" y="1046832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75" name="Isosceles Triangle 774">
              <a:extLst>
                <a:ext uri="{FF2B5EF4-FFF2-40B4-BE49-F238E27FC236}">
                  <a16:creationId xmlns:a16="http://schemas.microsoft.com/office/drawing/2014/main" id="{16E4D575-9718-4749-A131-4634590A7D45}"/>
                </a:ext>
              </a:extLst>
            </p:cNvPr>
            <p:cNvSpPr/>
            <p:nvPr/>
          </p:nvSpPr>
          <p:spPr>
            <a:xfrm>
              <a:off x="22009241" y="1046832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776" name="Isosceles Triangle 775">
              <a:extLst>
                <a:ext uri="{FF2B5EF4-FFF2-40B4-BE49-F238E27FC236}">
                  <a16:creationId xmlns:a16="http://schemas.microsoft.com/office/drawing/2014/main" id="{49263E3E-178A-4790-A040-C909E838EB0B}"/>
                </a:ext>
              </a:extLst>
            </p:cNvPr>
            <p:cNvSpPr/>
            <p:nvPr/>
          </p:nvSpPr>
          <p:spPr>
            <a:xfrm>
              <a:off x="23194769" y="1046832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</p:spTree>
    <p:extLst>
      <p:ext uri="{BB962C8B-B14F-4D97-AF65-F5344CB8AC3E}">
        <p14:creationId xmlns:p14="http://schemas.microsoft.com/office/powerpoint/2010/main" val="1171057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" name="Group 205">
            <a:extLst>
              <a:ext uri="{FF2B5EF4-FFF2-40B4-BE49-F238E27FC236}">
                <a16:creationId xmlns:a16="http://schemas.microsoft.com/office/drawing/2014/main" id="{0729C27D-54CA-455D-9932-072AC0A5347A}"/>
              </a:ext>
            </a:extLst>
          </p:cNvPr>
          <p:cNvGrpSpPr/>
          <p:nvPr/>
        </p:nvGrpSpPr>
        <p:grpSpPr>
          <a:xfrm>
            <a:off x="2671504" y="499922"/>
            <a:ext cx="7143254" cy="6108292"/>
            <a:chOff x="2671504" y="499922"/>
            <a:chExt cx="7143254" cy="6108292"/>
          </a:xfrm>
          <a:solidFill>
            <a:schemeClr val="bg2"/>
          </a:solidFill>
        </p:grpSpPr>
        <p:grpSp>
          <p:nvGrpSpPr>
            <p:cNvPr id="219" name="Group 218">
              <a:extLst>
                <a:ext uri="{FF2B5EF4-FFF2-40B4-BE49-F238E27FC236}">
                  <a16:creationId xmlns:a16="http://schemas.microsoft.com/office/drawing/2014/main" id="{7AAD484F-3565-4BD5-8087-2AA5444B5F49}"/>
                </a:ext>
              </a:extLst>
            </p:cNvPr>
            <p:cNvGrpSpPr/>
            <p:nvPr/>
          </p:nvGrpSpPr>
          <p:grpSpPr>
            <a:xfrm rot="10800000">
              <a:off x="2671504" y="499922"/>
              <a:ext cx="7139489" cy="6100853"/>
              <a:chOff x="1771935" y="2350340"/>
              <a:chExt cx="9177837" cy="6100853"/>
            </a:xfrm>
            <a:grpFill/>
          </p:grpSpPr>
          <p:sp>
            <p:nvSpPr>
              <p:cNvPr id="220" name="Isosceles Triangle 219">
                <a:extLst>
                  <a:ext uri="{FF2B5EF4-FFF2-40B4-BE49-F238E27FC236}">
                    <a16:creationId xmlns:a16="http://schemas.microsoft.com/office/drawing/2014/main" id="{F3769143-D3A1-4629-A85D-2A097C06EB0E}"/>
                  </a:ext>
                </a:extLst>
              </p:cNvPr>
              <p:cNvSpPr/>
              <p:nvPr/>
            </p:nvSpPr>
            <p:spPr>
              <a:xfrm>
                <a:off x="3295935" y="2350340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21" name="Isosceles Triangle 220">
                <a:extLst>
                  <a:ext uri="{FF2B5EF4-FFF2-40B4-BE49-F238E27FC236}">
                    <a16:creationId xmlns:a16="http://schemas.microsoft.com/office/drawing/2014/main" id="{5A46346B-CCB9-442C-A499-419298A6A8D8}"/>
                  </a:ext>
                </a:extLst>
              </p:cNvPr>
              <p:cNvSpPr/>
              <p:nvPr/>
            </p:nvSpPr>
            <p:spPr>
              <a:xfrm>
                <a:off x="4819935" y="2350340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22" name="Isosceles Triangle 221">
                <a:extLst>
                  <a:ext uri="{FF2B5EF4-FFF2-40B4-BE49-F238E27FC236}">
                    <a16:creationId xmlns:a16="http://schemas.microsoft.com/office/drawing/2014/main" id="{36241A73-9A1F-457E-A2E6-668E8CB8F608}"/>
                  </a:ext>
                </a:extLst>
              </p:cNvPr>
              <p:cNvSpPr/>
              <p:nvPr/>
            </p:nvSpPr>
            <p:spPr>
              <a:xfrm>
                <a:off x="6343936" y="2350340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23" name="Isosceles Triangle 222">
                <a:extLst>
                  <a:ext uri="{FF2B5EF4-FFF2-40B4-BE49-F238E27FC236}">
                    <a16:creationId xmlns:a16="http://schemas.microsoft.com/office/drawing/2014/main" id="{F3E7FC4A-48EB-4E1A-938C-207509B03262}"/>
                  </a:ext>
                </a:extLst>
              </p:cNvPr>
              <p:cNvSpPr/>
              <p:nvPr/>
            </p:nvSpPr>
            <p:spPr>
              <a:xfrm>
                <a:off x="7867936" y="2350340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24" name="Isosceles Triangle 223">
                <a:extLst>
                  <a:ext uri="{FF2B5EF4-FFF2-40B4-BE49-F238E27FC236}">
                    <a16:creationId xmlns:a16="http://schemas.microsoft.com/office/drawing/2014/main" id="{3E9193DB-F7F4-4F48-A0D1-177178A87824}"/>
                  </a:ext>
                </a:extLst>
              </p:cNvPr>
              <p:cNvSpPr/>
              <p:nvPr/>
            </p:nvSpPr>
            <p:spPr>
              <a:xfrm>
                <a:off x="5581936" y="3399532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25" name="Isosceles Triangle 224">
                <a:extLst>
                  <a:ext uri="{FF2B5EF4-FFF2-40B4-BE49-F238E27FC236}">
                    <a16:creationId xmlns:a16="http://schemas.microsoft.com/office/drawing/2014/main" id="{3E478A7E-ED42-4138-AB8F-6FAEE6563233}"/>
                  </a:ext>
                </a:extLst>
              </p:cNvPr>
              <p:cNvSpPr/>
              <p:nvPr/>
            </p:nvSpPr>
            <p:spPr>
              <a:xfrm>
                <a:off x="7105936" y="3399532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26" name="Isosceles Triangle 225">
                <a:extLst>
                  <a:ext uri="{FF2B5EF4-FFF2-40B4-BE49-F238E27FC236}">
                    <a16:creationId xmlns:a16="http://schemas.microsoft.com/office/drawing/2014/main" id="{B42ADE96-58A5-4AA2-B98E-240879638B73}"/>
                  </a:ext>
                </a:extLst>
              </p:cNvPr>
              <p:cNvSpPr/>
              <p:nvPr/>
            </p:nvSpPr>
            <p:spPr>
              <a:xfrm>
                <a:off x="8629937" y="3399532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27" name="Isosceles Triangle 226">
                <a:extLst>
                  <a:ext uri="{FF2B5EF4-FFF2-40B4-BE49-F238E27FC236}">
                    <a16:creationId xmlns:a16="http://schemas.microsoft.com/office/drawing/2014/main" id="{92A6F80F-30C1-4ED8-B40E-4FA7553D09CE}"/>
                  </a:ext>
                </a:extLst>
              </p:cNvPr>
              <p:cNvSpPr/>
              <p:nvPr/>
            </p:nvSpPr>
            <p:spPr>
              <a:xfrm>
                <a:off x="2533935" y="3399532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28" name="Isosceles Triangle 227">
                <a:extLst>
                  <a:ext uri="{FF2B5EF4-FFF2-40B4-BE49-F238E27FC236}">
                    <a16:creationId xmlns:a16="http://schemas.microsoft.com/office/drawing/2014/main" id="{5351A5F9-4310-4A6F-B363-5782C70D069B}"/>
                  </a:ext>
                </a:extLst>
              </p:cNvPr>
              <p:cNvSpPr/>
              <p:nvPr/>
            </p:nvSpPr>
            <p:spPr>
              <a:xfrm>
                <a:off x="4057935" y="3399532"/>
                <a:ext cx="1524000" cy="1022007"/>
              </a:xfrm>
              <a:prstGeom prst="triangl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29" name="Isosceles Triangle 228">
                <a:extLst>
                  <a:ext uri="{FF2B5EF4-FFF2-40B4-BE49-F238E27FC236}">
                    <a16:creationId xmlns:a16="http://schemas.microsoft.com/office/drawing/2014/main" id="{263292F3-BFE8-4555-869D-2EB5FF91F85D}"/>
                  </a:ext>
                </a:extLst>
              </p:cNvPr>
              <p:cNvSpPr/>
              <p:nvPr/>
            </p:nvSpPr>
            <p:spPr>
              <a:xfrm>
                <a:off x="4819935" y="438484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30" name="Isosceles Triangle 229">
                <a:extLst>
                  <a:ext uri="{FF2B5EF4-FFF2-40B4-BE49-F238E27FC236}">
                    <a16:creationId xmlns:a16="http://schemas.microsoft.com/office/drawing/2014/main" id="{A0158001-08ED-49B0-9F95-0F374D5FA626}"/>
                  </a:ext>
                </a:extLst>
              </p:cNvPr>
              <p:cNvSpPr/>
              <p:nvPr/>
            </p:nvSpPr>
            <p:spPr>
              <a:xfrm>
                <a:off x="6343936" y="438484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31" name="Isosceles Triangle 230">
                <a:extLst>
                  <a:ext uri="{FF2B5EF4-FFF2-40B4-BE49-F238E27FC236}">
                    <a16:creationId xmlns:a16="http://schemas.microsoft.com/office/drawing/2014/main" id="{5803ED1A-AEC6-4521-ADC5-96C6410CB2FD}"/>
                  </a:ext>
                </a:extLst>
              </p:cNvPr>
              <p:cNvSpPr/>
              <p:nvPr/>
            </p:nvSpPr>
            <p:spPr>
              <a:xfrm>
                <a:off x="7867936" y="438484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32" name="Isosceles Triangle 231">
                <a:extLst>
                  <a:ext uri="{FF2B5EF4-FFF2-40B4-BE49-F238E27FC236}">
                    <a16:creationId xmlns:a16="http://schemas.microsoft.com/office/drawing/2014/main" id="{1273F915-89BE-4C5F-A0BE-3C7FB44E85A5}"/>
                  </a:ext>
                </a:extLst>
              </p:cNvPr>
              <p:cNvSpPr/>
              <p:nvPr/>
            </p:nvSpPr>
            <p:spPr>
              <a:xfrm>
                <a:off x="1771935" y="438484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33" name="Isosceles Triangle 232">
                <a:extLst>
                  <a:ext uri="{FF2B5EF4-FFF2-40B4-BE49-F238E27FC236}">
                    <a16:creationId xmlns:a16="http://schemas.microsoft.com/office/drawing/2014/main" id="{371B00F7-2CE0-4ED3-A203-22C9AAE00A15}"/>
                  </a:ext>
                </a:extLst>
              </p:cNvPr>
              <p:cNvSpPr/>
              <p:nvPr/>
            </p:nvSpPr>
            <p:spPr>
              <a:xfrm>
                <a:off x="3295935" y="438484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34" name="Isosceles Triangle 233">
                <a:extLst>
                  <a:ext uri="{FF2B5EF4-FFF2-40B4-BE49-F238E27FC236}">
                    <a16:creationId xmlns:a16="http://schemas.microsoft.com/office/drawing/2014/main" id="{DC8B2EFE-75B9-4563-BC5A-094498B28D23}"/>
                  </a:ext>
                </a:extLst>
              </p:cNvPr>
              <p:cNvSpPr/>
              <p:nvPr/>
            </p:nvSpPr>
            <p:spPr>
              <a:xfrm>
                <a:off x="9425772" y="438484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35" name="Isosceles Triangle 234">
                <a:extLst>
                  <a:ext uri="{FF2B5EF4-FFF2-40B4-BE49-F238E27FC236}">
                    <a16:creationId xmlns:a16="http://schemas.microsoft.com/office/drawing/2014/main" id="{8A47AE66-77D5-4E37-B1C7-A8B6F33A3D0D}"/>
                  </a:ext>
                </a:extLst>
              </p:cNvPr>
              <p:cNvSpPr/>
              <p:nvPr/>
            </p:nvSpPr>
            <p:spPr>
              <a:xfrm>
                <a:off x="4086934" y="537449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36" name="Isosceles Triangle 235">
                <a:extLst>
                  <a:ext uri="{FF2B5EF4-FFF2-40B4-BE49-F238E27FC236}">
                    <a16:creationId xmlns:a16="http://schemas.microsoft.com/office/drawing/2014/main" id="{D30274CC-9590-45B7-8225-FA7191EA056B}"/>
                  </a:ext>
                </a:extLst>
              </p:cNvPr>
              <p:cNvSpPr/>
              <p:nvPr/>
            </p:nvSpPr>
            <p:spPr>
              <a:xfrm>
                <a:off x="5610931" y="537449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37" name="Isosceles Triangle 236">
                <a:extLst>
                  <a:ext uri="{FF2B5EF4-FFF2-40B4-BE49-F238E27FC236}">
                    <a16:creationId xmlns:a16="http://schemas.microsoft.com/office/drawing/2014/main" id="{379B0A65-C914-4087-8C78-4D35960DA7F8}"/>
                  </a:ext>
                </a:extLst>
              </p:cNvPr>
              <p:cNvSpPr/>
              <p:nvPr/>
            </p:nvSpPr>
            <p:spPr>
              <a:xfrm>
                <a:off x="7134933" y="537449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38" name="Isosceles Triangle 237">
                <a:extLst>
                  <a:ext uri="{FF2B5EF4-FFF2-40B4-BE49-F238E27FC236}">
                    <a16:creationId xmlns:a16="http://schemas.microsoft.com/office/drawing/2014/main" id="{410AE433-3CFF-43D8-B11A-B231D7C3129E}"/>
                  </a:ext>
                </a:extLst>
              </p:cNvPr>
              <p:cNvSpPr/>
              <p:nvPr/>
            </p:nvSpPr>
            <p:spPr>
              <a:xfrm>
                <a:off x="2562932" y="537449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39" name="Isosceles Triangle 238">
                <a:extLst>
                  <a:ext uri="{FF2B5EF4-FFF2-40B4-BE49-F238E27FC236}">
                    <a16:creationId xmlns:a16="http://schemas.microsoft.com/office/drawing/2014/main" id="{19F2B8DE-D3C3-4165-8A10-51895F6873AE}"/>
                  </a:ext>
                </a:extLst>
              </p:cNvPr>
              <p:cNvSpPr/>
              <p:nvPr/>
            </p:nvSpPr>
            <p:spPr>
              <a:xfrm>
                <a:off x="8692769" y="537449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41" name="Isosceles Triangle 240">
                <a:extLst>
                  <a:ext uri="{FF2B5EF4-FFF2-40B4-BE49-F238E27FC236}">
                    <a16:creationId xmlns:a16="http://schemas.microsoft.com/office/drawing/2014/main" id="{72D8AF6C-2908-4490-939C-752371E6F45B}"/>
                  </a:ext>
                </a:extLst>
              </p:cNvPr>
              <p:cNvSpPr/>
              <p:nvPr/>
            </p:nvSpPr>
            <p:spPr>
              <a:xfrm>
                <a:off x="3295940" y="6399981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42" name="Isosceles Triangle 241">
                <a:extLst>
                  <a:ext uri="{FF2B5EF4-FFF2-40B4-BE49-F238E27FC236}">
                    <a16:creationId xmlns:a16="http://schemas.microsoft.com/office/drawing/2014/main" id="{4CB2961F-FB32-4E72-8A38-D63A7ABAECF1}"/>
                  </a:ext>
                </a:extLst>
              </p:cNvPr>
              <p:cNvSpPr/>
              <p:nvPr/>
            </p:nvSpPr>
            <p:spPr>
              <a:xfrm>
                <a:off x="4819936" y="6399981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43" name="Isosceles Triangle 242">
                <a:extLst>
                  <a:ext uri="{FF2B5EF4-FFF2-40B4-BE49-F238E27FC236}">
                    <a16:creationId xmlns:a16="http://schemas.microsoft.com/office/drawing/2014/main" id="{4782966E-E12E-4326-B68B-96CC1B199C5F}"/>
                  </a:ext>
                </a:extLst>
              </p:cNvPr>
              <p:cNvSpPr/>
              <p:nvPr/>
            </p:nvSpPr>
            <p:spPr>
              <a:xfrm>
                <a:off x="6343937" y="6399981"/>
                <a:ext cx="1524000" cy="1022007"/>
              </a:xfrm>
              <a:prstGeom prst="triangl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44" name="Isosceles Triangle 243">
                <a:extLst>
                  <a:ext uri="{FF2B5EF4-FFF2-40B4-BE49-F238E27FC236}">
                    <a16:creationId xmlns:a16="http://schemas.microsoft.com/office/drawing/2014/main" id="{4A3EC4F8-36D5-4020-A125-D0F76A6B1460}"/>
                  </a:ext>
                </a:extLst>
              </p:cNvPr>
              <p:cNvSpPr/>
              <p:nvPr/>
            </p:nvSpPr>
            <p:spPr>
              <a:xfrm>
                <a:off x="7901773" y="6399981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45" name="Isosceles Triangle 244">
                <a:extLst>
                  <a:ext uri="{FF2B5EF4-FFF2-40B4-BE49-F238E27FC236}">
                    <a16:creationId xmlns:a16="http://schemas.microsoft.com/office/drawing/2014/main" id="{274B5542-22AA-4454-BB7E-8AB8B5CF7C47}"/>
                  </a:ext>
                </a:extLst>
              </p:cNvPr>
              <p:cNvSpPr/>
              <p:nvPr/>
            </p:nvSpPr>
            <p:spPr>
              <a:xfrm>
                <a:off x="4057936" y="7429186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46" name="Isosceles Triangle 245">
                <a:extLst>
                  <a:ext uri="{FF2B5EF4-FFF2-40B4-BE49-F238E27FC236}">
                    <a16:creationId xmlns:a16="http://schemas.microsoft.com/office/drawing/2014/main" id="{544CFEE9-9DFB-4D9E-B6F8-A9A181AD86DF}"/>
                  </a:ext>
                </a:extLst>
              </p:cNvPr>
              <p:cNvSpPr/>
              <p:nvPr/>
            </p:nvSpPr>
            <p:spPr>
              <a:xfrm>
                <a:off x="5581935" y="7429186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47" name="Isosceles Triangle 246">
                <a:extLst>
                  <a:ext uri="{FF2B5EF4-FFF2-40B4-BE49-F238E27FC236}">
                    <a16:creationId xmlns:a16="http://schemas.microsoft.com/office/drawing/2014/main" id="{1A5C3A04-704E-4753-AB2A-FCB1DAE754AA}"/>
                  </a:ext>
                </a:extLst>
              </p:cNvPr>
              <p:cNvSpPr/>
              <p:nvPr/>
            </p:nvSpPr>
            <p:spPr>
              <a:xfrm>
                <a:off x="7139771" y="7429186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951AA24E-2FD7-46B7-83C9-08A2AEDADD35}"/>
                </a:ext>
              </a:extLst>
            </p:cNvPr>
            <p:cNvGrpSpPr/>
            <p:nvPr/>
          </p:nvGrpSpPr>
          <p:grpSpPr>
            <a:xfrm>
              <a:off x="2675269" y="507361"/>
              <a:ext cx="7139489" cy="6100853"/>
              <a:chOff x="1771937" y="2350340"/>
              <a:chExt cx="9177837" cy="6100853"/>
            </a:xfrm>
            <a:grpFill/>
          </p:grpSpPr>
          <p:sp>
            <p:nvSpPr>
              <p:cNvPr id="11" name="Isosceles Triangle 10">
                <a:extLst>
                  <a:ext uri="{FF2B5EF4-FFF2-40B4-BE49-F238E27FC236}">
                    <a16:creationId xmlns:a16="http://schemas.microsoft.com/office/drawing/2014/main" id="{2B0DC58B-F4A1-4F96-A73E-68195804BDAF}"/>
                  </a:ext>
                </a:extLst>
              </p:cNvPr>
              <p:cNvSpPr/>
              <p:nvPr/>
            </p:nvSpPr>
            <p:spPr>
              <a:xfrm>
                <a:off x="3295937" y="2350340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" name="Isosceles Triangle 11">
                <a:extLst>
                  <a:ext uri="{FF2B5EF4-FFF2-40B4-BE49-F238E27FC236}">
                    <a16:creationId xmlns:a16="http://schemas.microsoft.com/office/drawing/2014/main" id="{1BF55D40-BCCF-4E2F-A4ED-C8DDF58E96D5}"/>
                  </a:ext>
                </a:extLst>
              </p:cNvPr>
              <p:cNvSpPr/>
              <p:nvPr/>
            </p:nvSpPr>
            <p:spPr>
              <a:xfrm>
                <a:off x="4819937" y="2350340"/>
                <a:ext cx="1524000" cy="1022007"/>
              </a:xfrm>
              <a:prstGeom prst="triangl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4" name="Isosceles Triangle 13">
                <a:extLst>
                  <a:ext uri="{FF2B5EF4-FFF2-40B4-BE49-F238E27FC236}">
                    <a16:creationId xmlns:a16="http://schemas.microsoft.com/office/drawing/2014/main" id="{0E3CD2A7-7CB9-4F6C-ABAA-E6A5D2C63B61}"/>
                  </a:ext>
                </a:extLst>
              </p:cNvPr>
              <p:cNvSpPr/>
              <p:nvPr/>
            </p:nvSpPr>
            <p:spPr>
              <a:xfrm>
                <a:off x="6343938" y="2350340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" name="Isosceles Triangle 14">
                <a:extLst>
                  <a:ext uri="{FF2B5EF4-FFF2-40B4-BE49-F238E27FC236}">
                    <a16:creationId xmlns:a16="http://schemas.microsoft.com/office/drawing/2014/main" id="{9430A2DE-312F-472D-A30F-E7558A2B8960}"/>
                  </a:ext>
                </a:extLst>
              </p:cNvPr>
              <p:cNvSpPr/>
              <p:nvPr/>
            </p:nvSpPr>
            <p:spPr>
              <a:xfrm>
                <a:off x="7867938" y="2350340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4" name="Isosceles Triangle 63">
                <a:extLst>
                  <a:ext uri="{FF2B5EF4-FFF2-40B4-BE49-F238E27FC236}">
                    <a16:creationId xmlns:a16="http://schemas.microsoft.com/office/drawing/2014/main" id="{73E17E59-C387-442F-A703-377D783B3449}"/>
                  </a:ext>
                </a:extLst>
              </p:cNvPr>
              <p:cNvSpPr/>
              <p:nvPr/>
            </p:nvSpPr>
            <p:spPr>
              <a:xfrm>
                <a:off x="5581938" y="3399532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5" name="Isosceles Triangle 64">
                <a:extLst>
                  <a:ext uri="{FF2B5EF4-FFF2-40B4-BE49-F238E27FC236}">
                    <a16:creationId xmlns:a16="http://schemas.microsoft.com/office/drawing/2014/main" id="{F3D01B28-2809-4767-81D1-459F520CF2A4}"/>
                  </a:ext>
                </a:extLst>
              </p:cNvPr>
              <p:cNvSpPr/>
              <p:nvPr/>
            </p:nvSpPr>
            <p:spPr>
              <a:xfrm>
                <a:off x="7105938" y="3399532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6" name="Isosceles Triangle 65">
                <a:extLst>
                  <a:ext uri="{FF2B5EF4-FFF2-40B4-BE49-F238E27FC236}">
                    <a16:creationId xmlns:a16="http://schemas.microsoft.com/office/drawing/2014/main" id="{5AA1F757-9B98-44B9-B527-8F6814370199}"/>
                  </a:ext>
                </a:extLst>
              </p:cNvPr>
              <p:cNvSpPr/>
              <p:nvPr/>
            </p:nvSpPr>
            <p:spPr>
              <a:xfrm>
                <a:off x="8629938" y="3399532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7" name="Isosceles Triangle 66">
                <a:extLst>
                  <a:ext uri="{FF2B5EF4-FFF2-40B4-BE49-F238E27FC236}">
                    <a16:creationId xmlns:a16="http://schemas.microsoft.com/office/drawing/2014/main" id="{DF454BFE-BB57-4988-9E88-B1223404FC46}"/>
                  </a:ext>
                </a:extLst>
              </p:cNvPr>
              <p:cNvSpPr/>
              <p:nvPr/>
            </p:nvSpPr>
            <p:spPr>
              <a:xfrm>
                <a:off x="2533937" y="3399532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68" name="Isosceles Triangle 67">
                <a:extLst>
                  <a:ext uri="{FF2B5EF4-FFF2-40B4-BE49-F238E27FC236}">
                    <a16:creationId xmlns:a16="http://schemas.microsoft.com/office/drawing/2014/main" id="{AEBF8538-A882-4955-A093-20DB77214FD8}"/>
                  </a:ext>
                </a:extLst>
              </p:cNvPr>
              <p:cNvSpPr/>
              <p:nvPr/>
            </p:nvSpPr>
            <p:spPr>
              <a:xfrm>
                <a:off x="4057937" y="3399532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60" name="Isosceles Triangle 259">
                <a:extLst>
                  <a:ext uri="{FF2B5EF4-FFF2-40B4-BE49-F238E27FC236}">
                    <a16:creationId xmlns:a16="http://schemas.microsoft.com/office/drawing/2014/main" id="{E8092E16-1D3B-44E1-A1C2-9CB5B059E539}"/>
                  </a:ext>
                </a:extLst>
              </p:cNvPr>
              <p:cNvSpPr/>
              <p:nvPr/>
            </p:nvSpPr>
            <p:spPr>
              <a:xfrm>
                <a:off x="4819937" y="438484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61" name="Isosceles Triangle 260">
                <a:extLst>
                  <a:ext uri="{FF2B5EF4-FFF2-40B4-BE49-F238E27FC236}">
                    <a16:creationId xmlns:a16="http://schemas.microsoft.com/office/drawing/2014/main" id="{8F321981-9827-4FFD-8F1D-C939FE670C5F}"/>
                  </a:ext>
                </a:extLst>
              </p:cNvPr>
              <p:cNvSpPr/>
              <p:nvPr/>
            </p:nvSpPr>
            <p:spPr>
              <a:xfrm>
                <a:off x="6343938" y="438484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62" name="Isosceles Triangle 261">
                <a:extLst>
                  <a:ext uri="{FF2B5EF4-FFF2-40B4-BE49-F238E27FC236}">
                    <a16:creationId xmlns:a16="http://schemas.microsoft.com/office/drawing/2014/main" id="{601C09DF-D430-4B29-B35B-C121EA70BF7C}"/>
                  </a:ext>
                </a:extLst>
              </p:cNvPr>
              <p:cNvSpPr/>
              <p:nvPr/>
            </p:nvSpPr>
            <p:spPr>
              <a:xfrm>
                <a:off x="7867938" y="438484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63" name="Isosceles Triangle 262">
                <a:extLst>
                  <a:ext uri="{FF2B5EF4-FFF2-40B4-BE49-F238E27FC236}">
                    <a16:creationId xmlns:a16="http://schemas.microsoft.com/office/drawing/2014/main" id="{6ABFDABC-52A0-4AC6-AE71-3DE0DA886A24}"/>
                  </a:ext>
                </a:extLst>
              </p:cNvPr>
              <p:cNvSpPr/>
              <p:nvPr/>
            </p:nvSpPr>
            <p:spPr>
              <a:xfrm>
                <a:off x="1771937" y="438484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64" name="Isosceles Triangle 263">
                <a:extLst>
                  <a:ext uri="{FF2B5EF4-FFF2-40B4-BE49-F238E27FC236}">
                    <a16:creationId xmlns:a16="http://schemas.microsoft.com/office/drawing/2014/main" id="{F416C430-1FB4-49FB-B7D0-44535873BFC6}"/>
                  </a:ext>
                </a:extLst>
              </p:cNvPr>
              <p:cNvSpPr/>
              <p:nvPr/>
            </p:nvSpPr>
            <p:spPr>
              <a:xfrm>
                <a:off x="3295937" y="438484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65" name="Isosceles Triangle 264">
                <a:extLst>
                  <a:ext uri="{FF2B5EF4-FFF2-40B4-BE49-F238E27FC236}">
                    <a16:creationId xmlns:a16="http://schemas.microsoft.com/office/drawing/2014/main" id="{59A99689-155F-489A-BCE4-0AEF2F20DBDE}"/>
                  </a:ext>
                </a:extLst>
              </p:cNvPr>
              <p:cNvSpPr/>
              <p:nvPr/>
            </p:nvSpPr>
            <p:spPr>
              <a:xfrm>
                <a:off x="9425774" y="438484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70" name="Isosceles Triangle 269">
                <a:extLst>
                  <a:ext uri="{FF2B5EF4-FFF2-40B4-BE49-F238E27FC236}">
                    <a16:creationId xmlns:a16="http://schemas.microsoft.com/office/drawing/2014/main" id="{77C4A832-18C6-4937-B45A-7DA3E30F2B89}"/>
                  </a:ext>
                </a:extLst>
              </p:cNvPr>
              <p:cNvSpPr/>
              <p:nvPr/>
            </p:nvSpPr>
            <p:spPr>
              <a:xfrm>
                <a:off x="4086936" y="537449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71" name="Isosceles Triangle 270">
                <a:extLst>
                  <a:ext uri="{FF2B5EF4-FFF2-40B4-BE49-F238E27FC236}">
                    <a16:creationId xmlns:a16="http://schemas.microsoft.com/office/drawing/2014/main" id="{C2A5265F-EA95-4EF6-9F88-4A73326CB6B4}"/>
                  </a:ext>
                </a:extLst>
              </p:cNvPr>
              <p:cNvSpPr/>
              <p:nvPr/>
            </p:nvSpPr>
            <p:spPr>
              <a:xfrm>
                <a:off x="5610933" y="537449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72" name="Isosceles Triangle 271">
                <a:extLst>
                  <a:ext uri="{FF2B5EF4-FFF2-40B4-BE49-F238E27FC236}">
                    <a16:creationId xmlns:a16="http://schemas.microsoft.com/office/drawing/2014/main" id="{21AC2681-89D7-4C2B-8AA4-F3D4B6FE8366}"/>
                  </a:ext>
                </a:extLst>
              </p:cNvPr>
              <p:cNvSpPr/>
              <p:nvPr/>
            </p:nvSpPr>
            <p:spPr>
              <a:xfrm>
                <a:off x="7134935" y="537449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74" name="Isosceles Triangle 273">
                <a:extLst>
                  <a:ext uri="{FF2B5EF4-FFF2-40B4-BE49-F238E27FC236}">
                    <a16:creationId xmlns:a16="http://schemas.microsoft.com/office/drawing/2014/main" id="{578C3095-5033-4319-91AD-A8BD0F3EC64D}"/>
                  </a:ext>
                </a:extLst>
              </p:cNvPr>
              <p:cNvSpPr/>
              <p:nvPr/>
            </p:nvSpPr>
            <p:spPr>
              <a:xfrm>
                <a:off x="2562934" y="537449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75" name="Isosceles Triangle 274">
                <a:extLst>
                  <a:ext uri="{FF2B5EF4-FFF2-40B4-BE49-F238E27FC236}">
                    <a16:creationId xmlns:a16="http://schemas.microsoft.com/office/drawing/2014/main" id="{3E60D73F-CA6B-4AB8-8AD3-A5692F8E1722}"/>
                  </a:ext>
                </a:extLst>
              </p:cNvPr>
              <p:cNvSpPr/>
              <p:nvPr/>
            </p:nvSpPr>
            <p:spPr>
              <a:xfrm>
                <a:off x="8692771" y="5374499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3" name="Isosceles Triangle 102">
                <a:extLst>
                  <a:ext uri="{FF2B5EF4-FFF2-40B4-BE49-F238E27FC236}">
                    <a16:creationId xmlns:a16="http://schemas.microsoft.com/office/drawing/2014/main" id="{D369E95A-FADB-4BC7-85C9-C86BD45D0A3C}"/>
                  </a:ext>
                </a:extLst>
              </p:cNvPr>
              <p:cNvSpPr/>
              <p:nvPr/>
            </p:nvSpPr>
            <p:spPr>
              <a:xfrm>
                <a:off x="3295938" y="6399981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" name="Isosceles Triangle 103">
                <a:extLst>
                  <a:ext uri="{FF2B5EF4-FFF2-40B4-BE49-F238E27FC236}">
                    <a16:creationId xmlns:a16="http://schemas.microsoft.com/office/drawing/2014/main" id="{5F20559F-BC9E-4C4E-9B2F-6BEEA71F3E8C}"/>
                  </a:ext>
                </a:extLst>
              </p:cNvPr>
              <p:cNvSpPr/>
              <p:nvPr/>
            </p:nvSpPr>
            <p:spPr>
              <a:xfrm>
                <a:off x="4819937" y="6399981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" name="Isosceles Triangle 104">
                <a:extLst>
                  <a:ext uri="{FF2B5EF4-FFF2-40B4-BE49-F238E27FC236}">
                    <a16:creationId xmlns:a16="http://schemas.microsoft.com/office/drawing/2014/main" id="{D54D1868-290F-4FAD-8D97-1CA991C21794}"/>
                  </a:ext>
                </a:extLst>
              </p:cNvPr>
              <p:cNvSpPr/>
              <p:nvPr/>
            </p:nvSpPr>
            <p:spPr>
              <a:xfrm>
                <a:off x="6343938" y="6399981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" name="Isosceles Triangle 107">
                <a:extLst>
                  <a:ext uri="{FF2B5EF4-FFF2-40B4-BE49-F238E27FC236}">
                    <a16:creationId xmlns:a16="http://schemas.microsoft.com/office/drawing/2014/main" id="{36505343-614E-47EB-AA3B-F89D6A14874E}"/>
                  </a:ext>
                </a:extLst>
              </p:cNvPr>
              <p:cNvSpPr/>
              <p:nvPr/>
            </p:nvSpPr>
            <p:spPr>
              <a:xfrm>
                <a:off x="7901774" y="6399981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" name="Isosceles Triangle 124">
                <a:extLst>
                  <a:ext uri="{FF2B5EF4-FFF2-40B4-BE49-F238E27FC236}">
                    <a16:creationId xmlns:a16="http://schemas.microsoft.com/office/drawing/2014/main" id="{E76C4A5D-F5A4-4A67-A536-6E400794BE86}"/>
                  </a:ext>
                </a:extLst>
              </p:cNvPr>
              <p:cNvSpPr/>
              <p:nvPr/>
            </p:nvSpPr>
            <p:spPr>
              <a:xfrm>
                <a:off x="4057936" y="7429186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" name="Isosceles Triangle 125">
                <a:extLst>
                  <a:ext uri="{FF2B5EF4-FFF2-40B4-BE49-F238E27FC236}">
                    <a16:creationId xmlns:a16="http://schemas.microsoft.com/office/drawing/2014/main" id="{021B7F33-70EA-432F-A34C-15C797761B37}"/>
                  </a:ext>
                </a:extLst>
              </p:cNvPr>
              <p:cNvSpPr/>
              <p:nvPr/>
            </p:nvSpPr>
            <p:spPr>
              <a:xfrm>
                <a:off x="5581934" y="7429186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9" name="Isosceles Triangle 128">
                <a:extLst>
                  <a:ext uri="{FF2B5EF4-FFF2-40B4-BE49-F238E27FC236}">
                    <a16:creationId xmlns:a16="http://schemas.microsoft.com/office/drawing/2014/main" id="{928113B8-3CFF-4A71-B31E-198AA29391A4}"/>
                  </a:ext>
                </a:extLst>
              </p:cNvPr>
              <p:cNvSpPr/>
              <p:nvPr/>
            </p:nvSpPr>
            <p:spPr>
              <a:xfrm>
                <a:off x="7139770" y="7429186"/>
                <a:ext cx="1524000" cy="102200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</p:grp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CC733E1-C5E4-451E-B7F8-19D4FEF65F91}"/>
              </a:ext>
            </a:extLst>
          </p:cNvPr>
          <p:cNvCxnSpPr>
            <a:cxnSpLocks/>
            <a:endCxn id="15" idx="0"/>
          </p:cNvCxnSpPr>
          <p:nvPr/>
        </p:nvCxnSpPr>
        <p:spPr>
          <a:xfrm flipH="1" flipV="1">
            <a:off x="8010145" y="507361"/>
            <a:ext cx="1800848" cy="302415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D4B1D81D-1245-4064-A7CB-05B875E18B07}"/>
              </a:ext>
            </a:extLst>
          </p:cNvPr>
          <p:cNvCxnSpPr>
            <a:cxnSpLocks/>
            <a:stCxn id="11" idx="0"/>
            <a:endCxn id="263" idx="2"/>
          </p:cNvCxnSpPr>
          <p:nvPr/>
        </p:nvCxnSpPr>
        <p:spPr>
          <a:xfrm flipH="1">
            <a:off x="2675269" y="507361"/>
            <a:ext cx="1778292" cy="305651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A81AF06A-9174-4C13-A78C-0B5DD6ADDD26}"/>
              </a:ext>
            </a:extLst>
          </p:cNvPr>
          <p:cNvCxnSpPr>
            <a:cxnSpLocks/>
          </p:cNvCxnSpPr>
          <p:nvPr/>
        </p:nvCxnSpPr>
        <p:spPr>
          <a:xfrm>
            <a:off x="10430605" y="861339"/>
            <a:ext cx="0" cy="1498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Star: 5 Points 217">
            <a:extLst>
              <a:ext uri="{FF2B5EF4-FFF2-40B4-BE49-F238E27FC236}">
                <a16:creationId xmlns:a16="http://schemas.microsoft.com/office/drawing/2014/main" id="{DE4F382A-1463-4812-A7AB-CA477B1FC500}"/>
              </a:ext>
            </a:extLst>
          </p:cNvPr>
          <p:cNvSpPr/>
          <p:nvPr/>
        </p:nvSpPr>
        <p:spPr>
          <a:xfrm>
            <a:off x="854123" y="4429697"/>
            <a:ext cx="475397" cy="475397"/>
          </a:xfrm>
          <a:prstGeom prst="star5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338" name="Straight Connector 337">
            <a:extLst>
              <a:ext uri="{FF2B5EF4-FFF2-40B4-BE49-F238E27FC236}">
                <a16:creationId xmlns:a16="http://schemas.microsoft.com/office/drawing/2014/main" id="{335F0C02-52F7-4457-921D-44C5191B27DD}"/>
              </a:ext>
            </a:extLst>
          </p:cNvPr>
          <p:cNvCxnSpPr>
            <a:cxnSpLocks/>
            <a:stCxn id="125" idx="2"/>
            <a:endCxn id="263" idx="2"/>
          </p:cNvCxnSpPr>
          <p:nvPr/>
        </p:nvCxnSpPr>
        <p:spPr>
          <a:xfrm flipH="1" flipV="1">
            <a:off x="2675269" y="3563877"/>
            <a:ext cx="1778293" cy="304433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Straight Connector 369">
            <a:extLst>
              <a:ext uri="{FF2B5EF4-FFF2-40B4-BE49-F238E27FC236}">
                <a16:creationId xmlns:a16="http://schemas.microsoft.com/office/drawing/2014/main" id="{06E44A13-70EE-415E-B8F9-B62D0B43AFE4}"/>
              </a:ext>
            </a:extLst>
          </p:cNvPr>
          <p:cNvCxnSpPr>
            <a:cxnSpLocks/>
          </p:cNvCxnSpPr>
          <p:nvPr/>
        </p:nvCxnSpPr>
        <p:spPr>
          <a:xfrm>
            <a:off x="8878153" y="-2630519"/>
            <a:ext cx="5884163" cy="10026026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Star: 5 Points 62">
            <a:extLst>
              <a:ext uri="{FF2B5EF4-FFF2-40B4-BE49-F238E27FC236}">
                <a16:creationId xmlns:a16="http://schemas.microsoft.com/office/drawing/2014/main" id="{B9C560D1-0797-410B-94C4-EFE5353062EA}"/>
              </a:ext>
            </a:extLst>
          </p:cNvPr>
          <p:cNvSpPr/>
          <p:nvPr/>
        </p:nvSpPr>
        <p:spPr>
          <a:xfrm>
            <a:off x="1818569" y="4472127"/>
            <a:ext cx="475397" cy="475397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1" name="Star: 5 Points 70">
            <a:extLst>
              <a:ext uri="{FF2B5EF4-FFF2-40B4-BE49-F238E27FC236}">
                <a16:creationId xmlns:a16="http://schemas.microsoft.com/office/drawing/2014/main" id="{8432CBB8-D73C-4B6E-8CAD-FC2FB7BD2E8C}"/>
              </a:ext>
            </a:extLst>
          </p:cNvPr>
          <p:cNvSpPr/>
          <p:nvPr/>
        </p:nvSpPr>
        <p:spPr>
          <a:xfrm>
            <a:off x="-51665" y="6104214"/>
            <a:ext cx="475397" cy="475397"/>
          </a:xfrm>
          <a:prstGeom prst="star5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20AB0190-34F2-4BB1-A371-CD970F28F755}"/>
              </a:ext>
            </a:extLst>
          </p:cNvPr>
          <p:cNvCxnSpPr>
            <a:cxnSpLocks/>
            <a:stCxn id="129" idx="4"/>
            <a:endCxn id="125" idx="2"/>
          </p:cNvCxnSpPr>
          <p:nvPr/>
        </p:nvCxnSpPr>
        <p:spPr>
          <a:xfrm flipH="1">
            <a:off x="4453562" y="6608214"/>
            <a:ext cx="35829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1E599D67-65B1-4C22-A4B2-E6CE42CFE9B8}"/>
              </a:ext>
            </a:extLst>
          </p:cNvPr>
          <p:cNvCxnSpPr>
            <a:cxnSpLocks/>
          </p:cNvCxnSpPr>
          <p:nvPr/>
        </p:nvCxnSpPr>
        <p:spPr>
          <a:xfrm flipH="1">
            <a:off x="8010145" y="3531520"/>
            <a:ext cx="1800848" cy="307669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Star: 5 Points 138">
            <a:extLst>
              <a:ext uri="{FF2B5EF4-FFF2-40B4-BE49-F238E27FC236}">
                <a16:creationId xmlns:a16="http://schemas.microsoft.com/office/drawing/2014/main" id="{DD0C56C5-2DC6-4236-B92E-BC833B4966CA}"/>
              </a:ext>
            </a:extLst>
          </p:cNvPr>
          <p:cNvSpPr/>
          <p:nvPr/>
        </p:nvSpPr>
        <p:spPr>
          <a:xfrm>
            <a:off x="-2994043" y="3115095"/>
            <a:ext cx="475397" cy="475397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90D3A6E3-127B-4DE8-A58A-4C877CDF238C}"/>
              </a:ext>
            </a:extLst>
          </p:cNvPr>
          <p:cNvCxnSpPr>
            <a:cxnSpLocks/>
          </p:cNvCxnSpPr>
          <p:nvPr/>
        </p:nvCxnSpPr>
        <p:spPr>
          <a:xfrm>
            <a:off x="-2710803" y="841050"/>
            <a:ext cx="5884163" cy="10026026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9CC6C95F-57AE-4142-B96F-6D416D3A7347}"/>
              </a:ext>
            </a:extLst>
          </p:cNvPr>
          <p:cNvCxnSpPr>
            <a:cxnSpLocks/>
          </p:cNvCxnSpPr>
          <p:nvPr/>
        </p:nvCxnSpPr>
        <p:spPr>
          <a:xfrm flipH="1" flipV="1">
            <a:off x="2360832" y="7902604"/>
            <a:ext cx="9812357" cy="173893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D8E1602C-16CC-412E-9EDD-1E68B3911159}"/>
              </a:ext>
            </a:extLst>
          </p:cNvPr>
          <p:cNvCxnSpPr>
            <a:cxnSpLocks/>
          </p:cNvCxnSpPr>
          <p:nvPr/>
        </p:nvCxnSpPr>
        <p:spPr>
          <a:xfrm flipH="1">
            <a:off x="-1590231" y="-2656616"/>
            <a:ext cx="4265500" cy="7270451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E208D132-2949-4EFA-AAA4-5EBA9592CA52}"/>
              </a:ext>
            </a:extLst>
          </p:cNvPr>
          <p:cNvCxnSpPr>
            <a:cxnSpLocks/>
          </p:cNvCxnSpPr>
          <p:nvPr/>
        </p:nvCxnSpPr>
        <p:spPr>
          <a:xfrm>
            <a:off x="-2003075" y="79026"/>
            <a:ext cx="5884163" cy="10026026"/>
          </a:xfrm>
          <a:prstGeom prst="line">
            <a:avLst/>
          </a:prstGeom>
          <a:ln w="762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8BA2B882-2BB0-4EFD-80B4-B845698F4D1A}"/>
              </a:ext>
            </a:extLst>
          </p:cNvPr>
          <p:cNvCxnSpPr>
            <a:cxnSpLocks/>
          </p:cNvCxnSpPr>
          <p:nvPr/>
        </p:nvCxnSpPr>
        <p:spPr>
          <a:xfrm>
            <a:off x="-2046726" y="1084185"/>
            <a:ext cx="5884163" cy="10026026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89B10E2B-9741-49A0-A54A-6FA2DBC50F59}"/>
              </a:ext>
            </a:extLst>
          </p:cNvPr>
          <p:cNvCxnSpPr>
            <a:cxnSpLocks/>
          </p:cNvCxnSpPr>
          <p:nvPr/>
        </p:nvCxnSpPr>
        <p:spPr>
          <a:xfrm>
            <a:off x="-6043285" y="3328917"/>
            <a:ext cx="5884163" cy="1002602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F8E3A5F6-13E1-4DD6-91C0-510B3F720129}"/>
              </a:ext>
            </a:extLst>
          </p:cNvPr>
          <p:cNvCxnSpPr>
            <a:cxnSpLocks/>
          </p:cNvCxnSpPr>
          <p:nvPr/>
        </p:nvCxnSpPr>
        <p:spPr>
          <a:xfrm flipH="1">
            <a:off x="-2765329" y="-3020224"/>
            <a:ext cx="4265500" cy="7270451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Star: 5 Points 127">
            <a:extLst>
              <a:ext uri="{FF2B5EF4-FFF2-40B4-BE49-F238E27FC236}">
                <a16:creationId xmlns:a16="http://schemas.microsoft.com/office/drawing/2014/main" id="{A519BFE4-3883-460F-9278-9153D370917A}"/>
              </a:ext>
            </a:extLst>
          </p:cNvPr>
          <p:cNvSpPr/>
          <p:nvPr/>
        </p:nvSpPr>
        <p:spPr>
          <a:xfrm>
            <a:off x="-2364560" y="5552558"/>
            <a:ext cx="475397" cy="475397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1" name="Star: 5 Points 140">
            <a:extLst>
              <a:ext uri="{FF2B5EF4-FFF2-40B4-BE49-F238E27FC236}">
                <a16:creationId xmlns:a16="http://schemas.microsoft.com/office/drawing/2014/main" id="{17781668-C1A9-494C-98CE-BD4781275CE8}"/>
              </a:ext>
            </a:extLst>
          </p:cNvPr>
          <p:cNvSpPr/>
          <p:nvPr/>
        </p:nvSpPr>
        <p:spPr>
          <a:xfrm>
            <a:off x="1563003" y="1626894"/>
            <a:ext cx="475397" cy="475397"/>
          </a:xfrm>
          <a:prstGeom prst="star5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69" name="Star: 5 Points 168">
            <a:extLst>
              <a:ext uri="{FF2B5EF4-FFF2-40B4-BE49-F238E27FC236}">
                <a16:creationId xmlns:a16="http://schemas.microsoft.com/office/drawing/2014/main" id="{6C2C45DA-4556-481A-8D18-03C392A584A0}"/>
              </a:ext>
            </a:extLst>
          </p:cNvPr>
          <p:cNvSpPr/>
          <p:nvPr/>
        </p:nvSpPr>
        <p:spPr>
          <a:xfrm>
            <a:off x="7173061" y="-333581"/>
            <a:ext cx="475397" cy="475397"/>
          </a:xfrm>
          <a:prstGeom prst="star5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85" name="Star: 5 Points 184">
            <a:extLst>
              <a:ext uri="{FF2B5EF4-FFF2-40B4-BE49-F238E27FC236}">
                <a16:creationId xmlns:a16="http://schemas.microsoft.com/office/drawing/2014/main" id="{39C648FE-4044-4191-9AE6-F7CAB4737BF1}"/>
              </a:ext>
            </a:extLst>
          </p:cNvPr>
          <p:cNvSpPr/>
          <p:nvPr/>
        </p:nvSpPr>
        <p:spPr>
          <a:xfrm>
            <a:off x="3021378" y="112624"/>
            <a:ext cx="475397" cy="475397"/>
          </a:xfrm>
          <a:prstGeom prst="star5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5" name="Star: 5 Points 204">
            <a:extLst>
              <a:ext uri="{FF2B5EF4-FFF2-40B4-BE49-F238E27FC236}">
                <a16:creationId xmlns:a16="http://schemas.microsoft.com/office/drawing/2014/main" id="{0E5D973F-4190-4CC4-AB65-50C722413FE8}"/>
              </a:ext>
            </a:extLst>
          </p:cNvPr>
          <p:cNvSpPr/>
          <p:nvPr/>
        </p:nvSpPr>
        <p:spPr>
          <a:xfrm>
            <a:off x="-1188034" y="1300118"/>
            <a:ext cx="475397" cy="475397"/>
          </a:xfrm>
          <a:prstGeom prst="star5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11" name="Star: 5 Points 210">
            <a:extLst>
              <a:ext uri="{FF2B5EF4-FFF2-40B4-BE49-F238E27FC236}">
                <a16:creationId xmlns:a16="http://schemas.microsoft.com/office/drawing/2014/main" id="{C1EC0F32-B62C-428A-8F88-AC5A97D93756}"/>
              </a:ext>
            </a:extLst>
          </p:cNvPr>
          <p:cNvSpPr/>
          <p:nvPr/>
        </p:nvSpPr>
        <p:spPr>
          <a:xfrm>
            <a:off x="1264541" y="2052594"/>
            <a:ext cx="475397" cy="475397"/>
          </a:xfrm>
          <a:prstGeom prst="star5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48929F9-06E8-4E56-99C7-64DEF198C989}"/>
              </a:ext>
            </a:extLst>
          </p:cNvPr>
          <p:cNvCxnSpPr>
            <a:cxnSpLocks/>
            <a:stCxn id="260" idx="2"/>
            <a:endCxn id="67" idx="4"/>
          </p:cNvCxnSpPr>
          <p:nvPr/>
        </p:nvCxnSpPr>
        <p:spPr>
          <a:xfrm flipH="1" flipV="1">
            <a:off x="4453561" y="2578560"/>
            <a:ext cx="592764" cy="98531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E0DBB786-BA20-4A76-8DA8-2B8B395CE081}"/>
              </a:ext>
            </a:extLst>
          </p:cNvPr>
          <p:cNvCxnSpPr>
            <a:cxnSpLocks/>
            <a:stCxn id="68" idx="2"/>
            <a:endCxn id="260" idx="0"/>
          </p:cNvCxnSpPr>
          <p:nvPr/>
        </p:nvCxnSpPr>
        <p:spPr>
          <a:xfrm flipV="1">
            <a:off x="4453561" y="2541870"/>
            <a:ext cx="1185528" cy="3669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5AA6F07-209C-4D3A-8250-93423BF38551}"/>
              </a:ext>
            </a:extLst>
          </p:cNvPr>
          <p:cNvCxnSpPr>
            <a:cxnSpLocks/>
            <a:stCxn id="262" idx="4"/>
            <a:endCxn id="265" idx="4"/>
          </p:cNvCxnSpPr>
          <p:nvPr/>
        </p:nvCxnSpPr>
        <p:spPr>
          <a:xfrm>
            <a:off x="8602909" y="3563877"/>
            <a:ext cx="1211849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D0762999-C7CF-45E1-84EC-2D191B737A9E}"/>
              </a:ext>
            </a:extLst>
          </p:cNvPr>
          <p:cNvCxnSpPr>
            <a:cxnSpLocks/>
            <a:stCxn id="262" idx="0"/>
            <a:endCxn id="14" idx="0"/>
          </p:cNvCxnSpPr>
          <p:nvPr/>
        </p:nvCxnSpPr>
        <p:spPr>
          <a:xfrm flipH="1" flipV="1">
            <a:off x="6824617" y="507361"/>
            <a:ext cx="1185528" cy="203450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F63F1FE7-D831-4155-9183-F05F4AABD86E}"/>
              </a:ext>
            </a:extLst>
          </p:cNvPr>
          <p:cNvCxnSpPr>
            <a:cxnSpLocks/>
          </p:cNvCxnSpPr>
          <p:nvPr/>
        </p:nvCxnSpPr>
        <p:spPr>
          <a:xfrm flipH="1" flipV="1">
            <a:off x="9516731" y="1796393"/>
            <a:ext cx="3190186" cy="35156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F9FF1BFC-83EC-490A-977D-69BD8DB1E730}"/>
              </a:ext>
            </a:extLst>
          </p:cNvPr>
          <p:cNvCxnSpPr>
            <a:cxnSpLocks/>
            <a:stCxn id="262" idx="2"/>
            <a:endCxn id="238" idx="4"/>
          </p:cNvCxnSpPr>
          <p:nvPr/>
        </p:nvCxnSpPr>
        <p:spPr>
          <a:xfrm flipV="1">
            <a:off x="7417381" y="2554609"/>
            <a:ext cx="592763" cy="100926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1B572CDE-4AE4-439A-BEFF-C59A1EB6B6DB}"/>
              </a:ext>
            </a:extLst>
          </p:cNvPr>
          <p:cNvCxnSpPr>
            <a:cxnSpLocks/>
            <a:stCxn id="271" idx="2"/>
            <a:endCxn id="221" idx="4"/>
          </p:cNvCxnSpPr>
          <p:nvPr/>
        </p:nvCxnSpPr>
        <p:spPr>
          <a:xfrm>
            <a:off x="5661645" y="4553527"/>
            <a:ext cx="592764" cy="102524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3DEAA237-730A-4372-9B6E-3B15E736581B}"/>
              </a:ext>
            </a:extLst>
          </p:cNvPr>
          <p:cNvCxnSpPr>
            <a:cxnSpLocks/>
          </p:cNvCxnSpPr>
          <p:nvPr/>
        </p:nvCxnSpPr>
        <p:spPr>
          <a:xfrm flipH="1" flipV="1">
            <a:off x="10377435" y="3628945"/>
            <a:ext cx="3190186" cy="35156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B70A2F5D-F592-4878-9F8F-2F546035CCAC}"/>
              </a:ext>
            </a:extLst>
          </p:cNvPr>
          <p:cNvCxnSpPr>
            <a:cxnSpLocks/>
          </p:cNvCxnSpPr>
          <p:nvPr/>
        </p:nvCxnSpPr>
        <p:spPr>
          <a:xfrm flipH="1" flipV="1">
            <a:off x="10705323" y="4364797"/>
            <a:ext cx="3190186" cy="35156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7FE368B4-3C6B-404C-923E-05C2EA05A517}"/>
              </a:ext>
            </a:extLst>
          </p:cNvPr>
          <p:cNvCxnSpPr>
            <a:cxnSpLocks/>
            <a:stCxn id="103" idx="0"/>
            <a:endCxn id="270" idx="0"/>
          </p:cNvCxnSpPr>
          <p:nvPr/>
        </p:nvCxnSpPr>
        <p:spPr>
          <a:xfrm flipV="1">
            <a:off x="4453562" y="3531520"/>
            <a:ext cx="615321" cy="102548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D4A5C500-60B0-40C3-B8A0-067A0278FB74}"/>
              </a:ext>
            </a:extLst>
          </p:cNvPr>
          <p:cNvCxnSpPr>
            <a:cxnSpLocks/>
            <a:stCxn id="105" idx="4"/>
            <a:endCxn id="129" idx="2"/>
          </p:cNvCxnSpPr>
          <p:nvPr/>
        </p:nvCxnSpPr>
        <p:spPr>
          <a:xfrm flipH="1">
            <a:off x="6850935" y="5579009"/>
            <a:ext cx="566446" cy="102920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4630E860-5F4F-4A60-90E8-FF23C4ECF0C7}"/>
              </a:ext>
            </a:extLst>
          </p:cNvPr>
          <p:cNvCxnSpPr>
            <a:cxnSpLocks/>
          </p:cNvCxnSpPr>
          <p:nvPr/>
        </p:nvCxnSpPr>
        <p:spPr>
          <a:xfrm flipH="1" flipV="1">
            <a:off x="9870749" y="2848045"/>
            <a:ext cx="3190186" cy="35156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16838B14-FC5A-4C81-85EF-E40B6E720247}"/>
              </a:ext>
            </a:extLst>
          </p:cNvPr>
          <p:cNvCxnSpPr>
            <a:cxnSpLocks/>
            <a:stCxn id="126" idx="2"/>
            <a:endCxn id="103" idx="0"/>
          </p:cNvCxnSpPr>
          <p:nvPr/>
        </p:nvCxnSpPr>
        <p:spPr>
          <a:xfrm flipH="1" flipV="1">
            <a:off x="4453562" y="4557002"/>
            <a:ext cx="1185524" cy="205121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ADBFB39D-87A5-43E8-BB10-7A7343A0172A}"/>
              </a:ext>
            </a:extLst>
          </p:cNvPr>
          <p:cNvCxnSpPr>
            <a:cxnSpLocks/>
          </p:cNvCxnSpPr>
          <p:nvPr/>
        </p:nvCxnSpPr>
        <p:spPr>
          <a:xfrm flipH="1" flipV="1">
            <a:off x="12723504" y="258408"/>
            <a:ext cx="3190186" cy="35156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558A0059-F807-4AA6-97A5-404393145995}"/>
              </a:ext>
            </a:extLst>
          </p:cNvPr>
          <p:cNvCxnSpPr>
            <a:cxnSpLocks/>
            <a:stCxn id="12" idx="2"/>
            <a:endCxn id="64" idx="2"/>
          </p:cNvCxnSpPr>
          <p:nvPr/>
        </p:nvCxnSpPr>
        <p:spPr>
          <a:xfrm>
            <a:off x="5046325" y="1529368"/>
            <a:ext cx="592764" cy="104919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8DBC7A45-4837-4F72-AACB-3C4875CE473D}"/>
              </a:ext>
            </a:extLst>
          </p:cNvPr>
          <p:cNvCxnSpPr>
            <a:cxnSpLocks/>
            <a:stCxn id="15" idx="0"/>
            <a:endCxn id="11" idx="0"/>
          </p:cNvCxnSpPr>
          <p:nvPr/>
        </p:nvCxnSpPr>
        <p:spPr>
          <a:xfrm flipH="1">
            <a:off x="4453561" y="507361"/>
            <a:ext cx="3556584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B2B57472-EEBE-4557-9BC8-A3D5374D4B13}"/>
              </a:ext>
            </a:extLst>
          </p:cNvPr>
          <p:cNvCxnSpPr>
            <a:cxnSpLocks/>
            <a:stCxn id="221" idx="2"/>
            <a:endCxn id="108" idx="0"/>
          </p:cNvCxnSpPr>
          <p:nvPr/>
        </p:nvCxnSpPr>
        <p:spPr>
          <a:xfrm flipV="1">
            <a:off x="7439937" y="4557002"/>
            <a:ext cx="596529" cy="102176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Straight Connector 295">
            <a:extLst>
              <a:ext uri="{FF2B5EF4-FFF2-40B4-BE49-F238E27FC236}">
                <a16:creationId xmlns:a16="http://schemas.microsoft.com/office/drawing/2014/main" id="{E0EB47B9-BD05-4DA9-8993-9F620024DEB0}"/>
              </a:ext>
            </a:extLst>
          </p:cNvPr>
          <p:cNvCxnSpPr>
            <a:cxnSpLocks/>
            <a:stCxn id="229" idx="2"/>
            <a:endCxn id="227" idx="4"/>
          </p:cNvCxnSpPr>
          <p:nvPr/>
        </p:nvCxnSpPr>
        <p:spPr>
          <a:xfrm>
            <a:off x="7439937" y="3544259"/>
            <a:ext cx="592764" cy="98531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Star: 5 Points 111">
            <a:extLst>
              <a:ext uri="{FF2B5EF4-FFF2-40B4-BE49-F238E27FC236}">
                <a16:creationId xmlns:a16="http://schemas.microsoft.com/office/drawing/2014/main" id="{5530D8AD-AE72-41A4-91D6-7F45E1131311}"/>
              </a:ext>
            </a:extLst>
          </p:cNvPr>
          <p:cNvSpPr/>
          <p:nvPr/>
        </p:nvSpPr>
        <p:spPr>
          <a:xfrm>
            <a:off x="5361872" y="5707828"/>
            <a:ext cx="475397" cy="475397"/>
          </a:xfrm>
          <a:prstGeom prst="star5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4" name="Star: 5 Points 113">
            <a:extLst>
              <a:ext uri="{FF2B5EF4-FFF2-40B4-BE49-F238E27FC236}">
                <a16:creationId xmlns:a16="http://schemas.microsoft.com/office/drawing/2014/main" id="{948AF843-1276-44BA-8A5E-7A94037F1785}"/>
              </a:ext>
            </a:extLst>
          </p:cNvPr>
          <p:cNvSpPr/>
          <p:nvPr/>
        </p:nvSpPr>
        <p:spPr>
          <a:xfrm>
            <a:off x="3679874" y="4038000"/>
            <a:ext cx="475397" cy="475397"/>
          </a:xfrm>
          <a:prstGeom prst="star5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5" name="Star: 5 Points 114">
            <a:extLst>
              <a:ext uri="{FF2B5EF4-FFF2-40B4-BE49-F238E27FC236}">
                <a16:creationId xmlns:a16="http://schemas.microsoft.com/office/drawing/2014/main" id="{B6CFE890-8FA6-4C83-9DB8-F60F38C045C4}"/>
              </a:ext>
            </a:extLst>
          </p:cNvPr>
          <p:cNvSpPr/>
          <p:nvPr/>
        </p:nvSpPr>
        <p:spPr>
          <a:xfrm>
            <a:off x="8392702" y="2621470"/>
            <a:ext cx="475397" cy="475397"/>
          </a:xfrm>
          <a:prstGeom prst="star5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6" name="Star: 5 Points 115">
            <a:extLst>
              <a:ext uri="{FF2B5EF4-FFF2-40B4-BE49-F238E27FC236}">
                <a16:creationId xmlns:a16="http://schemas.microsoft.com/office/drawing/2014/main" id="{39C4D79B-8511-497A-B21F-78B9C5CB83C5}"/>
              </a:ext>
            </a:extLst>
          </p:cNvPr>
          <p:cNvSpPr/>
          <p:nvPr/>
        </p:nvSpPr>
        <p:spPr>
          <a:xfrm>
            <a:off x="6616183" y="970557"/>
            <a:ext cx="475397" cy="475397"/>
          </a:xfrm>
          <a:prstGeom prst="star5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7" name="Star: 5 Points 116">
            <a:extLst>
              <a:ext uri="{FF2B5EF4-FFF2-40B4-BE49-F238E27FC236}">
                <a16:creationId xmlns:a16="http://schemas.microsoft.com/office/drawing/2014/main" id="{078485B0-870D-447C-BA34-BBF6E642682A}"/>
              </a:ext>
            </a:extLst>
          </p:cNvPr>
          <p:cNvSpPr/>
          <p:nvPr/>
        </p:nvSpPr>
        <p:spPr>
          <a:xfrm>
            <a:off x="7884441" y="4975762"/>
            <a:ext cx="475397" cy="475397"/>
          </a:xfrm>
          <a:prstGeom prst="star5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8" name="Star: 5 Points 117">
            <a:extLst>
              <a:ext uri="{FF2B5EF4-FFF2-40B4-BE49-F238E27FC236}">
                <a16:creationId xmlns:a16="http://schemas.microsoft.com/office/drawing/2014/main" id="{36E1AB41-D23D-4BC1-A098-E8A817BC5B41}"/>
              </a:ext>
            </a:extLst>
          </p:cNvPr>
          <p:cNvSpPr/>
          <p:nvPr/>
        </p:nvSpPr>
        <p:spPr>
          <a:xfrm>
            <a:off x="4163238" y="1466822"/>
            <a:ext cx="475397" cy="475397"/>
          </a:xfrm>
          <a:prstGeom prst="star5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61DD9558-FB70-413F-AAA1-B5D21755A493}"/>
              </a:ext>
            </a:extLst>
          </p:cNvPr>
          <p:cNvCxnSpPr>
            <a:cxnSpLocks/>
            <a:stCxn id="103" idx="0"/>
            <a:endCxn id="104" idx="0"/>
          </p:cNvCxnSpPr>
          <p:nvPr/>
        </p:nvCxnSpPr>
        <p:spPr>
          <a:xfrm>
            <a:off x="4453562" y="4557002"/>
            <a:ext cx="118552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20E51A37-D776-4D84-9F35-F660E97CDB78}"/>
              </a:ext>
            </a:extLst>
          </p:cNvPr>
          <p:cNvCxnSpPr>
            <a:cxnSpLocks/>
            <a:stCxn id="264" idx="2"/>
            <a:endCxn id="237" idx="4"/>
          </p:cNvCxnSpPr>
          <p:nvPr/>
        </p:nvCxnSpPr>
        <p:spPr>
          <a:xfrm flipV="1">
            <a:off x="3860797" y="2554609"/>
            <a:ext cx="592763" cy="100926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217BC2A8-E6CE-4FDE-BCCD-D9EE1A572BA9}"/>
              </a:ext>
            </a:extLst>
          </p:cNvPr>
          <p:cNvCxnSpPr>
            <a:cxnSpLocks/>
            <a:stCxn id="105" idx="2"/>
            <a:endCxn id="129" idx="0"/>
          </p:cNvCxnSpPr>
          <p:nvPr/>
        </p:nvCxnSpPr>
        <p:spPr>
          <a:xfrm>
            <a:off x="6231853" y="5579009"/>
            <a:ext cx="1211846" cy="719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C21C1A9E-D60D-4AD6-BF83-128BA3E7DFDB}"/>
              </a:ext>
            </a:extLst>
          </p:cNvPr>
          <p:cNvCxnSpPr>
            <a:cxnSpLocks/>
            <a:stCxn id="68" idx="0"/>
            <a:endCxn id="11" idx="0"/>
          </p:cNvCxnSpPr>
          <p:nvPr/>
        </p:nvCxnSpPr>
        <p:spPr>
          <a:xfrm flipH="1" flipV="1">
            <a:off x="4453561" y="507361"/>
            <a:ext cx="592764" cy="104919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530C3F7E-A29F-4B46-BAEA-C3C245049F6A}"/>
              </a:ext>
            </a:extLst>
          </p:cNvPr>
          <p:cNvCxnSpPr>
            <a:cxnSpLocks/>
            <a:stCxn id="238" idx="0"/>
            <a:endCxn id="262" idx="2"/>
          </p:cNvCxnSpPr>
          <p:nvPr/>
        </p:nvCxnSpPr>
        <p:spPr>
          <a:xfrm flipH="1" flipV="1">
            <a:off x="7417381" y="3563877"/>
            <a:ext cx="1185527" cy="1273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7AAC25DE-7D82-45ED-80C5-97B23E58A092}"/>
              </a:ext>
            </a:extLst>
          </p:cNvPr>
          <p:cNvCxnSpPr>
            <a:cxnSpLocks/>
            <a:stCxn id="263" idx="2"/>
            <a:endCxn id="264" idx="2"/>
          </p:cNvCxnSpPr>
          <p:nvPr/>
        </p:nvCxnSpPr>
        <p:spPr>
          <a:xfrm>
            <a:off x="2675269" y="3563877"/>
            <a:ext cx="118552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3731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oup 55">
            <a:extLst>
              <a:ext uri="{FF2B5EF4-FFF2-40B4-BE49-F238E27FC236}">
                <a16:creationId xmlns:a16="http://schemas.microsoft.com/office/drawing/2014/main" id="{3C99A705-DF75-45BE-8194-0297E4777C6D}"/>
              </a:ext>
            </a:extLst>
          </p:cNvPr>
          <p:cNvGrpSpPr/>
          <p:nvPr/>
        </p:nvGrpSpPr>
        <p:grpSpPr>
          <a:xfrm>
            <a:off x="1748486" y="-680275"/>
            <a:ext cx="9618928" cy="8218550"/>
            <a:chOff x="2371056" y="-566033"/>
            <a:chExt cx="9618928" cy="8218550"/>
          </a:xfrm>
        </p:grpSpPr>
        <p:sp>
          <p:nvSpPr>
            <p:cNvPr id="204" name="Isosceles Triangle 203">
              <a:extLst>
                <a:ext uri="{FF2B5EF4-FFF2-40B4-BE49-F238E27FC236}">
                  <a16:creationId xmlns:a16="http://schemas.microsoft.com/office/drawing/2014/main" id="{CDF9E14B-2703-4394-BA59-CE3F3F921A9A}"/>
                </a:ext>
              </a:extLst>
            </p:cNvPr>
            <p:cNvSpPr/>
            <p:nvPr/>
          </p:nvSpPr>
          <p:spPr>
            <a:xfrm rot="10800000">
              <a:off x="7777367" y="463173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07" name="Isosceles Triangle 206">
              <a:extLst>
                <a:ext uri="{FF2B5EF4-FFF2-40B4-BE49-F238E27FC236}">
                  <a16:creationId xmlns:a16="http://schemas.microsoft.com/office/drawing/2014/main" id="{FC9868D8-F7DB-46EF-B041-39C8E1341CD6}"/>
                </a:ext>
              </a:extLst>
            </p:cNvPr>
            <p:cNvSpPr/>
            <p:nvPr/>
          </p:nvSpPr>
          <p:spPr>
            <a:xfrm rot="10800000">
              <a:off x="6591839" y="463174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08" name="Isosceles Triangle 207">
              <a:extLst>
                <a:ext uri="{FF2B5EF4-FFF2-40B4-BE49-F238E27FC236}">
                  <a16:creationId xmlns:a16="http://schemas.microsoft.com/office/drawing/2014/main" id="{4FE67E4B-3A7F-46F7-BF0E-6EE80701A028}"/>
                </a:ext>
              </a:extLst>
            </p:cNvPr>
            <p:cNvSpPr/>
            <p:nvPr/>
          </p:nvSpPr>
          <p:spPr>
            <a:xfrm rot="10800000">
              <a:off x="5406310" y="463173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12" name="Isosceles Triangle 211">
              <a:extLst>
                <a:ext uri="{FF2B5EF4-FFF2-40B4-BE49-F238E27FC236}">
                  <a16:creationId xmlns:a16="http://schemas.microsoft.com/office/drawing/2014/main" id="{B02C8647-FCD7-4DC6-9F09-23E1F893FAF4}"/>
                </a:ext>
              </a:extLst>
            </p:cNvPr>
            <p:cNvSpPr/>
            <p:nvPr/>
          </p:nvSpPr>
          <p:spPr>
            <a:xfrm rot="10800000">
              <a:off x="8962895" y="463174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13" name="Isosceles Triangle 212">
              <a:extLst>
                <a:ext uri="{FF2B5EF4-FFF2-40B4-BE49-F238E27FC236}">
                  <a16:creationId xmlns:a16="http://schemas.microsoft.com/office/drawing/2014/main" id="{01A76BE7-CC53-4736-98BD-A74C5DA14DB1}"/>
                </a:ext>
              </a:extLst>
            </p:cNvPr>
            <p:cNvSpPr/>
            <p:nvPr/>
          </p:nvSpPr>
          <p:spPr>
            <a:xfrm rot="10800000">
              <a:off x="8370131" y="-566033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14" name="Isosceles Triangle 213">
              <a:extLst>
                <a:ext uri="{FF2B5EF4-FFF2-40B4-BE49-F238E27FC236}">
                  <a16:creationId xmlns:a16="http://schemas.microsoft.com/office/drawing/2014/main" id="{5D55DC24-7114-41C4-B7A0-EC93C1522237}"/>
                </a:ext>
              </a:extLst>
            </p:cNvPr>
            <p:cNvSpPr/>
            <p:nvPr/>
          </p:nvSpPr>
          <p:spPr>
            <a:xfrm rot="10800000">
              <a:off x="7184603" y="-566033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15" name="Isosceles Triangle 214">
              <a:extLst>
                <a:ext uri="{FF2B5EF4-FFF2-40B4-BE49-F238E27FC236}">
                  <a16:creationId xmlns:a16="http://schemas.microsoft.com/office/drawing/2014/main" id="{8785DAE3-7D1B-4540-AF75-99A5D37FBB18}"/>
                </a:ext>
              </a:extLst>
            </p:cNvPr>
            <p:cNvSpPr/>
            <p:nvPr/>
          </p:nvSpPr>
          <p:spPr>
            <a:xfrm rot="10800000">
              <a:off x="5999075" y="-566032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40" name="Isosceles Triangle 239">
              <a:extLst>
                <a:ext uri="{FF2B5EF4-FFF2-40B4-BE49-F238E27FC236}">
                  <a16:creationId xmlns:a16="http://schemas.microsoft.com/office/drawing/2014/main" id="{69F19751-ADCC-46E5-9E93-BC8185C8909F}"/>
                </a:ext>
              </a:extLst>
            </p:cNvPr>
            <p:cNvSpPr/>
            <p:nvPr/>
          </p:nvSpPr>
          <p:spPr>
            <a:xfrm rot="10800000">
              <a:off x="4787226" y="-566033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88" name="Isosceles Triangle 187">
              <a:extLst>
                <a:ext uri="{FF2B5EF4-FFF2-40B4-BE49-F238E27FC236}">
                  <a16:creationId xmlns:a16="http://schemas.microsoft.com/office/drawing/2014/main" id="{55A44F2A-674F-492D-AD5F-21230A5D9F44}"/>
                </a:ext>
              </a:extLst>
            </p:cNvPr>
            <p:cNvSpPr/>
            <p:nvPr/>
          </p:nvSpPr>
          <p:spPr>
            <a:xfrm>
              <a:off x="6591841" y="-566033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89" name="Isosceles Triangle 188">
              <a:extLst>
                <a:ext uri="{FF2B5EF4-FFF2-40B4-BE49-F238E27FC236}">
                  <a16:creationId xmlns:a16="http://schemas.microsoft.com/office/drawing/2014/main" id="{186A2217-9DE8-4693-A9AF-3316DB721125}"/>
                </a:ext>
              </a:extLst>
            </p:cNvPr>
            <p:cNvSpPr/>
            <p:nvPr/>
          </p:nvSpPr>
          <p:spPr>
            <a:xfrm>
              <a:off x="7777367" y="-566033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0" name="Isosceles Triangle 189">
              <a:extLst>
                <a:ext uri="{FF2B5EF4-FFF2-40B4-BE49-F238E27FC236}">
                  <a16:creationId xmlns:a16="http://schemas.microsoft.com/office/drawing/2014/main" id="{67F057B6-0867-423D-8B53-7A97C94B14C3}"/>
                </a:ext>
              </a:extLst>
            </p:cNvPr>
            <p:cNvSpPr/>
            <p:nvPr/>
          </p:nvSpPr>
          <p:spPr>
            <a:xfrm>
              <a:off x="8962896" y="-566033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1" name="Isosceles Triangle 190">
              <a:extLst>
                <a:ext uri="{FF2B5EF4-FFF2-40B4-BE49-F238E27FC236}">
                  <a16:creationId xmlns:a16="http://schemas.microsoft.com/office/drawing/2014/main" id="{5A4478CC-FFAE-46D6-9FED-9610211C5D76}"/>
                </a:ext>
              </a:extLst>
            </p:cNvPr>
            <p:cNvSpPr/>
            <p:nvPr/>
          </p:nvSpPr>
          <p:spPr>
            <a:xfrm>
              <a:off x="5406312" y="-566033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3" name="Isosceles Triangle 192">
              <a:extLst>
                <a:ext uri="{FF2B5EF4-FFF2-40B4-BE49-F238E27FC236}">
                  <a16:creationId xmlns:a16="http://schemas.microsoft.com/office/drawing/2014/main" id="{83803DAC-0FD2-4104-A1D3-61A8024B3200}"/>
                </a:ext>
              </a:extLst>
            </p:cNvPr>
            <p:cNvSpPr/>
            <p:nvPr/>
          </p:nvSpPr>
          <p:spPr>
            <a:xfrm>
              <a:off x="5976520" y="463173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4" name="Isosceles Triangle 193">
              <a:extLst>
                <a:ext uri="{FF2B5EF4-FFF2-40B4-BE49-F238E27FC236}">
                  <a16:creationId xmlns:a16="http://schemas.microsoft.com/office/drawing/2014/main" id="{BE9CB476-3ECD-4E42-A8C6-A8C2C7E0171B}"/>
                </a:ext>
              </a:extLst>
            </p:cNvPr>
            <p:cNvSpPr/>
            <p:nvPr/>
          </p:nvSpPr>
          <p:spPr>
            <a:xfrm>
              <a:off x="7162047" y="463173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5" name="Isosceles Triangle 194">
              <a:extLst>
                <a:ext uri="{FF2B5EF4-FFF2-40B4-BE49-F238E27FC236}">
                  <a16:creationId xmlns:a16="http://schemas.microsoft.com/office/drawing/2014/main" id="{C9AC2503-EA30-4CCE-BC3B-439A2F1467FB}"/>
                </a:ext>
              </a:extLst>
            </p:cNvPr>
            <p:cNvSpPr/>
            <p:nvPr/>
          </p:nvSpPr>
          <p:spPr>
            <a:xfrm>
              <a:off x="8347575" y="463173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6" name="Isosceles Triangle 195">
              <a:extLst>
                <a:ext uri="{FF2B5EF4-FFF2-40B4-BE49-F238E27FC236}">
                  <a16:creationId xmlns:a16="http://schemas.microsoft.com/office/drawing/2014/main" id="{821699C7-05A1-4731-AAD6-0FE28593921F}"/>
                </a:ext>
              </a:extLst>
            </p:cNvPr>
            <p:cNvSpPr/>
            <p:nvPr/>
          </p:nvSpPr>
          <p:spPr>
            <a:xfrm>
              <a:off x="9559424" y="463173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82" name="Isosceles Triangle 381">
              <a:extLst>
                <a:ext uri="{FF2B5EF4-FFF2-40B4-BE49-F238E27FC236}">
                  <a16:creationId xmlns:a16="http://schemas.microsoft.com/office/drawing/2014/main" id="{BC91A5F7-D580-47C8-B973-52C3F2DC3BC2}"/>
                </a:ext>
              </a:extLst>
            </p:cNvPr>
            <p:cNvSpPr/>
            <p:nvPr/>
          </p:nvSpPr>
          <p:spPr>
            <a:xfrm rot="10800000">
              <a:off x="4171900" y="463173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36" name="Isosceles Triangle 335">
              <a:extLst>
                <a:ext uri="{FF2B5EF4-FFF2-40B4-BE49-F238E27FC236}">
                  <a16:creationId xmlns:a16="http://schemas.microsoft.com/office/drawing/2014/main" id="{54B94C22-4C81-43FE-9284-A187CCD26F83}"/>
                </a:ext>
              </a:extLst>
            </p:cNvPr>
            <p:cNvSpPr/>
            <p:nvPr/>
          </p:nvSpPr>
          <p:spPr>
            <a:xfrm>
              <a:off x="4149348" y="-566033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39" name="Isosceles Triangle 338">
              <a:extLst>
                <a:ext uri="{FF2B5EF4-FFF2-40B4-BE49-F238E27FC236}">
                  <a16:creationId xmlns:a16="http://schemas.microsoft.com/office/drawing/2014/main" id="{8CCB9822-5F62-473E-BDBB-5C990B2C86AD}"/>
                </a:ext>
              </a:extLst>
            </p:cNvPr>
            <p:cNvSpPr/>
            <p:nvPr/>
          </p:nvSpPr>
          <p:spPr>
            <a:xfrm>
              <a:off x="3556584" y="463173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40" name="Isosceles Triangle 339">
              <a:extLst>
                <a:ext uri="{FF2B5EF4-FFF2-40B4-BE49-F238E27FC236}">
                  <a16:creationId xmlns:a16="http://schemas.microsoft.com/office/drawing/2014/main" id="{4ABC3AD1-4A91-4B09-A8D1-7DFCE4AEBDF2}"/>
                </a:ext>
              </a:extLst>
            </p:cNvPr>
            <p:cNvSpPr/>
            <p:nvPr/>
          </p:nvSpPr>
          <p:spPr>
            <a:xfrm>
              <a:off x="4742112" y="463173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cxnSp>
          <p:nvCxnSpPr>
            <p:cNvPr id="617" name="Straight Connector 616">
              <a:extLst>
                <a:ext uri="{FF2B5EF4-FFF2-40B4-BE49-F238E27FC236}">
                  <a16:creationId xmlns:a16="http://schemas.microsoft.com/office/drawing/2014/main" id="{B521B2AB-03C1-4E51-B14E-23DBD55F4A50}"/>
                </a:ext>
              </a:extLst>
            </p:cNvPr>
            <p:cNvCxnSpPr>
              <a:cxnSpLocks/>
              <a:stCxn id="190" idx="0"/>
              <a:endCxn id="240" idx="4"/>
            </p:cNvCxnSpPr>
            <p:nvPr/>
          </p:nvCxnSpPr>
          <p:spPr>
            <a:xfrm flipH="1">
              <a:off x="4787226" y="-566033"/>
              <a:ext cx="4768434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9" name="Isosceles Triangle 618">
              <a:extLst>
                <a:ext uri="{FF2B5EF4-FFF2-40B4-BE49-F238E27FC236}">
                  <a16:creationId xmlns:a16="http://schemas.microsoft.com/office/drawing/2014/main" id="{4A30D147-391A-45DB-AC3D-0769A6FA365F}"/>
                </a:ext>
              </a:extLst>
            </p:cNvPr>
            <p:cNvSpPr/>
            <p:nvPr/>
          </p:nvSpPr>
          <p:spPr>
            <a:xfrm rot="10800000">
              <a:off x="7777367" y="2544892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20" name="Isosceles Triangle 619">
              <a:extLst>
                <a:ext uri="{FF2B5EF4-FFF2-40B4-BE49-F238E27FC236}">
                  <a16:creationId xmlns:a16="http://schemas.microsoft.com/office/drawing/2014/main" id="{10928814-D00B-4493-89E5-E2515A488874}"/>
                </a:ext>
              </a:extLst>
            </p:cNvPr>
            <p:cNvSpPr/>
            <p:nvPr/>
          </p:nvSpPr>
          <p:spPr>
            <a:xfrm rot="10800000">
              <a:off x="6591839" y="2544893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21" name="Isosceles Triangle 620">
              <a:extLst>
                <a:ext uri="{FF2B5EF4-FFF2-40B4-BE49-F238E27FC236}">
                  <a16:creationId xmlns:a16="http://schemas.microsoft.com/office/drawing/2014/main" id="{813848AE-CA57-40D3-9CDA-6A5E7D05544D}"/>
                </a:ext>
              </a:extLst>
            </p:cNvPr>
            <p:cNvSpPr/>
            <p:nvPr/>
          </p:nvSpPr>
          <p:spPr>
            <a:xfrm rot="10800000">
              <a:off x="5406310" y="2544892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22" name="Isosceles Triangle 621">
              <a:extLst>
                <a:ext uri="{FF2B5EF4-FFF2-40B4-BE49-F238E27FC236}">
                  <a16:creationId xmlns:a16="http://schemas.microsoft.com/office/drawing/2014/main" id="{BBEEC647-D9C7-42A3-99F6-B4B50AC80CDC}"/>
                </a:ext>
              </a:extLst>
            </p:cNvPr>
            <p:cNvSpPr/>
            <p:nvPr/>
          </p:nvSpPr>
          <p:spPr>
            <a:xfrm rot="10800000">
              <a:off x="10148423" y="2544893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23" name="Isosceles Triangle 622">
              <a:extLst>
                <a:ext uri="{FF2B5EF4-FFF2-40B4-BE49-F238E27FC236}">
                  <a16:creationId xmlns:a16="http://schemas.microsoft.com/office/drawing/2014/main" id="{F4373C25-B170-4440-A65E-32BA02E88220}"/>
                </a:ext>
              </a:extLst>
            </p:cNvPr>
            <p:cNvSpPr/>
            <p:nvPr/>
          </p:nvSpPr>
          <p:spPr>
            <a:xfrm rot="10800000">
              <a:off x="8962895" y="2544893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24" name="Isosceles Triangle 623">
              <a:extLst>
                <a:ext uri="{FF2B5EF4-FFF2-40B4-BE49-F238E27FC236}">
                  <a16:creationId xmlns:a16="http://schemas.microsoft.com/office/drawing/2014/main" id="{AAD1C22C-3095-4295-9B71-FFD7A5E382E5}"/>
                </a:ext>
              </a:extLst>
            </p:cNvPr>
            <p:cNvSpPr/>
            <p:nvPr/>
          </p:nvSpPr>
          <p:spPr>
            <a:xfrm rot="10800000">
              <a:off x="8370131" y="1515686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25" name="Isosceles Triangle 624">
              <a:extLst>
                <a:ext uri="{FF2B5EF4-FFF2-40B4-BE49-F238E27FC236}">
                  <a16:creationId xmlns:a16="http://schemas.microsoft.com/office/drawing/2014/main" id="{665BDDE4-77A3-4A12-B783-F88EC2A79B13}"/>
                </a:ext>
              </a:extLst>
            </p:cNvPr>
            <p:cNvSpPr/>
            <p:nvPr/>
          </p:nvSpPr>
          <p:spPr>
            <a:xfrm rot="10800000">
              <a:off x="7184603" y="1515686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26" name="Isosceles Triangle 625">
              <a:extLst>
                <a:ext uri="{FF2B5EF4-FFF2-40B4-BE49-F238E27FC236}">
                  <a16:creationId xmlns:a16="http://schemas.microsoft.com/office/drawing/2014/main" id="{01F34446-A979-4E00-BB59-59B27485280C}"/>
                </a:ext>
              </a:extLst>
            </p:cNvPr>
            <p:cNvSpPr/>
            <p:nvPr/>
          </p:nvSpPr>
          <p:spPr>
            <a:xfrm rot="10800000">
              <a:off x="5999075" y="1515687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27" name="Isosceles Triangle 626">
              <a:extLst>
                <a:ext uri="{FF2B5EF4-FFF2-40B4-BE49-F238E27FC236}">
                  <a16:creationId xmlns:a16="http://schemas.microsoft.com/office/drawing/2014/main" id="{5A60C673-B144-4C46-A03D-4AC78EC2250B}"/>
                </a:ext>
              </a:extLst>
            </p:cNvPr>
            <p:cNvSpPr/>
            <p:nvPr/>
          </p:nvSpPr>
          <p:spPr>
            <a:xfrm rot="10800000">
              <a:off x="10741187" y="1515686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28" name="Isosceles Triangle 627">
              <a:extLst>
                <a:ext uri="{FF2B5EF4-FFF2-40B4-BE49-F238E27FC236}">
                  <a16:creationId xmlns:a16="http://schemas.microsoft.com/office/drawing/2014/main" id="{3912D91C-F13E-4FE5-B145-A3FE09B25EBE}"/>
                </a:ext>
              </a:extLst>
            </p:cNvPr>
            <p:cNvSpPr/>
            <p:nvPr/>
          </p:nvSpPr>
          <p:spPr>
            <a:xfrm rot="10800000">
              <a:off x="9555659" y="1515686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29" name="Isosceles Triangle 628">
              <a:extLst>
                <a:ext uri="{FF2B5EF4-FFF2-40B4-BE49-F238E27FC236}">
                  <a16:creationId xmlns:a16="http://schemas.microsoft.com/office/drawing/2014/main" id="{66FA8249-8030-4B1B-BF9B-47F7599E9B46}"/>
                </a:ext>
              </a:extLst>
            </p:cNvPr>
            <p:cNvSpPr/>
            <p:nvPr/>
          </p:nvSpPr>
          <p:spPr>
            <a:xfrm rot="10800000">
              <a:off x="4787226" y="1515686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30" name="Isosceles Triangle 629">
              <a:extLst>
                <a:ext uri="{FF2B5EF4-FFF2-40B4-BE49-F238E27FC236}">
                  <a16:creationId xmlns:a16="http://schemas.microsoft.com/office/drawing/2014/main" id="{643204AF-6CD2-4607-9390-7E507626AEC3}"/>
                </a:ext>
              </a:extLst>
            </p:cNvPr>
            <p:cNvSpPr/>
            <p:nvPr/>
          </p:nvSpPr>
          <p:spPr>
            <a:xfrm>
              <a:off x="6591841" y="1515686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31" name="Isosceles Triangle 630">
              <a:extLst>
                <a:ext uri="{FF2B5EF4-FFF2-40B4-BE49-F238E27FC236}">
                  <a16:creationId xmlns:a16="http://schemas.microsoft.com/office/drawing/2014/main" id="{1A44B102-3A42-4881-B1D0-4394908FCF28}"/>
                </a:ext>
              </a:extLst>
            </p:cNvPr>
            <p:cNvSpPr/>
            <p:nvPr/>
          </p:nvSpPr>
          <p:spPr>
            <a:xfrm>
              <a:off x="7777367" y="1515686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32" name="Isosceles Triangle 631">
              <a:extLst>
                <a:ext uri="{FF2B5EF4-FFF2-40B4-BE49-F238E27FC236}">
                  <a16:creationId xmlns:a16="http://schemas.microsoft.com/office/drawing/2014/main" id="{A9C676BA-4409-4F31-8282-E2E877CADFF0}"/>
                </a:ext>
              </a:extLst>
            </p:cNvPr>
            <p:cNvSpPr/>
            <p:nvPr/>
          </p:nvSpPr>
          <p:spPr>
            <a:xfrm>
              <a:off x="8962896" y="1515686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33" name="Isosceles Triangle 632">
              <a:extLst>
                <a:ext uri="{FF2B5EF4-FFF2-40B4-BE49-F238E27FC236}">
                  <a16:creationId xmlns:a16="http://schemas.microsoft.com/office/drawing/2014/main" id="{2C74F6F4-F182-4101-B158-47FA77D3E349}"/>
                </a:ext>
              </a:extLst>
            </p:cNvPr>
            <p:cNvSpPr/>
            <p:nvPr/>
          </p:nvSpPr>
          <p:spPr>
            <a:xfrm>
              <a:off x="5406312" y="1515686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34" name="Isosceles Triangle 633">
              <a:extLst>
                <a:ext uri="{FF2B5EF4-FFF2-40B4-BE49-F238E27FC236}">
                  <a16:creationId xmlns:a16="http://schemas.microsoft.com/office/drawing/2014/main" id="{A9B94D8F-A11A-4F16-A744-1139DE9F45B9}"/>
                </a:ext>
              </a:extLst>
            </p:cNvPr>
            <p:cNvSpPr/>
            <p:nvPr/>
          </p:nvSpPr>
          <p:spPr>
            <a:xfrm>
              <a:off x="10174745" y="1515686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35" name="Isosceles Triangle 634">
              <a:extLst>
                <a:ext uri="{FF2B5EF4-FFF2-40B4-BE49-F238E27FC236}">
                  <a16:creationId xmlns:a16="http://schemas.microsoft.com/office/drawing/2014/main" id="{2BB8A0D3-D748-4B7F-AB99-9BF20116C7F2}"/>
                </a:ext>
              </a:extLst>
            </p:cNvPr>
            <p:cNvSpPr/>
            <p:nvPr/>
          </p:nvSpPr>
          <p:spPr>
            <a:xfrm>
              <a:off x="5976520" y="2544892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36" name="Isosceles Triangle 635">
              <a:extLst>
                <a:ext uri="{FF2B5EF4-FFF2-40B4-BE49-F238E27FC236}">
                  <a16:creationId xmlns:a16="http://schemas.microsoft.com/office/drawing/2014/main" id="{C0434F80-27F1-48CB-AFC2-BAEBAAC2A66F}"/>
                </a:ext>
              </a:extLst>
            </p:cNvPr>
            <p:cNvSpPr/>
            <p:nvPr/>
          </p:nvSpPr>
          <p:spPr>
            <a:xfrm>
              <a:off x="7162047" y="2544892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37" name="Isosceles Triangle 636">
              <a:extLst>
                <a:ext uri="{FF2B5EF4-FFF2-40B4-BE49-F238E27FC236}">
                  <a16:creationId xmlns:a16="http://schemas.microsoft.com/office/drawing/2014/main" id="{2E792752-9D85-410E-9A3F-C06B34BCF170}"/>
                </a:ext>
              </a:extLst>
            </p:cNvPr>
            <p:cNvSpPr/>
            <p:nvPr/>
          </p:nvSpPr>
          <p:spPr>
            <a:xfrm>
              <a:off x="8347575" y="2544892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38" name="Isosceles Triangle 637">
              <a:extLst>
                <a:ext uri="{FF2B5EF4-FFF2-40B4-BE49-F238E27FC236}">
                  <a16:creationId xmlns:a16="http://schemas.microsoft.com/office/drawing/2014/main" id="{B53A8262-9C31-46D1-A12C-94252ECDFA2A}"/>
                </a:ext>
              </a:extLst>
            </p:cNvPr>
            <p:cNvSpPr/>
            <p:nvPr/>
          </p:nvSpPr>
          <p:spPr>
            <a:xfrm>
              <a:off x="9559424" y="2544892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39" name="Isosceles Triangle 638">
              <a:extLst>
                <a:ext uri="{FF2B5EF4-FFF2-40B4-BE49-F238E27FC236}">
                  <a16:creationId xmlns:a16="http://schemas.microsoft.com/office/drawing/2014/main" id="{A42B68D3-EDB2-4E9E-BDC2-245104CCCF2D}"/>
                </a:ext>
              </a:extLst>
            </p:cNvPr>
            <p:cNvSpPr/>
            <p:nvPr/>
          </p:nvSpPr>
          <p:spPr>
            <a:xfrm rot="10800000">
              <a:off x="4171900" y="2544892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40" name="Isosceles Triangle 639">
              <a:extLst>
                <a:ext uri="{FF2B5EF4-FFF2-40B4-BE49-F238E27FC236}">
                  <a16:creationId xmlns:a16="http://schemas.microsoft.com/office/drawing/2014/main" id="{C931B587-5C0B-4F18-B06C-27EA4E3D8480}"/>
                </a:ext>
              </a:extLst>
            </p:cNvPr>
            <p:cNvSpPr/>
            <p:nvPr/>
          </p:nvSpPr>
          <p:spPr>
            <a:xfrm rot="10800000">
              <a:off x="2986376" y="2544892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43" name="Isosceles Triangle 642">
              <a:extLst>
                <a:ext uri="{FF2B5EF4-FFF2-40B4-BE49-F238E27FC236}">
                  <a16:creationId xmlns:a16="http://schemas.microsoft.com/office/drawing/2014/main" id="{D02EED5D-B71C-4BAE-AA25-0799606C0743}"/>
                </a:ext>
              </a:extLst>
            </p:cNvPr>
            <p:cNvSpPr/>
            <p:nvPr/>
          </p:nvSpPr>
          <p:spPr>
            <a:xfrm rot="10800000">
              <a:off x="3579140" y="1515686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48" name="Isosceles Triangle 647">
              <a:extLst>
                <a:ext uri="{FF2B5EF4-FFF2-40B4-BE49-F238E27FC236}">
                  <a16:creationId xmlns:a16="http://schemas.microsoft.com/office/drawing/2014/main" id="{A50F6EAC-D843-41D7-9300-3C7D3C7B163B}"/>
                </a:ext>
              </a:extLst>
            </p:cNvPr>
            <p:cNvSpPr/>
            <p:nvPr/>
          </p:nvSpPr>
          <p:spPr>
            <a:xfrm>
              <a:off x="2963820" y="1515686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49" name="Isosceles Triangle 648">
              <a:extLst>
                <a:ext uri="{FF2B5EF4-FFF2-40B4-BE49-F238E27FC236}">
                  <a16:creationId xmlns:a16="http://schemas.microsoft.com/office/drawing/2014/main" id="{59544394-867D-48D5-93AF-30655D8B7A32}"/>
                </a:ext>
              </a:extLst>
            </p:cNvPr>
            <p:cNvSpPr/>
            <p:nvPr/>
          </p:nvSpPr>
          <p:spPr>
            <a:xfrm>
              <a:off x="4149348" y="1515686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50" name="Isosceles Triangle 649">
              <a:extLst>
                <a:ext uri="{FF2B5EF4-FFF2-40B4-BE49-F238E27FC236}">
                  <a16:creationId xmlns:a16="http://schemas.microsoft.com/office/drawing/2014/main" id="{4C6B9F2C-4DFB-415D-82E8-1079BB6DA9A9}"/>
                </a:ext>
              </a:extLst>
            </p:cNvPr>
            <p:cNvSpPr/>
            <p:nvPr/>
          </p:nvSpPr>
          <p:spPr>
            <a:xfrm>
              <a:off x="2371056" y="2544892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51" name="Isosceles Triangle 650">
              <a:extLst>
                <a:ext uri="{FF2B5EF4-FFF2-40B4-BE49-F238E27FC236}">
                  <a16:creationId xmlns:a16="http://schemas.microsoft.com/office/drawing/2014/main" id="{3F83608D-CB64-4795-A396-D168406B1E69}"/>
                </a:ext>
              </a:extLst>
            </p:cNvPr>
            <p:cNvSpPr/>
            <p:nvPr/>
          </p:nvSpPr>
          <p:spPr>
            <a:xfrm>
              <a:off x="3556584" y="2544892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52" name="Isosceles Triangle 651">
              <a:extLst>
                <a:ext uri="{FF2B5EF4-FFF2-40B4-BE49-F238E27FC236}">
                  <a16:creationId xmlns:a16="http://schemas.microsoft.com/office/drawing/2014/main" id="{62ABCAEA-48F6-413F-8F7B-2DDEC867C059}"/>
                </a:ext>
              </a:extLst>
            </p:cNvPr>
            <p:cNvSpPr/>
            <p:nvPr/>
          </p:nvSpPr>
          <p:spPr>
            <a:xfrm>
              <a:off x="4742112" y="2544892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69" name="Isosceles Triangle 668">
              <a:extLst>
                <a:ext uri="{FF2B5EF4-FFF2-40B4-BE49-F238E27FC236}">
                  <a16:creationId xmlns:a16="http://schemas.microsoft.com/office/drawing/2014/main" id="{1E2EA3BA-C9DB-491E-BCB3-A3CA44626FB0}"/>
                </a:ext>
              </a:extLst>
            </p:cNvPr>
            <p:cNvSpPr/>
            <p:nvPr/>
          </p:nvSpPr>
          <p:spPr>
            <a:xfrm>
              <a:off x="10804456" y="2544892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672" name="Isosceles Triangle 671">
              <a:extLst>
                <a:ext uri="{FF2B5EF4-FFF2-40B4-BE49-F238E27FC236}">
                  <a16:creationId xmlns:a16="http://schemas.microsoft.com/office/drawing/2014/main" id="{27DD2663-4637-4ADE-9915-F585B2049CA0}"/>
                </a:ext>
              </a:extLst>
            </p:cNvPr>
            <p:cNvSpPr/>
            <p:nvPr/>
          </p:nvSpPr>
          <p:spPr>
            <a:xfrm rot="10800000">
              <a:off x="7777367" y="4587700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3" name="Isosceles Triangle 672">
              <a:extLst>
                <a:ext uri="{FF2B5EF4-FFF2-40B4-BE49-F238E27FC236}">
                  <a16:creationId xmlns:a16="http://schemas.microsoft.com/office/drawing/2014/main" id="{6F0B1F01-571A-4EB0-9C7A-EB981B290447}"/>
                </a:ext>
              </a:extLst>
            </p:cNvPr>
            <p:cNvSpPr/>
            <p:nvPr/>
          </p:nvSpPr>
          <p:spPr>
            <a:xfrm rot="10800000">
              <a:off x="6591839" y="4587701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4" name="Isosceles Triangle 673">
              <a:extLst>
                <a:ext uri="{FF2B5EF4-FFF2-40B4-BE49-F238E27FC236}">
                  <a16:creationId xmlns:a16="http://schemas.microsoft.com/office/drawing/2014/main" id="{BD2AC18D-C4D5-48DE-B9F0-2C0E8B3E241C}"/>
                </a:ext>
              </a:extLst>
            </p:cNvPr>
            <p:cNvSpPr/>
            <p:nvPr/>
          </p:nvSpPr>
          <p:spPr>
            <a:xfrm rot="10800000">
              <a:off x="5406310" y="4587700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5" name="Isosceles Triangle 674">
              <a:extLst>
                <a:ext uri="{FF2B5EF4-FFF2-40B4-BE49-F238E27FC236}">
                  <a16:creationId xmlns:a16="http://schemas.microsoft.com/office/drawing/2014/main" id="{D5503435-EF2A-4A8C-BE3F-0579BAD7769B}"/>
                </a:ext>
              </a:extLst>
            </p:cNvPr>
            <p:cNvSpPr/>
            <p:nvPr/>
          </p:nvSpPr>
          <p:spPr>
            <a:xfrm rot="10800000">
              <a:off x="10148423" y="4587701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6" name="Isosceles Triangle 675">
              <a:extLst>
                <a:ext uri="{FF2B5EF4-FFF2-40B4-BE49-F238E27FC236}">
                  <a16:creationId xmlns:a16="http://schemas.microsoft.com/office/drawing/2014/main" id="{D98C27F4-0D31-42B0-BE74-5B133FC2F7E7}"/>
                </a:ext>
              </a:extLst>
            </p:cNvPr>
            <p:cNvSpPr/>
            <p:nvPr/>
          </p:nvSpPr>
          <p:spPr>
            <a:xfrm rot="10800000">
              <a:off x="8962895" y="4587701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7" name="Isosceles Triangle 676">
              <a:extLst>
                <a:ext uri="{FF2B5EF4-FFF2-40B4-BE49-F238E27FC236}">
                  <a16:creationId xmlns:a16="http://schemas.microsoft.com/office/drawing/2014/main" id="{3CFEBDF1-0CB9-4B32-AE05-256226DDCAD3}"/>
                </a:ext>
              </a:extLst>
            </p:cNvPr>
            <p:cNvSpPr/>
            <p:nvPr/>
          </p:nvSpPr>
          <p:spPr>
            <a:xfrm rot="10800000">
              <a:off x="8370131" y="3558494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8" name="Isosceles Triangle 677">
              <a:extLst>
                <a:ext uri="{FF2B5EF4-FFF2-40B4-BE49-F238E27FC236}">
                  <a16:creationId xmlns:a16="http://schemas.microsoft.com/office/drawing/2014/main" id="{645AA4D8-5360-4FDF-B3B3-E7082E3E328F}"/>
                </a:ext>
              </a:extLst>
            </p:cNvPr>
            <p:cNvSpPr/>
            <p:nvPr/>
          </p:nvSpPr>
          <p:spPr>
            <a:xfrm rot="10800000">
              <a:off x="7184603" y="3558494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9" name="Isosceles Triangle 678">
              <a:extLst>
                <a:ext uri="{FF2B5EF4-FFF2-40B4-BE49-F238E27FC236}">
                  <a16:creationId xmlns:a16="http://schemas.microsoft.com/office/drawing/2014/main" id="{08738710-D9DC-45DC-B517-9CF5E36A4C07}"/>
                </a:ext>
              </a:extLst>
            </p:cNvPr>
            <p:cNvSpPr/>
            <p:nvPr/>
          </p:nvSpPr>
          <p:spPr>
            <a:xfrm rot="10800000">
              <a:off x="5999075" y="3558495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0" name="Isosceles Triangle 679">
              <a:extLst>
                <a:ext uri="{FF2B5EF4-FFF2-40B4-BE49-F238E27FC236}">
                  <a16:creationId xmlns:a16="http://schemas.microsoft.com/office/drawing/2014/main" id="{9765D7B3-9BA5-435B-B1F8-D01A05FD8D59}"/>
                </a:ext>
              </a:extLst>
            </p:cNvPr>
            <p:cNvSpPr/>
            <p:nvPr/>
          </p:nvSpPr>
          <p:spPr>
            <a:xfrm rot="10800000">
              <a:off x="10741187" y="3558494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1" name="Isosceles Triangle 680">
              <a:extLst>
                <a:ext uri="{FF2B5EF4-FFF2-40B4-BE49-F238E27FC236}">
                  <a16:creationId xmlns:a16="http://schemas.microsoft.com/office/drawing/2014/main" id="{D7513C2A-8253-4C2A-BC9F-ABF3FA3E58E0}"/>
                </a:ext>
              </a:extLst>
            </p:cNvPr>
            <p:cNvSpPr/>
            <p:nvPr/>
          </p:nvSpPr>
          <p:spPr>
            <a:xfrm rot="10800000">
              <a:off x="9555659" y="3558494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2" name="Isosceles Triangle 681">
              <a:extLst>
                <a:ext uri="{FF2B5EF4-FFF2-40B4-BE49-F238E27FC236}">
                  <a16:creationId xmlns:a16="http://schemas.microsoft.com/office/drawing/2014/main" id="{84D008A9-8A7B-4EE0-A081-3E81A21C8CC5}"/>
                </a:ext>
              </a:extLst>
            </p:cNvPr>
            <p:cNvSpPr/>
            <p:nvPr/>
          </p:nvSpPr>
          <p:spPr>
            <a:xfrm rot="10800000">
              <a:off x="4787226" y="3558494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3" name="Isosceles Triangle 682">
              <a:extLst>
                <a:ext uri="{FF2B5EF4-FFF2-40B4-BE49-F238E27FC236}">
                  <a16:creationId xmlns:a16="http://schemas.microsoft.com/office/drawing/2014/main" id="{40ED4303-838B-459B-836C-A6B3B9D075AE}"/>
                </a:ext>
              </a:extLst>
            </p:cNvPr>
            <p:cNvSpPr/>
            <p:nvPr/>
          </p:nvSpPr>
          <p:spPr>
            <a:xfrm>
              <a:off x="6591841" y="3558494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4" name="Isosceles Triangle 683">
              <a:extLst>
                <a:ext uri="{FF2B5EF4-FFF2-40B4-BE49-F238E27FC236}">
                  <a16:creationId xmlns:a16="http://schemas.microsoft.com/office/drawing/2014/main" id="{9DEDA8A5-FFF6-448F-865F-F5D4F85E760B}"/>
                </a:ext>
              </a:extLst>
            </p:cNvPr>
            <p:cNvSpPr/>
            <p:nvPr/>
          </p:nvSpPr>
          <p:spPr>
            <a:xfrm>
              <a:off x="7777367" y="3558494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5" name="Isosceles Triangle 684">
              <a:extLst>
                <a:ext uri="{FF2B5EF4-FFF2-40B4-BE49-F238E27FC236}">
                  <a16:creationId xmlns:a16="http://schemas.microsoft.com/office/drawing/2014/main" id="{2EBF81DC-1106-4456-A9BA-2BA38C5DC151}"/>
                </a:ext>
              </a:extLst>
            </p:cNvPr>
            <p:cNvSpPr/>
            <p:nvPr/>
          </p:nvSpPr>
          <p:spPr>
            <a:xfrm>
              <a:off x="8962896" y="3558494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6" name="Isosceles Triangle 685">
              <a:extLst>
                <a:ext uri="{FF2B5EF4-FFF2-40B4-BE49-F238E27FC236}">
                  <a16:creationId xmlns:a16="http://schemas.microsoft.com/office/drawing/2014/main" id="{DAACA4B8-4B1A-442B-BE7F-30F379C4D480}"/>
                </a:ext>
              </a:extLst>
            </p:cNvPr>
            <p:cNvSpPr/>
            <p:nvPr/>
          </p:nvSpPr>
          <p:spPr>
            <a:xfrm>
              <a:off x="5406312" y="3558494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7" name="Isosceles Triangle 686">
              <a:extLst>
                <a:ext uri="{FF2B5EF4-FFF2-40B4-BE49-F238E27FC236}">
                  <a16:creationId xmlns:a16="http://schemas.microsoft.com/office/drawing/2014/main" id="{BE62B091-4125-4F0B-934A-C6ED896869C3}"/>
                </a:ext>
              </a:extLst>
            </p:cNvPr>
            <p:cNvSpPr/>
            <p:nvPr/>
          </p:nvSpPr>
          <p:spPr>
            <a:xfrm>
              <a:off x="10174745" y="3558494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8" name="Isosceles Triangle 687">
              <a:extLst>
                <a:ext uri="{FF2B5EF4-FFF2-40B4-BE49-F238E27FC236}">
                  <a16:creationId xmlns:a16="http://schemas.microsoft.com/office/drawing/2014/main" id="{8E6230AE-F889-4CFB-AEA8-6B63D9EDE9C3}"/>
                </a:ext>
              </a:extLst>
            </p:cNvPr>
            <p:cNvSpPr/>
            <p:nvPr/>
          </p:nvSpPr>
          <p:spPr>
            <a:xfrm>
              <a:off x="5976520" y="4587700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9" name="Isosceles Triangle 688">
              <a:extLst>
                <a:ext uri="{FF2B5EF4-FFF2-40B4-BE49-F238E27FC236}">
                  <a16:creationId xmlns:a16="http://schemas.microsoft.com/office/drawing/2014/main" id="{A7DBE808-0B40-4274-967E-8D21E4B988C1}"/>
                </a:ext>
              </a:extLst>
            </p:cNvPr>
            <p:cNvSpPr/>
            <p:nvPr/>
          </p:nvSpPr>
          <p:spPr>
            <a:xfrm>
              <a:off x="7162047" y="4587700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90" name="Isosceles Triangle 689">
              <a:extLst>
                <a:ext uri="{FF2B5EF4-FFF2-40B4-BE49-F238E27FC236}">
                  <a16:creationId xmlns:a16="http://schemas.microsoft.com/office/drawing/2014/main" id="{4CE44E8E-DF64-4246-9A2F-712A3120B3CA}"/>
                </a:ext>
              </a:extLst>
            </p:cNvPr>
            <p:cNvSpPr/>
            <p:nvPr/>
          </p:nvSpPr>
          <p:spPr>
            <a:xfrm>
              <a:off x="8347575" y="4587700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91" name="Isosceles Triangle 690">
              <a:extLst>
                <a:ext uri="{FF2B5EF4-FFF2-40B4-BE49-F238E27FC236}">
                  <a16:creationId xmlns:a16="http://schemas.microsoft.com/office/drawing/2014/main" id="{4A28A723-D461-4529-9F3C-BAB902AB2562}"/>
                </a:ext>
              </a:extLst>
            </p:cNvPr>
            <p:cNvSpPr/>
            <p:nvPr/>
          </p:nvSpPr>
          <p:spPr>
            <a:xfrm>
              <a:off x="9559424" y="4587700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92" name="Isosceles Triangle 691">
              <a:extLst>
                <a:ext uri="{FF2B5EF4-FFF2-40B4-BE49-F238E27FC236}">
                  <a16:creationId xmlns:a16="http://schemas.microsoft.com/office/drawing/2014/main" id="{AF61F6EE-6E8F-4BB1-B55D-A9C0A948432F}"/>
                </a:ext>
              </a:extLst>
            </p:cNvPr>
            <p:cNvSpPr/>
            <p:nvPr/>
          </p:nvSpPr>
          <p:spPr>
            <a:xfrm rot="10800000">
              <a:off x="4171900" y="4587700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93" name="Isosceles Triangle 692">
              <a:extLst>
                <a:ext uri="{FF2B5EF4-FFF2-40B4-BE49-F238E27FC236}">
                  <a16:creationId xmlns:a16="http://schemas.microsoft.com/office/drawing/2014/main" id="{B6D4E996-AAB3-4E9D-9741-261A4ED0377C}"/>
                </a:ext>
              </a:extLst>
            </p:cNvPr>
            <p:cNvSpPr/>
            <p:nvPr/>
          </p:nvSpPr>
          <p:spPr>
            <a:xfrm rot="10800000">
              <a:off x="2986376" y="4587700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96" name="Isosceles Triangle 695">
              <a:extLst>
                <a:ext uri="{FF2B5EF4-FFF2-40B4-BE49-F238E27FC236}">
                  <a16:creationId xmlns:a16="http://schemas.microsoft.com/office/drawing/2014/main" id="{A0F912E3-3B21-429E-A695-01457F51025B}"/>
                </a:ext>
              </a:extLst>
            </p:cNvPr>
            <p:cNvSpPr/>
            <p:nvPr/>
          </p:nvSpPr>
          <p:spPr>
            <a:xfrm rot="10800000">
              <a:off x="3579140" y="3558494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97" name="Isosceles Triangle 696">
              <a:extLst>
                <a:ext uri="{FF2B5EF4-FFF2-40B4-BE49-F238E27FC236}">
                  <a16:creationId xmlns:a16="http://schemas.microsoft.com/office/drawing/2014/main" id="{DD1B397A-6A68-4E6E-A30D-E46C32E1ECEA}"/>
                </a:ext>
              </a:extLst>
            </p:cNvPr>
            <p:cNvSpPr/>
            <p:nvPr/>
          </p:nvSpPr>
          <p:spPr>
            <a:xfrm rot="10800000">
              <a:off x="2393613" y="3558495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01" name="Isosceles Triangle 700">
              <a:extLst>
                <a:ext uri="{FF2B5EF4-FFF2-40B4-BE49-F238E27FC236}">
                  <a16:creationId xmlns:a16="http://schemas.microsoft.com/office/drawing/2014/main" id="{63AB0BD4-35D1-4214-A303-3507C1B0BB0A}"/>
                </a:ext>
              </a:extLst>
            </p:cNvPr>
            <p:cNvSpPr/>
            <p:nvPr/>
          </p:nvSpPr>
          <p:spPr>
            <a:xfrm>
              <a:off x="2963820" y="3558494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02" name="Isosceles Triangle 701">
              <a:extLst>
                <a:ext uri="{FF2B5EF4-FFF2-40B4-BE49-F238E27FC236}">
                  <a16:creationId xmlns:a16="http://schemas.microsoft.com/office/drawing/2014/main" id="{27F11903-834A-497A-8882-682A3A72CA78}"/>
                </a:ext>
              </a:extLst>
            </p:cNvPr>
            <p:cNvSpPr/>
            <p:nvPr/>
          </p:nvSpPr>
          <p:spPr>
            <a:xfrm>
              <a:off x="4149348" y="3558494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04" name="Isosceles Triangle 703">
              <a:extLst>
                <a:ext uri="{FF2B5EF4-FFF2-40B4-BE49-F238E27FC236}">
                  <a16:creationId xmlns:a16="http://schemas.microsoft.com/office/drawing/2014/main" id="{C7CA2BBC-B9AE-44B6-BA9E-296F445CB3E5}"/>
                </a:ext>
              </a:extLst>
            </p:cNvPr>
            <p:cNvSpPr/>
            <p:nvPr/>
          </p:nvSpPr>
          <p:spPr>
            <a:xfrm>
              <a:off x="3556584" y="4587700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05" name="Isosceles Triangle 704">
              <a:extLst>
                <a:ext uri="{FF2B5EF4-FFF2-40B4-BE49-F238E27FC236}">
                  <a16:creationId xmlns:a16="http://schemas.microsoft.com/office/drawing/2014/main" id="{0594F926-A5F7-4C96-B3D6-33779D2607F6}"/>
                </a:ext>
              </a:extLst>
            </p:cNvPr>
            <p:cNvSpPr/>
            <p:nvPr/>
          </p:nvSpPr>
          <p:spPr>
            <a:xfrm>
              <a:off x="4742112" y="4587700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25" name="Isosceles Triangle 724">
              <a:extLst>
                <a:ext uri="{FF2B5EF4-FFF2-40B4-BE49-F238E27FC236}">
                  <a16:creationId xmlns:a16="http://schemas.microsoft.com/office/drawing/2014/main" id="{440A4E00-9B0F-4360-8E5B-3686EA9BB401}"/>
                </a:ext>
              </a:extLst>
            </p:cNvPr>
            <p:cNvSpPr/>
            <p:nvPr/>
          </p:nvSpPr>
          <p:spPr>
            <a:xfrm rot="10800000">
              <a:off x="7777367" y="6630509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26" name="Isosceles Triangle 725">
              <a:extLst>
                <a:ext uri="{FF2B5EF4-FFF2-40B4-BE49-F238E27FC236}">
                  <a16:creationId xmlns:a16="http://schemas.microsoft.com/office/drawing/2014/main" id="{D845F531-11AC-493F-A78A-CFD8886826FE}"/>
                </a:ext>
              </a:extLst>
            </p:cNvPr>
            <p:cNvSpPr/>
            <p:nvPr/>
          </p:nvSpPr>
          <p:spPr>
            <a:xfrm rot="10800000">
              <a:off x="6591839" y="6630510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27" name="Isosceles Triangle 726">
              <a:extLst>
                <a:ext uri="{FF2B5EF4-FFF2-40B4-BE49-F238E27FC236}">
                  <a16:creationId xmlns:a16="http://schemas.microsoft.com/office/drawing/2014/main" id="{CCA63720-36BB-4F22-998D-EB7A4158BDC2}"/>
                </a:ext>
              </a:extLst>
            </p:cNvPr>
            <p:cNvSpPr/>
            <p:nvPr/>
          </p:nvSpPr>
          <p:spPr>
            <a:xfrm rot="10800000">
              <a:off x="5406310" y="6630509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29" name="Isosceles Triangle 728">
              <a:extLst>
                <a:ext uri="{FF2B5EF4-FFF2-40B4-BE49-F238E27FC236}">
                  <a16:creationId xmlns:a16="http://schemas.microsoft.com/office/drawing/2014/main" id="{9C89A2D0-8190-44D8-86DE-49BC8D4773CF}"/>
                </a:ext>
              </a:extLst>
            </p:cNvPr>
            <p:cNvSpPr/>
            <p:nvPr/>
          </p:nvSpPr>
          <p:spPr>
            <a:xfrm rot="10800000">
              <a:off x="8962895" y="6630510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0" name="Isosceles Triangle 729">
              <a:extLst>
                <a:ext uri="{FF2B5EF4-FFF2-40B4-BE49-F238E27FC236}">
                  <a16:creationId xmlns:a16="http://schemas.microsoft.com/office/drawing/2014/main" id="{BBADE982-CFA3-4ED4-AC77-114907F67559}"/>
                </a:ext>
              </a:extLst>
            </p:cNvPr>
            <p:cNvSpPr/>
            <p:nvPr/>
          </p:nvSpPr>
          <p:spPr>
            <a:xfrm rot="10800000">
              <a:off x="8370131" y="5601303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1" name="Isosceles Triangle 730">
              <a:extLst>
                <a:ext uri="{FF2B5EF4-FFF2-40B4-BE49-F238E27FC236}">
                  <a16:creationId xmlns:a16="http://schemas.microsoft.com/office/drawing/2014/main" id="{30EDD7B8-9FC0-4E09-AA89-4B4B87FDA8AD}"/>
                </a:ext>
              </a:extLst>
            </p:cNvPr>
            <p:cNvSpPr/>
            <p:nvPr/>
          </p:nvSpPr>
          <p:spPr>
            <a:xfrm rot="10800000">
              <a:off x="7184603" y="5601303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2" name="Isosceles Triangle 731">
              <a:extLst>
                <a:ext uri="{FF2B5EF4-FFF2-40B4-BE49-F238E27FC236}">
                  <a16:creationId xmlns:a16="http://schemas.microsoft.com/office/drawing/2014/main" id="{2C1B03B2-0A64-49F6-9A7D-B731F2336028}"/>
                </a:ext>
              </a:extLst>
            </p:cNvPr>
            <p:cNvSpPr/>
            <p:nvPr/>
          </p:nvSpPr>
          <p:spPr>
            <a:xfrm rot="10800000">
              <a:off x="5999075" y="5601304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4" name="Isosceles Triangle 733">
              <a:extLst>
                <a:ext uri="{FF2B5EF4-FFF2-40B4-BE49-F238E27FC236}">
                  <a16:creationId xmlns:a16="http://schemas.microsoft.com/office/drawing/2014/main" id="{8CFCFAFB-B785-4A19-A28E-B58DF66A4ABC}"/>
                </a:ext>
              </a:extLst>
            </p:cNvPr>
            <p:cNvSpPr/>
            <p:nvPr/>
          </p:nvSpPr>
          <p:spPr>
            <a:xfrm rot="10800000">
              <a:off x="9555659" y="5601303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5" name="Isosceles Triangle 734">
              <a:extLst>
                <a:ext uri="{FF2B5EF4-FFF2-40B4-BE49-F238E27FC236}">
                  <a16:creationId xmlns:a16="http://schemas.microsoft.com/office/drawing/2014/main" id="{0F7ACA3F-7E06-43AC-84E3-DEF6B80A6092}"/>
                </a:ext>
              </a:extLst>
            </p:cNvPr>
            <p:cNvSpPr/>
            <p:nvPr/>
          </p:nvSpPr>
          <p:spPr>
            <a:xfrm rot="10800000">
              <a:off x="4787226" y="5601303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6" name="Isosceles Triangle 735">
              <a:extLst>
                <a:ext uri="{FF2B5EF4-FFF2-40B4-BE49-F238E27FC236}">
                  <a16:creationId xmlns:a16="http://schemas.microsoft.com/office/drawing/2014/main" id="{D37D3AE7-61B6-40ED-854A-3FE8449772D4}"/>
                </a:ext>
              </a:extLst>
            </p:cNvPr>
            <p:cNvSpPr/>
            <p:nvPr/>
          </p:nvSpPr>
          <p:spPr>
            <a:xfrm>
              <a:off x="6591841" y="5601303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7" name="Isosceles Triangle 736">
              <a:extLst>
                <a:ext uri="{FF2B5EF4-FFF2-40B4-BE49-F238E27FC236}">
                  <a16:creationId xmlns:a16="http://schemas.microsoft.com/office/drawing/2014/main" id="{F7D25AF9-5B49-4B9D-84E2-5D7A4AC60222}"/>
                </a:ext>
              </a:extLst>
            </p:cNvPr>
            <p:cNvSpPr/>
            <p:nvPr/>
          </p:nvSpPr>
          <p:spPr>
            <a:xfrm>
              <a:off x="7777367" y="5601303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8" name="Isosceles Triangle 737">
              <a:extLst>
                <a:ext uri="{FF2B5EF4-FFF2-40B4-BE49-F238E27FC236}">
                  <a16:creationId xmlns:a16="http://schemas.microsoft.com/office/drawing/2014/main" id="{F726520F-1593-4E52-9548-F77671F6B724}"/>
                </a:ext>
              </a:extLst>
            </p:cNvPr>
            <p:cNvSpPr/>
            <p:nvPr/>
          </p:nvSpPr>
          <p:spPr>
            <a:xfrm>
              <a:off x="8962896" y="5601303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9" name="Isosceles Triangle 738">
              <a:extLst>
                <a:ext uri="{FF2B5EF4-FFF2-40B4-BE49-F238E27FC236}">
                  <a16:creationId xmlns:a16="http://schemas.microsoft.com/office/drawing/2014/main" id="{581CDEE2-5F66-41A4-A055-B742C8AEF896}"/>
                </a:ext>
              </a:extLst>
            </p:cNvPr>
            <p:cNvSpPr/>
            <p:nvPr/>
          </p:nvSpPr>
          <p:spPr>
            <a:xfrm>
              <a:off x="5406312" y="5601303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1" name="Isosceles Triangle 740">
              <a:extLst>
                <a:ext uri="{FF2B5EF4-FFF2-40B4-BE49-F238E27FC236}">
                  <a16:creationId xmlns:a16="http://schemas.microsoft.com/office/drawing/2014/main" id="{662924AA-8773-41BA-978C-F6A793C79DA7}"/>
                </a:ext>
              </a:extLst>
            </p:cNvPr>
            <p:cNvSpPr/>
            <p:nvPr/>
          </p:nvSpPr>
          <p:spPr>
            <a:xfrm>
              <a:off x="5976520" y="6630509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2" name="Isosceles Triangle 741">
              <a:extLst>
                <a:ext uri="{FF2B5EF4-FFF2-40B4-BE49-F238E27FC236}">
                  <a16:creationId xmlns:a16="http://schemas.microsoft.com/office/drawing/2014/main" id="{B44A6B69-0A5E-4F8A-B36F-60AB631FF876}"/>
                </a:ext>
              </a:extLst>
            </p:cNvPr>
            <p:cNvSpPr/>
            <p:nvPr/>
          </p:nvSpPr>
          <p:spPr>
            <a:xfrm>
              <a:off x="7162047" y="6630509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3" name="Isosceles Triangle 742">
              <a:extLst>
                <a:ext uri="{FF2B5EF4-FFF2-40B4-BE49-F238E27FC236}">
                  <a16:creationId xmlns:a16="http://schemas.microsoft.com/office/drawing/2014/main" id="{D80790FB-660E-491A-971E-0459232B61A0}"/>
                </a:ext>
              </a:extLst>
            </p:cNvPr>
            <p:cNvSpPr/>
            <p:nvPr/>
          </p:nvSpPr>
          <p:spPr>
            <a:xfrm>
              <a:off x="8347575" y="6630509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5" name="Isosceles Triangle 744">
              <a:extLst>
                <a:ext uri="{FF2B5EF4-FFF2-40B4-BE49-F238E27FC236}">
                  <a16:creationId xmlns:a16="http://schemas.microsoft.com/office/drawing/2014/main" id="{A38D4BD8-62C6-4CC2-BE3D-F1C038F661A2}"/>
                </a:ext>
              </a:extLst>
            </p:cNvPr>
            <p:cNvSpPr/>
            <p:nvPr/>
          </p:nvSpPr>
          <p:spPr>
            <a:xfrm rot="10800000">
              <a:off x="4171900" y="6630509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9" name="Isosceles Triangle 748">
              <a:extLst>
                <a:ext uri="{FF2B5EF4-FFF2-40B4-BE49-F238E27FC236}">
                  <a16:creationId xmlns:a16="http://schemas.microsoft.com/office/drawing/2014/main" id="{422A6D13-082F-4E55-80B9-D5B47A8F1012}"/>
                </a:ext>
              </a:extLst>
            </p:cNvPr>
            <p:cNvSpPr/>
            <p:nvPr/>
          </p:nvSpPr>
          <p:spPr>
            <a:xfrm rot="10800000">
              <a:off x="3579140" y="5601303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55" name="Isosceles Triangle 754">
              <a:extLst>
                <a:ext uri="{FF2B5EF4-FFF2-40B4-BE49-F238E27FC236}">
                  <a16:creationId xmlns:a16="http://schemas.microsoft.com/office/drawing/2014/main" id="{59D3F7A7-4493-41B2-964F-A5338263E524}"/>
                </a:ext>
              </a:extLst>
            </p:cNvPr>
            <p:cNvSpPr/>
            <p:nvPr/>
          </p:nvSpPr>
          <p:spPr>
            <a:xfrm>
              <a:off x="4149348" y="5601303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58" name="Isosceles Triangle 757">
              <a:extLst>
                <a:ext uri="{FF2B5EF4-FFF2-40B4-BE49-F238E27FC236}">
                  <a16:creationId xmlns:a16="http://schemas.microsoft.com/office/drawing/2014/main" id="{FC4379E9-97B8-4EB5-A567-F13B4543F319}"/>
                </a:ext>
              </a:extLst>
            </p:cNvPr>
            <p:cNvSpPr/>
            <p:nvPr/>
          </p:nvSpPr>
          <p:spPr>
            <a:xfrm>
              <a:off x="4742112" y="6630509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cxnSp>
          <p:nvCxnSpPr>
            <p:cNvPr id="777" name="Straight Connector 776">
              <a:extLst>
                <a:ext uri="{FF2B5EF4-FFF2-40B4-BE49-F238E27FC236}">
                  <a16:creationId xmlns:a16="http://schemas.microsoft.com/office/drawing/2014/main" id="{C39FC8DA-DA5E-4ECD-AF41-BF679BA7D67B}"/>
                </a:ext>
              </a:extLst>
            </p:cNvPr>
            <p:cNvCxnSpPr>
              <a:cxnSpLocks/>
              <a:endCxn id="650" idx="2"/>
            </p:cNvCxnSpPr>
            <p:nvPr/>
          </p:nvCxnSpPr>
          <p:spPr>
            <a:xfrm flipH="1">
              <a:off x="2371056" y="-566033"/>
              <a:ext cx="2416170" cy="413293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8" name="Straight Connector 777">
              <a:extLst>
                <a:ext uri="{FF2B5EF4-FFF2-40B4-BE49-F238E27FC236}">
                  <a16:creationId xmlns:a16="http://schemas.microsoft.com/office/drawing/2014/main" id="{28A4ACB7-0FE0-4985-AAF5-CAD0A087A3D6}"/>
                </a:ext>
              </a:extLst>
            </p:cNvPr>
            <p:cNvCxnSpPr>
              <a:cxnSpLocks/>
              <a:stCxn id="697" idx="4"/>
              <a:endCxn id="758" idx="2"/>
            </p:cNvCxnSpPr>
            <p:nvPr/>
          </p:nvCxnSpPr>
          <p:spPr>
            <a:xfrm>
              <a:off x="2393613" y="3558495"/>
              <a:ext cx="2348499" cy="409402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9" name="Straight Connector 778">
              <a:extLst>
                <a:ext uri="{FF2B5EF4-FFF2-40B4-BE49-F238E27FC236}">
                  <a16:creationId xmlns:a16="http://schemas.microsoft.com/office/drawing/2014/main" id="{28FE4F68-E1FC-4434-A9CC-434F9C8D29D6}"/>
                </a:ext>
              </a:extLst>
            </p:cNvPr>
            <p:cNvCxnSpPr>
              <a:cxnSpLocks/>
              <a:endCxn id="758" idx="2"/>
            </p:cNvCxnSpPr>
            <p:nvPr/>
          </p:nvCxnSpPr>
          <p:spPr>
            <a:xfrm flipH="1">
              <a:off x="4742112" y="7636912"/>
              <a:ext cx="4750277" cy="15604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0" name="Straight Connector 779">
              <a:extLst>
                <a:ext uri="{FF2B5EF4-FFF2-40B4-BE49-F238E27FC236}">
                  <a16:creationId xmlns:a16="http://schemas.microsoft.com/office/drawing/2014/main" id="{965682F3-CBEF-4AF7-B59D-20F25FA1AF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59424" y="3558494"/>
              <a:ext cx="2430560" cy="409402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1" name="Straight Connector 780">
              <a:extLst>
                <a:ext uri="{FF2B5EF4-FFF2-40B4-BE49-F238E27FC236}">
                  <a16:creationId xmlns:a16="http://schemas.microsoft.com/office/drawing/2014/main" id="{A2ABE4E8-1E59-45FE-9070-E9C0E722B1B7}"/>
                </a:ext>
              </a:extLst>
            </p:cNvPr>
            <p:cNvCxnSpPr>
              <a:cxnSpLocks/>
              <a:endCxn id="190" idx="0"/>
            </p:cNvCxnSpPr>
            <p:nvPr/>
          </p:nvCxnSpPr>
          <p:spPr>
            <a:xfrm flipH="1" flipV="1">
              <a:off x="9555660" y="-566033"/>
              <a:ext cx="2430558" cy="4132934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55272FEC-5B3C-466C-85F2-136548A7D9BA}"/>
              </a:ext>
            </a:extLst>
          </p:cNvPr>
          <p:cNvGrpSpPr/>
          <p:nvPr/>
        </p:nvGrpSpPr>
        <p:grpSpPr>
          <a:xfrm>
            <a:off x="2686118" y="-501158"/>
            <a:ext cx="7783130" cy="7875567"/>
            <a:chOff x="2686118" y="-501158"/>
            <a:chExt cx="7783130" cy="7875567"/>
          </a:xfrm>
        </p:grpSpPr>
        <p:grpSp>
          <p:nvGrpSpPr>
            <p:cNvPr id="1065" name="Group 1064">
              <a:extLst>
                <a:ext uri="{FF2B5EF4-FFF2-40B4-BE49-F238E27FC236}">
                  <a16:creationId xmlns:a16="http://schemas.microsoft.com/office/drawing/2014/main" id="{7C62C3BE-3815-4986-97E2-F187F809C90D}"/>
                </a:ext>
              </a:extLst>
            </p:cNvPr>
            <p:cNvGrpSpPr/>
            <p:nvPr/>
          </p:nvGrpSpPr>
          <p:grpSpPr>
            <a:xfrm rot="10800000">
              <a:off x="2686118" y="-501158"/>
              <a:ext cx="7164632" cy="3835707"/>
              <a:chOff x="3359246" y="4160138"/>
              <a:chExt cx="7164632" cy="3835707"/>
            </a:xfrm>
          </p:grpSpPr>
          <p:sp>
            <p:nvSpPr>
              <p:cNvPr id="1066" name="Star: 5 Points 1065">
                <a:extLst>
                  <a:ext uri="{FF2B5EF4-FFF2-40B4-BE49-F238E27FC236}">
                    <a16:creationId xmlns:a16="http://schemas.microsoft.com/office/drawing/2014/main" id="{1EAAD3FE-F8FA-45A2-B6DA-4B13DE186DCE}"/>
                  </a:ext>
                </a:extLst>
              </p:cNvPr>
              <p:cNvSpPr/>
              <p:nvPr/>
            </p:nvSpPr>
            <p:spPr>
              <a:xfrm>
                <a:off x="7663622" y="4543052"/>
                <a:ext cx="475397" cy="475397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7" name="Star: 5 Points 1066">
                <a:extLst>
                  <a:ext uri="{FF2B5EF4-FFF2-40B4-BE49-F238E27FC236}">
                    <a16:creationId xmlns:a16="http://schemas.microsoft.com/office/drawing/2014/main" id="{9AA24594-02C4-463B-B636-4E91B8263A26}"/>
                  </a:ext>
                </a:extLst>
              </p:cNvPr>
              <p:cNvSpPr/>
              <p:nvPr/>
            </p:nvSpPr>
            <p:spPr>
              <a:xfrm>
                <a:off x="3359246" y="4160138"/>
                <a:ext cx="475397" cy="475397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8" name="Star: 5 Points 1067">
                <a:extLst>
                  <a:ext uri="{FF2B5EF4-FFF2-40B4-BE49-F238E27FC236}">
                    <a16:creationId xmlns:a16="http://schemas.microsoft.com/office/drawing/2014/main" id="{33D8E09E-D7C1-4F49-91C1-85AA55A31043}"/>
                  </a:ext>
                </a:extLst>
              </p:cNvPr>
              <p:cNvSpPr/>
              <p:nvPr/>
            </p:nvSpPr>
            <p:spPr>
              <a:xfrm>
                <a:off x="10048481" y="5203216"/>
                <a:ext cx="475397" cy="475397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9" name="Star: 5 Points 1068">
                <a:extLst>
                  <a:ext uri="{FF2B5EF4-FFF2-40B4-BE49-F238E27FC236}">
                    <a16:creationId xmlns:a16="http://schemas.microsoft.com/office/drawing/2014/main" id="{7F2DEC52-9BB4-44B9-80E8-AF75117F1BDF}"/>
                  </a:ext>
                </a:extLst>
              </p:cNvPr>
              <p:cNvSpPr/>
              <p:nvPr/>
            </p:nvSpPr>
            <p:spPr>
              <a:xfrm>
                <a:off x="5143256" y="5160031"/>
                <a:ext cx="475397" cy="475397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0" name="Star: 5 Points 1069">
                <a:extLst>
                  <a:ext uri="{FF2B5EF4-FFF2-40B4-BE49-F238E27FC236}">
                    <a16:creationId xmlns:a16="http://schemas.microsoft.com/office/drawing/2014/main" id="{44E3B05F-0EC1-4516-BDAB-FBC02AFE083F}"/>
                  </a:ext>
                </a:extLst>
              </p:cNvPr>
              <p:cNvSpPr/>
              <p:nvPr/>
            </p:nvSpPr>
            <p:spPr>
              <a:xfrm>
                <a:off x="6997261" y="7520448"/>
                <a:ext cx="475397" cy="475397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1" name="Star: 5 Points 1070">
                <a:extLst>
                  <a:ext uri="{FF2B5EF4-FFF2-40B4-BE49-F238E27FC236}">
                    <a16:creationId xmlns:a16="http://schemas.microsoft.com/office/drawing/2014/main" id="{563B26F7-975C-45D5-9ECF-88123DFC24B1}"/>
                  </a:ext>
                </a:extLst>
              </p:cNvPr>
              <p:cNvSpPr/>
              <p:nvPr/>
            </p:nvSpPr>
            <p:spPr>
              <a:xfrm>
                <a:off x="3398569" y="6242518"/>
                <a:ext cx="475397" cy="475397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2" name="Star: 5 Points 1071">
                <a:extLst>
                  <a:ext uri="{FF2B5EF4-FFF2-40B4-BE49-F238E27FC236}">
                    <a16:creationId xmlns:a16="http://schemas.microsoft.com/office/drawing/2014/main" id="{828EAF06-C73B-427D-B6CE-982E6ECE024C}"/>
                  </a:ext>
                </a:extLst>
              </p:cNvPr>
              <p:cNvSpPr/>
              <p:nvPr/>
            </p:nvSpPr>
            <p:spPr>
              <a:xfrm>
                <a:off x="8910067" y="6560320"/>
                <a:ext cx="475397" cy="475397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3" name="Star: 5 Points 1072">
                <a:extLst>
                  <a:ext uri="{FF2B5EF4-FFF2-40B4-BE49-F238E27FC236}">
                    <a16:creationId xmlns:a16="http://schemas.microsoft.com/office/drawing/2014/main" id="{5F1D3F90-5E38-4D48-9E61-951A9891634C}"/>
                  </a:ext>
                </a:extLst>
              </p:cNvPr>
              <p:cNvSpPr/>
              <p:nvPr/>
            </p:nvSpPr>
            <p:spPr>
              <a:xfrm>
                <a:off x="4505513" y="7520448"/>
                <a:ext cx="475397" cy="475397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074" name="Group 1073">
              <a:extLst>
                <a:ext uri="{FF2B5EF4-FFF2-40B4-BE49-F238E27FC236}">
                  <a16:creationId xmlns:a16="http://schemas.microsoft.com/office/drawing/2014/main" id="{2E0843D4-F548-439F-816C-BD5267176ABA}"/>
                </a:ext>
              </a:extLst>
            </p:cNvPr>
            <p:cNvGrpSpPr/>
            <p:nvPr/>
          </p:nvGrpSpPr>
          <p:grpSpPr>
            <a:xfrm>
              <a:off x="3304616" y="3538702"/>
              <a:ext cx="7164632" cy="3835707"/>
              <a:chOff x="3359246" y="4160138"/>
              <a:chExt cx="7164632" cy="3835707"/>
            </a:xfrm>
          </p:grpSpPr>
          <p:sp>
            <p:nvSpPr>
              <p:cNvPr id="1075" name="Star: 5 Points 1074">
                <a:extLst>
                  <a:ext uri="{FF2B5EF4-FFF2-40B4-BE49-F238E27FC236}">
                    <a16:creationId xmlns:a16="http://schemas.microsoft.com/office/drawing/2014/main" id="{8081729C-9CA0-4E5C-AB39-BB1ECBC2BF02}"/>
                  </a:ext>
                </a:extLst>
              </p:cNvPr>
              <p:cNvSpPr/>
              <p:nvPr/>
            </p:nvSpPr>
            <p:spPr>
              <a:xfrm>
                <a:off x="7663622" y="4543052"/>
                <a:ext cx="475397" cy="475397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6" name="Star: 5 Points 1075">
                <a:extLst>
                  <a:ext uri="{FF2B5EF4-FFF2-40B4-BE49-F238E27FC236}">
                    <a16:creationId xmlns:a16="http://schemas.microsoft.com/office/drawing/2014/main" id="{911F2023-95F9-4DD0-BDFB-557BE72DAC49}"/>
                  </a:ext>
                </a:extLst>
              </p:cNvPr>
              <p:cNvSpPr/>
              <p:nvPr/>
            </p:nvSpPr>
            <p:spPr>
              <a:xfrm>
                <a:off x="3359246" y="4160138"/>
                <a:ext cx="475397" cy="475397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7" name="Star: 5 Points 1076">
                <a:extLst>
                  <a:ext uri="{FF2B5EF4-FFF2-40B4-BE49-F238E27FC236}">
                    <a16:creationId xmlns:a16="http://schemas.microsoft.com/office/drawing/2014/main" id="{82588340-70DF-441E-9A3C-F98B0BD13103}"/>
                  </a:ext>
                </a:extLst>
              </p:cNvPr>
              <p:cNvSpPr/>
              <p:nvPr/>
            </p:nvSpPr>
            <p:spPr>
              <a:xfrm>
                <a:off x="10048481" y="5203216"/>
                <a:ext cx="475397" cy="475397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8" name="Star: 5 Points 1077">
                <a:extLst>
                  <a:ext uri="{FF2B5EF4-FFF2-40B4-BE49-F238E27FC236}">
                    <a16:creationId xmlns:a16="http://schemas.microsoft.com/office/drawing/2014/main" id="{11142317-35FE-458C-8240-8088F239910A}"/>
                  </a:ext>
                </a:extLst>
              </p:cNvPr>
              <p:cNvSpPr/>
              <p:nvPr/>
            </p:nvSpPr>
            <p:spPr>
              <a:xfrm>
                <a:off x="5143256" y="5160031"/>
                <a:ext cx="475397" cy="475397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9" name="Star: 5 Points 1078">
                <a:extLst>
                  <a:ext uri="{FF2B5EF4-FFF2-40B4-BE49-F238E27FC236}">
                    <a16:creationId xmlns:a16="http://schemas.microsoft.com/office/drawing/2014/main" id="{37B8667F-4F18-46ED-A198-351BC962F833}"/>
                  </a:ext>
                </a:extLst>
              </p:cNvPr>
              <p:cNvSpPr/>
              <p:nvPr/>
            </p:nvSpPr>
            <p:spPr>
              <a:xfrm>
                <a:off x="6997261" y="7520448"/>
                <a:ext cx="475397" cy="475397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0" name="Star: 5 Points 1079">
                <a:extLst>
                  <a:ext uri="{FF2B5EF4-FFF2-40B4-BE49-F238E27FC236}">
                    <a16:creationId xmlns:a16="http://schemas.microsoft.com/office/drawing/2014/main" id="{94D441CC-10ED-4BB1-9C8F-79267FE5BCFF}"/>
                  </a:ext>
                </a:extLst>
              </p:cNvPr>
              <p:cNvSpPr/>
              <p:nvPr/>
            </p:nvSpPr>
            <p:spPr>
              <a:xfrm>
                <a:off x="3398569" y="6242518"/>
                <a:ext cx="475397" cy="475397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1" name="Star: 5 Points 1080">
                <a:extLst>
                  <a:ext uri="{FF2B5EF4-FFF2-40B4-BE49-F238E27FC236}">
                    <a16:creationId xmlns:a16="http://schemas.microsoft.com/office/drawing/2014/main" id="{188D4FD9-23E9-4BD6-B190-2B0A8DA688AA}"/>
                  </a:ext>
                </a:extLst>
              </p:cNvPr>
              <p:cNvSpPr/>
              <p:nvPr/>
            </p:nvSpPr>
            <p:spPr>
              <a:xfrm>
                <a:off x="8910067" y="6560320"/>
                <a:ext cx="475397" cy="475397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2" name="Star: 5 Points 1081">
                <a:extLst>
                  <a:ext uri="{FF2B5EF4-FFF2-40B4-BE49-F238E27FC236}">
                    <a16:creationId xmlns:a16="http://schemas.microsoft.com/office/drawing/2014/main" id="{2E25C552-01C4-418C-9378-F2CA6E4E4ABF}"/>
                  </a:ext>
                </a:extLst>
              </p:cNvPr>
              <p:cNvSpPr/>
              <p:nvPr/>
            </p:nvSpPr>
            <p:spPr>
              <a:xfrm>
                <a:off x="4505513" y="7520448"/>
                <a:ext cx="475397" cy="475397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</p:grpSp>
      <p:cxnSp>
        <p:nvCxnSpPr>
          <p:cNvPr id="1084" name="Straight Connector 1083">
            <a:extLst>
              <a:ext uri="{FF2B5EF4-FFF2-40B4-BE49-F238E27FC236}">
                <a16:creationId xmlns:a16="http://schemas.microsoft.com/office/drawing/2014/main" id="{C482CA7C-D9A4-4C93-8003-1AFA48E99E1A}"/>
              </a:ext>
            </a:extLst>
          </p:cNvPr>
          <p:cNvCxnSpPr>
            <a:cxnSpLocks/>
            <a:endCxn id="681" idx="4"/>
          </p:cNvCxnSpPr>
          <p:nvPr/>
        </p:nvCxnSpPr>
        <p:spPr>
          <a:xfrm flipH="1">
            <a:off x="8933089" y="3429000"/>
            <a:ext cx="2453116" cy="1525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5" name="Straight Connector 1084">
            <a:extLst>
              <a:ext uri="{FF2B5EF4-FFF2-40B4-BE49-F238E27FC236}">
                <a16:creationId xmlns:a16="http://schemas.microsoft.com/office/drawing/2014/main" id="{39D9BEF3-7E2A-4600-8F51-F17914CD595E}"/>
              </a:ext>
            </a:extLst>
          </p:cNvPr>
          <p:cNvCxnSpPr>
            <a:cxnSpLocks/>
            <a:stCxn id="737" idx="0"/>
            <a:endCxn id="638" idx="2"/>
          </p:cNvCxnSpPr>
          <p:nvPr/>
        </p:nvCxnSpPr>
        <p:spPr>
          <a:xfrm flipV="1">
            <a:off x="7747561" y="3452657"/>
            <a:ext cx="1189293" cy="203440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6" name="Straight Connector 1085">
            <a:extLst>
              <a:ext uri="{FF2B5EF4-FFF2-40B4-BE49-F238E27FC236}">
                <a16:creationId xmlns:a16="http://schemas.microsoft.com/office/drawing/2014/main" id="{F8380393-48D9-4EF6-94D9-A9577DBEA0C6}"/>
              </a:ext>
            </a:extLst>
          </p:cNvPr>
          <p:cNvCxnSpPr>
            <a:cxnSpLocks/>
            <a:stCxn id="690" idx="2"/>
            <a:endCxn id="732" idx="4"/>
          </p:cNvCxnSpPr>
          <p:nvPr/>
        </p:nvCxnSpPr>
        <p:spPr>
          <a:xfrm flipH="1" flipV="1">
            <a:off x="5376505" y="5487062"/>
            <a:ext cx="2348500" cy="840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7" name="Straight Connector 1086">
            <a:extLst>
              <a:ext uri="{FF2B5EF4-FFF2-40B4-BE49-F238E27FC236}">
                <a16:creationId xmlns:a16="http://schemas.microsoft.com/office/drawing/2014/main" id="{6A75D61F-3ADA-432D-A090-AA00D3FFDB1A}"/>
              </a:ext>
            </a:extLst>
          </p:cNvPr>
          <p:cNvCxnSpPr>
            <a:cxnSpLocks/>
            <a:stCxn id="682" idx="4"/>
            <a:endCxn id="697" idx="4"/>
          </p:cNvCxnSpPr>
          <p:nvPr/>
        </p:nvCxnSpPr>
        <p:spPr>
          <a:xfrm flipH="1">
            <a:off x="1771043" y="3444252"/>
            <a:ext cx="2393613" cy="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8" name="Straight Connector 1087">
            <a:extLst>
              <a:ext uri="{FF2B5EF4-FFF2-40B4-BE49-F238E27FC236}">
                <a16:creationId xmlns:a16="http://schemas.microsoft.com/office/drawing/2014/main" id="{4C9F9D91-9C76-4D6B-B078-3E3E2B78BFAB}"/>
              </a:ext>
            </a:extLst>
          </p:cNvPr>
          <p:cNvCxnSpPr>
            <a:cxnSpLocks/>
            <a:stCxn id="735" idx="2"/>
            <a:endCxn id="682" idx="4"/>
          </p:cNvCxnSpPr>
          <p:nvPr/>
        </p:nvCxnSpPr>
        <p:spPr>
          <a:xfrm flipH="1" flipV="1">
            <a:off x="4164656" y="3444252"/>
            <a:ext cx="1185528" cy="204280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9" name="Straight Connector 1088">
            <a:extLst>
              <a:ext uri="{FF2B5EF4-FFF2-40B4-BE49-F238E27FC236}">
                <a16:creationId xmlns:a16="http://schemas.microsoft.com/office/drawing/2014/main" id="{7AC4D28C-A9E4-4C96-A2B6-314358A6C7E3}"/>
              </a:ext>
            </a:extLst>
          </p:cNvPr>
          <p:cNvCxnSpPr>
            <a:cxnSpLocks/>
            <a:endCxn id="737" idx="0"/>
          </p:cNvCxnSpPr>
          <p:nvPr/>
        </p:nvCxnSpPr>
        <p:spPr>
          <a:xfrm flipH="1" flipV="1">
            <a:off x="7747561" y="5487061"/>
            <a:ext cx="633794" cy="102920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0" name="Straight Connector 1089">
            <a:extLst>
              <a:ext uri="{FF2B5EF4-FFF2-40B4-BE49-F238E27FC236}">
                <a16:creationId xmlns:a16="http://schemas.microsoft.com/office/drawing/2014/main" id="{8EC6DEE3-17A9-45A1-A343-869576D6F4E7}"/>
              </a:ext>
            </a:extLst>
          </p:cNvPr>
          <p:cNvCxnSpPr>
            <a:cxnSpLocks/>
            <a:stCxn id="739" idx="0"/>
            <a:endCxn id="758" idx="0"/>
          </p:cNvCxnSpPr>
          <p:nvPr/>
        </p:nvCxnSpPr>
        <p:spPr>
          <a:xfrm flipH="1">
            <a:off x="4712306" y="5487061"/>
            <a:ext cx="664200" cy="102920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1" name="Straight Connector 1090">
            <a:extLst>
              <a:ext uri="{FF2B5EF4-FFF2-40B4-BE49-F238E27FC236}">
                <a16:creationId xmlns:a16="http://schemas.microsoft.com/office/drawing/2014/main" id="{939411D6-4968-4BB6-B32C-BE038BF19BAD}"/>
              </a:ext>
            </a:extLst>
          </p:cNvPr>
          <p:cNvCxnSpPr>
            <a:cxnSpLocks/>
            <a:stCxn id="631" idx="0"/>
            <a:endCxn id="637" idx="4"/>
          </p:cNvCxnSpPr>
          <p:nvPr/>
        </p:nvCxnSpPr>
        <p:spPr>
          <a:xfrm>
            <a:off x="7747561" y="1401444"/>
            <a:ext cx="1162972" cy="205121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2" name="Straight Connector 1091">
            <a:extLst>
              <a:ext uri="{FF2B5EF4-FFF2-40B4-BE49-F238E27FC236}">
                <a16:creationId xmlns:a16="http://schemas.microsoft.com/office/drawing/2014/main" id="{9F475EE3-CFB4-4028-BEF6-0D7386D9DA71}"/>
              </a:ext>
            </a:extLst>
          </p:cNvPr>
          <p:cNvCxnSpPr>
            <a:cxnSpLocks/>
            <a:stCxn id="631" idx="0"/>
            <a:endCxn id="633" idx="0"/>
          </p:cNvCxnSpPr>
          <p:nvPr/>
        </p:nvCxnSpPr>
        <p:spPr>
          <a:xfrm flipH="1">
            <a:off x="5376506" y="1401444"/>
            <a:ext cx="237105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3" name="Straight Connector 1092">
            <a:extLst>
              <a:ext uri="{FF2B5EF4-FFF2-40B4-BE49-F238E27FC236}">
                <a16:creationId xmlns:a16="http://schemas.microsoft.com/office/drawing/2014/main" id="{244B844A-83EC-45D7-92A4-A88CC4050F6C}"/>
              </a:ext>
            </a:extLst>
          </p:cNvPr>
          <p:cNvCxnSpPr>
            <a:cxnSpLocks/>
            <a:stCxn id="336" idx="0"/>
            <a:endCxn id="633" idx="0"/>
          </p:cNvCxnSpPr>
          <p:nvPr/>
        </p:nvCxnSpPr>
        <p:spPr>
          <a:xfrm>
            <a:off x="4119542" y="-680275"/>
            <a:ext cx="1256964" cy="208171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4" name="Straight Connector 1093">
            <a:extLst>
              <a:ext uri="{FF2B5EF4-FFF2-40B4-BE49-F238E27FC236}">
                <a16:creationId xmlns:a16="http://schemas.microsoft.com/office/drawing/2014/main" id="{6306D431-5FA2-4BE0-BBFA-A7A7C77D13C8}"/>
              </a:ext>
            </a:extLst>
          </p:cNvPr>
          <p:cNvCxnSpPr>
            <a:cxnSpLocks/>
            <a:stCxn id="633" idx="0"/>
            <a:endCxn id="652" idx="2"/>
          </p:cNvCxnSpPr>
          <p:nvPr/>
        </p:nvCxnSpPr>
        <p:spPr>
          <a:xfrm flipH="1">
            <a:off x="4119542" y="1401444"/>
            <a:ext cx="1256964" cy="205121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5" name="Straight Connector 1094">
            <a:extLst>
              <a:ext uri="{FF2B5EF4-FFF2-40B4-BE49-F238E27FC236}">
                <a16:creationId xmlns:a16="http://schemas.microsoft.com/office/drawing/2014/main" id="{8EA0AD6F-869F-4D2C-8345-9B62182B122C}"/>
              </a:ext>
            </a:extLst>
          </p:cNvPr>
          <p:cNvCxnSpPr>
            <a:cxnSpLocks/>
            <a:stCxn id="625" idx="2"/>
            <a:endCxn id="190" idx="0"/>
          </p:cNvCxnSpPr>
          <p:nvPr/>
        </p:nvCxnSpPr>
        <p:spPr>
          <a:xfrm flipV="1">
            <a:off x="7747561" y="-680275"/>
            <a:ext cx="1185529" cy="208171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6" name="Straight Connector 1095">
            <a:extLst>
              <a:ext uri="{FF2B5EF4-FFF2-40B4-BE49-F238E27FC236}">
                <a16:creationId xmlns:a16="http://schemas.microsoft.com/office/drawing/2014/main" id="{8979EA0B-67C6-4B3C-91D2-64917AEE00AD}"/>
              </a:ext>
            </a:extLst>
          </p:cNvPr>
          <p:cNvCxnSpPr>
            <a:cxnSpLocks/>
            <a:stCxn id="620" idx="4"/>
            <a:endCxn id="630" idx="0"/>
          </p:cNvCxnSpPr>
          <p:nvPr/>
        </p:nvCxnSpPr>
        <p:spPr>
          <a:xfrm flipV="1">
            <a:off x="5969269" y="1401444"/>
            <a:ext cx="592766" cy="102920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7" name="Straight Connector 1096">
            <a:extLst>
              <a:ext uri="{FF2B5EF4-FFF2-40B4-BE49-F238E27FC236}">
                <a16:creationId xmlns:a16="http://schemas.microsoft.com/office/drawing/2014/main" id="{F668BFF7-C107-4948-9FD6-2D62F4D6141C}"/>
              </a:ext>
            </a:extLst>
          </p:cNvPr>
          <p:cNvCxnSpPr>
            <a:cxnSpLocks/>
            <a:stCxn id="672" idx="4"/>
            <a:endCxn id="630" idx="2"/>
          </p:cNvCxnSpPr>
          <p:nvPr/>
        </p:nvCxnSpPr>
        <p:spPr>
          <a:xfrm flipH="1" flipV="1">
            <a:off x="5969271" y="2423451"/>
            <a:ext cx="1185526" cy="205000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8" name="Straight Connector 1097">
            <a:extLst>
              <a:ext uri="{FF2B5EF4-FFF2-40B4-BE49-F238E27FC236}">
                <a16:creationId xmlns:a16="http://schemas.microsoft.com/office/drawing/2014/main" id="{793F8265-EA58-4D8C-9C5A-5173E13BCEA9}"/>
              </a:ext>
            </a:extLst>
          </p:cNvPr>
          <p:cNvCxnSpPr>
            <a:cxnSpLocks/>
            <a:stCxn id="689" idx="2"/>
            <a:endCxn id="689" idx="0"/>
          </p:cNvCxnSpPr>
          <p:nvPr/>
        </p:nvCxnSpPr>
        <p:spPr>
          <a:xfrm flipV="1">
            <a:off x="6539477" y="4473458"/>
            <a:ext cx="592764" cy="102200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8" name="Straight Connector 1107">
            <a:extLst>
              <a:ext uri="{FF2B5EF4-FFF2-40B4-BE49-F238E27FC236}">
                <a16:creationId xmlns:a16="http://schemas.microsoft.com/office/drawing/2014/main" id="{5784927C-612B-4948-B011-939547F4F4DF}"/>
              </a:ext>
            </a:extLst>
          </p:cNvPr>
          <p:cNvCxnSpPr>
            <a:cxnSpLocks/>
            <a:stCxn id="729" idx="2"/>
            <a:endCxn id="738" idx="2"/>
          </p:cNvCxnSpPr>
          <p:nvPr/>
        </p:nvCxnSpPr>
        <p:spPr>
          <a:xfrm flipH="1" flipV="1">
            <a:off x="8340326" y="6509068"/>
            <a:ext cx="1185527" cy="72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2" name="Straight Connector 1111">
            <a:extLst>
              <a:ext uri="{FF2B5EF4-FFF2-40B4-BE49-F238E27FC236}">
                <a16:creationId xmlns:a16="http://schemas.microsoft.com/office/drawing/2014/main" id="{C19541B0-E7FB-4FAF-974C-6DE23C290BBD}"/>
              </a:ext>
            </a:extLst>
          </p:cNvPr>
          <p:cNvCxnSpPr>
            <a:cxnSpLocks/>
            <a:stCxn id="758" idx="0"/>
            <a:endCxn id="755" idx="2"/>
          </p:cNvCxnSpPr>
          <p:nvPr/>
        </p:nvCxnSpPr>
        <p:spPr>
          <a:xfrm flipH="1" flipV="1">
            <a:off x="3526778" y="6509068"/>
            <a:ext cx="1185528" cy="719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59762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oup 55">
            <a:extLst>
              <a:ext uri="{FF2B5EF4-FFF2-40B4-BE49-F238E27FC236}">
                <a16:creationId xmlns:a16="http://schemas.microsoft.com/office/drawing/2014/main" id="{3C99A705-DF75-45BE-8194-0297E4777C6D}"/>
              </a:ext>
            </a:extLst>
          </p:cNvPr>
          <p:cNvGrpSpPr/>
          <p:nvPr/>
        </p:nvGrpSpPr>
        <p:grpSpPr>
          <a:xfrm>
            <a:off x="1748486" y="-680275"/>
            <a:ext cx="9618928" cy="8218550"/>
            <a:chOff x="2371056" y="-566033"/>
            <a:chExt cx="9618928" cy="8218550"/>
          </a:xfrm>
        </p:grpSpPr>
        <p:sp>
          <p:nvSpPr>
            <p:cNvPr id="204" name="Isosceles Triangle 203">
              <a:extLst>
                <a:ext uri="{FF2B5EF4-FFF2-40B4-BE49-F238E27FC236}">
                  <a16:creationId xmlns:a16="http://schemas.microsoft.com/office/drawing/2014/main" id="{CDF9E14B-2703-4394-BA59-CE3F3F921A9A}"/>
                </a:ext>
              </a:extLst>
            </p:cNvPr>
            <p:cNvSpPr/>
            <p:nvPr/>
          </p:nvSpPr>
          <p:spPr>
            <a:xfrm rot="10800000">
              <a:off x="7777367" y="463173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07" name="Isosceles Triangle 206">
              <a:extLst>
                <a:ext uri="{FF2B5EF4-FFF2-40B4-BE49-F238E27FC236}">
                  <a16:creationId xmlns:a16="http://schemas.microsoft.com/office/drawing/2014/main" id="{FC9868D8-F7DB-46EF-B041-39C8E1341CD6}"/>
                </a:ext>
              </a:extLst>
            </p:cNvPr>
            <p:cNvSpPr/>
            <p:nvPr/>
          </p:nvSpPr>
          <p:spPr>
            <a:xfrm rot="10800000">
              <a:off x="6591839" y="463174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08" name="Isosceles Triangle 207">
              <a:extLst>
                <a:ext uri="{FF2B5EF4-FFF2-40B4-BE49-F238E27FC236}">
                  <a16:creationId xmlns:a16="http://schemas.microsoft.com/office/drawing/2014/main" id="{4FE67E4B-3A7F-46F7-BF0E-6EE80701A028}"/>
                </a:ext>
              </a:extLst>
            </p:cNvPr>
            <p:cNvSpPr/>
            <p:nvPr/>
          </p:nvSpPr>
          <p:spPr>
            <a:xfrm rot="10800000">
              <a:off x="5406310" y="463173"/>
              <a:ext cx="1185528" cy="1022007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12" name="Isosceles Triangle 211">
              <a:extLst>
                <a:ext uri="{FF2B5EF4-FFF2-40B4-BE49-F238E27FC236}">
                  <a16:creationId xmlns:a16="http://schemas.microsoft.com/office/drawing/2014/main" id="{B02C8647-FCD7-4DC6-9F09-23E1F893FAF4}"/>
                </a:ext>
              </a:extLst>
            </p:cNvPr>
            <p:cNvSpPr/>
            <p:nvPr/>
          </p:nvSpPr>
          <p:spPr>
            <a:xfrm rot="10800000">
              <a:off x="8962895" y="463174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13" name="Isosceles Triangle 212">
              <a:extLst>
                <a:ext uri="{FF2B5EF4-FFF2-40B4-BE49-F238E27FC236}">
                  <a16:creationId xmlns:a16="http://schemas.microsoft.com/office/drawing/2014/main" id="{01A76BE7-CC53-4736-98BD-A74C5DA14DB1}"/>
                </a:ext>
              </a:extLst>
            </p:cNvPr>
            <p:cNvSpPr/>
            <p:nvPr/>
          </p:nvSpPr>
          <p:spPr>
            <a:xfrm rot="10800000">
              <a:off x="8370131" y="-566033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14" name="Isosceles Triangle 213">
              <a:extLst>
                <a:ext uri="{FF2B5EF4-FFF2-40B4-BE49-F238E27FC236}">
                  <a16:creationId xmlns:a16="http://schemas.microsoft.com/office/drawing/2014/main" id="{5D55DC24-7114-41C4-B7A0-EC93C1522237}"/>
                </a:ext>
              </a:extLst>
            </p:cNvPr>
            <p:cNvSpPr/>
            <p:nvPr/>
          </p:nvSpPr>
          <p:spPr>
            <a:xfrm rot="10800000">
              <a:off x="7184603" y="-566033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15" name="Isosceles Triangle 214">
              <a:extLst>
                <a:ext uri="{FF2B5EF4-FFF2-40B4-BE49-F238E27FC236}">
                  <a16:creationId xmlns:a16="http://schemas.microsoft.com/office/drawing/2014/main" id="{8785DAE3-7D1B-4540-AF75-99A5D37FBB18}"/>
                </a:ext>
              </a:extLst>
            </p:cNvPr>
            <p:cNvSpPr/>
            <p:nvPr/>
          </p:nvSpPr>
          <p:spPr>
            <a:xfrm rot="10800000">
              <a:off x="5999075" y="-566032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40" name="Isosceles Triangle 239">
              <a:extLst>
                <a:ext uri="{FF2B5EF4-FFF2-40B4-BE49-F238E27FC236}">
                  <a16:creationId xmlns:a16="http://schemas.microsoft.com/office/drawing/2014/main" id="{69F19751-ADCC-46E5-9E93-BC8185C8909F}"/>
                </a:ext>
              </a:extLst>
            </p:cNvPr>
            <p:cNvSpPr/>
            <p:nvPr/>
          </p:nvSpPr>
          <p:spPr>
            <a:xfrm rot="10800000">
              <a:off x="4787226" y="-566033"/>
              <a:ext cx="1185528" cy="1022007"/>
            </a:xfrm>
            <a:prstGeom prst="triangl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88" name="Isosceles Triangle 187">
              <a:extLst>
                <a:ext uri="{FF2B5EF4-FFF2-40B4-BE49-F238E27FC236}">
                  <a16:creationId xmlns:a16="http://schemas.microsoft.com/office/drawing/2014/main" id="{55A44F2A-674F-492D-AD5F-21230A5D9F44}"/>
                </a:ext>
              </a:extLst>
            </p:cNvPr>
            <p:cNvSpPr/>
            <p:nvPr/>
          </p:nvSpPr>
          <p:spPr>
            <a:xfrm>
              <a:off x="6591841" y="-566033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89" name="Isosceles Triangle 188">
              <a:extLst>
                <a:ext uri="{FF2B5EF4-FFF2-40B4-BE49-F238E27FC236}">
                  <a16:creationId xmlns:a16="http://schemas.microsoft.com/office/drawing/2014/main" id="{186A2217-9DE8-4693-A9AF-3316DB721125}"/>
                </a:ext>
              </a:extLst>
            </p:cNvPr>
            <p:cNvSpPr/>
            <p:nvPr/>
          </p:nvSpPr>
          <p:spPr>
            <a:xfrm>
              <a:off x="7777367" y="-566033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0" name="Isosceles Triangle 189">
              <a:extLst>
                <a:ext uri="{FF2B5EF4-FFF2-40B4-BE49-F238E27FC236}">
                  <a16:creationId xmlns:a16="http://schemas.microsoft.com/office/drawing/2014/main" id="{67F057B6-0867-423D-8B53-7A97C94B14C3}"/>
                </a:ext>
              </a:extLst>
            </p:cNvPr>
            <p:cNvSpPr/>
            <p:nvPr/>
          </p:nvSpPr>
          <p:spPr>
            <a:xfrm>
              <a:off x="8962896" y="-566033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1" name="Isosceles Triangle 190">
              <a:extLst>
                <a:ext uri="{FF2B5EF4-FFF2-40B4-BE49-F238E27FC236}">
                  <a16:creationId xmlns:a16="http://schemas.microsoft.com/office/drawing/2014/main" id="{5A4478CC-FFAE-46D6-9FED-9610211C5D76}"/>
                </a:ext>
              </a:extLst>
            </p:cNvPr>
            <p:cNvSpPr/>
            <p:nvPr/>
          </p:nvSpPr>
          <p:spPr>
            <a:xfrm>
              <a:off x="5406312" y="-566033"/>
              <a:ext cx="1185528" cy="1022007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3" name="Isosceles Triangle 192">
              <a:extLst>
                <a:ext uri="{FF2B5EF4-FFF2-40B4-BE49-F238E27FC236}">
                  <a16:creationId xmlns:a16="http://schemas.microsoft.com/office/drawing/2014/main" id="{83803DAC-0FD2-4104-A1D3-61A8024B3200}"/>
                </a:ext>
              </a:extLst>
            </p:cNvPr>
            <p:cNvSpPr/>
            <p:nvPr/>
          </p:nvSpPr>
          <p:spPr>
            <a:xfrm>
              <a:off x="5976520" y="463173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4" name="Isosceles Triangle 193">
              <a:extLst>
                <a:ext uri="{FF2B5EF4-FFF2-40B4-BE49-F238E27FC236}">
                  <a16:creationId xmlns:a16="http://schemas.microsoft.com/office/drawing/2014/main" id="{BE9CB476-3ECD-4E42-A8C6-A8C2C7E0171B}"/>
                </a:ext>
              </a:extLst>
            </p:cNvPr>
            <p:cNvSpPr/>
            <p:nvPr/>
          </p:nvSpPr>
          <p:spPr>
            <a:xfrm>
              <a:off x="7162047" y="463173"/>
              <a:ext cx="1185528" cy="1022007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5" name="Isosceles Triangle 194">
              <a:extLst>
                <a:ext uri="{FF2B5EF4-FFF2-40B4-BE49-F238E27FC236}">
                  <a16:creationId xmlns:a16="http://schemas.microsoft.com/office/drawing/2014/main" id="{C9AC2503-EA30-4CCE-BC3B-439A2F1467FB}"/>
                </a:ext>
              </a:extLst>
            </p:cNvPr>
            <p:cNvSpPr/>
            <p:nvPr/>
          </p:nvSpPr>
          <p:spPr>
            <a:xfrm>
              <a:off x="8347575" y="463173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6" name="Isosceles Triangle 195">
              <a:extLst>
                <a:ext uri="{FF2B5EF4-FFF2-40B4-BE49-F238E27FC236}">
                  <a16:creationId xmlns:a16="http://schemas.microsoft.com/office/drawing/2014/main" id="{821699C7-05A1-4731-AAD6-0FE28593921F}"/>
                </a:ext>
              </a:extLst>
            </p:cNvPr>
            <p:cNvSpPr/>
            <p:nvPr/>
          </p:nvSpPr>
          <p:spPr>
            <a:xfrm>
              <a:off x="9559424" y="463173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82" name="Isosceles Triangle 381">
              <a:extLst>
                <a:ext uri="{FF2B5EF4-FFF2-40B4-BE49-F238E27FC236}">
                  <a16:creationId xmlns:a16="http://schemas.microsoft.com/office/drawing/2014/main" id="{BC91A5F7-D580-47C8-B973-52C3F2DC3BC2}"/>
                </a:ext>
              </a:extLst>
            </p:cNvPr>
            <p:cNvSpPr/>
            <p:nvPr/>
          </p:nvSpPr>
          <p:spPr>
            <a:xfrm rot="10800000">
              <a:off x="4171900" y="463173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36" name="Isosceles Triangle 335">
              <a:extLst>
                <a:ext uri="{FF2B5EF4-FFF2-40B4-BE49-F238E27FC236}">
                  <a16:creationId xmlns:a16="http://schemas.microsoft.com/office/drawing/2014/main" id="{54B94C22-4C81-43FE-9284-A187CCD26F83}"/>
                </a:ext>
              </a:extLst>
            </p:cNvPr>
            <p:cNvSpPr/>
            <p:nvPr/>
          </p:nvSpPr>
          <p:spPr>
            <a:xfrm>
              <a:off x="4149348" y="-566033"/>
              <a:ext cx="1185528" cy="1022007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39" name="Isosceles Triangle 338">
              <a:extLst>
                <a:ext uri="{FF2B5EF4-FFF2-40B4-BE49-F238E27FC236}">
                  <a16:creationId xmlns:a16="http://schemas.microsoft.com/office/drawing/2014/main" id="{8CCB9822-5F62-473E-BDBB-5C990B2C86AD}"/>
                </a:ext>
              </a:extLst>
            </p:cNvPr>
            <p:cNvSpPr/>
            <p:nvPr/>
          </p:nvSpPr>
          <p:spPr>
            <a:xfrm>
              <a:off x="3556584" y="463173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40" name="Isosceles Triangle 339">
              <a:extLst>
                <a:ext uri="{FF2B5EF4-FFF2-40B4-BE49-F238E27FC236}">
                  <a16:creationId xmlns:a16="http://schemas.microsoft.com/office/drawing/2014/main" id="{4ABC3AD1-4A91-4B09-A8D1-7DFCE4AEBDF2}"/>
                </a:ext>
              </a:extLst>
            </p:cNvPr>
            <p:cNvSpPr/>
            <p:nvPr/>
          </p:nvSpPr>
          <p:spPr>
            <a:xfrm>
              <a:off x="4742112" y="463173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cxnSp>
          <p:nvCxnSpPr>
            <p:cNvPr id="617" name="Straight Connector 616">
              <a:extLst>
                <a:ext uri="{FF2B5EF4-FFF2-40B4-BE49-F238E27FC236}">
                  <a16:creationId xmlns:a16="http://schemas.microsoft.com/office/drawing/2014/main" id="{B521B2AB-03C1-4E51-B14E-23DBD55F4A50}"/>
                </a:ext>
              </a:extLst>
            </p:cNvPr>
            <p:cNvCxnSpPr>
              <a:cxnSpLocks/>
              <a:stCxn id="190" idx="0"/>
              <a:endCxn id="240" idx="4"/>
            </p:cNvCxnSpPr>
            <p:nvPr/>
          </p:nvCxnSpPr>
          <p:spPr>
            <a:xfrm flipH="1">
              <a:off x="4787226" y="-566033"/>
              <a:ext cx="4768434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9" name="Isosceles Triangle 618">
              <a:extLst>
                <a:ext uri="{FF2B5EF4-FFF2-40B4-BE49-F238E27FC236}">
                  <a16:creationId xmlns:a16="http://schemas.microsoft.com/office/drawing/2014/main" id="{4A30D147-391A-45DB-AC3D-0769A6FA365F}"/>
                </a:ext>
              </a:extLst>
            </p:cNvPr>
            <p:cNvSpPr/>
            <p:nvPr/>
          </p:nvSpPr>
          <p:spPr>
            <a:xfrm rot="10800000">
              <a:off x="7777367" y="2544892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20" name="Isosceles Triangle 619">
              <a:extLst>
                <a:ext uri="{FF2B5EF4-FFF2-40B4-BE49-F238E27FC236}">
                  <a16:creationId xmlns:a16="http://schemas.microsoft.com/office/drawing/2014/main" id="{10928814-D00B-4493-89E5-E2515A488874}"/>
                </a:ext>
              </a:extLst>
            </p:cNvPr>
            <p:cNvSpPr/>
            <p:nvPr/>
          </p:nvSpPr>
          <p:spPr>
            <a:xfrm rot="10800000">
              <a:off x="6591839" y="2544893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21" name="Isosceles Triangle 620">
              <a:extLst>
                <a:ext uri="{FF2B5EF4-FFF2-40B4-BE49-F238E27FC236}">
                  <a16:creationId xmlns:a16="http://schemas.microsoft.com/office/drawing/2014/main" id="{813848AE-CA57-40D3-9CDA-6A5E7D05544D}"/>
                </a:ext>
              </a:extLst>
            </p:cNvPr>
            <p:cNvSpPr/>
            <p:nvPr/>
          </p:nvSpPr>
          <p:spPr>
            <a:xfrm rot="10800000">
              <a:off x="5406310" y="2544892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22" name="Isosceles Triangle 621">
              <a:extLst>
                <a:ext uri="{FF2B5EF4-FFF2-40B4-BE49-F238E27FC236}">
                  <a16:creationId xmlns:a16="http://schemas.microsoft.com/office/drawing/2014/main" id="{BBEEC647-D9C7-42A3-99F6-B4B50AC80CDC}"/>
                </a:ext>
              </a:extLst>
            </p:cNvPr>
            <p:cNvSpPr/>
            <p:nvPr/>
          </p:nvSpPr>
          <p:spPr>
            <a:xfrm rot="10800000">
              <a:off x="10148423" y="2544893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23" name="Isosceles Triangle 622">
              <a:extLst>
                <a:ext uri="{FF2B5EF4-FFF2-40B4-BE49-F238E27FC236}">
                  <a16:creationId xmlns:a16="http://schemas.microsoft.com/office/drawing/2014/main" id="{F4373C25-B170-4440-A65E-32BA02E88220}"/>
                </a:ext>
              </a:extLst>
            </p:cNvPr>
            <p:cNvSpPr/>
            <p:nvPr/>
          </p:nvSpPr>
          <p:spPr>
            <a:xfrm rot="10800000">
              <a:off x="8962895" y="2544893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24" name="Isosceles Triangle 623">
              <a:extLst>
                <a:ext uri="{FF2B5EF4-FFF2-40B4-BE49-F238E27FC236}">
                  <a16:creationId xmlns:a16="http://schemas.microsoft.com/office/drawing/2014/main" id="{AAD1C22C-3095-4295-9B71-FFD7A5E382E5}"/>
                </a:ext>
              </a:extLst>
            </p:cNvPr>
            <p:cNvSpPr/>
            <p:nvPr/>
          </p:nvSpPr>
          <p:spPr>
            <a:xfrm rot="10800000">
              <a:off x="8370131" y="1515686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25" name="Isosceles Triangle 624">
              <a:extLst>
                <a:ext uri="{FF2B5EF4-FFF2-40B4-BE49-F238E27FC236}">
                  <a16:creationId xmlns:a16="http://schemas.microsoft.com/office/drawing/2014/main" id="{665BDDE4-77A3-4A12-B783-F88EC2A79B13}"/>
                </a:ext>
              </a:extLst>
            </p:cNvPr>
            <p:cNvSpPr/>
            <p:nvPr/>
          </p:nvSpPr>
          <p:spPr>
            <a:xfrm rot="10800000">
              <a:off x="7184603" y="1515686"/>
              <a:ext cx="1185528" cy="1022007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26" name="Isosceles Triangle 625">
              <a:extLst>
                <a:ext uri="{FF2B5EF4-FFF2-40B4-BE49-F238E27FC236}">
                  <a16:creationId xmlns:a16="http://schemas.microsoft.com/office/drawing/2014/main" id="{01F34446-A979-4E00-BB59-59B27485280C}"/>
                </a:ext>
              </a:extLst>
            </p:cNvPr>
            <p:cNvSpPr/>
            <p:nvPr/>
          </p:nvSpPr>
          <p:spPr>
            <a:xfrm rot="10800000">
              <a:off x="5999075" y="1515687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27" name="Isosceles Triangle 626">
              <a:extLst>
                <a:ext uri="{FF2B5EF4-FFF2-40B4-BE49-F238E27FC236}">
                  <a16:creationId xmlns:a16="http://schemas.microsoft.com/office/drawing/2014/main" id="{5A60C673-B144-4C46-A03D-4AC78EC2250B}"/>
                </a:ext>
              </a:extLst>
            </p:cNvPr>
            <p:cNvSpPr/>
            <p:nvPr/>
          </p:nvSpPr>
          <p:spPr>
            <a:xfrm rot="10800000">
              <a:off x="10741187" y="1515686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28" name="Isosceles Triangle 627">
              <a:extLst>
                <a:ext uri="{FF2B5EF4-FFF2-40B4-BE49-F238E27FC236}">
                  <a16:creationId xmlns:a16="http://schemas.microsoft.com/office/drawing/2014/main" id="{3912D91C-F13E-4FE5-B145-A3FE09B25EBE}"/>
                </a:ext>
              </a:extLst>
            </p:cNvPr>
            <p:cNvSpPr/>
            <p:nvPr/>
          </p:nvSpPr>
          <p:spPr>
            <a:xfrm rot="10800000">
              <a:off x="9555659" y="1515686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29" name="Isosceles Triangle 628">
              <a:extLst>
                <a:ext uri="{FF2B5EF4-FFF2-40B4-BE49-F238E27FC236}">
                  <a16:creationId xmlns:a16="http://schemas.microsoft.com/office/drawing/2014/main" id="{66FA8249-8030-4B1B-BF9B-47F7599E9B46}"/>
                </a:ext>
              </a:extLst>
            </p:cNvPr>
            <p:cNvSpPr/>
            <p:nvPr/>
          </p:nvSpPr>
          <p:spPr>
            <a:xfrm rot="10800000">
              <a:off x="4787226" y="1515686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30" name="Isosceles Triangle 629">
              <a:extLst>
                <a:ext uri="{FF2B5EF4-FFF2-40B4-BE49-F238E27FC236}">
                  <a16:creationId xmlns:a16="http://schemas.microsoft.com/office/drawing/2014/main" id="{643204AF-6CD2-4607-9390-7E507626AEC3}"/>
                </a:ext>
              </a:extLst>
            </p:cNvPr>
            <p:cNvSpPr/>
            <p:nvPr/>
          </p:nvSpPr>
          <p:spPr>
            <a:xfrm>
              <a:off x="6591841" y="1515686"/>
              <a:ext cx="1185528" cy="1022007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31" name="Isosceles Triangle 630">
              <a:extLst>
                <a:ext uri="{FF2B5EF4-FFF2-40B4-BE49-F238E27FC236}">
                  <a16:creationId xmlns:a16="http://schemas.microsoft.com/office/drawing/2014/main" id="{1A44B102-3A42-4881-B1D0-4394908FCF28}"/>
                </a:ext>
              </a:extLst>
            </p:cNvPr>
            <p:cNvSpPr/>
            <p:nvPr/>
          </p:nvSpPr>
          <p:spPr>
            <a:xfrm>
              <a:off x="7777367" y="1515686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32" name="Isosceles Triangle 631">
              <a:extLst>
                <a:ext uri="{FF2B5EF4-FFF2-40B4-BE49-F238E27FC236}">
                  <a16:creationId xmlns:a16="http://schemas.microsoft.com/office/drawing/2014/main" id="{A9C676BA-4409-4F31-8282-E2E877CADFF0}"/>
                </a:ext>
              </a:extLst>
            </p:cNvPr>
            <p:cNvSpPr/>
            <p:nvPr/>
          </p:nvSpPr>
          <p:spPr>
            <a:xfrm>
              <a:off x="8962896" y="1515686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33" name="Isosceles Triangle 632">
              <a:extLst>
                <a:ext uri="{FF2B5EF4-FFF2-40B4-BE49-F238E27FC236}">
                  <a16:creationId xmlns:a16="http://schemas.microsoft.com/office/drawing/2014/main" id="{2C74F6F4-F182-4101-B158-47FA77D3E349}"/>
                </a:ext>
              </a:extLst>
            </p:cNvPr>
            <p:cNvSpPr/>
            <p:nvPr/>
          </p:nvSpPr>
          <p:spPr>
            <a:xfrm>
              <a:off x="5406312" y="1515686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34" name="Isosceles Triangle 633">
              <a:extLst>
                <a:ext uri="{FF2B5EF4-FFF2-40B4-BE49-F238E27FC236}">
                  <a16:creationId xmlns:a16="http://schemas.microsoft.com/office/drawing/2014/main" id="{A9B94D8F-A11A-4F16-A744-1139DE9F45B9}"/>
                </a:ext>
              </a:extLst>
            </p:cNvPr>
            <p:cNvSpPr/>
            <p:nvPr/>
          </p:nvSpPr>
          <p:spPr>
            <a:xfrm>
              <a:off x="10174745" y="1515686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35" name="Isosceles Triangle 634">
              <a:extLst>
                <a:ext uri="{FF2B5EF4-FFF2-40B4-BE49-F238E27FC236}">
                  <a16:creationId xmlns:a16="http://schemas.microsoft.com/office/drawing/2014/main" id="{2BB8A0D3-D748-4B7F-AB99-9BF20116C7F2}"/>
                </a:ext>
              </a:extLst>
            </p:cNvPr>
            <p:cNvSpPr/>
            <p:nvPr/>
          </p:nvSpPr>
          <p:spPr>
            <a:xfrm>
              <a:off x="5976520" y="2544892"/>
              <a:ext cx="1185528" cy="1022007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36" name="Isosceles Triangle 635">
              <a:extLst>
                <a:ext uri="{FF2B5EF4-FFF2-40B4-BE49-F238E27FC236}">
                  <a16:creationId xmlns:a16="http://schemas.microsoft.com/office/drawing/2014/main" id="{C0434F80-27F1-48CB-AFC2-BAEBAAC2A66F}"/>
                </a:ext>
              </a:extLst>
            </p:cNvPr>
            <p:cNvSpPr/>
            <p:nvPr/>
          </p:nvSpPr>
          <p:spPr>
            <a:xfrm>
              <a:off x="7162047" y="2544892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37" name="Isosceles Triangle 636">
              <a:extLst>
                <a:ext uri="{FF2B5EF4-FFF2-40B4-BE49-F238E27FC236}">
                  <a16:creationId xmlns:a16="http://schemas.microsoft.com/office/drawing/2014/main" id="{2E792752-9D85-410E-9A3F-C06B34BCF170}"/>
                </a:ext>
              </a:extLst>
            </p:cNvPr>
            <p:cNvSpPr/>
            <p:nvPr/>
          </p:nvSpPr>
          <p:spPr>
            <a:xfrm>
              <a:off x="8347575" y="2544892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38" name="Isosceles Triangle 637">
              <a:extLst>
                <a:ext uri="{FF2B5EF4-FFF2-40B4-BE49-F238E27FC236}">
                  <a16:creationId xmlns:a16="http://schemas.microsoft.com/office/drawing/2014/main" id="{B53A8262-9C31-46D1-A12C-94252ECDFA2A}"/>
                </a:ext>
              </a:extLst>
            </p:cNvPr>
            <p:cNvSpPr/>
            <p:nvPr/>
          </p:nvSpPr>
          <p:spPr>
            <a:xfrm>
              <a:off x="9559424" y="2544892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39" name="Isosceles Triangle 638">
              <a:extLst>
                <a:ext uri="{FF2B5EF4-FFF2-40B4-BE49-F238E27FC236}">
                  <a16:creationId xmlns:a16="http://schemas.microsoft.com/office/drawing/2014/main" id="{A42B68D3-EDB2-4E9E-BDC2-245104CCCF2D}"/>
                </a:ext>
              </a:extLst>
            </p:cNvPr>
            <p:cNvSpPr/>
            <p:nvPr/>
          </p:nvSpPr>
          <p:spPr>
            <a:xfrm rot="10800000">
              <a:off x="4171900" y="2544892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40" name="Isosceles Triangle 639">
              <a:extLst>
                <a:ext uri="{FF2B5EF4-FFF2-40B4-BE49-F238E27FC236}">
                  <a16:creationId xmlns:a16="http://schemas.microsoft.com/office/drawing/2014/main" id="{C931B587-5C0B-4F18-B06C-27EA4E3D8480}"/>
                </a:ext>
              </a:extLst>
            </p:cNvPr>
            <p:cNvSpPr/>
            <p:nvPr/>
          </p:nvSpPr>
          <p:spPr>
            <a:xfrm rot="10800000">
              <a:off x="2986376" y="2544892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43" name="Isosceles Triangle 642">
              <a:extLst>
                <a:ext uri="{FF2B5EF4-FFF2-40B4-BE49-F238E27FC236}">
                  <a16:creationId xmlns:a16="http://schemas.microsoft.com/office/drawing/2014/main" id="{D02EED5D-B71C-4BAE-AA25-0799606C0743}"/>
                </a:ext>
              </a:extLst>
            </p:cNvPr>
            <p:cNvSpPr/>
            <p:nvPr/>
          </p:nvSpPr>
          <p:spPr>
            <a:xfrm rot="10800000">
              <a:off x="3579140" y="1515686"/>
              <a:ext cx="1185528" cy="1022007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48" name="Isosceles Triangle 647">
              <a:extLst>
                <a:ext uri="{FF2B5EF4-FFF2-40B4-BE49-F238E27FC236}">
                  <a16:creationId xmlns:a16="http://schemas.microsoft.com/office/drawing/2014/main" id="{A50F6EAC-D843-41D7-9300-3C7D3C7B163B}"/>
                </a:ext>
              </a:extLst>
            </p:cNvPr>
            <p:cNvSpPr/>
            <p:nvPr/>
          </p:nvSpPr>
          <p:spPr>
            <a:xfrm>
              <a:off x="2963820" y="1515686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49" name="Isosceles Triangle 648">
              <a:extLst>
                <a:ext uri="{FF2B5EF4-FFF2-40B4-BE49-F238E27FC236}">
                  <a16:creationId xmlns:a16="http://schemas.microsoft.com/office/drawing/2014/main" id="{59544394-867D-48D5-93AF-30655D8B7A32}"/>
                </a:ext>
              </a:extLst>
            </p:cNvPr>
            <p:cNvSpPr/>
            <p:nvPr/>
          </p:nvSpPr>
          <p:spPr>
            <a:xfrm>
              <a:off x="4149348" y="1515686"/>
              <a:ext cx="1185528" cy="1022007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50" name="Isosceles Triangle 649">
              <a:extLst>
                <a:ext uri="{FF2B5EF4-FFF2-40B4-BE49-F238E27FC236}">
                  <a16:creationId xmlns:a16="http://schemas.microsoft.com/office/drawing/2014/main" id="{4C6B9F2C-4DFB-415D-82E8-1079BB6DA9A9}"/>
                </a:ext>
              </a:extLst>
            </p:cNvPr>
            <p:cNvSpPr/>
            <p:nvPr/>
          </p:nvSpPr>
          <p:spPr>
            <a:xfrm>
              <a:off x="2371056" y="2544892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51" name="Isosceles Triangle 650">
              <a:extLst>
                <a:ext uri="{FF2B5EF4-FFF2-40B4-BE49-F238E27FC236}">
                  <a16:creationId xmlns:a16="http://schemas.microsoft.com/office/drawing/2014/main" id="{3F83608D-CB64-4795-A396-D168406B1E69}"/>
                </a:ext>
              </a:extLst>
            </p:cNvPr>
            <p:cNvSpPr/>
            <p:nvPr/>
          </p:nvSpPr>
          <p:spPr>
            <a:xfrm>
              <a:off x="3556584" y="2544892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52" name="Isosceles Triangle 651">
              <a:extLst>
                <a:ext uri="{FF2B5EF4-FFF2-40B4-BE49-F238E27FC236}">
                  <a16:creationId xmlns:a16="http://schemas.microsoft.com/office/drawing/2014/main" id="{62ABCAEA-48F6-413F-8F7B-2DDEC867C059}"/>
                </a:ext>
              </a:extLst>
            </p:cNvPr>
            <p:cNvSpPr/>
            <p:nvPr/>
          </p:nvSpPr>
          <p:spPr>
            <a:xfrm>
              <a:off x="4742112" y="2544892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69" name="Isosceles Triangle 668">
              <a:extLst>
                <a:ext uri="{FF2B5EF4-FFF2-40B4-BE49-F238E27FC236}">
                  <a16:creationId xmlns:a16="http://schemas.microsoft.com/office/drawing/2014/main" id="{1E2EA3BA-C9DB-491E-BCB3-A3CA44626FB0}"/>
                </a:ext>
              </a:extLst>
            </p:cNvPr>
            <p:cNvSpPr/>
            <p:nvPr/>
          </p:nvSpPr>
          <p:spPr>
            <a:xfrm>
              <a:off x="10804456" y="2544892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672" name="Isosceles Triangle 671">
              <a:extLst>
                <a:ext uri="{FF2B5EF4-FFF2-40B4-BE49-F238E27FC236}">
                  <a16:creationId xmlns:a16="http://schemas.microsoft.com/office/drawing/2014/main" id="{27DD2663-4637-4ADE-9915-F585B2049CA0}"/>
                </a:ext>
              </a:extLst>
            </p:cNvPr>
            <p:cNvSpPr/>
            <p:nvPr/>
          </p:nvSpPr>
          <p:spPr>
            <a:xfrm rot="10800000">
              <a:off x="7777367" y="4587700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3" name="Isosceles Triangle 672">
              <a:extLst>
                <a:ext uri="{FF2B5EF4-FFF2-40B4-BE49-F238E27FC236}">
                  <a16:creationId xmlns:a16="http://schemas.microsoft.com/office/drawing/2014/main" id="{6F0B1F01-571A-4EB0-9C7A-EB981B290447}"/>
                </a:ext>
              </a:extLst>
            </p:cNvPr>
            <p:cNvSpPr/>
            <p:nvPr/>
          </p:nvSpPr>
          <p:spPr>
            <a:xfrm rot="10800000">
              <a:off x="6591839" y="4587701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4" name="Isosceles Triangle 673">
              <a:extLst>
                <a:ext uri="{FF2B5EF4-FFF2-40B4-BE49-F238E27FC236}">
                  <a16:creationId xmlns:a16="http://schemas.microsoft.com/office/drawing/2014/main" id="{BD2AC18D-C4D5-48DE-B9F0-2C0E8B3E241C}"/>
                </a:ext>
              </a:extLst>
            </p:cNvPr>
            <p:cNvSpPr/>
            <p:nvPr/>
          </p:nvSpPr>
          <p:spPr>
            <a:xfrm rot="10800000">
              <a:off x="5406310" y="4587700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5" name="Isosceles Triangle 674">
              <a:extLst>
                <a:ext uri="{FF2B5EF4-FFF2-40B4-BE49-F238E27FC236}">
                  <a16:creationId xmlns:a16="http://schemas.microsoft.com/office/drawing/2014/main" id="{D5503435-EF2A-4A8C-BE3F-0579BAD7769B}"/>
                </a:ext>
              </a:extLst>
            </p:cNvPr>
            <p:cNvSpPr/>
            <p:nvPr/>
          </p:nvSpPr>
          <p:spPr>
            <a:xfrm rot="10800000">
              <a:off x="10148423" y="4587701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6" name="Isosceles Triangle 675">
              <a:extLst>
                <a:ext uri="{FF2B5EF4-FFF2-40B4-BE49-F238E27FC236}">
                  <a16:creationId xmlns:a16="http://schemas.microsoft.com/office/drawing/2014/main" id="{D98C27F4-0D31-42B0-BE74-5B133FC2F7E7}"/>
                </a:ext>
              </a:extLst>
            </p:cNvPr>
            <p:cNvSpPr/>
            <p:nvPr/>
          </p:nvSpPr>
          <p:spPr>
            <a:xfrm rot="10800000">
              <a:off x="8962895" y="4587701"/>
              <a:ext cx="1185528" cy="1022007"/>
            </a:xfrm>
            <a:prstGeom prst="triangl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7" name="Isosceles Triangle 676">
              <a:extLst>
                <a:ext uri="{FF2B5EF4-FFF2-40B4-BE49-F238E27FC236}">
                  <a16:creationId xmlns:a16="http://schemas.microsoft.com/office/drawing/2014/main" id="{3CFEBDF1-0CB9-4B32-AE05-256226DDCAD3}"/>
                </a:ext>
              </a:extLst>
            </p:cNvPr>
            <p:cNvSpPr/>
            <p:nvPr/>
          </p:nvSpPr>
          <p:spPr>
            <a:xfrm rot="10800000">
              <a:off x="8370131" y="3558494"/>
              <a:ext cx="1185528" cy="1022007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8" name="Isosceles Triangle 677">
              <a:extLst>
                <a:ext uri="{FF2B5EF4-FFF2-40B4-BE49-F238E27FC236}">
                  <a16:creationId xmlns:a16="http://schemas.microsoft.com/office/drawing/2014/main" id="{645AA4D8-5360-4FDF-B3B3-E7082E3E328F}"/>
                </a:ext>
              </a:extLst>
            </p:cNvPr>
            <p:cNvSpPr/>
            <p:nvPr/>
          </p:nvSpPr>
          <p:spPr>
            <a:xfrm rot="10800000">
              <a:off x="7184603" y="3558494"/>
              <a:ext cx="1185528" cy="1022007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9" name="Isosceles Triangle 678">
              <a:extLst>
                <a:ext uri="{FF2B5EF4-FFF2-40B4-BE49-F238E27FC236}">
                  <a16:creationId xmlns:a16="http://schemas.microsoft.com/office/drawing/2014/main" id="{08738710-D9DC-45DC-B517-9CF5E36A4C07}"/>
                </a:ext>
              </a:extLst>
            </p:cNvPr>
            <p:cNvSpPr/>
            <p:nvPr/>
          </p:nvSpPr>
          <p:spPr>
            <a:xfrm rot="10800000">
              <a:off x="5999075" y="3558495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0" name="Isosceles Triangle 679">
              <a:extLst>
                <a:ext uri="{FF2B5EF4-FFF2-40B4-BE49-F238E27FC236}">
                  <a16:creationId xmlns:a16="http://schemas.microsoft.com/office/drawing/2014/main" id="{9765D7B3-9BA5-435B-B1F8-D01A05FD8D59}"/>
                </a:ext>
              </a:extLst>
            </p:cNvPr>
            <p:cNvSpPr/>
            <p:nvPr/>
          </p:nvSpPr>
          <p:spPr>
            <a:xfrm rot="10800000">
              <a:off x="10741187" y="3558494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1" name="Isosceles Triangle 680">
              <a:extLst>
                <a:ext uri="{FF2B5EF4-FFF2-40B4-BE49-F238E27FC236}">
                  <a16:creationId xmlns:a16="http://schemas.microsoft.com/office/drawing/2014/main" id="{D7513C2A-8253-4C2A-BC9F-ABF3FA3E58E0}"/>
                </a:ext>
              </a:extLst>
            </p:cNvPr>
            <p:cNvSpPr/>
            <p:nvPr/>
          </p:nvSpPr>
          <p:spPr>
            <a:xfrm rot="10800000">
              <a:off x="9555659" y="3558494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2" name="Isosceles Triangle 681">
              <a:extLst>
                <a:ext uri="{FF2B5EF4-FFF2-40B4-BE49-F238E27FC236}">
                  <a16:creationId xmlns:a16="http://schemas.microsoft.com/office/drawing/2014/main" id="{84D008A9-8A7B-4EE0-A081-3E81A21C8CC5}"/>
                </a:ext>
              </a:extLst>
            </p:cNvPr>
            <p:cNvSpPr/>
            <p:nvPr/>
          </p:nvSpPr>
          <p:spPr>
            <a:xfrm rot="10800000">
              <a:off x="4787226" y="3558494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3" name="Isosceles Triangle 682">
              <a:extLst>
                <a:ext uri="{FF2B5EF4-FFF2-40B4-BE49-F238E27FC236}">
                  <a16:creationId xmlns:a16="http://schemas.microsoft.com/office/drawing/2014/main" id="{40ED4303-838B-459B-836C-A6B3B9D075AE}"/>
                </a:ext>
              </a:extLst>
            </p:cNvPr>
            <p:cNvSpPr/>
            <p:nvPr/>
          </p:nvSpPr>
          <p:spPr>
            <a:xfrm>
              <a:off x="6591841" y="3558494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4" name="Isosceles Triangle 683">
              <a:extLst>
                <a:ext uri="{FF2B5EF4-FFF2-40B4-BE49-F238E27FC236}">
                  <a16:creationId xmlns:a16="http://schemas.microsoft.com/office/drawing/2014/main" id="{9DEDA8A5-FFF6-448F-865F-F5D4F85E760B}"/>
                </a:ext>
              </a:extLst>
            </p:cNvPr>
            <p:cNvSpPr/>
            <p:nvPr/>
          </p:nvSpPr>
          <p:spPr>
            <a:xfrm>
              <a:off x="7777367" y="3558494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5" name="Isosceles Triangle 684">
              <a:extLst>
                <a:ext uri="{FF2B5EF4-FFF2-40B4-BE49-F238E27FC236}">
                  <a16:creationId xmlns:a16="http://schemas.microsoft.com/office/drawing/2014/main" id="{2EBF81DC-1106-4456-A9BA-2BA38C5DC151}"/>
                </a:ext>
              </a:extLst>
            </p:cNvPr>
            <p:cNvSpPr/>
            <p:nvPr/>
          </p:nvSpPr>
          <p:spPr>
            <a:xfrm>
              <a:off x="8962896" y="3558494"/>
              <a:ext cx="1185528" cy="1022007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6" name="Isosceles Triangle 685">
              <a:extLst>
                <a:ext uri="{FF2B5EF4-FFF2-40B4-BE49-F238E27FC236}">
                  <a16:creationId xmlns:a16="http://schemas.microsoft.com/office/drawing/2014/main" id="{DAACA4B8-4B1A-442B-BE7F-30F379C4D480}"/>
                </a:ext>
              </a:extLst>
            </p:cNvPr>
            <p:cNvSpPr/>
            <p:nvPr/>
          </p:nvSpPr>
          <p:spPr>
            <a:xfrm>
              <a:off x="5406312" y="3558494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7" name="Isosceles Triangle 686">
              <a:extLst>
                <a:ext uri="{FF2B5EF4-FFF2-40B4-BE49-F238E27FC236}">
                  <a16:creationId xmlns:a16="http://schemas.microsoft.com/office/drawing/2014/main" id="{BE62B091-4125-4F0B-934A-C6ED896869C3}"/>
                </a:ext>
              </a:extLst>
            </p:cNvPr>
            <p:cNvSpPr/>
            <p:nvPr/>
          </p:nvSpPr>
          <p:spPr>
            <a:xfrm>
              <a:off x="10174745" y="3558494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8" name="Isosceles Triangle 687">
              <a:extLst>
                <a:ext uri="{FF2B5EF4-FFF2-40B4-BE49-F238E27FC236}">
                  <a16:creationId xmlns:a16="http://schemas.microsoft.com/office/drawing/2014/main" id="{8E6230AE-F889-4CFB-AEA8-6B63D9EDE9C3}"/>
                </a:ext>
              </a:extLst>
            </p:cNvPr>
            <p:cNvSpPr/>
            <p:nvPr/>
          </p:nvSpPr>
          <p:spPr>
            <a:xfrm>
              <a:off x="5976520" y="4587700"/>
              <a:ext cx="1185528" cy="1022007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9" name="Isosceles Triangle 688">
              <a:extLst>
                <a:ext uri="{FF2B5EF4-FFF2-40B4-BE49-F238E27FC236}">
                  <a16:creationId xmlns:a16="http://schemas.microsoft.com/office/drawing/2014/main" id="{A7DBE808-0B40-4274-967E-8D21E4B988C1}"/>
                </a:ext>
              </a:extLst>
            </p:cNvPr>
            <p:cNvSpPr/>
            <p:nvPr/>
          </p:nvSpPr>
          <p:spPr>
            <a:xfrm>
              <a:off x="7162047" y="4587700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90" name="Isosceles Triangle 689">
              <a:extLst>
                <a:ext uri="{FF2B5EF4-FFF2-40B4-BE49-F238E27FC236}">
                  <a16:creationId xmlns:a16="http://schemas.microsoft.com/office/drawing/2014/main" id="{4CE44E8E-DF64-4246-9A2F-712A3120B3CA}"/>
                </a:ext>
              </a:extLst>
            </p:cNvPr>
            <p:cNvSpPr/>
            <p:nvPr/>
          </p:nvSpPr>
          <p:spPr>
            <a:xfrm>
              <a:off x="8347575" y="4587700"/>
              <a:ext cx="1185528" cy="1022007"/>
            </a:xfrm>
            <a:prstGeom prst="triangl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91" name="Isosceles Triangle 690">
              <a:extLst>
                <a:ext uri="{FF2B5EF4-FFF2-40B4-BE49-F238E27FC236}">
                  <a16:creationId xmlns:a16="http://schemas.microsoft.com/office/drawing/2014/main" id="{4A28A723-D461-4529-9F3C-BAB902AB2562}"/>
                </a:ext>
              </a:extLst>
            </p:cNvPr>
            <p:cNvSpPr/>
            <p:nvPr/>
          </p:nvSpPr>
          <p:spPr>
            <a:xfrm>
              <a:off x="9559424" y="4587700"/>
              <a:ext cx="1185528" cy="1022007"/>
            </a:xfrm>
            <a:prstGeom prst="triangl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92" name="Isosceles Triangle 691">
              <a:extLst>
                <a:ext uri="{FF2B5EF4-FFF2-40B4-BE49-F238E27FC236}">
                  <a16:creationId xmlns:a16="http://schemas.microsoft.com/office/drawing/2014/main" id="{AF61F6EE-6E8F-4BB1-B55D-A9C0A948432F}"/>
                </a:ext>
              </a:extLst>
            </p:cNvPr>
            <p:cNvSpPr/>
            <p:nvPr/>
          </p:nvSpPr>
          <p:spPr>
            <a:xfrm rot="10800000">
              <a:off x="4171900" y="4587700"/>
              <a:ext cx="1185528" cy="1022007"/>
            </a:xfrm>
            <a:prstGeom prst="triangl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93" name="Isosceles Triangle 692">
              <a:extLst>
                <a:ext uri="{FF2B5EF4-FFF2-40B4-BE49-F238E27FC236}">
                  <a16:creationId xmlns:a16="http://schemas.microsoft.com/office/drawing/2014/main" id="{B6D4E996-AAB3-4E9D-9741-261A4ED0377C}"/>
                </a:ext>
              </a:extLst>
            </p:cNvPr>
            <p:cNvSpPr/>
            <p:nvPr/>
          </p:nvSpPr>
          <p:spPr>
            <a:xfrm rot="10800000">
              <a:off x="2986376" y="4587700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96" name="Isosceles Triangle 695">
              <a:extLst>
                <a:ext uri="{FF2B5EF4-FFF2-40B4-BE49-F238E27FC236}">
                  <a16:creationId xmlns:a16="http://schemas.microsoft.com/office/drawing/2014/main" id="{A0F912E3-3B21-429E-A695-01457F51025B}"/>
                </a:ext>
              </a:extLst>
            </p:cNvPr>
            <p:cNvSpPr/>
            <p:nvPr/>
          </p:nvSpPr>
          <p:spPr>
            <a:xfrm rot="10800000">
              <a:off x="3579140" y="3558494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97" name="Isosceles Triangle 696">
              <a:extLst>
                <a:ext uri="{FF2B5EF4-FFF2-40B4-BE49-F238E27FC236}">
                  <a16:creationId xmlns:a16="http://schemas.microsoft.com/office/drawing/2014/main" id="{DD1B397A-6A68-4E6E-A30D-E46C32E1ECEA}"/>
                </a:ext>
              </a:extLst>
            </p:cNvPr>
            <p:cNvSpPr/>
            <p:nvPr/>
          </p:nvSpPr>
          <p:spPr>
            <a:xfrm rot="10800000">
              <a:off x="2393613" y="3558495"/>
              <a:ext cx="1185528" cy="1022007"/>
            </a:xfrm>
            <a:prstGeom prst="triangl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01" name="Isosceles Triangle 700">
              <a:extLst>
                <a:ext uri="{FF2B5EF4-FFF2-40B4-BE49-F238E27FC236}">
                  <a16:creationId xmlns:a16="http://schemas.microsoft.com/office/drawing/2014/main" id="{63AB0BD4-35D1-4214-A303-3507C1B0BB0A}"/>
                </a:ext>
              </a:extLst>
            </p:cNvPr>
            <p:cNvSpPr/>
            <p:nvPr/>
          </p:nvSpPr>
          <p:spPr>
            <a:xfrm>
              <a:off x="2963820" y="3558494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02" name="Isosceles Triangle 701">
              <a:extLst>
                <a:ext uri="{FF2B5EF4-FFF2-40B4-BE49-F238E27FC236}">
                  <a16:creationId xmlns:a16="http://schemas.microsoft.com/office/drawing/2014/main" id="{27F11903-834A-497A-8882-682A3A72CA78}"/>
                </a:ext>
              </a:extLst>
            </p:cNvPr>
            <p:cNvSpPr/>
            <p:nvPr/>
          </p:nvSpPr>
          <p:spPr>
            <a:xfrm>
              <a:off x="4149348" y="3558494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04" name="Isosceles Triangle 703">
              <a:extLst>
                <a:ext uri="{FF2B5EF4-FFF2-40B4-BE49-F238E27FC236}">
                  <a16:creationId xmlns:a16="http://schemas.microsoft.com/office/drawing/2014/main" id="{C7CA2BBC-B9AE-44B6-BA9E-296F445CB3E5}"/>
                </a:ext>
              </a:extLst>
            </p:cNvPr>
            <p:cNvSpPr/>
            <p:nvPr/>
          </p:nvSpPr>
          <p:spPr>
            <a:xfrm>
              <a:off x="3556584" y="4587700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05" name="Isosceles Triangle 704">
              <a:extLst>
                <a:ext uri="{FF2B5EF4-FFF2-40B4-BE49-F238E27FC236}">
                  <a16:creationId xmlns:a16="http://schemas.microsoft.com/office/drawing/2014/main" id="{0594F926-A5F7-4C96-B3D6-33779D2607F6}"/>
                </a:ext>
              </a:extLst>
            </p:cNvPr>
            <p:cNvSpPr/>
            <p:nvPr/>
          </p:nvSpPr>
          <p:spPr>
            <a:xfrm>
              <a:off x="4742112" y="4587700"/>
              <a:ext cx="1185528" cy="1022007"/>
            </a:xfrm>
            <a:prstGeom prst="triangl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25" name="Isosceles Triangle 724">
              <a:extLst>
                <a:ext uri="{FF2B5EF4-FFF2-40B4-BE49-F238E27FC236}">
                  <a16:creationId xmlns:a16="http://schemas.microsoft.com/office/drawing/2014/main" id="{440A4E00-9B0F-4360-8E5B-3686EA9BB401}"/>
                </a:ext>
              </a:extLst>
            </p:cNvPr>
            <p:cNvSpPr/>
            <p:nvPr/>
          </p:nvSpPr>
          <p:spPr>
            <a:xfrm rot="10800000">
              <a:off x="7777367" y="6630509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26" name="Isosceles Triangle 725">
              <a:extLst>
                <a:ext uri="{FF2B5EF4-FFF2-40B4-BE49-F238E27FC236}">
                  <a16:creationId xmlns:a16="http://schemas.microsoft.com/office/drawing/2014/main" id="{D845F531-11AC-493F-A78A-CFD8886826FE}"/>
                </a:ext>
              </a:extLst>
            </p:cNvPr>
            <p:cNvSpPr/>
            <p:nvPr/>
          </p:nvSpPr>
          <p:spPr>
            <a:xfrm rot="10800000">
              <a:off x="6591839" y="6630510"/>
              <a:ext cx="1185528" cy="1022007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27" name="Isosceles Triangle 726">
              <a:extLst>
                <a:ext uri="{FF2B5EF4-FFF2-40B4-BE49-F238E27FC236}">
                  <a16:creationId xmlns:a16="http://schemas.microsoft.com/office/drawing/2014/main" id="{CCA63720-36BB-4F22-998D-EB7A4158BDC2}"/>
                </a:ext>
              </a:extLst>
            </p:cNvPr>
            <p:cNvSpPr/>
            <p:nvPr/>
          </p:nvSpPr>
          <p:spPr>
            <a:xfrm rot="10800000">
              <a:off x="5406310" y="6630509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29" name="Isosceles Triangle 728">
              <a:extLst>
                <a:ext uri="{FF2B5EF4-FFF2-40B4-BE49-F238E27FC236}">
                  <a16:creationId xmlns:a16="http://schemas.microsoft.com/office/drawing/2014/main" id="{9C89A2D0-8190-44D8-86DE-49BC8D4773CF}"/>
                </a:ext>
              </a:extLst>
            </p:cNvPr>
            <p:cNvSpPr/>
            <p:nvPr/>
          </p:nvSpPr>
          <p:spPr>
            <a:xfrm rot="10800000">
              <a:off x="8962895" y="6630510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0" name="Isosceles Triangle 729">
              <a:extLst>
                <a:ext uri="{FF2B5EF4-FFF2-40B4-BE49-F238E27FC236}">
                  <a16:creationId xmlns:a16="http://schemas.microsoft.com/office/drawing/2014/main" id="{BBADE982-CFA3-4ED4-AC77-114907F67559}"/>
                </a:ext>
              </a:extLst>
            </p:cNvPr>
            <p:cNvSpPr/>
            <p:nvPr/>
          </p:nvSpPr>
          <p:spPr>
            <a:xfrm rot="10800000">
              <a:off x="8370131" y="5601303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1" name="Isosceles Triangle 730">
              <a:extLst>
                <a:ext uri="{FF2B5EF4-FFF2-40B4-BE49-F238E27FC236}">
                  <a16:creationId xmlns:a16="http://schemas.microsoft.com/office/drawing/2014/main" id="{30EDD7B8-9FC0-4E09-AA89-4B4B87FDA8AD}"/>
                </a:ext>
              </a:extLst>
            </p:cNvPr>
            <p:cNvSpPr/>
            <p:nvPr/>
          </p:nvSpPr>
          <p:spPr>
            <a:xfrm rot="10800000">
              <a:off x="7184603" y="5601303"/>
              <a:ext cx="1185528" cy="1022007"/>
            </a:xfrm>
            <a:prstGeom prst="triangl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2" name="Isosceles Triangle 731">
              <a:extLst>
                <a:ext uri="{FF2B5EF4-FFF2-40B4-BE49-F238E27FC236}">
                  <a16:creationId xmlns:a16="http://schemas.microsoft.com/office/drawing/2014/main" id="{2C1B03B2-0A64-49F6-9A7D-B731F2336028}"/>
                </a:ext>
              </a:extLst>
            </p:cNvPr>
            <p:cNvSpPr/>
            <p:nvPr/>
          </p:nvSpPr>
          <p:spPr>
            <a:xfrm rot="10800000">
              <a:off x="5999075" y="5601304"/>
              <a:ext cx="1185528" cy="1022007"/>
            </a:xfrm>
            <a:prstGeom prst="triangl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4" name="Isosceles Triangle 733">
              <a:extLst>
                <a:ext uri="{FF2B5EF4-FFF2-40B4-BE49-F238E27FC236}">
                  <a16:creationId xmlns:a16="http://schemas.microsoft.com/office/drawing/2014/main" id="{8CFCFAFB-B785-4A19-A28E-B58DF66A4ABC}"/>
                </a:ext>
              </a:extLst>
            </p:cNvPr>
            <p:cNvSpPr/>
            <p:nvPr/>
          </p:nvSpPr>
          <p:spPr>
            <a:xfrm rot="10800000">
              <a:off x="9555659" y="5601303"/>
              <a:ext cx="1185528" cy="1022007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5" name="Isosceles Triangle 734">
              <a:extLst>
                <a:ext uri="{FF2B5EF4-FFF2-40B4-BE49-F238E27FC236}">
                  <a16:creationId xmlns:a16="http://schemas.microsoft.com/office/drawing/2014/main" id="{0F7ACA3F-7E06-43AC-84E3-DEF6B80A6092}"/>
                </a:ext>
              </a:extLst>
            </p:cNvPr>
            <p:cNvSpPr/>
            <p:nvPr/>
          </p:nvSpPr>
          <p:spPr>
            <a:xfrm rot="10800000">
              <a:off x="4787226" y="5601303"/>
              <a:ext cx="1185528" cy="1022007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6" name="Isosceles Triangle 735">
              <a:extLst>
                <a:ext uri="{FF2B5EF4-FFF2-40B4-BE49-F238E27FC236}">
                  <a16:creationId xmlns:a16="http://schemas.microsoft.com/office/drawing/2014/main" id="{D37D3AE7-61B6-40ED-854A-3FE8449772D4}"/>
                </a:ext>
              </a:extLst>
            </p:cNvPr>
            <p:cNvSpPr/>
            <p:nvPr/>
          </p:nvSpPr>
          <p:spPr>
            <a:xfrm>
              <a:off x="6591841" y="5601303"/>
              <a:ext cx="1185528" cy="1022007"/>
            </a:xfrm>
            <a:prstGeom prst="triangl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7" name="Isosceles Triangle 736">
              <a:extLst>
                <a:ext uri="{FF2B5EF4-FFF2-40B4-BE49-F238E27FC236}">
                  <a16:creationId xmlns:a16="http://schemas.microsoft.com/office/drawing/2014/main" id="{F7D25AF9-5B49-4B9D-84E2-5D7A4AC60222}"/>
                </a:ext>
              </a:extLst>
            </p:cNvPr>
            <p:cNvSpPr/>
            <p:nvPr/>
          </p:nvSpPr>
          <p:spPr>
            <a:xfrm>
              <a:off x="7777367" y="5601303"/>
              <a:ext cx="1185528" cy="1022007"/>
            </a:xfrm>
            <a:prstGeom prst="triangl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8" name="Isosceles Triangle 737">
              <a:extLst>
                <a:ext uri="{FF2B5EF4-FFF2-40B4-BE49-F238E27FC236}">
                  <a16:creationId xmlns:a16="http://schemas.microsoft.com/office/drawing/2014/main" id="{F726520F-1593-4E52-9548-F77671F6B724}"/>
                </a:ext>
              </a:extLst>
            </p:cNvPr>
            <p:cNvSpPr/>
            <p:nvPr/>
          </p:nvSpPr>
          <p:spPr>
            <a:xfrm>
              <a:off x="8962896" y="5601303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9" name="Isosceles Triangle 738">
              <a:extLst>
                <a:ext uri="{FF2B5EF4-FFF2-40B4-BE49-F238E27FC236}">
                  <a16:creationId xmlns:a16="http://schemas.microsoft.com/office/drawing/2014/main" id="{581CDEE2-5F66-41A4-A055-B742C8AEF896}"/>
                </a:ext>
              </a:extLst>
            </p:cNvPr>
            <p:cNvSpPr/>
            <p:nvPr/>
          </p:nvSpPr>
          <p:spPr>
            <a:xfrm>
              <a:off x="5406312" y="5601303"/>
              <a:ext cx="1185528" cy="1022007"/>
            </a:xfrm>
            <a:prstGeom prst="triangl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1" name="Isosceles Triangle 740">
              <a:extLst>
                <a:ext uri="{FF2B5EF4-FFF2-40B4-BE49-F238E27FC236}">
                  <a16:creationId xmlns:a16="http://schemas.microsoft.com/office/drawing/2014/main" id="{662924AA-8773-41BA-978C-F6A793C79DA7}"/>
                </a:ext>
              </a:extLst>
            </p:cNvPr>
            <p:cNvSpPr/>
            <p:nvPr/>
          </p:nvSpPr>
          <p:spPr>
            <a:xfrm>
              <a:off x="5976520" y="6630509"/>
              <a:ext cx="1185528" cy="1022007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2" name="Isosceles Triangle 741">
              <a:extLst>
                <a:ext uri="{FF2B5EF4-FFF2-40B4-BE49-F238E27FC236}">
                  <a16:creationId xmlns:a16="http://schemas.microsoft.com/office/drawing/2014/main" id="{B44A6B69-0A5E-4F8A-B36F-60AB631FF876}"/>
                </a:ext>
              </a:extLst>
            </p:cNvPr>
            <p:cNvSpPr/>
            <p:nvPr/>
          </p:nvSpPr>
          <p:spPr>
            <a:xfrm>
              <a:off x="7162047" y="6630509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3" name="Isosceles Triangle 742">
              <a:extLst>
                <a:ext uri="{FF2B5EF4-FFF2-40B4-BE49-F238E27FC236}">
                  <a16:creationId xmlns:a16="http://schemas.microsoft.com/office/drawing/2014/main" id="{D80790FB-660E-491A-971E-0459232B61A0}"/>
                </a:ext>
              </a:extLst>
            </p:cNvPr>
            <p:cNvSpPr/>
            <p:nvPr/>
          </p:nvSpPr>
          <p:spPr>
            <a:xfrm>
              <a:off x="8347575" y="6630509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5" name="Isosceles Triangle 744">
              <a:extLst>
                <a:ext uri="{FF2B5EF4-FFF2-40B4-BE49-F238E27FC236}">
                  <a16:creationId xmlns:a16="http://schemas.microsoft.com/office/drawing/2014/main" id="{A38D4BD8-62C6-4CC2-BE3D-F1C038F661A2}"/>
                </a:ext>
              </a:extLst>
            </p:cNvPr>
            <p:cNvSpPr/>
            <p:nvPr/>
          </p:nvSpPr>
          <p:spPr>
            <a:xfrm rot="10800000">
              <a:off x="4171900" y="6630509"/>
              <a:ext cx="1185528" cy="1022007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9" name="Isosceles Triangle 748">
              <a:extLst>
                <a:ext uri="{FF2B5EF4-FFF2-40B4-BE49-F238E27FC236}">
                  <a16:creationId xmlns:a16="http://schemas.microsoft.com/office/drawing/2014/main" id="{422A6D13-082F-4E55-80B9-D5B47A8F1012}"/>
                </a:ext>
              </a:extLst>
            </p:cNvPr>
            <p:cNvSpPr/>
            <p:nvPr/>
          </p:nvSpPr>
          <p:spPr>
            <a:xfrm rot="10800000">
              <a:off x="3579140" y="5601303"/>
              <a:ext cx="1185528" cy="10220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55" name="Isosceles Triangle 754">
              <a:extLst>
                <a:ext uri="{FF2B5EF4-FFF2-40B4-BE49-F238E27FC236}">
                  <a16:creationId xmlns:a16="http://schemas.microsoft.com/office/drawing/2014/main" id="{59D3F7A7-4493-41B2-964F-A5338263E524}"/>
                </a:ext>
              </a:extLst>
            </p:cNvPr>
            <p:cNvSpPr/>
            <p:nvPr/>
          </p:nvSpPr>
          <p:spPr>
            <a:xfrm>
              <a:off x="4149348" y="5601303"/>
              <a:ext cx="1185528" cy="1022007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58" name="Isosceles Triangle 757">
              <a:extLst>
                <a:ext uri="{FF2B5EF4-FFF2-40B4-BE49-F238E27FC236}">
                  <a16:creationId xmlns:a16="http://schemas.microsoft.com/office/drawing/2014/main" id="{FC4379E9-97B8-4EB5-A567-F13B4543F319}"/>
                </a:ext>
              </a:extLst>
            </p:cNvPr>
            <p:cNvSpPr/>
            <p:nvPr/>
          </p:nvSpPr>
          <p:spPr>
            <a:xfrm>
              <a:off x="4742112" y="6630509"/>
              <a:ext cx="1185528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cxnSp>
          <p:nvCxnSpPr>
            <p:cNvPr id="777" name="Straight Connector 776">
              <a:extLst>
                <a:ext uri="{FF2B5EF4-FFF2-40B4-BE49-F238E27FC236}">
                  <a16:creationId xmlns:a16="http://schemas.microsoft.com/office/drawing/2014/main" id="{C39FC8DA-DA5E-4ECD-AF41-BF679BA7D67B}"/>
                </a:ext>
              </a:extLst>
            </p:cNvPr>
            <p:cNvCxnSpPr>
              <a:cxnSpLocks/>
              <a:endCxn id="650" idx="2"/>
            </p:cNvCxnSpPr>
            <p:nvPr/>
          </p:nvCxnSpPr>
          <p:spPr>
            <a:xfrm flipH="1">
              <a:off x="2371056" y="-566033"/>
              <a:ext cx="2416170" cy="413293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8" name="Straight Connector 777">
              <a:extLst>
                <a:ext uri="{FF2B5EF4-FFF2-40B4-BE49-F238E27FC236}">
                  <a16:creationId xmlns:a16="http://schemas.microsoft.com/office/drawing/2014/main" id="{28A4ACB7-0FE0-4985-AAF5-CAD0A087A3D6}"/>
                </a:ext>
              </a:extLst>
            </p:cNvPr>
            <p:cNvCxnSpPr>
              <a:cxnSpLocks/>
              <a:stCxn id="697" idx="4"/>
              <a:endCxn id="758" idx="2"/>
            </p:cNvCxnSpPr>
            <p:nvPr/>
          </p:nvCxnSpPr>
          <p:spPr>
            <a:xfrm>
              <a:off x="2393613" y="3558495"/>
              <a:ext cx="2348499" cy="409402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9" name="Straight Connector 778">
              <a:extLst>
                <a:ext uri="{FF2B5EF4-FFF2-40B4-BE49-F238E27FC236}">
                  <a16:creationId xmlns:a16="http://schemas.microsoft.com/office/drawing/2014/main" id="{28FE4F68-E1FC-4434-A9CC-434F9C8D29D6}"/>
                </a:ext>
              </a:extLst>
            </p:cNvPr>
            <p:cNvCxnSpPr>
              <a:cxnSpLocks/>
              <a:stCxn id="743" idx="4"/>
              <a:endCxn id="758" idx="2"/>
            </p:cNvCxnSpPr>
            <p:nvPr/>
          </p:nvCxnSpPr>
          <p:spPr>
            <a:xfrm flipH="1">
              <a:off x="4742112" y="7652516"/>
              <a:ext cx="4790991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0" name="Straight Connector 779">
              <a:extLst>
                <a:ext uri="{FF2B5EF4-FFF2-40B4-BE49-F238E27FC236}">
                  <a16:creationId xmlns:a16="http://schemas.microsoft.com/office/drawing/2014/main" id="{965682F3-CBEF-4AF7-B59D-20F25FA1AF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59424" y="3558494"/>
              <a:ext cx="2430560" cy="409402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1" name="Straight Connector 780">
              <a:extLst>
                <a:ext uri="{FF2B5EF4-FFF2-40B4-BE49-F238E27FC236}">
                  <a16:creationId xmlns:a16="http://schemas.microsoft.com/office/drawing/2014/main" id="{A2ABE4E8-1E59-45FE-9070-E9C0E722B1B7}"/>
                </a:ext>
              </a:extLst>
            </p:cNvPr>
            <p:cNvCxnSpPr>
              <a:cxnSpLocks/>
              <a:endCxn id="190" idx="0"/>
            </p:cNvCxnSpPr>
            <p:nvPr/>
          </p:nvCxnSpPr>
          <p:spPr>
            <a:xfrm flipH="1" flipV="1">
              <a:off x="9555660" y="-566033"/>
              <a:ext cx="2430558" cy="4132934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55272FEC-5B3C-466C-85F2-136548A7D9BA}"/>
              </a:ext>
            </a:extLst>
          </p:cNvPr>
          <p:cNvGrpSpPr/>
          <p:nvPr/>
        </p:nvGrpSpPr>
        <p:grpSpPr>
          <a:xfrm>
            <a:off x="2686118" y="-501158"/>
            <a:ext cx="7696519" cy="7875567"/>
            <a:chOff x="2686118" y="-501158"/>
            <a:chExt cx="7696519" cy="7875567"/>
          </a:xfrm>
        </p:grpSpPr>
        <p:grpSp>
          <p:nvGrpSpPr>
            <p:cNvPr id="1065" name="Group 1064">
              <a:extLst>
                <a:ext uri="{FF2B5EF4-FFF2-40B4-BE49-F238E27FC236}">
                  <a16:creationId xmlns:a16="http://schemas.microsoft.com/office/drawing/2014/main" id="{7C62C3BE-3815-4986-97E2-F187F809C90D}"/>
                </a:ext>
              </a:extLst>
            </p:cNvPr>
            <p:cNvGrpSpPr/>
            <p:nvPr/>
          </p:nvGrpSpPr>
          <p:grpSpPr>
            <a:xfrm rot="10800000">
              <a:off x="2686118" y="-501158"/>
              <a:ext cx="7164632" cy="3835707"/>
              <a:chOff x="3359246" y="4160138"/>
              <a:chExt cx="7164632" cy="3835707"/>
            </a:xfrm>
          </p:grpSpPr>
          <p:sp>
            <p:nvSpPr>
              <p:cNvPr id="1066" name="Star: 5 Points 1065">
                <a:extLst>
                  <a:ext uri="{FF2B5EF4-FFF2-40B4-BE49-F238E27FC236}">
                    <a16:creationId xmlns:a16="http://schemas.microsoft.com/office/drawing/2014/main" id="{1EAAD3FE-F8FA-45A2-B6DA-4B13DE186DCE}"/>
                  </a:ext>
                </a:extLst>
              </p:cNvPr>
              <p:cNvSpPr/>
              <p:nvPr/>
            </p:nvSpPr>
            <p:spPr>
              <a:xfrm>
                <a:off x="7663622" y="4543052"/>
                <a:ext cx="475397" cy="475397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7" name="Star: 5 Points 1066">
                <a:extLst>
                  <a:ext uri="{FF2B5EF4-FFF2-40B4-BE49-F238E27FC236}">
                    <a16:creationId xmlns:a16="http://schemas.microsoft.com/office/drawing/2014/main" id="{9AA24594-02C4-463B-B636-4E91B8263A26}"/>
                  </a:ext>
                </a:extLst>
              </p:cNvPr>
              <p:cNvSpPr/>
              <p:nvPr/>
            </p:nvSpPr>
            <p:spPr>
              <a:xfrm>
                <a:off x="3359246" y="4160138"/>
                <a:ext cx="475397" cy="475397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8" name="Star: 5 Points 1067">
                <a:extLst>
                  <a:ext uri="{FF2B5EF4-FFF2-40B4-BE49-F238E27FC236}">
                    <a16:creationId xmlns:a16="http://schemas.microsoft.com/office/drawing/2014/main" id="{33D8E09E-D7C1-4F49-91C1-85AA55A31043}"/>
                  </a:ext>
                </a:extLst>
              </p:cNvPr>
              <p:cNvSpPr/>
              <p:nvPr/>
            </p:nvSpPr>
            <p:spPr>
              <a:xfrm>
                <a:off x="10048481" y="5203216"/>
                <a:ext cx="475397" cy="475397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9" name="Star: 5 Points 1068">
                <a:extLst>
                  <a:ext uri="{FF2B5EF4-FFF2-40B4-BE49-F238E27FC236}">
                    <a16:creationId xmlns:a16="http://schemas.microsoft.com/office/drawing/2014/main" id="{7F2DEC52-9BB4-44B9-80E8-AF75117F1BDF}"/>
                  </a:ext>
                </a:extLst>
              </p:cNvPr>
              <p:cNvSpPr/>
              <p:nvPr/>
            </p:nvSpPr>
            <p:spPr>
              <a:xfrm>
                <a:off x="5251058" y="5060818"/>
                <a:ext cx="475397" cy="475397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0" name="Star: 5 Points 1069">
                <a:extLst>
                  <a:ext uri="{FF2B5EF4-FFF2-40B4-BE49-F238E27FC236}">
                    <a16:creationId xmlns:a16="http://schemas.microsoft.com/office/drawing/2014/main" id="{44E3B05F-0EC1-4516-BDAB-FBC02AFE083F}"/>
                  </a:ext>
                </a:extLst>
              </p:cNvPr>
              <p:cNvSpPr/>
              <p:nvPr/>
            </p:nvSpPr>
            <p:spPr>
              <a:xfrm>
                <a:off x="6997261" y="7520448"/>
                <a:ext cx="475397" cy="475397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1" name="Star: 5 Points 1070">
                <a:extLst>
                  <a:ext uri="{FF2B5EF4-FFF2-40B4-BE49-F238E27FC236}">
                    <a16:creationId xmlns:a16="http://schemas.microsoft.com/office/drawing/2014/main" id="{563B26F7-975C-45D5-9ECF-88123DFC24B1}"/>
                  </a:ext>
                </a:extLst>
              </p:cNvPr>
              <p:cNvSpPr/>
              <p:nvPr/>
            </p:nvSpPr>
            <p:spPr>
              <a:xfrm>
                <a:off x="3398569" y="6242518"/>
                <a:ext cx="475397" cy="475397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2" name="Star: 5 Points 1071">
                <a:extLst>
                  <a:ext uri="{FF2B5EF4-FFF2-40B4-BE49-F238E27FC236}">
                    <a16:creationId xmlns:a16="http://schemas.microsoft.com/office/drawing/2014/main" id="{828EAF06-C73B-427D-B6CE-982E6ECE024C}"/>
                  </a:ext>
                </a:extLst>
              </p:cNvPr>
              <p:cNvSpPr/>
              <p:nvPr/>
            </p:nvSpPr>
            <p:spPr>
              <a:xfrm>
                <a:off x="8910067" y="6560320"/>
                <a:ext cx="475397" cy="475397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3" name="Star: 5 Points 1072">
                <a:extLst>
                  <a:ext uri="{FF2B5EF4-FFF2-40B4-BE49-F238E27FC236}">
                    <a16:creationId xmlns:a16="http://schemas.microsoft.com/office/drawing/2014/main" id="{5F1D3F90-5E38-4D48-9E61-951A9891634C}"/>
                  </a:ext>
                </a:extLst>
              </p:cNvPr>
              <p:cNvSpPr/>
              <p:nvPr/>
            </p:nvSpPr>
            <p:spPr>
              <a:xfrm>
                <a:off x="4505513" y="7520448"/>
                <a:ext cx="475397" cy="475397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074" name="Group 1073">
              <a:extLst>
                <a:ext uri="{FF2B5EF4-FFF2-40B4-BE49-F238E27FC236}">
                  <a16:creationId xmlns:a16="http://schemas.microsoft.com/office/drawing/2014/main" id="{2E0843D4-F548-439F-816C-BD5267176ABA}"/>
                </a:ext>
              </a:extLst>
            </p:cNvPr>
            <p:cNvGrpSpPr/>
            <p:nvPr/>
          </p:nvGrpSpPr>
          <p:grpSpPr>
            <a:xfrm>
              <a:off x="3304616" y="3538702"/>
              <a:ext cx="7078021" cy="3835707"/>
              <a:chOff x="3359246" y="4160138"/>
              <a:chExt cx="7078021" cy="3835707"/>
            </a:xfrm>
          </p:grpSpPr>
          <p:sp>
            <p:nvSpPr>
              <p:cNvPr id="1075" name="Star: 5 Points 1074">
                <a:extLst>
                  <a:ext uri="{FF2B5EF4-FFF2-40B4-BE49-F238E27FC236}">
                    <a16:creationId xmlns:a16="http://schemas.microsoft.com/office/drawing/2014/main" id="{8081729C-9CA0-4E5C-AB39-BB1ECBC2BF02}"/>
                  </a:ext>
                </a:extLst>
              </p:cNvPr>
              <p:cNvSpPr/>
              <p:nvPr/>
            </p:nvSpPr>
            <p:spPr>
              <a:xfrm>
                <a:off x="7663622" y="4543052"/>
                <a:ext cx="475397" cy="475397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6" name="Star: 5 Points 1075">
                <a:extLst>
                  <a:ext uri="{FF2B5EF4-FFF2-40B4-BE49-F238E27FC236}">
                    <a16:creationId xmlns:a16="http://schemas.microsoft.com/office/drawing/2014/main" id="{911F2023-95F9-4DD0-BDFB-557BE72DAC49}"/>
                  </a:ext>
                </a:extLst>
              </p:cNvPr>
              <p:cNvSpPr/>
              <p:nvPr/>
            </p:nvSpPr>
            <p:spPr>
              <a:xfrm>
                <a:off x="3359246" y="4160138"/>
                <a:ext cx="475397" cy="475397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7" name="Star: 5 Points 1076">
                <a:extLst>
                  <a:ext uri="{FF2B5EF4-FFF2-40B4-BE49-F238E27FC236}">
                    <a16:creationId xmlns:a16="http://schemas.microsoft.com/office/drawing/2014/main" id="{82588340-70DF-441E-9A3C-F98B0BD13103}"/>
                  </a:ext>
                </a:extLst>
              </p:cNvPr>
              <p:cNvSpPr/>
              <p:nvPr/>
            </p:nvSpPr>
            <p:spPr>
              <a:xfrm>
                <a:off x="9961870" y="5224676"/>
                <a:ext cx="475397" cy="475397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8" name="Star: 5 Points 1077">
                <a:extLst>
                  <a:ext uri="{FF2B5EF4-FFF2-40B4-BE49-F238E27FC236}">
                    <a16:creationId xmlns:a16="http://schemas.microsoft.com/office/drawing/2014/main" id="{11142317-35FE-458C-8240-8088F239910A}"/>
                  </a:ext>
                </a:extLst>
              </p:cNvPr>
              <p:cNvSpPr/>
              <p:nvPr/>
            </p:nvSpPr>
            <p:spPr>
              <a:xfrm>
                <a:off x="5143256" y="5160031"/>
                <a:ext cx="475397" cy="475397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9" name="Star: 5 Points 1078">
                <a:extLst>
                  <a:ext uri="{FF2B5EF4-FFF2-40B4-BE49-F238E27FC236}">
                    <a16:creationId xmlns:a16="http://schemas.microsoft.com/office/drawing/2014/main" id="{37B8667F-4F18-46ED-A198-351BC962F833}"/>
                  </a:ext>
                </a:extLst>
              </p:cNvPr>
              <p:cNvSpPr/>
              <p:nvPr/>
            </p:nvSpPr>
            <p:spPr>
              <a:xfrm>
                <a:off x="6997261" y="7520448"/>
                <a:ext cx="475397" cy="475397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0" name="Star: 5 Points 1079">
                <a:extLst>
                  <a:ext uri="{FF2B5EF4-FFF2-40B4-BE49-F238E27FC236}">
                    <a16:creationId xmlns:a16="http://schemas.microsoft.com/office/drawing/2014/main" id="{94D441CC-10ED-4BB1-9C8F-79267FE5BCFF}"/>
                  </a:ext>
                </a:extLst>
              </p:cNvPr>
              <p:cNvSpPr/>
              <p:nvPr/>
            </p:nvSpPr>
            <p:spPr>
              <a:xfrm>
                <a:off x="3398569" y="6242518"/>
                <a:ext cx="475397" cy="475397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1" name="Star: 5 Points 1080">
                <a:extLst>
                  <a:ext uri="{FF2B5EF4-FFF2-40B4-BE49-F238E27FC236}">
                    <a16:creationId xmlns:a16="http://schemas.microsoft.com/office/drawing/2014/main" id="{188D4FD9-23E9-4BD6-B190-2B0A8DA688AA}"/>
                  </a:ext>
                </a:extLst>
              </p:cNvPr>
              <p:cNvSpPr/>
              <p:nvPr/>
            </p:nvSpPr>
            <p:spPr>
              <a:xfrm>
                <a:off x="8910067" y="6560320"/>
                <a:ext cx="475397" cy="475397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2" name="Star: 5 Points 1081">
                <a:extLst>
                  <a:ext uri="{FF2B5EF4-FFF2-40B4-BE49-F238E27FC236}">
                    <a16:creationId xmlns:a16="http://schemas.microsoft.com/office/drawing/2014/main" id="{2E25C552-01C4-418C-9378-F2CA6E4E4ABF}"/>
                  </a:ext>
                </a:extLst>
              </p:cNvPr>
              <p:cNvSpPr/>
              <p:nvPr/>
            </p:nvSpPr>
            <p:spPr>
              <a:xfrm>
                <a:off x="4505513" y="7520448"/>
                <a:ext cx="475397" cy="475397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</p:grpSp>
      <p:cxnSp>
        <p:nvCxnSpPr>
          <p:cNvPr id="1083" name="Straight Connector 1082">
            <a:extLst>
              <a:ext uri="{FF2B5EF4-FFF2-40B4-BE49-F238E27FC236}">
                <a16:creationId xmlns:a16="http://schemas.microsoft.com/office/drawing/2014/main" id="{43BCBD7E-7E48-49F7-82B5-4D5342624B9A}"/>
              </a:ext>
            </a:extLst>
          </p:cNvPr>
          <p:cNvCxnSpPr>
            <a:cxnSpLocks/>
          </p:cNvCxnSpPr>
          <p:nvPr/>
        </p:nvCxnSpPr>
        <p:spPr>
          <a:xfrm flipH="1" flipV="1">
            <a:off x="11125736" y="-92723"/>
            <a:ext cx="3190186" cy="35156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4" name="Straight Connector 1083">
            <a:extLst>
              <a:ext uri="{FF2B5EF4-FFF2-40B4-BE49-F238E27FC236}">
                <a16:creationId xmlns:a16="http://schemas.microsoft.com/office/drawing/2014/main" id="{C482CA7C-D9A4-4C93-8003-1AFA48E99E1A}"/>
              </a:ext>
            </a:extLst>
          </p:cNvPr>
          <p:cNvCxnSpPr>
            <a:cxnSpLocks/>
            <a:stCxn id="687" idx="0"/>
            <a:endCxn id="681" idx="4"/>
          </p:cNvCxnSpPr>
          <p:nvPr/>
        </p:nvCxnSpPr>
        <p:spPr>
          <a:xfrm flipH="1">
            <a:off x="8933089" y="3444252"/>
            <a:ext cx="121185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5" name="Straight Connector 1084">
            <a:extLst>
              <a:ext uri="{FF2B5EF4-FFF2-40B4-BE49-F238E27FC236}">
                <a16:creationId xmlns:a16="http://schemas.microsoft.com/office/drawing/2014/main" id="{39D9BEF3-7E2A-4600-8F51-F17914CD595E}"/>
              </a:ext>
            </a:extLst>
          </p:cNvPr>
          <p:cNvCxnSpPr>
            <a:cxnSpLocks/>
            <a:stCxn id="737" idx="0"/>
            <a:endCxn id="685" idx="2"/>
          </p:cNvCxnSpPr>
          <p:nvPr/>
        </p:nvCxnSpPr>
        <p:spPr>
          <a:xfrm flipV="1">
            <a:off x="7747561" y="4466259"/>
            <a:ext cx="592765" cy="102080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6" name="Straight Connector 1085">
            <a:extLst>
              <a:ext uri="{FF2B5EF4-FFF2-40B4-BE49-F238E27FC236}">
                <a16:creationId xmlns:a16="http://schemas.microsoft.com/office/drawing/2014/main" id="{F8380393-48D9-4EF6-94D9-A9577DBEA0C6}"/>
              </a:ext>
            </a:extLst>
          </p:cNvPr>
          <p:cNvCxnSpPr>
            <a:cxnSpLocks/>
            <a:stCxn id="690" idx="2"/>
            <a:endCxn id="736" idx="0"/>
          </p:cNvCxnSpPr>
          <p:nvPr/>
        </p:nvCxnSpPr>
        <p:spPr>
          <a:xfrm flipH="1" flipV="1">
            <a:off x="6562035" y="5487061"/>
            <a:ext cx="1162970" cy="840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7" name="Straight Connector 1086">
            <a:extLst>
              <a:ext uri="{FF2B5EF4-FFF2-40B4-BE49-F238E27FC236}">
                <a16:creationId xmlns:a16="http://schemas.microsoft.com/office/drawing/2014/main" id="{6A75D61F-3ADA-432D-A090-AA00D3FFDB1A}"/>
              </a:ext>
            </a:extLst>
          </p:cNvPr>
          <p:cNvCxnSpPr>
            <a:cxnSpLocks/>
            <a:stCxn id="682" idx="4"/>
            <a:endCxn id="697" idx="4"/>
          </p:cNvCxnSpPr>
          <p:nvPr/>
        </p:nvCxnSpPr>
        <p:spPr>
          <a:xfrm flipH="1">
            <a:off x="1771043" y="3444252"/>
            <a:ext cx="2393613" cy="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8" name="Straight Connector 1087">
            <a:extLst>
              <a:ext uri="{FF2B5EF4-FFF2-40B4-BE49-F238E27FC236}">
                <a16:creationId xmlns:a16="http://schemas.microsoft.com/office/drawing/2014/main" id="{4C9F9D91-9C76-4D6B-B078-3E3E2B78BFAB}"/>
              </a:ext>
            </a:extLst>
          </p:cNvPr>
          <p:cNvCxnSpPr>
            <a:cxnSpLocks/>
            <a:stCxn id="735" idx="2"/>
            <a:endCxn id="705" idx="0"/>
          </p:cNvCxnSpPr>
          <p:nvPr/>
        </p:nvCxnSpPr>
        <p:spPr>
          <a:xfrm flipH="1" flipV="1">
            <a:off x="4712306" y="4473458"/>
            <a:ext cx="637878" cy="101360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9" name="Straight Connector 1088">
            <a:extLst>
              <a:ext uri="{FF2B5EF4-FFF2-40B4-BE49-F238E27FC236}">
                <a16:creationId xmlns:a16="http://schemas.microsoft.com/office/drawing/2014/main" id="{7AC4D28C-A9E4-4C96-A2B6-314358A6C7E3}"/>
              </a:ext>
            </a:extLst>
          </p:cNvPr>
          <p:cNvCxnSpPr>
            <a:cxnSpLocks/>
            <a:endCxn id="734" idx="4"/>
          </p:cNvCxnSpPr>
          <p:nvPr/>
        </p:nvCxnSpPr>
        <p:spPr>
          <a:xfrm flipV="1">
            <a:off x="8381355" y="5487061"/>
            <a:ext cx="551734" cy="102920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0" name="Straight Connector 1089">
            <a:extLst>
              <a:ext uri="{FF2B5EF4-FFF2-40B4-BE49-F238E27FC236}">
                <a16:creationId xmlns:a16="http://schemas.microsoft.com/office/drawing/2014/main" id="{8EC6DEE3-17A9-45A1-A343-869576D6F4E7}"/>
              </a:ext>
            </a:extLst>
          </p:cNvPr>
          <p:cNvCxnSpPr>
            <a:cxnSpLocks/>
            <a:stCxn id="739" idx="0"/>
            <a:endCxn id="758" idx="0"/>
          </p:cNvCxnSpPr>
          <p:nvPr/>
        </p:nvCxnSpPr>
        <p:spPr>
          <a:xfrm flipH="1">
            <a:off x="4712306" y="5487061"/>
            <a:ext cx="664200" cy="102920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1" name="Straight Connector 1090">
            <a:extLst>
              <a:ext uri="{FF2B5EF4-FFF2-40B4-BE49-F238E27FC236}">
                <a16:creationId xmlns:a16="http://schemas.microsoft.com/office/drawing/2014/main" id="{939411D6-4968-4BB6-B32C-BE038BF19BAD}"/>
              </a:ext>
            </a:extLst>
          </p:cNvPr>
          <p:cNvCxnSpPr>
            <a:cxnSpLocks/>
            <a:stCxn id="628" idx="0"/>
            <a:endCxn id="637" idx="4"/>
          </p:cNvCxnSpPr>
          <p:nvPr/>
        </p:nvCxnSpPr>
        <p:spPr>
          <a:xfrm flipH="1">
            <a:off x="8910533" y="2423451"/>
            <a:ext cx="615320" cy="102920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2" name="Straight Connector 1091">
            <a:extLst>
              <a:ext uri="{FF2B5EF4-FFF2-40B4-BE49-F238E27FC236}">
                <a16:creationId xmlns:a16="http://schemas.microsoft.com/office/drawing/2014/main" id="{9F475EE3-CFB4-4028-BEF6-0D7386D9DA71}"/>
              </a:ext>
            </a:extLst>
          </p:cNvPr>
          <p:cNvCxnSpPr>
            <a:cxnSpLocks/>
            <a:stCxn id="633" idx="0"/>
            <a:endCxn id="633" idx="0"/>
          </p:cNvCxnSpPr>
          <p:nvPr/>
        </p:nvCxnSpPr>
        <p:spPr>
          <a:xfrm>
            <a:off x="5376506" y="1401444"/>
            <a:ext cx="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3" name="Straight Connector 1092">
            <a:extLst>
              <a:ext uri="{FF2B5EF4-FFF2-40B4-BE49-F238E27FC236}">
                <a16:creationId xmlns:a16="http://schemas.microsoft.com/office/drawing/2014/main" id="{244B844A-83EC-45D7-92A4-A88CC4050F6C}"/>
              </a:ext>
            </a:extLst>
          </p:cNvPr>
          <p:cNvCxnSpPr>
            <a:cxnSpLocks/>
            <a:stCxn id="336" idx="0"/>
          </p:cNvCxnSpPr>
          <p:nvPr/>
        </p:nvCxnSpPr>
        <p:spPr>
          <a:xfrm>
            <a:off x="4119542" y="-680275"/>
            <a:ext cx="607467" cy="93912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4" name="Straight Connector 1093">
            <a:extLst>
              <a:ext uri="{FF2B5EF4-FFF2-40B4-BE49-F238E27FC236}">
                <a16:creationId xmlns:a16="http://schemas.microsoft.com/office/drawing/2014/main" id="{6306D431-5FA2-4BE0-BBFA-A7A7C77D13C8}"/>
              </a:ext>
            </a:extLst>
          </p:cNvPr>
          <p:cNvCxnSpPr>
            <a:cxnSpLocks/>
            <a:stCxn id="649" idx="2"/>
            <a:endCxn id="701" idx="0"/>
          </p:cNvCxnSpPr>
          <p:nvPr/>
        </p:nvCxnSpPr>
        <p:spPr>
          <a:xfrm flipH="1">
            <a:off x="2934014" y="2423451"/>
            <a:ext cx="592764" cy="102080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5" name="Straight Connector 1094">
            <a:extLst>
              <a:ext uri="{FF2B5EF4-FFF2-40B4-BE49-F238E27FC236}">
                <a16:creationId xmlns:a16="http://schemas.microsoft.com/office/drawing/2014/main" id="{8EA0AD6F-869F-4D2C-8345-9B62182B122C}"/>
              </a:ext>
            </a:extLst>
          </p:cNvPr>
          <p:cNvCxnSpPr>
            <a:cxnSpLocks/>
            <a:stCxn id="625" idx="2"/>
            <a:endCxn id="190" idx="0"/>
          </p:cNvCxnSpPr>
          <p:nvPr/>
        </p:nvCxnSpPr>
        <p:spPr>
          <a:xfrm flipV="1">
            <a:off x="7747561" y="-680275"/>
            <a:ext cx="1185529" cy="208171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6" name="Straight Connector 1095">
            <a:extLst>
              <a:ext uri="{FF2B5EF4-FFF2-40B4-BE49-F238E27FC236}">
                <a16:creationId xmlns:a16="http://schemas.microsoft.com/office/drawing/2014/main" id="{8979EA0B-67C6-4B3C-91D2-64917AEE00AD}"/>
              </a:ext>
            </a:extLst>
          </p:cNvPr>
          <p:cNvCxnSpPr>
            <a:cxnSpLocks/>
            <a:stCxn id="620" idx="4"/>
            <a:endCxn id="630" idx="0"/>
          </p:cNvCxnSpPr>
          <p:nvPr/>
        </p:nvCxnSpPr>
        <p:spPr>
          <a:xfrm flipV="1">
            <a:off x="5969269" y="1401444"/>
            <a:ext cx="592766" cy="102920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7" name="Straight Connector 1096">
            <a:extLst>
              <a:ext uri="{FF2B5EF4-FFF2-40B4-BE49-F238E27FC236}">
                <a16:creationId xmlns:a16="http://schemas.microsoft.com/office/drawing/2014/main" id="{F668BFF7-C107-4948-9FD6-2D62F4D6141C}"/>
              </a:ext>
            </a:extLst>
          </p:cNvPr>
          <p:cNvCxnSpPr>
            <a:cxnSpLocks/>
            <a:stCxn id="672" idx="4"/>
            <a:endCxn id="630" idx="2"/>
          </p:cNvCxnSpPr>
          <p:nvPr/>
        </p:nvCxnSpPr>
        <p:spPr>
          <a:xfrm flipH="1" flipV="1">
            <a:off x="5969271" y="2423451"/>
            <a:ext cx="1185526" cy="205000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8" name="Straight Connector 1097">
            <a:extLst>
              <a:ext uri="{FF2B5EF4-FFF2-40B4-BE49-F238E27FC236}">
                <a16:creationId xmlns:a16="http://schemas.microsoft.com/office/drawing/2014/main" id="{793F8265-EA58-4D8C-9C5A-5173E13BCEA9}"/>
              </a:ext>
            </a:extLst>
          </p:cNvPr>
          <p:cNvCxnSpPr>
            <a:cxnSpLocks/>
            <a:stCxn id="689" idx="2"/>
            <a:endCxn id="689" idx="0"/>
          </p:cNvCxnSpPr>
          <p:nvPr/>
        </p:nvCxnSpPr>
        <p:spPr>
          <a:xfrm flipV="1">
            <a:off x="6539477" y="4473458"/>
            <a:ext cx="592764" cy="102200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8" name="Straight Connector 1107">
            <a:extLst>
              <a:ext uri="{FF2B5EF4-FFF2-40B4-BE49-F238E27FC236}">
                <a16:creationId xmlns:a16="http://schemas.microsoft.com/office/drawing/2014/main" id="{5784927C-612B-4948-B011-939547F4F4DF}"/>
              </a:ext>
            </a:extLst>
          </p:cNvPr>
          <p:cNvCxnSpPr>
            <a:cxnSpLocks/>
            <a:stCxn id="729" idx="2"/>
            <a:endCxn id="738" idx="2"/>
          </p:cNvCxnSpPr>
          <p:nvPr/>
        </p:nvCxnSpPr>
        <p:spPr>
          <a:xfrm flipH="1" flipV="1">
            <a:off x="8340326" y="6509068"/>
            <a:ext cx="1185527" cy="72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2" name="Straight Connector 1111">
            <a:extLst>
              <a:ext uri="{FF2B5EF4-FFF2-40B4-BE49-F238E27FC236}">
                <a16:creationId xmlns:a16="http://schemas.microsoft.com/office/drawing/2014/main" id="{C19541B0-E7FB-4FAF-974C-6DE23C290BBD}"/>
              </a:ext>
            </a:extLst>
          </p:cNvPr>
          <p:cNvCxnSpPr>
            <a:cxnSpLocks/>
            <a:stCxn id="758" idx="0"/>
            <a:endCxn id="755" idx="2"/>
          </p:cNvCxnSpPr>
          <p:nvPr/>
        </p:nvCxnSpPr>
        <p:spPr>
          <a:xfrm flipH="1" flipV="1">
            <a:off x="3526778" y="6509068"/>
            <a:ext cx="1185528" cy="719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6" name="Straight Connector 1115">
            <a:extLst>
              <a:ext uri="{FF2B5EF4-FFF2-40B4-BE49-F238E27FC236}">
                <a16:creationId xmlns:a16="http://schemas.microsoft.com/office/drawing/2014/main" id="{51FB604E-5004-4105-90A3-1D715CB1CA63}"/>
              </a:ext>
            </a:extLst>
          </p:cNvPr>
          <p:cNvCxnSpPr>
            <a:cxnSpLocks/>
            <a:stCxn id="687" idx="4"/>
            <a:endCxn id="687" idx="0"/>
          </p:cNvCxnSpPr>
          <p:nvPr/>
        </p:nvCxnSpPr>
        <p:spPr>
          <a:xfrm flipH="1" flipV="1">
            <a:off x="10144939" y="3444252"/>
            <a:ext cx="592764" cy="102200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6" name="Straight Connector 1125">
            <a:extLst>
              <a:ext uri="{FF2B5EF4-FFF2-40B4-BE49-F238E27FC236}">
                <a16:creationId xmlns:a16="http://schemas.microsoft.com/office/drawing/2014/main" id="{3EF78F1A-D27A-41B1-A60C-4F66991DBFAD}"/>
              </a:ext>
            </a:extLst>
          </p:cNvPr>
          <p:cNvCxnSpPr>
            <a:cxnSpLocks/>
            <a:stCxn id="649" idx="2"/>
            <a:endCxn id="649" idx="0"/>
          </p:cNvCxnSpPr>
          <p:nvPr/>
        </p:nvCxnSpPr>
        <p:spPr>
          <a:xfrm flipV="1">
            <a:off x="3526778" y="1401444"/>
            <a:ext cx="592764" cy="102200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9" name="Straight Connector 1128">
            <a:extLst>
              <a:ext uri="{FF2B5EF4-FFF2-40B4-BE49-F238E27FC236}">
                <a16:creationId xmlns:a16="http://schemas.microsoft.com/office/drawing/2014/main" id="{700A0D69-8795-467C-B025-0512B3BF2079}"/>
              </a:ext>
            </a:extLst>
          </p:cNvPr>
          <p:cNvCxnSpPr>
            <a:cxnSpLocks/>
            <a:stCxn id="649" idx="0"/>
            <a:endCxn id="340" idx="0"/>
          </p:cNvCxnSpPr>
          <p:nvPr/>
        </p:nvCxnSpPr>
        <p:spPr>
          <a:xfrm flipV="1">
            <a:off x="4119542" y="348931"/>
            <a:ext cx="592764" cy="105251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6" name="Straight Connector 1135">
            <a:extLst>
              <a:ext uri="{FF2B5EF4-FFF2-40B4-BE49-F238E27FC236}">
                <a16:creationId xmlns:a16="http://schemas.microsoft.com/office/drawing/2014/main" id="{9DA0E7D7-3A21-47B6-A12C-FD1B764E278F}"/>
              </a:ext>
            </a:extLst>
          </p:cNvPr>
          <p:cNvCxnSpPr>
            <a:cxnSpLocks/>
            <a:stCxn id="702" idx="0"/>
            <a:endCxn id="693" idx="2"/>
          </p:cNvCxnSpPr>
          <p:nvPr/>
        </p:nvCxnSpPr>
        <p:spPr>
          <a:xfrm flipH="1">
            <a:off x="3549334" y="3444252"/>
            <a:ext cx="570208" cy="102920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9" name="Straight Connector 1138">
            <a:extLst>
              <a:ext uri="{FF2B5EF4-FFF2-40B4-BE49-F238E27FC236}">
                <a16:creationId xmlns:a16="http://schemas.microsoft.com/office/drawing/2014/main" id="{DA650F7A-2078-4DE1-9D36-86097DEDC8D9}"/>
              </a:ext>
            </a:extLst>
          </p:cNvPr>
          <p:cNvCxnSpPr>
            <a:cxnSpLocks/>
            <a:stCxn id="705" idx="0"/>
            <a:endCxn id="704" idx="0"/>
          </p:cNvCxnSpPr>
          <p:nvPr/>
        </p:nvCxnSpPr>
        <p:spPr>
          <a:xfrm flipH="1">
            <a:off x="3526778" y="4473458"/>
            <a:ext cx="118552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3" name="Straight Connector 1142">
            <a:extLst>
              <a:ext uri="{FF2B5EF4-FFF2-40B4-BE49-F238E27FC236}">
                <a16:creationId xmlns:a16="http://schemas.microsoft.com/office/drawing/2014/main" id="{C5AF6A2D-3B45-49DF-88F9-9EA4EC3002DE}"/>
              </a:ext>
            </a:extLst>
          </p:cNvPr>
          <p:cNvCxnSpPr>
            <a:cxnSpLocks/>
            <a:stCxn id="622" idx="4"/>
            <a:endCxn id="212" idx="0"/>
          </p:cNvCxnSpPr>
          <p:nvPr/>
        </p:nvCxnSpPr>
        <p:spPr>
          <a:xfrm flipH="1" flipV="1">
            <a:off x="8933089" y="1370939"/>
            <a:ext cx="592764" cy="105971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0" name="Straight Connector 1149">
            <a:extLst>
              <a:ext uri="{FF2B5EF4-FFF2-40B4-BE49-F238E27FC236}">
                <a16:creationId xmlns:a16="http://schemas.microsoft.com/office/drawing/2014/main" id="{510A0E68-E4DE-4A3D-A02E-AF16C30CC292}"/>
              </a:ext>
            </a:extLst>
          </p:cNvPr>
          <p:cNvCxnSpPr>
            <a:cxnSpLocks/>
            <a:stCxn id="687" idx="4"/>
            <a:endCxn id="691" idx="0"/>
          </p:cNvCxnSpPr>
          <p:nvPr/>
        </p:nvCxnSpPr>
        <p:spPr>
          <a:xfrm flipH="1">
            <a:off x="9529618" y="4466259"/>
            <a:ext cx="1208085" cy="719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7" name="Straight Connector 1156">
            <a:extLst>
              <a:ext uri="{FF2B5EF4-FFF2-40B4-BE49-F238E27FC236}">
                <a16:creationId xmlns:a16="http://schemas.microsoft.com/office/drawing/2014/main" id="{831BDC85-36A1-4BE7-88CD-7479EB34B06D}"/>
              </a:ext>
            </a:extLst>
          </p:cNvPr>
          <p:cNvCxnSpPr>
            <a:cxnSpLocks/>
            <a:stCxn id="677" idx="0"/>
            <a:endCxn id="675" idx="4"/>
          </p:cNvCxnSpPr>
          <p:nvPr/>
        </p:nvCxnSpPr>
        <p:spPr>
          <a:xfrm>
            <a:off x="8340325" y="4466259"/>
            <a:ext cx="1185528" cy="72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4" name="Straight Connector 1163">
            <a:extLst>
              <a:ext uri="{FF2B5EF4-FFF2-40B4-BE49-F238E27FC236}">
                <a16:creationId xmlns:a16="http://schemas.microsoft.com/office/drawing/2014/main" id="{6B237AEB-C003-43FE-8643-CDF6D2007B41}"/>
              </a:ext>
            </a:extLst>
          </p:cNvPr>
          <p:cNvCxnSpPr>
            <a:cxnSpLocks/>
            <a:stCxn id="734" idx="4"/>
            <a:endCxn id="730" idx="4"/>
          </p:cNvCxnSpPr>
          <p:nvPr/>
        </p:nvCxnSpPr>
        <p:spPr>
          <a:xfrm flipH="1">
            <a:off x="7747561" y="5487061"/>
            <a:ext cx="118552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8" name="Straight Connector 1167">
            <a:extLst>
              <a:ext uri="{FF2B5EF4-FFF2-40B4-BE49-F238E27FC236}">
                <a16:creationId xmlns:a16="http://schemas.microsoft.com/office/drawing/2014/main" id="{D595D750-2DEF-4E10-B1D4-8F41D64B1F09}"/>
              </a:ext>
            </a:extLst>
          </p:cNvPr>
          <p:cNvCxnSpPr>
            <a:cxnSpLocks/>
            <a:stCxn id="196" idx="0"/>
            <a:endCxn id="632" idx="0"/>
          </p:cNvCxnSpPr>
          <p:nvPr/>
        </p:nvCxnSpPr>
        <p:spPr>
          <a:xfrm flipH="1">
            <a:off x="8933090" y="348931"/>
            <a:ext cx="596528" cy="105251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3" name="Straight Connector 1172">
            <a:extLst>
              <a:ext uri="{FF2B5EF4-FFF2-40B4-BE49-F238E27FC236}">
                <a16:creationId xmlns:a16="http://schemas.microsoft.com/office/drawing/2014/main" id="{BF418065-786F-4372-A150-5DAC6E81048B}"/>
              </a:ext>
            </a:extLst>
          </p:cNvPr>
          <p:cNvCxnSpPr>
            <a:cxnSpLocks/>
            <a:stCxn id="630" idx="0"/>
            <a:endCxn id="204" idx="4"/>
          </p:cNvCxnSpPr>
          <p:nvPr/>
        </p:nvCxnSpPr>
        <p:spPr>
          <a:xfrm flipV="1">
            <a:off x="6562035" y="348931"/>
            <a:ext cx="592762" cy="105251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6" name="Straight Connector 1175">
            <a:extLst>
              <a:ext uri="{FF2B5EF4-FFF2-40B4-BE49-F238E27FC236}">
                <a16:creationId xmlns:a16="http://schemas.microsoft.com/office/drawing/2014/main" id="{9B5A264E-A031-4B38-ABB6-317527D32BCC}"/>
              </a:ext>
            </a:extLst>
          </p:cNvPr>
          <p:cNvCxnSpPr>
            <a:cxnSpLocks/>
            <a:stCxn id="631" idx="0"/>
            <a:endCxn id="189" idx="2"/>
          </p:cNvCxnSpPr>
          <p:nvPr/>
        </p:nvCxnSpPr>
        <p:spPr>
          <a:xfrm flipH="1" flipV="1">
            <a:off x="7154797" y="341732"/>
            <a:ext cx="592764" cy="105971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5" name="Straight Connector 1184">
            <a:extLst>
              <a:ext uri="{FF2B5EF4-FFF2-40B4-BE49-F238E27FC236}">
                <a16:creationId xmlns:a16="http://schemas.microsoft.com/office/drawing/2014/main" id="{1DDFCC98-4485-4397-BCC7-B5DC850BDB51}"/>
              </a:ext>
            </a:extLst>
          </p:cNvPr>
          <p:cNvCxnSpPr>
            <a:cxnSpLocks/>
            <a:stCxn id="686" idx="2"/>
            <a:endCxn id="686" idx="0"/>
          </p:cNvCxnSpPr>
          <p:nvPr/>
        </p:nvCxnSpPr>
        <p:spPr>
          <a:xfrm flipV="1">
            <a:off x="4783742" y="3444252"/>
            <a:ext cx="592764" cy="102200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8" name="Straight Connector 1187">
            <a:extLst>
              <a:ext uri="{FF2B5EF4-FFF2-40B4-BE49-F238E27FC236}">
                <a16:creationId xmlns:a16="http://schemas.microsoft.com/office/drawing/2014/main" id="{A770918D-8A22-4BA0-AABA-A80A1553DAA5}"/>
              </a:ext>
            </a:extLst>
          </p:cNvPr>
          <p:cNvCxnSpPr>
            <a:cxnSpLocks/>
            <a:stCxn id="652" idx="0"/>
            <a:endCxn id="620" idx="4"/>
          </p:cNvCxnSpPr>
          <p:nvPr/>
        </p:nvCxnSpPr>
        <p:spPr>
          <a:xfrm>
            <a:off x="4712306" y="2430650"/>
            <a:ext cx="1256963" cy="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1" name="Straight Connector 1190">
            <a:extLst>
              <a:ext uri="{FF2B5EF4-FFF2-40B4-BE49-F238E27FC236}">
                <a16:creationId xmlns:a16="http://schemas.microsoft.com/office/drawing/2014/main" id="{4C4E23B3-2723-48B0-9FC1-40E4DD0DE554}"/>
              </a:ext>
            </a:extLst>
          </p:cNvPr>
          <p:cNvCxnSpPr>
            <a:cxnSpLocks/>
            <a:stCxn id="686" idx="0"/>
            <a:endCxn id="652" idx="0"/>
          </p:cNvCxnSpPr>
          <p:nvPr/>
        </p:nvCxnSpPr>
        <p:spPr>
          <a:xfrm flipH="1" flipV="1">
            <a:off x="4712306" y="2430650"/>
            <a:ext cx="664200" cy="101360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8" name="Straight Connector 1207">
            <a:extLst>
              <a:ext uri="{FF2B5EF4-FFF2-40B4-BE49-F238E27FC236}">
                <a16:creationId xmlns:a16="http://schemas.microsoft.com/office/drawing/2014/main" id="{346C8C47-BA50-4F6B-8523-59C6CF298BD5}"/>
              </a:ext>
            </a:extLst>
          </p:cNvPr>
          <p:cNvCxnSpPr>
            <a:cxnSpLocks/>
            <a:stCxn id="679" idx="0"/>
            <a:endCxn id="735" idx="2"/>
          </p:cNvCxnSpPr>
          <p:nvPr/>
        </p:nvCxnSpPr>
        <p:spPr>
          <a:xfrm flipH="1">
            <a:off x="5350184" y="4466260"/>
            <a:ext cx="619085" cy="102080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1" name="Straight Connector 1210">
            <a:extLst>
              <a:ext uri="{FF2B5EF4-FFF2-40B4-BE49-F238E27FC236}">
                <a16:creationId xmlns:a16="http://schemas.microsoft.com/office/drawing/2014/main" id="{1414E486-5F4D-4DA8-9ABA-C9A65A4793B5}"/>
              </a:ext>
            </a:extLst>
          </p:cNvPr>
          <p:cNvCxnSpPr>
            <a:cxnSpLocks/>
            <a:stCxn id="679" idx="0"/>
            <a:endCxn id="731" idx="4"/>
          </p:cNvCxnSpPr>
          <p:nvPr/>
        </p:nvCxnSpPr>
        <p:spPr>
          <a:xfrm>
            <a:off x="5969269" y="4466260"/>
            <a:ext cx="592764" cy="102080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834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oup 55">
            <a:extLst>
              <a:ext uri="{FF2B5EF4-FFF2-40B4-BE49-F238E27FC236}">
                <a16:creationId xmlns:a16="http://schemas.microsoft.com/office/drawing/2014/main" id="{3C99A705-DF75-45BE-8194-0297E4777C6D}"/>
              </a:ext>
            </a:extLst>
          </p:cNvPr>
          <p:cNvGrpSpPr/>
          <p:nvPr/>
        </p:nvGrpSpPr>
        <p:grpSpPr>
          <a:xfrm>
            <a:off x="1748486" y="-680275"/>
            <a:ext cx="9618928" cy="8218550"/>
            <a:chOff x="2371056" y="-566033"/>
            <a:chExt cx="9618928" cy="8218550"/>
          </a:xfrm>
          <a:solidFill>
            <a:schemeClr val="bg2"/>
          </a:solidFill>
        </p:grpSpPr>
        <p:sp>
          <p:nvSpPr>
            <p:cNvPr id="204" name="Isosceles Triangle 203">
              <a:extLst>
                <a:ext uri="{FF2B5EF4-FFF2-40B4-BE49-F238E27FC236}">
                  <a16:creationId xmlns:a16="http://schemas.microsoft.com/office/drawing/2014/main" id="{CDF9E14B-2703-4394-BA59-CE3F3F921A9A}"/>
                </a:ext>
              </a:extLst>
            </p:cNvPr>
            <p:cNvSpPr/>
            <p:nvPr/>
          </p:nvSpPr>
          <p:spPr>
            <a:xfrm rot="10800000">
              <a:off x="7777367" y="463173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07" name="Isosceles Triangle 206">
              <a:extLst>
                <a:ext uri="{FF2B5EF4-FFF2-40B4-BE49-F238E27FC236}">
                  <a16:creationId xmlns:a16="http://schemas.microsoft.com/office/drawing/2014/main" id="{FC9868D8-F7DB-46EF-B041-39C8E1341CD6}"/>
                </a:ext>
              </a:extLst>
            </p:cNvPr>
            <p:cNvSpPr/>
            <p:nvPr/>
          </p:nvSpPr>
          <p:spPr>
            <a:xfrm rot="10800000">
              <a:off x="6591839" y="463174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08" name="Isosceles Triangle 207">
              <a:extLst>
                <a:ext uri="{FF2B5EF4-FFF2-40B4-BE49-F238E27FC236}">
                  <a16:creationId xmlns:a16="http://schemas.microsoft.com/office/drawing/2014/main" id="{4FE67E4B-3A7F-46F7-BF0E-6EE80701A028}"/>
                </a:ext>
              </a:extLst>
            </p:cNvPr>
            <p:cNvSpPr/>
            <p:nvPr/>
          </p:nvSpPr>
          <p:spPr>
            <a:xfrm rot="10800000">
              <a:off x="5406310" y="463173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12" name="Isosceles Triangle 211">
              <a:extLst>
                <a:ext uri="{FF2B5EF4-FFF2-40B4-BE49-F238E27FC236}">
                  <a16:creationId xmlns:a16="http://schemas.microsoft.com/office/drawing/2014/main" id="{B02C8647-FCD7-4DC6-9F09-23E1F893FAF4}"/>
                </a:ext>
              </a:extLst>
            </p:cNvPr>
            <p:cNvSpPr/>
            <p:nvPr/>
          </p:nvSpPr>
          <p:spPr>
            <a:xfrm rot="10800000">
              <a:off x="8962895" y="463174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13" name="Isosceles Triangle 212">
              <a:extLst>
                <a:ext uri="{FF2B5EF4-FFF2-40B4-BE49-F238E27FC236}">
                  <a16:creationId xmlns:a16="http://schemas.microsoft.com/office/drawing/2014/main" id="{01A76BE7-CC53-4736-98BD-A74C5DA14DB1}"/>
                </a:ext>
              </a:extLst>
            </p:cNvPr>
            <p:cNvSpPr/>
            <p:nvPr/>
          </p:nvSpPr>
          <p:spPr>
            <a:xfrm rot="10800000">
              <a:off x="8370131" y="-566033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14" name="Isosceles Triangle 213">
              <a:extLst>
                <a:ext uri="{FF2B5EF4-FFF2-40B4-BE49-F238E27FC236}">
                  <a16:creationId xmlns:a16="http://schemas.microsoft.com/office/drawing/2014/main" id="{5D55DC24-7114-41C4-B7A0-EC93C1522237}"/>
                </a:ext>
              </a:extLst>
            </p:cNvPr>
            <p:cNvSpPr/>
            <p:nvPr/>
          </p:nvSpPr>
          <p:spPr>
            <a:xfrm rot="10800000">
              <a:off x="7184603" y="-566033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15" name="Isosceles Triangle 214">
              <a:extLst>
                <a:ext uri="{FF2B5EF4-FFF2-40B4-BE49-F238E27FC236}">
                  <a16:creationId xmlns:a16="http://schemas.microsoft.com/office/drawing/2014/main" id="{8785DAE3-7D1B-4540-AF75-99A5D37FBB18}"/>
                </a:ext>
              </a:extLst>
            </p:cNvPr>
            <p:cNvSpPr/>
            <p:nvPr/>
          </p:nvSpPr>
          <p:spPr>
            <a:xfrm rot="10800000">
              <a:off x="5999075" y="-566032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40" name="Isosceles Triangle 239">
              <a:extLst>
                <a:ext uri="{FF2B5EF4-FFF2-40B4-BE49-F238E27FC236}">
                  <a16:creationId xmlns:a16="http://schemas.microsoft.com/office/drawing/2014/main" id="{69F19751-ADCC-46E5-9E93-BC8185C8909F}"/>
                </a:ext>
              </a:extLst>
            </p:cNvPr>
            <p:cNvSpPr/>
            <p:nvPr/>
          </p:nvSpPr>
          <p:spPr>
            <a:xfrm rot="10800000">
              <a:off x="4787226" y="-566033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88" name="Isosceles Triangle 187">
              <a:extLst>
                <a:ext uri="{FF2B5EF4-FFF2-40B4-BE49-F238E27FC236}">
                  <a16:creationId xmlns:a16="http://schemas.microsoft.com/office/drawing/2014/main" id="{55A44F2A-674F-492D-AD5F-21230A5D9F44}"/>
                </a:ext>
              </a:extLst>
            </p:cNvPr>
            <p:cNvSpPr/>
            <p:nvPr/>
          </p:nvSpPr>
          <p:spPr>
            <a:xfrm>
              <a:off x="6591841" y="-566033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89" name="Isosceles Triangle 188">
              <a:extLst>
                <a:ext uri="{FF2B5EF4-FFF2-40B4-BE49-F238E27FC236}">
                  <a16:creationId xmlns:a16="http://schemas.microsoft.com/office/drawing/2014/main" id="{186A2217-9DE8-4693-A9AF-3316DB721125}"/>
                </a:ext>
              </a:extLst>
            </p:cNvPr>
            <p:cNvSpPr/>
            <p:nvPr/>
          </p:nvSpPr>
          <p:spPr>
            <a:xfrm>
              <a:off x="7777367" y="-566033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0" name="Isosceles Triangle 189">
              <a:extLst>
                <a:ext uri="{FF2B5EF4-FFF2-40B4-BE49-F238E27FC236}">
                  <a16:creationId xmlns:a16="http://schemas.microsoft.com/office/drawing/2014/main" id="{67F057B6-0867-423D-8B53-7A97C94B14C3}"/>
                </a:ext>
              </a:extLst>
            </p:cNvPr>
            <p:cNvSpPr/>
            <p:nvPr/>
          </p:nvSpPr>
          <p:spPr>
            <a:xfrm>
              <a:off x="8962896" y="-566033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1" name="Isosceles Triangle 190">
              <a:extLst>
                <a:ext uri="{FF2B5EF4-FFF2-40B4-BE49-F238E27FC236}">
                  <a16:creationId xmlns:a16="http://schemas.microsoft.com/office/drawing/2014/main" id="{5A4478CC-FFAE-46D6-9FED-9610211C5D76}"/>
                </a:ext>
              </a:extLst>
            </p:cNvPr>
            <p:cNvSpPr/>
            <p:nvPr/>
          </p:nvSpPr>
          <p:spPr>
            <a:xfrm>
              <a:off x="5406312" y="-566033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3" name="Isosceles Triangle 192">
              <a:extLst>
                <a:ext uri="{FF2B5EF4-FFF2-40B4-BE49-F238E27FC236}">
                  <a16:creationId xmlns:a16="http://schemas.microsoft.com/office/drawing/2014/main" id="{83803DAC-0FD2-4104-A1D3-61A8024B3200}"/>
                </a:ext>
              </a:extLst>
            </p:cNvPr>
            <p:cNvSpPr/>
            <p:nvPr/>
          </p:nvSpPr>
          <p:spPr>
            <a:xfrm>
              <a:off x="5976520" y="463173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4" name="Isosceles Triangle 193">
              <a:extLst>
                <a:ext uri="{FF2B5EF4-FFF2-40B4-BE49-F238E27FC236}">
                  <a16:creationId xmlns:a16="http://schemas.microsoft.com/office/drawing/2014/main" id="{BE9CB476-3ECD-4E42-A8C6-A8C2C7E0171B}"/>
                </a:ext>
              </a:extLst>
            </p:cNvPr>
            <p:cNvSpPr/>
            <p:nvPr/>
          </p:nvSpPr>
          <p:spPr>
            <a:xfrm>
              <a:off x="7162047" y="463173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5" name="Isosceles Triangle 194">
              <a:extLst>
                <a:ext uri="{FF2B5EF4-FFF2-40B4-BE49-F238E27FC236}">
                  <a16:creationId xmlns:a16="http://schemas.microsoft.com/office/drawing/2014/main" id="{C9AC2503-EA30-4CCE-BC3B-439A2F1467FB}"/>
                </a:ext>
              </a:extLst>
            </p:cNvPr>
            <p:cNvSpPr/>
            <p:nvPr/>
          </p:nvSpPr>
          <p:spPr>
            <a:xfrm>
              <a:off x="8347575" y="463173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6" name="Isosceles Triangle 195">
              <a:extLst>
                <a:ext uri="{FF2B5EF4-FFF2-40B4-BE49-F238E27FC236}">
                  <a16:creationId xmlns:a16="http://schemas.microsoft.com/office/drawing/2014/main" id="{821699C7-05A1-4731-AAD6-0FE28593921F}"/>
                </a:ext>
              </a:extLst>
            </p:cNvPr>
            <p:cNvSpPr/>
            <p:nvPr/>
          </p:nvSpPr>
          <p:spPr>
            <a:xfrm>
              <a:off x="9559424" y="463173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82" name="Isosceles Triangle 381">
              <a:extLst>
                <a:ext uri="{FF2B5EF4-FFF2-40B4-BE49-F238E27FC236}">
                  <a16:creationId xmlns:a16="http://schemas.microsoft.com/office/drawing/2014/main" id="{BC91A5F7-D580-47C8-B973-52C3F2DC3BC2}"/>
                </a:ext>
              </a:extLst>
            </p:cNvPr>
            <p:cNvSpPr/>
            <p:nvPr/>
          </p:nvSpPr>
          <p:spPr>
            <a:xfrm rot="10800000">
              <a:off x="4171900" y="463173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36" name="Isosceles Triangle 335">
              <a:extLst>
                <a:ext uri="{FF2B5EF4-FFF2-40B4-BE49-F238E27FC236}">
                  <a16:creationId xmlns:a16="http://schemas.microsoft.com/office/drawing/2014/main" id="{54B94C22-4C81-43FE-9284-A187CCD26F83}"/>
                </a:ext>
              </a:extLst>
            </p:cNvPr>
            <p:cNvSpPr/>
            <p:nvPr/>
          </p:nvSpPr>
          <p:spPr>
            <a:xfrm>
              <a:off x="4149348" y="-566033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39" name="Isosceles Triangle 338">
              <a:extLst>
                <a:ext uri="{FF2B5EF4-FFF2-40B4-BE49-F238E27FC236}">
                  <a16:creationId xmlns:a16="http://schemas.microsoft.com/office/drawing/2014/main" id="{8CCB9822-5F62-473E-BDBB-5C990B2C86AD}"/>
                </a:ext>
              </a:extLst>
            </p:cNvPr>
            <p:cNvSpPr/>
            <p:nvPr/>
          </p:nvSpPr>
          <p:spPr>
            <a:xfrm>
              <a:off x="3556584" y="463173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40" name="Isosceles Triangle 339">
              <a:extLst>
                <a:ext uri="{FF2B5EF4-FFF2-40B4-BE49-F238E27FC236}">
                  <a16:creationId xmlns:a16="http://schemas.microsoft.com/office/drawing/2014/main" id="{4ABC3AD1-4A91-4B09-A8D1-7DFCE4AEBDF2}"/>
                </a:ext>
              </a:extLst>
            </p:cNvPr>
            <p:cNvSpPr/>
            <p:nvPr/>
          </p:nvSpPr>
          <p:spPr>
            <a:xfrm>
              <a:off x="4742112" y="463173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cxnSp>
          <p:nvCxnSpPr>
            <p:cNvPr id="617" name="Straight Connector 616">
              <a:extLst>
                <a:ext uri="{FF2B5EF4-FFF2-40B4-BE49-F238E27FC236}">
                  <a16:creationId xmlns:a16="http://schemas.microsoft.com/office/drawing/2014/main" id="{B521B2AB-03C1-4E51-B14E-23DBD55F4A50}"/>
                </a:ext>
              </a:extLst>
            </p:cNvPr>
            <p:cNvCxnSpPr>
              <a:cxnSpLocks/>
              <a:stCxn id="190" idx="0"/>
              <a:endCxn id="240" idx="4"/>
            </p:cNvCxnSpPr>
            <p:nvPr/>
          </p:nvCxnSpPr>
          <p:spPr>
            <a:xfrm flipH="1">
              <a:off x="4787226" y="-566033"/>
              <a:ext cx="4768434" cy="0"/>
            </a:xfrm>
            <a:prstGeom prst="line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9" name="Isosceles Triangle 618">
              <a:extLst>
                <a:ext uri="{FF2B5EF4-FFF2-40B4-BE49-F238E27FC236}">
                  <a16:creationId xmlns:a16="http://schemas.microsoft.com/office/drawing/2014/main" id="{4A30D147-391A-45DB-AC3D-0769A6FA365F}"/>
                </a:ext>
              </a:extLst>
            </p:cNvPr>
            <p:cNvSpPr/>
            <p:nvPr/>
          </p:nvSpPr>
          <p:spPr>
            <a:xfrm rot="10800000">
              <a:off x="7777367" y="2544892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20" name="Isosceles Triangle 619">
              <a:extLst>
                <a:ext uri="{FF2B5EF4-FFF2-40B4-BE49-F238E27FC236}">
                  <a16:creationId xmlns:a16="http://schemas.microsoft.com/office/drawing/2014/main" id="{10928814-D00B-4493-89E5-E2515A488874}"/>
                </a:ext>
              </a:extLst>
            </p:cNvPr>
            <p:cNvSpPr/>
            <p:nvPr/>
          </p:nvSpPr>
          <p:spPr>
            <a:xfrm rot="10800000">
              <a:off x="6591839" y="2544893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21" name="Isosceles Triangle 620">
              <a:extLst>
                <a:ext uri="{FF2B5EF4-FFF2-40B4-BE49-F238E27FC236}">
                  <a16:creationId xmlns:a16="http://schemas.microsoft.com/office/drawing/2014/main" id="{813848AE-CA57-40D3-9CDA-6A5E7D05544D}"/>
                </a:ext>
              </a:extLst>
            </p:cNvPr>
            <p:cNvSpPr/>
            <p:nvPr/>
          </p:nvSpPr>
          <p:spPr>
            <a:xfrm rot="10800000">
              <a:off x="5406310" y="2544892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22" name="Isosceles Triangle 621">
              <a:extLst>
                <a:ext uri="{FF2B5EF4-FFF2-40B4-BE49-F238E27FC236}">
                  <a16:creationId xmlns:a16="http://schemas.microsoft.com/office/drawing/2014/main" id="{BBEEC647-D9C7-42A3-99F6-B4B50AC80CDC}"/>
                </a:ext>
              </a:extLst>
            </p:cNvPr>
            <p:cNvSpPr/>
            <p:nvPr/>
          </p:nvSpPr>
          <p:spPr>
            <a:xfrm rot="10800000">
              <a:off x="10148423" y="2544893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23" name="Isosceles Triangle 622">
              <a:extLst>
                <a:ext uri="{FF2B5EF4-FFF2-40B4-BE49-F238E27FC236}">
                  <a16:creationId xmlns:a16="http://schemas.microsoft.com/office/drawing/2014/main" id="{F4373C25-B170-4440-A65E-32BA02E88220}"/>
                </a:ext>
              </a:extLst>
            </p:cNvPr>
            <p:cNvSpPr/>
            <p:nvPr/>
          </p:nvSpPr>
          <p:spPr>
            <a:xfrm rot="10800000">
              <a:off x="8962895" y="2544893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24" name="Isosceles Triangle 623">
              <a:extLst>
                <a:ext uri="{FF2B5EF4-FFF2-40B4-BE49-F238E27FC236}">
                  <a16:creationId xmlns:a16="http://schemas.microsoft.com/office/drawing/2014/main" id="{AAD1C22C-3095-4295-9B71-FFD7A5E382E5}"/>
                </a:ext>
              </a:extLst>
            </p:cNvPr>
            <p:cNvSpPr/>
            <p:nvPr/>
          </p:nvSpPr>
          <p:spPr>
            <a:xfrm rot="10800000">
              <a:off x="8370131" y="1515686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25" name="Isosceles Triangle 624">
              <a:extLst>
                <a:ext uri="{FF2B5EF4-FFF2-40B4-BE49-F238E27FC236}">
                  <a16:creationId xmlns:a16="http://schemas.microsoft.com/office/drawing/2014/main" id="{665BDDE4-77A3-4A12-B783-F88EC2A79B13}"/>
                </a:ext>
              </a:extLst>
            </p:cNvPr>
            <p:cNvSpPr/>
            <p:nvPr/>
          </p:nvSpPr>
          <p:spPr>
            <a:xfrm rot="10800000">
              <a:off x="7184603" y="1515686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26" name="Isosceles Triangle 625">
              <a:extLst>
                <a:ext uri="{FF2B5EF4-FFF2-40B4-BE49-F238E27FC236}">
                  <a16:creationId xmlns:a16="http://schemas.microsoft.com/office/drawing/2014/main" id="{01F34446-A979-4E00-BB59-59B27485280C}"/>
                </a:ext>
              </a:extLst>
            </p:cNvPr>
            <p:cNvSpPr/>
            <p:nvPr/>
          </p:nvSpPr>
          <p:spPr>
            <a:xfrm rot="10800000">
              <a:off x="5999075" y="1515687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28" name="Isosceles Triangle 627">
              <a:extLst>
                <a:ext uri="{FF2B5EF4-FFF2-40B4-BE49-F238E27FC236}">
                  <a16:creationId xmlns:a16="http://schemas.microsoft.com/office/drawing/2014/main" id="{3912D91C-F13E-4FE5-B145-A3FE09B25EBE}"/>
                </a:ext>
              </a:extLst>
            </p:cNvPr>
            <p:cNvSpPr/>
            <p:nvPr/>
          </p:nvSpPr>
          <p:spPr>
            <a:xfrm rot="10800000">
              <a:off x="9555659" y="1515686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29" name="Isosceles Triangle 628">
              <a:extLst>
                <a:ext uri="{FF2B5EF4-FFF2-40B4-BE49-F238E27FC236}">
                  <a16:creationId xmlns:a16="http://schemas.microsoft.com/office/drawing/2014/main" id="{66FA8249-8030-4B1B-BF9B-47F7599E9B46}"/>
                </a:ext>
              </a:extLst>
            </p:cNvPr>
            <p:cNvSpPr/>
            <p:nvPr/>
          </p:nvSpPr>
          <p:spPr>
            <a:xfrm rot="10800000">
              <a:off x="4787226" y="1515686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30" name="Isosceles Triangle 629">
              <a:extLst>
                <a:ext uri="{FF2B5EF4-FFF2-40B4-BE49-F238E27FC236}">
                  <a16:creationId xmlns:a16="http://schemas.microsoft.com/office/drawing/2014/main" id="{643204AF-6CD2-4607-9390-7E507626AEC3}"/>
                </a:ext>
              </a:extLst>
            </p:cNvPr>
            <p:cNvSpPr/>
            <p:nvPr/>
          </p:nvSpPr>
          <p:spPr>
            <a:xfrm>
              <a:off x="6591841" y="1515686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31" name="Isosceles Triangle 630">
              <a:extLst>
                <a:ext uri="{FF2B5EF4-FFF2-40B4-BE49-F238E27FC236}">
                  <a16:creationId xmlns:a16="http://schemas.microsoft.com/office/drawing/2014/main" id="{1A44B102-3A42-4881-B1D0-4394908FCF28}"/>
                </a:ext>
              </a:extLst>
            </p:cNvPr>
            <p:cNvSpPr/>
            <p:nvPr/>
          </p:nvSpPr>
          <p:spPr>
            <a:xfrm>
              <a:off x="7777367" y="1515686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32" name="Isosceles Triangle 631">
              <a:extLst>
                <a:ext uri="{FF2B5EF4-FFF2-40B4-BE49-F238E27FC236}">
                  <a16:creationId xmlns:a16="http://schemas.microsoft.com/office/drawing/2014/main" id="{A9C676BA-4409-4F31-8282-E2E877CADFF0}"/>
                </a:ext>
              </a:extLst>
            </p:cNvPr>
            <p:cNvSpPr/>
            <p:nvPr/>
          </p:nvSpPr>
          <p:spPr>
            <a:xfrm>
              <a:off x="8962896" y="1515686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33" name="Isosceles Triangle 632">
              <a:extLst>
                <a:ext uri="{FF2B5EF4-FFF2-40B4-BE49-F238E27FC236}">
                  <a16:creationId xmlns:a16="http://schemas.microsoft.com/office/drawing/2014/main" id="{2C74F6F4-F182-4101-B158-47FA77D3E349}"/>
                </a:ext>
              </a:extLst>
            </p:cNvPr>
            <p:cNvSpPr/>
            <p:nvPr/>
          </p:nvSpPr>
          <p:spPr>
            <a:xfrm>
              <a:off x="5406312" y="1515686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34" name="Isosceles Triangle 633">
              <a:extLst>
                <a:ext uri="{FF2B5EF4-FFF2-40B4-BE49-F238E27FC236}">
                  <a16:creationId xmlns:a16="http://schemas.microsoft.com/office/drawing/2014/main" id="{A9B94D8F-A11A-4F16-A744-1139DE9F45B9}"/>
                </a:ext>
              </a:extLst>
            </p:cNvPr>
            <p:cNvSpPr/>
            <p:nvPr/>
          </p:nvSpPr>
          <p:spPr>
            <a:xfrm>
              <a:off x="10174745" y="1515686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635" name="Isosceles Triangle 634">
              <a:extLst>
                <a:ext uri="{FF2B5EF4-FFF2-40B4-BE49-F238E27FC236}">
                  <a16:creationId xmlns:a16="http://schemas.microsoft.com/office/drawing/2014/main" id="{2BB8A0D3-D748-4B7F-AB99-9BF20116C7F2}"/>
                </a:ext>
              </a:extLst>
            </p:cNvPr>
            <p:cNvSpPr/>
            <p:nvPr/>
          </p:nvSpPr>
          <p:spPr>
            <a:xfrm>
              <a:off x="5976520" y="2544892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36" name="Isosceles Triangle 635">
              <a:extLst>
                <a:ext uri="{FF2B5EF4-FFF2-40B4-BE49-F238E27FC236}">
                  <a16:creationId xmlns:a16="http://schemas.microsoft.com/office/drawing/2014/main" id="{C0434F80-27F1-48CB-AFC2-BAEBAAC2A66F}"/>
                </a:ext>
              </a:extLst>
            </p:cNvPr>
            <p:cNvSpPr/>
            <p:nvPr/>
          </p:nvSpPr>
          <p:spPr>
            <a:xfrm>
              <a:off x="7162047" y="2544892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37" name="Isosceles Triangle 636">
              <a:extLst>
                <a:ext uri="{FF2B5EF4-FFF2-40B4-BE49-F238E27FC236}">
                  <a16:creationId xmlns:a16="http://schemas.microsoft.com/office/drawing/2014/main" id="{2E792752-9D85-410E-9A3F-C06B34BCF170}"/>
                </a:ext>
              </a:extLst>
            </p:cNvPr>
            <p:cNvSpPr/>
            <p:nvPr/>
          </p:nvSpPr>
          <p:spPr>
            <a:xfrm>
              <a:off x="8347575" y="2544892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38" name="Isosceles Triangle 637">
              <a:extLst>
                <a:ext uri="{FF2B5EF4-FFF2-40B4-BE49-F238E27FC236}">
                  <a16:creationId xmlns:a16="http://schemas.microsoft.com/office/drawing/2014/main" id="{B53A8262-9C31-46D1-A12C-94252ECDFA2A}"/>
                </a:ext>
              </a:extLst>
            </p:cNvPr>
            <p:cNvSpPr/>
            <p:nvPr/>
          </p:nvSpPr>
          <p:spPr>
            <a:xfrm>
              <a:off x="9559424" y="2544892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39" name="Isosceles Triangle 638">
              <a:extLst>
                <a:ext uri="{FF2B5EF4-FFF2-40B4-BE49-F238E27FC236}">
                  <a16:creationId xmlns:a16="http://schemas.microsoft.com/office/drawing/2014/main" id="{A42B68D3-EDB2-4E9E-BDC2-245104CCCF2D}"/>
                </a:ext>
              </a:extLst>
            </p:cNvPr>
            <p:cNvSpPr/>
            <p:nvPr/>
          </p:nvSpPr>
          <p:spPr>
            <a:xfrm rot="10800000">
              <a:off x="4171900" y="2544892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40" name="Isosceles Triangle 639">
              <a:extLst>
                <a:ext uri="{FF2B5EF4-FFF2-40B4-BE49-F238E27FC236}">
                  <a16:creationId xmlns:a16="http://schemas.microsoft.com/office/drawing/2014/main" id="{C931B587-5C0B-4F18-B06C-27EA4E3D8480}"/>
                </a:ext>
              </a:extLst>
            </p:cNvPr>
            <p:cNvSpPr/>
            <p:nvPr/>
          </p:nvSpPr>
          <p:spPr>
            <a:xfrm rot="10800000">
              <a:off x="2986376" y="2544892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43" name="Isosceles Triangle 642">
              <a:extLst>
                <a:ext uri="{FF2B5EF4-FFF2-40B4-BE49-F238E27FC236}">
                  <a16:creationId xmlns:a16="http://schemas.microsoft.com/office/drawing/2014/main" id="{D02EED5D-B71C-4BAE-AA25-0799606C0743}"/>
                </a:ext>
              </a:extLst>
            </p:cNvPr>
            <p:cNvSpPr/>
            <p:nvPr/>
          </p:nvSpPr>
          <p:spPr>
            <a:xfrm rot="10800000">
              <a:off x="3579140" y="1515686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48" name="Isosceles Triangle 647">
              <a:extLst>
                <a:ext uri="{FF2B5EF4-FFF2-40B4-BE49-F238E27FC236}">
                  <a16:creationId xmlns:a16="http://schemas.microsoft.com/office/drawing/2014/main" id="{A50F6EAC-D843-41D7-9300-3C7D3C7B163B}"/>
                </a:ext>
              </a:extLst>
            </p:cNvPr>
            <p:cNvSpPr/>
            <p:nvPr/>
          </p:nvSpPr>
          <p:spPr>
            <a:xfrm>
              <a:off x="2963820" y="1515686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49" name="Isosceles Triangle 648">
              <a:extLst>
                <a:ext uri="{FF2B5EF4-FFF2-40B4-BE49-F238E27FC236}">
                  <a16:creationId xmlns:a16="http://schemas.microsoft.com/office/drawing/2014/main" id="{59544394-867D-48D5-93AF-30655D8B7A32}"/>
                </a:ext>
              </a:extLst>
            </p:cNvPr>
            <p:cNvSpPr/>
            <p:nvPr/>
          </p:nvSpPr>
          <p:spPr>
            <a:xfrm>
              <a:off x="4149348" y="1515686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50" name="Isosceles Triangle 649">
              <a:extLst>
                <a:ext uri="{FF2B5EF4-FFF2-40B4-BE49-F238E27FC236}">
                  <a16:creationId xmlns:a16="http://schemas.microsoft.com/office/drawing/2014/main" id="{4C6B9F2C-4DFB-415D-82E8-1079BB6DA9A9}"/>
                </a:ext>
              </a:extLst>
            </p:cNvPr>
            <p:cNvSpPr/>
            <p:nvPr/>
          </p:nvSpPr>
          <p:spPr>
            <a:xfrm>
              <a:off x="2371056" y="2544892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651" name="Isosceles Triangle 650">
              <a:extLst>
                <a:ext uri="{FF2B5EF4-FFF2-40B4-BE49-F238E27FC236}">
                  <a16:creationId xmlns:a16="http://schemas.microsoft.com/office/drawing/2014/main" id="{3F83608D-CB64-4795-A396-D168406B1E69}"/>
                </a:ext>
              </a:extLst>
            </p:cNvPr>
            <p:cNvSpPr/>
            <p:nvPr/>
          </p:nvSpPr>
          <p:spPr>
            <a:xfrm>
              <a:off x="3556584" y="2544892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52" name="Isosceles Triangle 651">
              <a:extLst>
                <a:ext uri="{FF2B5EF4-FFF2-40B4-BE49-F238E27FC236}">
                  <a16:creationId xmlns:a16="http://schemas.microsoft.com/office/drawing/2014/main" id="{62ABCAEA-48F6-413F-8F7B-2DDEC867C059}"/>
                </a:ext>
              </a:extLst>
            </p:cNvPr>
            <p:cNvSpPr/>
            <p:nvPr/>
          </p:nvSpPr>
          <p:spPr>
            <a:xfrm>
              <a:off x="4742112" y="2544892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69" name="Isosceles Triangle 668">
              <a:extLst>
                <a:ext uri="{FF2B5EF4-FFF2-40B4-BE49-F238E27FC236}">
                  <a16:creationId xmlns:a16="http://schemas.microsoft.com/office/drawing/2014/main" id="{1E2EA3BA-C9DB-491E-BCB3-A3CA44626FB0}"/>
                </a:ext>
              </a:extLst>
            </p:cNvPr>
            <p:cNvSpPr/>
            <p:nvPr/>
          </p:nvSpPr>
          <p:spPr>
            <a:xfrm>
              <a:off x="10804456" y="2544892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672" name="Isosceles Triangle 671">
              <a:extLst>
                <a:ext uri="{FF2B5EF4-FFF2-40B4-BE49-F238E27FC236}">
                  <a16:creationId xmlns:a16="http://schemas.microsoft.com/office/drawing/2014/main" id="{27DD2663-4637-4ADE-9915-F585B2049CA0}"/>
                </a:ext>
              </a:extLst>
            </p:cNvPr>
            <p:cNvSpPr/>
            <p:nvPr/>
          </p:nvSpPr>
          <p:spPr>
            <a:xfrm rot="10800000">
              <a:off x="7777367" y="4587700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3" name="Isosceles Triangle 672">
              <a:extLst>
                <a:ext uri="{FF2B5EF4-FFF2-40B4-BE49-F238E27FC236}">
                  <a16:creationId xmlns:a16="http://schemas.microsoft.com/office/drawing/2014/main" id="{6F0B1F01-571A-4EB0-9C7A-EB981B290447}"/>
                </a:ext>
              </a:extLst>
            </p:cNvPr>
            <p:cNvSpPr/>
            <p:nvPr/>
          </p:nvSpPr>
          <p:spPr>
            <a:xfrm rot="10800000">
              <a:off x="6591839" y="4587701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4" name="Isosceles Triangle 673">
              <a:extLst>
                <a:ext uri="{FF2B5EF4-FFF2-40B4-BE49-F238E27FC236}">
                  <a16:creationId xmlns:a16="http://schemas.microsoft.com/office/drawing/2014/main" id="{BD2AC18D-C4D5-48DE-B9F0-2C0E8B3E241C}"/>
                </a:ext>
              </a:extLst>
            </p:cNvPr>
            <p:cNvSpPr/>
            <p:nvPr/>
          </p:nvSpPr>
          <p:spPr>
            <a:xfrm rot="10800000">
              <a:off x="5406310" y="4587700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5" name="Isosceles Triangle 674">
              <a:extLst>
                <a:ext uri="{FF2B5EF4-FFF2-40B4-BE49-F238E27FC236}">
                  <a16:creationId xmlns:a16="http://schemas.microsoft.com/office/drawing/2014/main" id="{D5503435-EF2A-4A8C-BE3F-0579BAD7769B}"/>
                </a:ext>
              </a:extLst>
            </p:cNvPr>
            <p:cNvSpPr/>
            <p:nvPr/>
          </p:nvSpPr>
          <p:spPr>
            <a:xfrm rot="10800000">
              <a:off x="10148423" y="4587701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6" name="Isosceles Triangle 675">
              <a:extLst>
                <a:ext uri="{FF2B5EF4-FFF2-40B4-BE49-F238E27FC236}">
                  <a16:creationId xmlns:a16="http://schemas.microsoft.com/office/drawing/2014/main" id="{D98C27F4-0D31-42B0-BE74-5B133FC2F7E7}"/>
                </a:ext>
              </a:extLst>
            </p:cNvPr>
            <p:cNvSpPr/>
            <p:nvPr/>
          </p:nvSpPr>
          <p:spPr>
            <a:xfrm rot="10800000">
              <a:off x="8962895" y="4587701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7" name="Isosceles Triangle 676">
              <a:extLst>
                <a:ext uri="{FF2B5EF4-FFF2-40B4-BE49-F238E27FC236}">
                  <a16:creationId xmlns:a16="http://schemas.microsoft.com/office/drawing/2014/main" id="{3CFEBDF1-0CB9-4B32-AE05-256226DDCAD3}"/>
                </a:ext>
              </a:extLst>
            </p:cNvPr>
            <p:cNvSpPr/>
            <p:nvPr/>
          </p:nvSpPr>
          <p:spPr>
            <a:xfrm rot="10800000">
              <a:off x="8370131" y="3558494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8" name="Isosceles Triangle 677">
              <a:extLst>
                <a:ext uri="{FF2B5EF4-FFF2-40B4-BE49-F238E27FC236}">
                  <a16:creationId xmlns:a16="http://schemas.microsoft.com/office/drawing/2014/main" id="{645AA4D8-5360-4FDF-B3B3-E7082E3E328F}"/>
                </a:ext>
              </a:extLst>
            </p:cNvPr>
            <p:cNvSpPr/>
            <p:nvPr/>
          </p:nvSpPr>
          <p:spPr>
            <a:xfrm rot="10800000">
              <a:off x="7184603" y="3558494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9" name="Isosceles Triangle 678">
              <a:extLst>
                <a:ext uri="{FF2B5EF4-FFF2-40B4-BE49-F238E27FC236}">
                  <a16:creationId xmlns:a16="http://schemas.microsoft.com/office/drawing/2014/main" id="{08738710-D9DC-45DC-B517-9CF5E36A4C07}"/>
                </a:ext>
              </a:extLst>
            </p:cNvPr>
            <p:cNvSpPr/>
            <p:nvPr/>
          </p:nvSpPr>
          <p:spPr>
            <a:xfrm rot="10800000">
              <a:off x="5999075" y="3558495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0" name="Isosceles Triangle 679">
              <a:extLst>
                <a:ext uri="{FF2B5EF4-FFF2-40B4-BE49-F238E27FC236}">
                  <a16:creationId xmlns:a16="http://schemas.microsoft.com/office/drawing/2014/main" id="{9765D7B3-9BA5-435B-B1F8-D01A05FD8D59}"/>
                </a:ext>
              </a:extLst>
            </p:cNvPr>
            <p:cNvSpPr/>
            <p:nvPr/>
          </p:nvSpPr>
          <p:spPr>
            <a:xfrm rot="10800000">
              <a:off x="10741187" y="3558494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1" name="Isosceles Triangle 680">
              <a:extLst>
                <a:ext uri="{FF2B5EF4-FFF2-40B4-BE49-F238E27FC236}">
                  <a16:creationId xmlns:a16="http://schemas.microsoft.com/office/drawing/2014/main" id="{D7513C2A-8253-4C2A-BC9F-ABF3FA3E58E0}"/>
                </a:ext>
              </a:extLst>
            </p:cNvPr>
            <p:cNvSpPr/>
            <p:nvPr/>
          </p:nvSpPr>
          <p:spPr>
            <a:xfrm rot="10800000">
              <a:off x="9555659" y="3558494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682" name="Isosceles Triangle 681">
              <a:extLst>
                <a:ext uri="{FF2B5EF4-FFF2-40B4-BE49-F238E27FC236}">
                  <a16:creationId xmlns:a16="http://schemas.microsoft.com/office/drawing/2014/main" id="{84D008A9-8A7B-4EE0-A081-3E81A21C8CC5}"/>
                </a:ext>
              </a:extLst>
            </p:cNvPr>
            <p:cNvSpPr/>
            <p:nvPr/>
          </p:nvSpPr>
          <p:spPr>
            <a:xfrm rot="10800000">
              <a:off x="4787226" y="3558494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3" name="Isosceles Triangle 682">
              <a:extLst>
                <a:ext uri="{FF2B5EF4-FFF2-40B4-BE49-F238E27FC236}">
                  <a16:creationId xmlns:a16="http://schemas.microsoft.com/office/drawing/2014/main" id="{40ED4303-838B-459B-836C-A6B3B9D075AE}"/>
                </a:ext>
              </a:extLst>
            </p:cNvPr>
            <p:cNvSpPr/>
            <p:nvPr/>
          </p:nvSpPr>
          <p:spPr>
            <a:xfrm>
              <a:off x="6591841" y="3558494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4" name="Isosceles Triangle 683">
              <a:extLst>
                <a:ext uri="{FF2B5EF4-FFF2-40B4-BE49-F238E27FC236}">
                  <a16:creationId xmlns:a16="http://schemas.microsoft.com/office/drawing/2014/main" id="{9DEDA8A5-FFF6-448F-865F-F5D4F85E760B}"/>
                </a:ext>
              </a:extLst>
            </p:cNvPr>
            <p:cNvSpPr/>
            <p:nvPr/>
          </p:nvSpPr>
          <p:spPr>
            <a:xfrm>
              <a:off x="7777367" y="3558494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5" name="Isosceles Triangle 684">
              <a:extLst>
                <a:ext uri="{FF2B5EF4-FFF2-40B4-BE49-F238E27FC236}">
                  <a16:creationId xmlns:a16="http://schemas.microsoft.com/office/drawing/2014/main" id="{2EBF81DC-1106-4456-A9BA-2BA38C5DC151}"/>
                </a:ext>
              </a:extLst>
            </p:cNvPr>
            <p:cNvSpPr/>
            <p:nvPr/>
          </p:nvSpPr>
          <p:spPr>
            <a:xfrm>
              <a:off x="8962896" y="3558494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6" name="Isosceles Triangle 685">
              <a:extLst>
                <a:ext uri="{FF2B5EF4-FFF2-40B4-BE49-F238E27FC236}">
                  <a16:creationId xmlns:a16="http://schemas.microsoft.com/office/drawing/2014/main" id="{DAACA4B8-4B1A-442B-BE7F-30F379C4D480}"/>
                </a:ext>
              </a:extLst>
            </p:cNvPr>
            <p:cNvSpPr/>
            <p:nvPr/>
          </p:nvSpPr>
          <p:spPr>
            <a:xfrm>
              <a:off x="5406312" y="3558494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7" name="Isosceles Triangle 686">
              <a:extLst>
                <a:ext uri="{FF2B5EF4-FFF2-40B4-BE49-F238E27FC236}">
                  <a16:creationId xmlns:a16="http://schemas.microsoft.com/office/drawing/2014/main" id="{BE62B091-4125-4F0B-934A-C6ED896869C3}"/>
                </a:ext>
              </a:extLst>
            </p:cNvPr>
            <p:cNvSpPr/>
            <p:nvPr/>
          </p:nvSpPr>
          <p:spPr>
            <a:xfrm>
              <a:off x="10174745" y="3558494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8" name="Isosceles Triangle 687">
              <a:extLst>
                <a:ext uri="{FF2B5EF4-FFF2-40B4-BE49-F238E27FC236}">
                  <a16:creationId xmlns:a16="http://schemas.microsoft.com/office/drawing/2014/main" id="{8E6230AE-F889-4CFB-AEA8-6B63D9EDE9C3}"/>
                </a:ext>
              </a:extLst>
            </p:cNvPr>
            <p:cNvSpPr/>
            <p:nvPr/>
          </p:nvSpPr>
          <p:spPr>
            <a:xfrm>
              <a:off x="5976520" y="4587700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9" name="Isosceles Triangle 688">
              <a:extLst>
                <a:ext uri="{FF2B5EF4-FFF2-40B4-BE49-F238E27FC236}">
                  <a16:creationId xmlns:a16="http://schemas.microsoft.com/office/drawing/2014/main" id="{A7DBE808-0B40-4274-967E-8D21E4B988C1}"/>
                </a:ext>
              </a:extLst>
            </p:cNvPr>
            <p:cNvSpPr/>
            <p:nvPr/>
          </p:nvSpPr>
          <p:spPr>
            <a:xfrm>
              <a:off x="7162047" y="4587700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90" name="Isosceles Triangle 689">
              <a:extLst>
                <a:ext uri="{FF2B5EF4-FFF2-40B4-BE49-F238E27FC236}">
                  <a16:creationId xmlns:a16="http://schemas.microsoft.com/office/drawing/2014/main" id="{4CE44E8E-DF64-4246-9A2F-712A3120B3CA}"/>
                </a:ext>
              </a:extLst>
            </p:cNvPr>
            <p:cNvSpPr/>
            <p:nvPr/>
          </p:nvSpPr>
          <p:spPr>
            <a:xfrm>
              <a:off x="8347575" y="4587700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91" name="Isosceles Triangle 690">
              <a:extLst>
                <a:ext uri="{FF2B5EF4-FFF2-40B4-BE49-F238E27FC236}">
                  <a16:creationId xmlns:a16="http://schemas.microsoft.com/office/drawing/2014/main" id="{4A28A723-D461-4529-9F3C-BAB902AB2562}"/>
                </a:ext>
              </a:extLst>
            </p:cNvPr>
            <p:cNvSpPr/>
            <p:nvPr/>
          </p:nvSpPr>
          <p:spPr>
            <a:xfrm>
              <a:off x="9559424" y="4587700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92" name="Isosceles Triangle 691">
              <a:extLst>
                <a:ext uri="{FF2B5EF4-FFF2-40B4-BE49-F238E27FC236}">
                  <a16:creationId xmlns:a16="http://schemas.microsoft.com/office/drawing/2014/main" id="{AF61F6EE-6E8F-4BB1-B55D-A9C0A948432F}"/>
                </a:ext>
              </a:extLst>
            </p:cNvPr>
            <p:cNvSpPr/>
            <p:nvPr/>
          </p:nvSpPr>
          <p:spPr>
            <a:xfrm rot="10800000">
              <a:off x="4171900" y="4587700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93" name="Isosceles Triangle 692">
              <a:extLst>
                <a:ext uri="{FF2B5EF4-FFF2-40B4-BE49-F238E27FC236}">
                  <a16:creationId xmlns:a16="http://schemas.microsoft.com/office/drawing/2014/main" id="{B6D4E996-AAB3-4E9D-9741-261A4ED0377C}"/>
                </a:ext>
              </a:extLst>
            </p:cNvPr>
            <p:cNvSpPr/>
            <p:nvPr/>
          </p:nvSpPr>
          <p:spPr>
            <a:xfrm rot="10800000">
              <a:off x="2986376" y="4587700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96" name="Isosceles Triangle 695">
              <a:extLst>
                <a:ext uri="{FF2B5EF4-FFF2-40B4-BE49-F238E27FC236}">
                  <a16:creationId xmlns:a16="http://schemas.microsoft.com/office/drawing/2014/main" id="{A0F912E3-3B21-429E-A695-01457F51025B}"/>
                </a:ext>
              </a:extLst>
            </p:cNvPr>
            <p:cNvSpPr/>
            <p:nvPr/>
          </p:nvSpPr>
          <p:spPr>
            <a:xfrm rot="10800000">
              <a:off x="3579140" y="3558494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97" name="Isosceles Triangle 696">
              <a:extLst>
                <a:ext uri="{FF2B5EF4-FFF2-40B4-BE49-F238E27FC236}">
                  <a16:creationId xmlns:a16="http://schemas.microsoft.com/office/drawing/2014/main" id="{DD1B397A-6A68-4E6E-A30D-E46C32E1ECEA}"/>
                </a:ext>
              </a:extLst>
            </p:cNvPr>
            <p:cNvSpPr/>
            <p:nvPr/>
          </p:nvSpPr>
          <p:spPr>
            <a:xfrm rot="10800000">
              <a:off x="2393613" y="3558495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01" name="Isosceles Triangle 700">
              <a:extLst>
                <a:ext uri="{FF2B5EF4-FFF2-40B4-BE49-F238E27FC236}">
                  <a16:creationId xmlns:a16="http://schemas.microsoft.com/office/drawing/2014/main" id="{63AB0BD4-35D1-4214-A303-3507C1B0BB0A}"/>
                </a:ext>
              </a:extLst>
            </p:cNvPr>
            <p:cNvSpPr/>
            <p:nvPr/>
          </p:nvSpPr>
          <p:spPr>
            <a:xfrm>
              <a:off x="2963820" y="3558494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02" name="Isosceles Triangle 701">
              <a:extLst>
                <a:ext uri="{FF2B5EF4-FFF2-40B4-BE49-F238E27FC236}">
                  <a16:creationId xmlns:a16="http://schemas.microsoft.com/office/drawing/2014/main" id="{27F11903-834A-497A-8882-682A3A72CA78}"/>
                </a:ext>
              </a:extLst>
            </p:cNvPr>
            <p:cNvSpPr/>
            <p:nvPr/>
          </p:nvSpPr>
          <p:spPr>
            <a:xfrm>
              <a:off x="4149348" y="3558494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04" name="Isosceles Triangle 703">
              <a:extLst>
                <a:ext uri="{FF2B5EF4-FFF2-40B4-BE49-F238E27FC236}">
                  <a16:creationId xmlns:a16="http://schemas.microsoft.com/office/drawing/2014/main" id="{C7CA2BBC-B9AE-44B6-BA9E-296F445CB3E5}"/>
                </a:ext>
              </a:extLst>
            </p:cNvPr>
            <p:cNvSpPr/>
            <p:nvPr/>
          </p:nvSpPr>
          <p:spPr>
            <a:xfrm>
              <a:off x="3556584" y="4587700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05" name="Isosceles Triangle 704">
              <a:extLst>
                <a:ext uri="{FF2B5EF4-FFF2-40B4-BE49-F238E27FC236}">
                  <a16:creationId xmlns:a16="http://schemas.microsoft.com/office/drawing/2014/main" id="{0594F926-A5F7-4C96-B3D6-33779D2607F6}"/>
                </a:ext>
              </a:extLst>
            </p:cNvPr>
            <p:cNvSpPr/>
            <p:nvPr/>
          </p:nvSpPr>
          <p:spPr>
            <a:xfrm>
              <a:off x="4742112" y="4587700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25" name="Isosceles Triangle 724">
              <a:extLst>
                <a:ext uri="{FF2B5EF4-FFF2-40B4-BE49-F238E27FC236}">
                  <a16:creationId xmlns:a16="http://schemas.microsoft.com/office/drawing/2014/main" id="{440A4E00-9B0F-4360-8E5B-3686EA9BB401}"/>
                </a:ext>
              </a:extLst>
            </p:cNvPr>
            <p:cNvSpPr/>
            <p:nvPr/>
          </p:nvSpPr>
          <p:spPr>
            <a:xfrm rot="10800000">
              <a:off x="7777367" y="6630509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26" name="Isosceles Triangle 725">
              <a:extLst>
                <a:ext uri="{FF2B5EF4-FFF2-40B4-BE49-F238E27FC236}">
                  <a16:creationId xmlns:a16="http://schemas.microsoft.com/office/drawing/2014/main" id="{D845F531-11AC-493F-A78A-CFD8886826FE}"/>
                </a:ext>
              </a:extLst>
            </p:cNvPr>
            <p:cNvSpPr/>
            <p:nvPr/>
          </p:nvSpPr>
          <p:spPr>
            <a:xfrm rot="10800000">
              <a:off x="6591839" y="6630510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27" name="Isosceles Triangle 726">
              <a:extLst>
                <a:ext uri="{FF2B5EF4-FFF2-40B4-BE49-F238E27FC236}">
                  <a16:creationId xmlns:a16="http://schemas.microsoft.com/office/drawing/2014/main" id="{CCA63720-36BB-4F22-998D-EB7A4158BDC2}"/>
                </a:ext>
              </a:extLst>
            </p:cNvPr>
            <p:cNvSpPr/>
            <p:nvPr/>
          </p:nvSpPr>
          <p:spPr>
            <a:xfrm rot="10800000">
              <a:off x="5406310" y="6630509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29" name="Isosceles Triangle 728">
              <a:extLst>
                <a:ext uri="{FF2B5EF4-FFF2-40B4-BE49-F238E27FC236}">
                  <a16:creationId xmlns:a16="http://schemas.microsoft.com/office/drawing/2014/main" id="{9C89A2D0-8190-44D8-86DE-49BC8D4773CF}"/>
                </a:ext>
              </a:extLst>
            </p:cNvPr>
            <p:cNvSpPr/>
            <p:nvPr/>
          </p:nvSpPr>
          <p:spPr>
            <a:xfrm rot="10800000">
              <a:off x="8962895" y="6630510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0" name="Isosceles Triangle 729">
              <a:extLst>
                <a:ext uri="{FF2B5EF4-FFF2-40B4-BE49-F238E27FC236}">
                  <a16:creationId xmlns:a16="http://schemas.microsoft.com/office/drawing/2014/main" id="{BBADE982-CFA3-4ED4-AC77-114907F67559}"/>
                </a:ext>
              </a:extLst>
            </p:cNvPr>
            <p:cNvSpPr/>
            <p:nvPr/>
          </p:nvSpPr>
          <p:spPr>
            <a:xfrm rot="10800000">
              <a:off x="8370131" y="5601303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1" name="Isosceles Triangle 730">
              <a:extLst>
                <a:ext uri="{FF2B5EF4-FFF2-40B4-BE49-F238E27FC236}">
                  <a16:creationId xmlns:a16="http://schemas.microsoft.com/office/drawing/2014/main" id="{30EDD7B8-9FC0-4E09-AA89-4B4B87FDA8AD}"/>
                </a:ext>
              </a:extLst>
            </p:cNvPr>
            <p:cNvSpPr/>
            <p:nvPr/>
          </p:nvSpPr>
          <p:spPr>
            <a:xfrm rot="10800000">
              <a:off x="7184603" y="5601303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2" name="Isosceles Triangle 731">
              <a:extLst>
                <a:ext uri="{FF2B5EF4-FFF2-40B4-BE49-F238E27FC236}">
                  <a16:creationId xmlns:a16="http://schemas.microsoft.com/office/drawing/2014/main" id="{2C1B03B2-0A64-49F6-9A7D-B731F2336028}"/>
                </a:ext>
              </a:extLst>
            </p:cNvPr>
            <p:cNvSpPr/>
            <p:nvPr/>
          </p:nvSpPr>
          <p:spPr>
            <a:xfrm rot="10800000">
              <a:off x="5999075" y="5601304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4" name="Isosceles Triangle 733">
              <a:extLst>
                <a:ext uri="{FF2B5EF4-FFF2-40B4-BE49-F238E27FC236}">
                  <a16:creationId xmlns:a16="http://schemas.microsoft.com/office/drawing/2014/main" id="{8CFCFAFB-B785-4A19-A28E-B58DF66A4ABC}"/>
                </a:ext>
              </a:extLst>
            </p:cNvPr>
            <p:cNvSpPr/>
            <p:nvPr/>
          </p:nvSpPr>
          <p:spPr>
            <a:xfrm rot="10800000">
              <a:off x="9555659" y="5601303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5" name="Isosceles Triangle 734">
              <a:extLst>
                <a:ext uri="{FF2B5EF4-FFF2-40B4-BE49-F238E27FC236}">
                  <a16:creationId xmlns:a16="http://schemas.microsoft.com/office/drawing/2014/main" id="{0F7ACA3F-7E06-43AC-84E3-DEF6B80A6092}"/>
                </a:ext>
              </a:extLst>
            </p:cNvPr>
            <p:cNvSpPr/>
            <p:nvPr/>
          </p:nvSpPr>
          <p:spPr>
            <a:xfrm rot="10800000">
              <a:off x="4787226" y="5601303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6" name="Isosceles Triangle 735">
              <a:extLst>
                <a:ext uri="{FF2B5EF4-FFF2-40B4-BE49-F238E27FC236}">
                  <a16:creationId xmlns:a16="http://schemas.microsoft.com/office/drawing/2014/main" id="{D37D3AE7-61B6-40ED-854A-3FE8449772D4}"/>
                </a:ext>
              </a:extLst>
            </p:cNvPr>
            <p:cNvSpPr/>
            <p:nvPr/>
          </p:nvSpPr>
          <p:spPr>
            <a:xfrm>
              <a:off x="6591841" y="5601303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7" name="Isosceles Triangle 736">
              <a:extLst>
                <a:ext uri="{FF2B5EF4-FFF2-40B4-BE49-F238E27FC236}">
                  <a16:creationId xmlns:a16="http://schemas.microsoft.com/office/drawing/2014/main" id="{F7D25AF9-5B49-4B9D-84E2-5D7A4AC60222}"/>
                </a:ext>
              </a:extLst>
            </p:cNvPr>
            <p:cNvSpPr/>
            <p:nvPr/>
          </p:nvSpPr>
          <p:spPr>
            <a:xfrm>
              <a:off x="7777367" y="5601303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8" name="Isosceles Triangle 737">
              <a:extLst>
                <a:ext uri="{FF2B5EF4-FFF2-40B4-BE49-F238E27FC236}">
                  <a16:creationId xmlns:a16="http://schemas.microsoft.com/office/drawing/2014/main" id="{F726520F-1593-4E52-9548-F77671F6B724}"/>
                </a:ext>
              </a:extLst>
            </p:cNvPr>
            <p:cNvSpPr/>
            <p:nvPr/>
          </p:nvSpPr>
          <p:spPr>
            <a:xfrm>
              <a:off x="8962896" y="5601303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9" name="Isosceles Triangle 738">
              <a:extLst>
                <a:ext uri="{FF2B5EF4-FFF2-40B4-BE49-F238E27FC236}">
                  <a16:creationId xmlns:a16="http://schemas.microsoft.com/office/drawing/2014/main" id="{581CDEE2-5F66-41A4-A055-B742C8AEF896}"/>
                </a:ext>
              </a:extLst>
            </p:cNvPr>
            <p:cNvSpPr/>
            <p:nvPr/>
          </p:nvSpPr>
          <p:spPr>
            <a:xfrm>
              <a:off x="5406312" y="5601303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1" name="Isosceles Triangle 740">
              <a:extLst>
                <a:ext uri="{FF2B5EF4-FFF2-40B4-BE49-F238E27FC236}">
                  <a16:creationId xmlns:a16="http://schemas.microsoft.com/office/drawing/2014/main" id="{662924AA-8773-41BA-978C-F6A793C79DA7}"/>
                </a:ext>
              </a:extLst>
            </p:cNvPr>
            <p:cNvSpPr/>
            <p:nvPr/>
          </p:nvSpPr>
          <p:spPr>
            <a:xfrm>
              <a:off x="5976520" y="6630509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2" name="Isosceles Triangle 741">
              <a:extLst>
                <a:ext uri="{FF2B5EF4-FFF2-40B4-BE49-F238E27FC236}">
                  <a16:creationId xmlns:a16="http://schemas.microsoft.com/office/drawing/2014/main" id="{B44A6B69-0A5E-4F8A-B36F-60AB631FF876}"/>
                </a:ext>
              </a:extLst>
            </p:cNvPr>
            <p:cNvSpPr/>
            <p:nvPr/>
          </p:nvSpPr>
          <p:spPr>
            <a:xfrm>
              <a:off x="7162047" y="6630509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3" name="Isosceles Triangle 742">
              <a:extLst>
                <a:ext uri="{FF2B5EF4-FFF2-40B4-BE49-F238E27FC236}">
                  <a16:creationId xmlns:a16="http://schemas.microsoft.com/office/drawing/2014/main" id="{D80790FB-660E-491A-971E-0459232B61A0}"/>
                </a:ext>
              </a:extLst>
            </p:cNvPr>
            <p:cNvSpPr/>
            <p:nvPr/>
          </p:nvSpPr>
          <p:spPr>
            <a:xfrm>
              <a:off x="8347575" y="6630509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5" name="Isosceles Triangle 744">
              <a:extLst>
                <a:ext uri="{FF2B5EF4-FFF2-40B4-BE49-F238E27FC236}">
                  <a16:creationId xmlns:a16="http://schemas.microsoft.com/office/drawing/2014/main" id="{A38D4BD8-62C6-4CC2-BE3D-F1C038F661A2}"/>
                </a:ext>
              </a:extLst>
            </p:cNvPr>
            <p:cNvSpPr/>
            <p:nvPr/>
          </p:nvSpPr>
          <p:spPr>
            <a:xfrm rot="10800000">
              <a:off x="4171900" y="6630509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9" name="Isosceles Triangle 748">
              <a:extLst>
                <a:ext uri="{FF2B5EF4-FFF2-40B4-BE49-F238E27FC236}">
                  <a16:creationId xmlns:a16="http://schemas.microsoft.com/office/drawing/2014/main" id="{422A6D13-082F-4E55-80B9-D5B47A8F1012}"/>
                </a:ext>
              </a:extLst>
            </p:cNvPr>
            <p:cNvSpPr/>
            <p:nvPr/>
          </p:nvSpPr>
          <p:spPr>
            <a:xfrm rot="10800000">
              <a:off x="3579140" y="5601303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55" name="Isosceles Triangle 754">
              <a:extLst>
                <a:ext uri="{FF2B5EF4-FFF2-40B4-BE49-F238E27FC236}">
                  <a16:creationId xmlns:a16="http://schemas.microsoft.com/office/drawing/2014/main" id="{59D3F7A7-4493-41B2-964F-A5338263E524}"/>
                </a:ext>
              </a:extLst>
            </p:cNvPr>
            <p:cNvSpPr/>
            <p:nvPr/>
          </p:nvSpPr>
          <p:spPr>
            <a:xfrm>
              <a:off x="4149348" y="5601303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58" name="Isosceles Triangle 757">
              <a:extLst>
                <a:ext uri="{FF2B5EF4-FFF2-40B4-BE49-F238E27FC236}">
                  <a16:creationId xmlns:a16="http://schemas.microsoft.com/office/drawing/2014/main" id="{FC4379E9-97B8-4EB5-A567-F13B4543F319}"/>
                </a:ext>
              </a:extLst>
            </p:cNvPr>
            <p:cNvSpPr/>
            <p:nvPr/>
          </p:nvSpPr>
          <p:spPr>
            <a:xfrm>
              <a:off x="4742112" y="6630509"/>
              <a:ext cx="1185528" cy="102200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cxnSp>
          <p:nvCxnSpPr>
            <p:cNvPr id="777" name="Straight Connector 776">
              <a:extLst>
                <a:ext uri="{FF2B5EF4-FFF2-40B4-BE49-F238E27FC236}">
                  <a16:creationId xmlns:a16="http://schemas.microsoft.com/office/drawing/2014/main" id="{C39FC8DA-DA5E-4ECD-AF41-BF679BA7D67B}"/>
                </a:ext>
              </a:extLst>
            </p:cNvPr>
            <p:cNvCxnSpPr>
              <a:cxnSpLocks/>
              <a:endCxn id="650" idx="2"/>
            </p:cNvCxnSpPr>
            <p:nvPr/>
          </p:nvCxnSpPr>
          <p:spPr>
            <a:xfrm flipH="1">
              <a:off x="2371056" y="-566033"/>
              <a:ext cx="2416170" cy="4132932"/>
            </a:xfrm>
            <a:prstGeom prst="line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8" name="Straight Connector 777">
              <a:extLst>
                <a:ext uri="{FF2B5EF4-FFF2-40B4-BE49-F238E27FC236}">
                  <a16:creationId xmlns:a16="http://schemas.microsoft.com/office/drawing/2014/main" id="{28A4ACB7-0FE0-4985-AAF5-CAD0A087A3D6}"/>
                </a:ext>
              </a:extLst>
            </p:cNvPr>
            <p:cNvCxnSpPr>
              <a:cxnSpLocks/>
              <a:stCxn id="697" idx="4"/>
              <a:endCxn id="758" idx="2"/>
            </p:cNvCxnSpPr>
            <p:nvPr/>
          </p:nvCxnSpPr>
          <p:spPr>
            <a:xfrm>
              <a:off x="2393613" y="3558495"/>
              <a:ext cx="2348499" cy="4094021"/>
            </a:xfrm>
            <a:prstGeom prst="line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9" name="Straight Connector 778">
              <a:extLst>
                <a:ext uri="{FF2B5EF4-FFF2-40B4-BE49-F238E27FC236}">
                  <a16:creationId xmlns:a16="http://schemas.microsoft.com/office/drawing/2014/main" id="{28FE4F68-E1FC-4434-A9CC-434F9C8D29D6}"/>
                </a:ext>
              </a:extLst>
            </p:cNvPr>
            <p:cNvCxnSpPr>
              <a:cxnSpLocks/>
              <a:stCxn id="743" idx="4"/>
              <a:endCxn id="758" idx="2"/>
            </p:cNvCxnSpPr>
            <p:nvPr/>
          </p:nvCxnSpPr>
          <p:spPr>
            <a:xfrm flipH="1">
              <a:off x="4742112" y="7652516"/>
              <a:ext cx="4790991" cy="0"/>
            </a:xfrm>
            <a:prstGeom prst="line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0" name="Straight Connector 779">
              <a:extLst>
                <a:ext uri="{FF2B5EF4-FFF2-40B4-BE49-F238E27FC236}">
                  <a16:creationId xmlns:a16="http://schemas.microsoft.com/office/drawing/2014/main" id="{965682F3-CBEF-4AF7-B59D-20F25FA1AF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59424" y="3558494"/>
              <a:ext cx="2430560" cy="4094022"/>
            </a:xfrm>
            <a:prstGeom prst="line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1" name="Straight Connector 780">
              <a:extLst>
                <a:ext uri="{FF2B5EF4-FFF2-40B4-BE49-F238E27FC236}">
                  <a16:creationId xmlns:a16="http://schemas.microsoft.com/office/drawing/2014/main" id="{A2ABE4E8-1E59-45FE-9070-E9C0E722B1B7}"/>
                </a:ext>
              </a:extLst>
            </p:cNvPr>
            <p:cNvCxnSpPr>
              <a:cxnSpLocks/>
              <a:endCxn id="190" idx="0"/>
            </p:cNvCxnSpPr>
            <p:nvPr/>
          </p:nvCxnSpPr>
          <p:spPr>
            <a:xfrm flipH="1" flipV="1">
              <a:off x="9555660" y="-566033"/>
              <a:ext cx="2430558" cy="4132934"/>
            </a:xfrm>
            <a:prstGeom prst="line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55272FEC-5B3C-466C-85F2-136548A7D9BA}"/>
              </a:ext>
            </a:extLst>
          </p:cNvPr>
          <p:cNvGrpSpPr/>
          <p:nvPr/>
        </p:nvGrpSpPr>
        <p:grpSpPr>
          <a:xfrm>
            <a:off x="2686118" y="-501158"/>
            <a:ext cx="7696519" cy="7875567"/>
            <a:chOff x="2686118" y="-501158"/>
            <a:chExt cx="7696519" cy="7875567"/>
          </a:xfrm>
        </p:grpSpPr>
        <p:grpSp>
          <p:nvGrpSpPr>
            <p:cNvPr id="1065" name="Group 1064">
              <a:extLst>
                <a:ext uri="{FF2B5EF4-FFF2-40B4-BE49-F238E27FC236}">
                  <a16:creationId xmlns:a16="http://schemas.microsoft.com/office/drawing/2014/main" id="{7C62C3BE-3815-4986-97E2-F187F809C90D}"/>
                </a:ext>
              </a:extLst>
            </p:cNvPr>
            <p:cNvGrpSpPr/>
            <p:nvPr/>
          </p:nvGrpSpPr>
          <p:grpSpPr>
            <a:xfrm rot="10800000">
              <a:off x="2686118" y="-501158"/>
              <a:ext cx="7164632" cy="3835707"/>
              <a:chOff x="3359246" y="4160138"/>
              <a:chExt cx="7164632" cy="3835707"/>
            </a:xfrm>
          </p:grpSpPr>
          <p:sp>
            <p:nvSpPr>
              <p:cNvPr id="1066" name="Star: 5 Points 1065">
                <a:extLst>
                  <a:ext uri="{FF2B5EF4-FFF2-40B4-BE49-F238E27FC236}">
                    <a16:creationId xmlns:a16="http://schemas.microsoft.com/office/drawing/2014/main" id="{1EAAD3FE-F8FA-45A2-B6DA-4B13DE186DCE}"/>
                  </a:ext>
                </a:extLst>
              </p:cNvPr>
              <p:cNvSpPr/>
              <p:nvPr/>
            </p:nvSpPr>
            <p:spPr>
              <a:xfrm>
                <a:off x="7663622" y="4543052"/>
                <a:ext cx="475397" cy="475397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7" name="Star: 5 Points 1066">
                <a:extLst>
                  <a:ext uri="{FF2B5EF4-FFF2-40B4-BE49-F238E27FC236}">
                    <a16:creationId xmlns:a16="http://schemas.microsoft.com/office/drawing/2014/main" id="{9AA24594-02C4-463B-B636-4E91B8263A26}"/>
                  </a:ext>
                </a:extLst>
              </p:cNvPr>
              <p:cNvSpPr/>
              <p:nvPr/>
            </p:nvSpPr>
            <p:spPr>
              <a:xfrm>
                <a:off x="3359246" y="4160138"/>
                <a:ext cx="475397" cy="475397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8" name="Star: 5 Points 1067">
                <a:extLst>
                  <a:ext uri="{FF2B5EF4-FFF2-40B4-BE49-F238E27FC236}">
                    <a16:creationId xmlns:a16="http://schemas.microsoft.com/office/drawing/2014/main" id="{33D8E09E-D7C1-4F49-91C1-85AA55A31043}"/>
                  </a:ext>
                </a:extLst>
              </p:cNvPr>
              <p:cNvSpPr/>
              <p:nvPr/>
            </p:nvSpPr>
            <p:spPr>
              <a:xfrm>
                <a:off x="10048481" y="5203216"/>
                <a:ext cx="475397" cy="475397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9" name="Star: 5 Points 1068">
                <a:extLst>
                  <a:ext uri="{FF2B5EF4-FFF2-40B4-BE49-F238E27FC236}">
                    <a16:creationId xmlns:a16="http://schemas.microsoft.com/office/drawing/2014/main" id="{7F2DEC52-9BB4-44B9-80E8-AF75117F1BDF}"/>
                  </a:ext>
                </a:extLst>
              </p:cNvPr>
              <p:cNvSpPr/>
              <p:nvPr/>
            </p:nvSpPr>
            <p:spPr>
              <a:xfrm>
                <a:off x="5251058" y="5060818"/>
                <a:ext cx="475397" cy="475397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0" name="Star: 5 Points 1069">
                <a:extLst>
                  <a:ext uri="{FF2B5EF4-FFF2-40B4-BE49-F238E27FC236}">
                    <a16:creationId xmlns:a16="http://schemas.microsoft.com/office/drawing/2014/main" id="{44E3B05F-0EC1-4516-BDAB-FBC02AFE083F}"/>
                  </a:ext>
                </a:extLst>
              </p:cNvPr>
              <p:cNvSpPr/>
              <p:nvPr/>
            </p:nvSpPr>
            <p:spPr>
              <a:xfrm>
                <a:off x="6997261" y="7520448"/>
                <a:ext cx="475397" cy="475397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1" name="Star: 5 Points 1070">
                <a:extLst>
                  <a:ext uri="{FF2B5EF4-FFF2-40B4-BE49-F238E27FC236}">
                    <a16:creationId xmlns:a16="http://schemas.microsoft.com/office/drawing/2014/main" id="{563B26F7-975C-45D5-9ECF-88123DFC24B1}"/>
                  </a:ext>
                </a:extLst>
              </p:cNvPr>
              <p:cNvSpPr/>
              <p:nvPr/>
            </p:nvSpPr>
            <p:spPr>
              <a:xfrm>
                <a:off x="3398569" y="6242518"/>
                <a:ext cx="475397" cy="475397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2" name="Star: 5 Points 1071">
                <a:extLst>
                  <a:ext uri="{FF2B5EF4-FFF2-40B4-BE49-F238E27FC236}">
                    <a16:creationId xmlns:a16="http://schemas.microsoft.com/office/drawing/2014/main" id="{828EAF06-C73B-427D-B6CE-982E6ECE024C}"/>
                  </a:ext>
                </a:extLst>
              </p:cNvPr>
              <p:cNvSpPr/>
              <p:nvPr/>
            </p:nvSpPr>
            <p:spPr>
              <a:xfrm>
                <a:off x="8910067" y="6560320"/>
                <a:ext cx="475397" cy="475397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3" name="Star: 5 Points 1072">
                <a:extLst>
                  <a:ext uri="{FF2B5EF4-FFF2-40B4-BE49-F238E27FC236}">
                    <a16:creationId xmlns:a16="http://schemas.microsoft.com/office/drawing/2014/main" id="{5F1D3F90-5E38-4D48-9E61-951A9891634C}"/>
                  </a:ext>
                </a:extLst>
              </p:cNvPr>
              <p:cNvSpPr/>
              <p:nvPr/>
            </p:nvSpPr>
            <p:spPr>
              <a:xfrm>
                <a:off x="4505513" y="7520448"/>
                <a:ext cx="475397" cy="475397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074" name="Group 1073">
              <a:extLst>
                <a:ext uri="{FF2B5EF4-FFF2-40B4-BE49-F238E27FC236}">
                  <a16:creationId xmlns:a16="http://schemas.microsoft.com/office/drawing/2014/main" id="{2E0843D4-F548-439F-816C-BD5267176ABA}"/>
                </a:ext>
              </a:extLst>
            </p:cNvPr>
            <p:cNvGrpSpPr/>
            <p:nvPr/>
          </p:nvGrpSpPr>
          <p:grpSpPr>
            <a:xfrm>
              <a:off x="2757502" y="3858882"/>
              <a:ext cx="7625135" cy="3515527"/>
              <a:chOff x="2812132" y="4480318"/>
              <a:chExt cx="7625135" cy="3515527"/>
            </a:xfrm>
          </p:grpSpPr>
          <p:sp>
            <p:nvSpPr>
              <p:cNvPr id="1075" name="Star: 5 Points 1074">
                <a:extLst>
                  <a:ext uri="{FF2B5EF4-FFF2-40B4-BE49-F238E27FC236}">
                    <a16:creationId xmlns:a16="http://schemas.microsoft.com/office/drawing/2014/main" id="{8081729C-9CA0-4E5C-AB39-BB1ECBC2BF02}"/>
                  </a:ext>
                </a:extLst>
              </p:cNvPr>
              <p:cNvSpPr/>
              <p:nvPr/>
            </p:nvSpPr>
            <p:spPr>
              <a:xfrm>
                <a:off x="7663622" y="4543052"/>
                <a:ext cx="475397" cy="475397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6" name="Star: 5 Points 1075">
                <a:extLst>
                  <a:ext uri="{FF2B5EF4-FFF2-40B4-BE49-F238E27FC236}">
                    <a16:creationId xmlns:a16="http://schemas.microsoft.com/office/drawing/2014/main" id="{911F2023-95F9-4DD0-BDFB-557BE72DAC49}"/>
                  </a:ext>
                </a:extLst>
              </p:cNvPr>
              <p:cNvSpPr/>
              <p:nvPr/>
            </p:nvSpPr>
            <p:spPr>
              <a:xfrm>
                <a:off x="2812132" y="4480318"/>
                <a:ext cx="475397" cy="475397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077" name="Star: 5 Points 1076">
                <a:extLst>
                  <a:ext uri="{FF2B5EF4-FFF2-40B4-BE49-F238E27FC236}">
                    <a16:creationId xmlns:a16="http://schemas.microsoft.com/office/drawing/2014/main" id="{82588340-70DF-441E-9A3C-F98B0BD13103}"/>
                  </a:ext>
                </a:extLst>
              </p:cNvPr>
              <p:cNvSpPr/>
              <p:nvPr/>
            </p:nvSpPr>
            <p:spPr>
              <a:xfrm>
                <a:off x="9961870" y="5224676"/>
                <a:ext cx="475397" cy="475397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8" name="Star: 5 Points 1077">
                <a:extLst>
                  <a:ext uri="{FF2B5EF4-FFF2-40B4-BE49-F238E27FC236}">
                    <a16:creationId xmlns:a16="http://schemas.microsoft.com/office/drawing/2014/main" id="{11142317-35FE-458C-8240-8088F239910A}"/>
                  </a:ext>
                </a:extLst>
              </p:cNvPr>
              <p:cNvSpPr/>
              <p:nvPr/>
            </p:nvSpPr>
            <p:spPr>
              <a:xfrm>
                <a:off x="5143256" y="5160031"/>
                <a:ext cx="475397" cy="475397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9" name="Star: 5 Points 1078">
                <a:extLst>
                  <a:ext uri="{FF2B5EF4-FFF2-40B4-BE49-F238E27FC236}">
                    <a16:creationId xmlns:a16="http://schemas.microsoft.com/office/drawing/2014/main" id="{37B8667F-4F18-46ED-A198-351BC962F833}"/>
                  </a:ext>
                </a:extLst>
              </p:cNvPr>
              <p:cNvSpPr/>
              <p:nvPr/>
            </p:nvSpPr>
            <p:spPr>
              <a:xfrm>
                <a:off x="6997261" y="7520448"/>
                <a:ext cx="475397" cy="475397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0" name="Star: 5 Points 1079">
                <a:extLst>
                  <a:ext uri="{FF2B5EF4-FFF2-40B4-BE49-F238E27FC236}">
                    <a16:creationId xmlns:a16="http://schemas.microsoft.com/office/drawing/2014/main" id="{94D441CC-10ED-4BB1-9C8F-79267FE5BCFF}"/>
                  </a:ext>
                </a:extLst>
              </p:cNvPr>
              <p:cNvSpPr/>
              <p:nvPr/>
            </p:nvSpPr>
            <p:spPr>
              <a:xfrm>
                <a:off x="3398569" y="6242518"/>
                <a:ext cx="475397" cy="475397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1" name="Star: 5 Points 1080">
                <a:extLst>
                  <a:ext uri="{FF2B5EF4-FFF2-40B4-BE49-F238E27FC236}">
                    <a16:creationId xmlns:a16="http://schemas.microsoft.com/office/drawing/2014/main" id="{188D4FD9-23E9-4BD6-B190-2B0A8DA688AA}"/>
                  </a:ext>
                </a:extLst>
              </p:cNvPr>
              <p:cNvSpPr/>
              <p:nvPr/>
            </p:nvSpPr>
            <p:spPr>
              <a:xfrm>
                <a:off x="8910067" y="6560320"/>
                <a:ext cx="475397" cy="475397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2" name="Star: 5 Points 1081">
                <a:extLst>
                  <a:ext uri="{FF2B5EF4-FFF2-40B4-BE49-F238E27FC236}">
                    <a16:creationId xmlns:a16="http://schemas.microsoft.com/office/drawing/2014/main" id="{2E25C552-01C4-418C-9378-F2CA6E4E4ABF}"/>
                  </a:ext>
                </a:extLst>
              </p:cNvPr>
              <p:cNvSpPr/>
              <p:nvPr/>
            </p:nvSpPr>
            <p:spPr>
              <a:xfrm>
                <a:off x="5154992" y="7182310"/>
                <a:ext cx="475397" cy="475397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</p:grpSp>
      <p:cxnSp>
        <p:nvCxnSpPr>
          <p:cNvPr id="1083" name="Straight Connector 1082">
            <a:extLst>
              <a:ext uri="{FF2B5EF4-FFF2-40B4-BE49-F238E27FC236}">
                <a16:creationId xmlns:a16="http://schemas.microsoft.com/office/drawing/2014/main" id="{43BCBD7E-7E48-49F7-82B5-4D5342624B9A}"/>
              </a:ext>
            </a:extLst>
          </p:cNvPr>
          <p:cNvCxnSpPr>
            <a:cxnSpLocks/>
          </p:cNvCxnSpPr>
          <p:nvPr/>
        </p:nvCxnSpPr>
        <p:spPr>
          <a:xfrm flipH="1" flipV="1">
            <a:off x="11125736" y="-92723"/>
            <a:ext cx="3190186" cy="35156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4" name="Straight Connector 1083">
            <a:extLst>
              <a:ext uri="{FF2B5EF4-FFF2-40B4-BE49-F238E27FC236}">
                <a16:creationId xmlns:a16="http://schemas.microsoft.com/office/drawing/2014/main" id="{C482CA7C-D9A4-4C93-8003-1AFA48E99E1A}"/>
              </a:ext>
            </a:extLst>
          </p:cNvPr>
          <p:cNvCxnSpPr>
            <a:cxnSpLocks/>
            <a:stCxn id="687" idx="0"/>
            <a:endCxn id="681" idx="4"/>
          </p:cNvCxnSpPr>
          <p:nvPr/>
        </p:nvCxnSpPr>
        <p:spPr>
          <a:xfrm flipH="1">
            <a:off x="8933089" y="3444252"/>
            <a:ext cx="121185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5" name="Straight Connector 1084">
            <a:extLst>
              <a:ext uri="{FF2B5EF4-FFF2-40B4-BE49-F238E27FC236}">
                <a16:creationId xmlns:a16="http://schemas.microsoft.com/office/drawing/2014/main" id="{39D9BEF3-7E2A-4600-8F51-F17914CD595E}"/>
              </a:ext>
            </a:extLst>
          </p:cNvPr>
          <p:cNvCxnSpPr>
            <a:cxnSpLocks/>
            <a:stCxn id="737" idx="0"/>
            <a:endCxn id="685" idx="2"/>
          </p:cNvCxnSpPr>
          <p:nvPr/>
        </p:nvCxnSpPr>
        <p:spPr>
          <a:xfrm flipV="1">
            <a:off x="7747561" y="4466259"/>
            <a:ext cx="592765" cy="102080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6" name="Straight Connector 1085">
            <a:extLst>
              <a:ext uri="{FF2B5EF4-FFF2-40B4-BE49-F238E27FC236}">
                <a16:creationId xmlns:a16="http://schemas.microsoft.com/office/drawing/2014/main" id="{F8380393-48D9-4EF6-94D9-A9577DBEA0C6}"/>
              </a:ext>
            </a:extLst>
          </p:cNvPr>
          <p:cNvCxnSpPr>
            <a:cxnSpLocks/>
            <a:stCxn id="690" idx="2"/>
            <a:endCxn id="736" idx="0"/>
          </p:cNvCxnSpPr>
          <p:nvPr/>
        </p:nvCxnSpPr>
        <p:spPr>
          <a:xfrm flipH="1" flipV="1">
            <a:off x="6562035" y="5487061"/>
            <a:ext cx="1162970" cy="840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7" name="Straight Connector 1086">
            <a:extLst>
              <a:ext uri="{FF2B5EF4-FFF2-40B4-BE49-F238E27FC236}">
                <a16:creationId xmlns:a16="http://schemas.microsoft.com/office/drawing/2014/main" id="{6A75D61F-3ADA-432D-A090-AA00D3FFDB1A}"/>
              </a:ext>
            </a:extLst>
          </p:cNvPr>
          <p:cNvCxnSpPr>
            <a:cxnSpLocks/>
            <a:stCxn id="651" idx="2"/>
            <a:endCxn id="697" idx="4"/>
          </p:cNvCxnSpPr>
          <p:nvPr/>
        </p:nvCxnSpPr>
        <p:spPr>
          <a:xfrm flipH="1" flipV="1">
            <a:off x="1771043" y="3444253"/>
            <a:ext cx="1162971" cy="840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8" name="Straight Connector 1087">
            <a:extLst>
              <a:ext uri="{FF2B5EF4-FFF2-40B4-BE49-F238E27FC236}">
                <a16:creationId xmlns:a16="http://schemas.microsoft.com/office/drawing/2014/main" id="{4C9F9D91-9C76-4D6B-B078-3E3E2B78BFAB}"/>
              </a:ext>
            </a:extLst>
          </p:cNvPr>
          <p:cNvCxnSpPr>
            <a:cxnSpLocks/>
            <a:stCxn id="735" idx="2"/>
            <a:endCxn id="705" idx="0"/>
          </p:cNvCxnSpPr>
          <p:nvPr/>
        </p:nvCxnSpPr>
        <p:spPr>
          <a:xfrm flipH="1" flipV="1">
            <a:off x="4712306" y="4473458"/>
            <a:ext cx="637878" cy="101360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9" name="Straight Connector 1088">
            <a:extLst>
              <a:ext uri="{FF2B5EF4-FFF2-40B4-BE49-F238E27FC236}">
                <a16:creationId xmlns:a16="http://schemas.microsoft.com/office/drawing/2014/main" id="{7AC4D28C-A9E4-4C96-A2B6-314358A6C7E3}"/>
              </a:ext>
            </a:extLst>
          </p:cNvPr>
          <p:cNvCxnSpPr>
            <a:cxnSpLocks/>
            <a:endCxn id="734" idx="4"/>
          </p:cNvCxnSpPr>
          <p:nvPr/>
        </p:nvCxnSpPr>
        <p:spPr>
          <a:xfrm flipV="1">
            <a:off x="8381355" y="5487061"/>
            <a:ext cx="551734" cy="102920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0" name="Straight Connector 1089">
            <a:extLst>
              <a:ext uri="{FF2B5EF4-FFF2-40B4-BE49-F238E27FC236}">
                <a16:creationId xmlns:a16="http://schemas.microsoft.com/office/drawing/2014/main" id="{8EC6DEE3-17A9-45A1-A343-869576D6F4E7}"/>
              </a:ext>
            </a:extLst>
          </p:cNvPr>
          <p:cNvCxnSpPr>
            <a:cxnSpLocks/>
            <a:stCxn id="739" idx="0"/>
            <a:endCxn id="758" idx="0"/>
          </p:cNvCxnSpPr>
          <p:nvPr/>
        </p:nvCxnSpPr>
        <p:spPr>
          <a:xfrm flipH="1">
            <a:off x="4712306" y="5487061"/>
            <a:ext cx="664200" cy="102920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1" name="Straight Connector 1090">
            <a:extLst>
              <a:ext uri="{FF2B5EF4-FFF2-40B4-BE49-F238E27FC236}">
                <a16:creationId xmlns:a16="http://schemas.microsoft.com/office/drawing/2014/main" id="{939411D6-4968-4BB6-B32C-BE038BF19BAD}"/>
              </a:ext>
            </a:extLst>
          </p:cNvPr>
          <p:cNvCxnSpPr>
            <a:cxnSpLocks/>
            <a:stCxn id="628" idx="0"/>
            <a:endCxn id="637" idx="4"/>
          </p:cNvCxnSpPr>
          <p:nvPr/>
        </p:nvCxnSpPr>
        <p:spPr>
          <a:xfrm flipH="1">
            <a:off x="8910533" y="2423451"/>
            <a:ext cx="615320" cy="102920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2" name="Straight Connector 1091">
            <a:extLst>
              <a:ext uri="{FF2B5EF4-FFF2-40B4-BE49-F238E27FC236}">
                <a16:creationId xmlns:a16="http://schemas.microsoft.com/office/drawing/2014/main" id="{9F475EE3-CFB4-4028-BEF6-0D7386D9DA71}"/>
              </a:ext>
            </a:extLst>
          </p:cNvPr>
          <p:cNvCxnSpPr>
            <a:cxnSpLocks/>
            <a:stCxn id="633" idx="0"/>
            <a:endCxn id="633" idx="0"/>
          </p:cNvCxnSpPr>
          <p:nvPr/>
        </p:nvCxnSpPr>
        <p:spPr>
          <a:xfrm>
            <a:off x="5376506" y="1401444"/>
            <a:ext cx="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3" name="Straight Connector 1092">
            <a:extLst>
              <a:ext uri="{FF2B5EF4-FFF2-40B4-BE49-F238E27FC236}">
                <a16:creationId xmlns:a16="http://schemas.microsoft.com/office/drawing/2014/main" id="{244B844A-83EC-45D7-92A4-A88CC4050F6C}"/>
              </a:ext>
            </a:extLst>
          </p:cNvPr>
          <p:cNvCxnSpPr>
            <a:cxnSpLocks/>
            <a:stCxn id="336" idx="0"/>
          </p:cNvCxnSpPr>
          <p:nvPr/>
        </p:nvCxnSpPr>
        <p:spPr>
          <a:xfrm>
            <a:off x="4119542" y="-680275"/>
            <a:ext cx="607467" cy="93912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4" name="Straight Connector 1093">
            <a:extLst>
              <a:ext uri="{FF2B5EF4-FFF2-40B4-BE49-F238E27FC236}">
                <a16:creationId xmlns:a16="http://schemas.microsoft.com/office/drawing/2014/main" id="{6306D431-5FA2-4BE0-BBFA-A7A7C77D13C8}"/>
              </a:ext>
            </a:extLst>
          </p:cNvPr>
          <p:cNvCxnSpPr>
            <a:cxnSpLocks/>
            <a:stCxn id="649" idx="2"/>
            <a:endCxn id="701" idx="0"/>
          </p:cNvCxnSpPr>
          <p:nvPr/>
        </p:nvCxnSpPr>
        <p:spPr>
          <a:xfrm flipH="1">
            <a:off x="2934014" y="2423451"/>
            <a:ext cx="592764" cy="102080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5" name="Straight Connector 1094">
            <a:extLst>
              <a:ext uri="{FF2B5EF4-FFF2-40B4-BE49-F238E27FC236}">
                <a16:creationId xmlns:a16="http://schemas.microsoft.com/office/drawing/2014/main" id="{8EA0AD6F-869F-4D2C-8345-9B62182B122C}"/>
              </a:ext>
            </a:extLst>
          </p:cNvPr>
          <p:cNvCxnSpPr>
            <a:cxnSpLocks/>
            <a:stCxn id="625" idx="2"/>
            <a:endCxn id="190" idx="0"/>
          </p:cNvCxnSpPr>
          <p:nvPr/>
        </p:nvCxnSpPr>
        <p:spPr>
          <a:xfrm flipV="1">
            <a:off x="7747561" y="-680275"/>
            <a:ext cx="1185529" cy="208171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6" name="Straight Connector 1095">
            <a:extLst>
              <a:ext uri="{FF2B5EF4-FFF2-40B4-BE49-F238E27FC236}">
                <a16:creationId xmlns:a16="http://schemas.microsoft.com/office/drawing/2014/main" id="{8979EA0B-67C6-4B3C-91D2-64917AEE00AD}"/>
              </a:ext>
            </a:extLst>
          </p:cNvPr>
          <p:cNvCxnSpPr>
            <a:cxnSpLocks/>
            <a:stCxn id="620" idx="4"/>
            <a:endCxn id="630" idx="0"/>
          </p:cNvCxnSpPr>
          <p:nvPr/>
        </p:nvCxnSpPr>
        <p:spPr>
          <a:xfrm flipV="1">
            <a:off x="5969269" y="1401444"/>
            <a:ext cx="592766" cy="102920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7" name="Straight Connector 1096">
            <a:extLst>
              <a:ext uri="{FF2B5EF4-FFF2-40B4-BE49-F238E27FC236}">
                <a16:creationId xmlns:a16="http://schemas.microsoft.com/office/drawing/2014/main" id="{F668BFF7-C107-4948-9FD6-2D62F4D6141C}"/>
              </a:ext>
            </a:extLst>
          </p:cNvPr>
          <p:cNvCxnSpPr>
            <a:cxnSpLocks/>
            <a:stCxn id="672" idx="4"/>
            <a:endCxn id="630" idx="2"/>
          </p:cNvCxnSpPr>
          <p:nvPr/>
        </p:nvCxnSpPr>
        <p:spPr>
          <a:xfrm flipH="1" flipV="1">
            <a:off x="5969271" y="2423451"/>
            <a:ext cx="1185526" cy="205000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8" name="Straight Connector 1097">
            <a:extLst>
              <a:ext uri="{FF2B5EF4-FFF2-40B4-BE49-F238E27FC236}">
                <a16:creationId xmlns:a16="http://schemas.microsoft.com/office/drawing/2014/main" id="{793F8265-EA58-4D8C-9C5A-5173E13BCEA9}"/>
              </a:ext>
            </a:extLst>
          </p:cNvPr>
          <p:cNvCxnSpPr>
            <a:cxnSpLocks/>
            <a:stCxn id="689" idx="2"/>
            <a:endCxn id="689" idx="0"/>
          </p:cNvCxnSpPr>
          <p:nvPr/>
        </p:nvCxnSpPr>
        <p:spPr>
          <a:xfrm flipV="1">
            <a:off x="6539477" y="4473458"/>
            <a:ext cx="592764" cy="102200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8" name="Straight Connector 1107">
            <a:extLst>
              <a:ext uri="{FF2B5EF4-FFF2-40B4-BE49-F238E27FC236}">
                <a16:creationId xmlns:a16="http://schemas.microsoft.com/office/drawing/2014/main" id="{5784927C-612B-4948-B011-939547F4F4DF}"/>
              </a:ext>
            </a:extLst>
          </p:cNvPr>
          <p:cNvCxnSpPr>
            <a:cxnSpLocks/>
            <a:stCxn id="729" idx="2"/>
            <a:endCxn id="738" idx="2"/>
          </p:cNvCxnSpPr>
          <p:nvPr/>
        </p:nvCxnSpPr>
        <p:spPr>
          <a:xfrm flipH="1" flipV="1">
            <a:off x="8340326" y="6509068"/>
            <a:ext cx="1185527" cy="72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2" name="Straight Connector 1111">
            <a:extLst>
              <a:ext uri="{FF2B5EF4-FFF2-40B4-BE49-F238E27FC236}">
                <a16:creationId xmlns:a16="http://schemas.microsoft.com/office/drawing/2014/main" id="{C19541B0-E7FB-4FAF-974C-6DE23C290BBD}"/>
              </a:ext>
            </a:extLst>
          </p:cNvPr>
          <p:cNvCxnSpPr>
            <a:cxnSpLocks/>
            <a:stCxn id="758" idx="0"/>
            <a:endCxn id="755" idx="2"/>
          </p:cNvCxnSpPr>
          <p:nvPr/>
        </p:nvCxnSpPr>
        <p:spPr>
          <a:xfrm flipH="1" flipV="1">
            <a:off x="3526778" y="6509068"/>
            <a:ext cx="1185528" cy="719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6" name="Straight Connector 1115">
            <a:extLst>
              <a:ext uri="{FF2B5EF4-FFF2-40B4-BE49-F238E27FC236}">
                <a16:creationId xmlns:a16="http://schemas.microsoft.com/office/drawing/2014/main" id="{51FB604E-5004-4105-90A3-1D715CB1CA63}"/>
              </a:ext>
            </a:extLst>
          </p:cNvPr>
          <p:cNvCxnSpPr>
            <a:cxnSpLocks/>
            <a:stCxn id="687" idx="4"/>
            <a:endCxn id="687" idx="0"/>
          </p:cNvCxnSpPr>
          <p:nvPr/>
        </p:nvCxnSpPr>
        <p:spPr>
          <a:xfrm flipH="1" flipV="1">
            <a:off x="10144939" y="3444252"/>
            <a:ext cx="592764" cy="102200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6" name="Straight Connector 1125">
            <a:extLst>
              <a:ext uri="{FF2B5EF4-FFF2-40B4-BE49-F238E27FC236}">
                <a16:creationId xmlns:a16="http://schemas.microsoft.com/office/drawing/2014/main" id="{3EF78F1A-D27A-41B1-A60C-4F66991DBFAD}"/>
              </a:ext>
            </a:extLst>
          </p:cNvPr>
          <p:cNvCxnSpPr>
            <a:cxnSpLocks/>
            <a:stCxn id="649" idx="2"/>
            <a:endCxn id="649" idx="0"/>
          </p:cNvCxnSpPr>
          <p:nvPr/>
        </p:nvCxnSpPr>
        <p:spPr>
          <a:xfrm flipV="1">
            <a:off x="3526778" y="1401444"/>
            <a:ext cx="592764" cy="102200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9" name="Straight Connector 1128">
            <a:extLst>
              <a:ext uri="{FF2B5EF4-FFF2-40B4-BE49-F238E27FC236}">
                <a16:creationId xmlns:a16="http://schemas.microsoft.com/office/drawing/2014/main" id="{700A0D69-8795-467C-B025-0512B3BF2079}"/>
              </a:ext>
            </a:extLst>
          </p:cNvPr>
          <p:cNvCxnSpPr>
            <a:cxnSpLocks/>
            <a:stCxn id="649" idx="0"/>
            <a:endCxn id="340" idx="0"/>
          </p:cNvCxnSpPr>
          <p:nvPr/>
        </p:nvCxnSpPr>
        <p:spPr>
          <a:xfrm flipV="1">
            <a:off x="4119542" y="348931"/>
            <a:ext cx="592764" cy="105251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6" name="Straight Connector 1135">
            <a:extLst>
              <a:ext uri="{FF2B5EF4-FFF2-40B4-BE49-F238E27FC236}">
                <a16:creationId xmlns:a16="http://schemas.microsoft.com/office/drawing/2014/main" id="{9DA0E7D7-3A21-47B6-A12C-FD1B764E278F}"/>
              </a:ext>
            </a:extLst>
          </p:cNvPr>
          <p:cNvCxnSpPr>
            <a:cxnSpLocks/>
            <a:stCxn id="651" idx="2"/>
            <a:endCxn id="693" idx="2"/>
          </p:cNvCxnSpPr>
          <p:nvPr/>
        </p:nvCxnSpPr>
        <p:spPr>
          <a:xfrm>
            <a:off x="2934014" y="3452657"/>
            <a:ext cx="615320" cy="102080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9" name="Straight Connector 1138">
            <a:extLst>
              <a:ext uri="{FF2B5EF4-FFF2-40B4-BE49-F238E27FC236}">
                <a16:creationId xmlns:a16="http://schemas.microsoft.com/office/drawing/2014/main" id="{DA650F7A-2078-4DE1-9D36-86097DEDC8D9}"/>
              </a:ext>
            </a:extLst>
          </p:cNvPr>
          <p:cNvCxnSpPr>
            <a:cxnSpLocks/>
            <a:stCxn id="705" idx="0"/>
            <a:endCxn id="704" idx="0"/>
          </p:cNvCxnSpPr>
          <p:nvPr/>
        </p:nvCxnSpPr>
        <p:spPr>
          <a:xfrm flipH="1">
            <a:off x="3526778" y="4473458"/>
            <a:ext cx="118552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3" name="Straight Connector 1142">
            <a:extLst>
              <a:ext uri="{FF2B5EF4-FFF2-40B4-BE49-F238E27FC236}">
                <a16:creationId xmlns:a16="http://schemas.microsoft.com/office/drawing/2014/main" id="{C5AF6A2D-3B45-49DF-88F9-9EA4EC3002DE}"/>
              </a:ext>
            </a:extLst>
          </p:cNvPr>
          <p:cNvCxnSpPr>
            <a:cxnSpLocks/>
            <a:stCxn id="622" idx="4"/>
            <a:endCxn id="212" idx="0"/>
          </p:cNvCxnSpPr>
          <p:nvPr/>
        </p:nvCxnSpPr>
        <p:spPr>
          <a:xfrm flipH="1" flipV="1">
            <a:off x="8933089" y="1370939"/>
            <a:ext cx="592764" cy="105971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0" name="Straight Connector 1149">
            <a:extLst>
              <a:ext uri="{FF2B5EF4-FFF2-40B4-BE49-F238E27FC236}">
                <a16:creationId xmlns:a16="http://schemas.microsoft.com/office/drawing/2014/main" id="{510A0E68-E4DE-4A3D-A02E-AF16C30CC292}"/>
              </a:ext>
            </a:extLst>
          </p:cNvPr>
          <p:cNvCxnSpPr>
            <a:cxnSpLocks/>
            <a:stCxn id="687" idx="4"/>
            <a:endCxn id="691" idx="0"/>
          </p:cNvCxnSpPr>
          <p:nvPr/>
        </p:nvCxnSpPr>
        <p:spPr>
          <a:xfrm flipH="1">
            <a:off x="9529618" y="4466259"/>
            <a:ext cx="1208085" cy="719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7" name="Straight Connector 1156">
            <a:extLst>
              <a:ext uri="{FF2B5EF4-FFF2-40B4-BE49-F238E27FC236}">
                <a16:creationId xmlns:a16="http://schemas.microsoft.com/office/drawing/2014/main" id="{831BDC85-36A1-4BE7-88CD-7479EB34B06D}"/>
              </a:ext>
            </a:extLst>
          </p:cNvPr>
          <p:cNvCxnSpPr>
            <a:cxnSpLocks/>
            <a:stCxn id="677" idx="0"/>
            <a:endCxn id="675" idx="4"/>
          </p:cNvCxnSpPr>
          <p:nvPr/>
        </p:nvCxnSpPr>
        <p:spPr>
          <a:xfrm>
            <a:off x="8340325" y="4466259"/>
            <a:ext cx="1185528" cy="72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4" name="Straight Connector 1163">
            <a:extLst>
              <a:ext uri="{FF2B5EF4-FFF2-40B4-BE49-F238E27FC236}">
                <a16:creationId xmlns:a16="http://schemas.microsoft.com/office/drawing/2014/main" id="{6B237AEB-C003-43FE-8643-CDF6D2007B41}"/>
              </a:ext>
            </a:extLst>
          </p:cNvPr>
          <p:cNvCxnSpPr>
            <a:cxnSpLocks/>
            <a:stCxn id="734" idx="4"/>
            <a:endCxn id="730" idx="4"/>
          </p:cNvCxnSpPr>
          <p:nvPr/>
        </p:nvCxnSpPr>
        <p:spPr>
          <a:xfrm flipH="1">
            <a:off x="7747561" y="5487061"/>
            <a:ext cx="118552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8" name="Straight Connector 1167">
            <a:extLst>
              <a:ext uri="{FF2B5EF4-FFF2-40B4-BE49-F238E27FC236}">
                <a16:creationId xmlns:a16="http://schemas.microsoft.com/office/drawing/2014/main" id="{D595D750-2DEF-4E10-B1D4-8F41D64B1F09}"/>
              </a:ext>
            </a:extLst>
          </p:cNvPr>
          <p:cNvCxnSpPr>
            <a:cxnSpLocks/>
            <a:stCxn id="196" idx="0"/>
            <a:endCxn id="632" idx="0"/>
          </p:cNvCxnSpPr>
          <p:nvPr/>
        </p:nvCxnSpPr>
        <p:spPr>
          <a:xfrm flipH="1">
            <a:off x="8933090" y="348931"/>
            <a:ext cx="596528" cy="105251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3" name="Straight Connector 1172">
            <a:extLst>
              <a:ext uri="{FF2B5EF4-FFF2-40B4-BE49-F238E27FC236}">
                <a16:creationId xmlns:a16="http://schemas.microsoft.com/office/drawing/2014/main" id="{BF418065-786F-4372-A150-5DAC6E81048B}"/>
              </a:ext>
            </a:extLst>
          </p:cNvPr>
          <p:cNvCxnSpPr>
            <a:cxnSpLocks/>
            <a:stCxn id="630" idx="0"/>
            <a:endCxn id="204" idx="4"/>
          </p:cNvCxnSpPr>
          <p:nvPr/>
        </p:nvCxnSpPr>
        <p:spPr>
          <a:xfrm flipV="1">
            <a:off x="6562035" y="348931"/>
            <a:ext cx="592762" cy="105251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6" name="Straight Connector 1175">
            <a:extLst>
              <a:ext uri="{FF2B5EF4-FFF2-40B4-BE49-F238E27FC236}">
                <a16:creationId xmlns:a16="http://schemas.microsoft.com/office/drawing/2014/main" id="{9B5A264E-A031-4B38-ABB6-317527D32BCC}"/>
              </a:ext>
            </a:extLst>
          </p:cNvPr>
          <p:cNvCxnSpPr>
            <a:cxnSpLocks/>
            <a:stCxn id="631" idx="0"/>
            <a:endCxn id="189" idx="2"/>
          </p:cNvCxnSpPr>
          <p:nvPr/>
        </p:nvCxnSpPr>
        <p:spPr>
          <a:xfrm flipH="1" flipV="1">
            <a:off x="7154797" y="341732"/>
            <a:ext cx="592764" cy="105971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5" name="Straight Connector 1184">
            <a:extLst>
              <a:ext uri="{FF2B5EF4-FFF2-40B4-BE49-F238E27FC236}">
                <a16:creationId xmlns:a16="http://schemas.microsoft.com/office/drawing/2014/main" id="{1DDFCC98-4485-4397-BCC7-B5DC850BDB51}"/>
              </a:ext>
            </a:extLst>
          </p:cNvPr>
          <p:cNvCxnSpPr>
            <a:cxnSpLocks/>
            <a:stCxn id="686" idx="2"/>
            <a:endCxn id="686" idx="0"/>
          </p:cNvCxnSpPr>
          <p:nvPr/>
        </p:nvCxnSpPr>
        <p:spPr>
          <a:xfrm flipV="1">
            <a:off x="4783742" y="3444252"/>
            <a:ext cx="592764" cy="102200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8" name="Straight Connector 1187">
            <a:extLst>
              <a:ext uri="{FF2B5EF4-FFF2-40B4-BE49-F238E27FC236}">
                <a16:creationId xmlns:a16="http://schemas.microsoft.com/office/drawing/2014/main" id="{A770918D-8A22-4BA0-AABA-A80A1553DAA5}"/>
              </a:ext>
            </a:extLst>
          </p:cNvPr>
          <p:cNvCxnSpPr>
            <a:cxnSpLocks/>
            <a:stCxn id="652" idx="0"/>
            <a:endCxn id="620" idx="4"/>
          </p:cNvCxnSpPr>
          <p:nvPr/>
        </p:nvCxnSpPr>
        <p:spPr>
          <a:xfrm>
            <a:off x="4712306" y="2430650"/>
            <a:ext cx="1256963" cy="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1" name="Straight Connector 1190">
            <a:extLst>
              <a:ext uri="{FF2B5EF4-FFF2-40B4-BE49-F238E27FC236}">
                <a16:creationId xmlns:a16="http://schemas.microsoft.com/office/drawing/2014/main" id="{4C4E23B3-2723-48B0-9FC1-40E4DD0DE554}"/>
              </a:ext>
            </a:extLst>
          </p:cNvPr>
          <p:cNvCxnSpPr>
            <a:cxnSpLocks/>
            <a:stCxn id="686" idx="0"/>
            <a:endCxn id="652" idx="0"/>
          </p:cNvCxnSpPr>
          <p:nvPr/>
        </p:nvCxnSpPr>
        <p:spPr>
          <a:xfrm flipH="1" flipV="1">
            <a:off x="4712306" y="2430650"/>
            <a:ext cx="664200" cy="101360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8" name="Straight Connector 1207">
            <a:extLst>
              <a:ext uri="{FF2B5EF4-FFF2-40B4-BE49-F238E27FC236}">
                <a16:creationId xmlns:a16="http://schemas.microsoft.com/office/drawing/2014/main" id="{346C8C47-BA50-4F6B-8523-59C6CF298BD5}"/>
              </a:ext>
            </a:extLst>
          </p:cNvPr>
          <p:cNvCxnSpPr>
            <a:cxnSpLocks/>
            <a:stCxn id="679" idx="0"/>
            <a:endCxn id="735" idx="2"/>
          </p:cNvCxnSpPr>
          <p:nvPr/>
        </p:nvCxnSpPr>
        <p:spPr>
          <a:xfrm flipH="1">
            <a:off x="5350184" y="4466260"/>
            <a:ext cx="619085" cy="102080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1" name="Straight Connector 1210">
            <a:extLst>
              <a:ext uri="{FF2B5EF4-FFF2-40B4-BE49-F238E27FC236}">
                <a16:creationId xmlns:a16="http://schemas.microsoft.com/office/drawing/2014/main" id="{1414E486-5F4D-4DA8-9ABA-C9A65A4793B5}"/>
              </a:ext>
            </a:extLst>
          </p:cNvPr>
          <p:cNvCxnSpPr>
            <a:cxnSpLocks/>
            <a:stCxn id="679" idx="0"/>
            <a:endCxn id="731" idx="4"/>
          </p:cNvCxnSpPr>
          <p:nvPr/>
        </p:nvCxnSpPr>
        <p:spPr>
          <a:xfrm>
            <a:off x="5969269" y="4466260"/>
            <a:ext cx="592764" cy="102080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2879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oup 55">
            <a:extLst>
              <a:ext uri="{FF2B5EF4-FFF2-40B4-BE49-F238E27FC236}">
                <a16:creationId xmlns:a16="http://schemas.microsoft.com/office/drawing/2014/main" id="{3C99A705-DF75-45BE-8194-0297E4777C6D}"/>
              </a:ext>
            </a:extLst>
          </p:cNvPr>
          <p:cNvGrpSpPr/>
          <p:nvPr/>
        </p:nvGrpSpPr>
        <p:grpSpPr>
          <a:xfrm>
            <a:off x="1748486" y="-680275"/>
            <a:ext cx="9618928" cy="8218550"/>
            <a:chOff x="2371056" y="-566033"/>
            <a:chExt cx="9618928" cy="8218550"/>
          </a:xfrm>
          <a:solidFill>
            <a:schemeClr val="bg1"/>
          </a:solidFill>
        </p:grpSpPr>
        <p:sp>
          <p:nvSpPr>
            <p:cNvPr id="204" name="Isosceles Triangle 203">
              <a:extLst>
                <a:ext uri="{FF2B5EF4-FFF2-40B4-BE49-F238E27FC236}">
                  <a16:creationId xmlns:a16="http://schemas.microsoft.com/office/drawing/2014/main" id="{CDF9E14B-2703-4394-BA59-CE3F3F921A9A}"/>
                </a:ext>
              </a:extLst>
            </p:cNvPr>
            <p:cNvSpPr/>
            <p:nvPr/>
          </p:nvSpPr>
          <p:spPr>
            <a:xfrm rot="10800000">
              <a:off x="7777367" y="463173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07" name="Isosceles Triangle 206">
              <a:extLst>
                <a:ext uri="{FF2B5EF4-FFF2-40B4-BE49-F238E27FC236}">
                  <a16:creationId xmlns:a16="http://schemas.microsoft.com/office/drawing/2014/main" id="{FC9868D8-F7DB-46EF-B041-39C8E1341CD6}"/>
                </a:ext>
              </a:extLst>
            </p:cNvPr>
            <p:cNvSpPr/>
            <p:nvPr/>
          </p:nvSpPr>
          <p:spPr>
            <a:xfrm rot="10800000">
              <a:off x="6591839" y="463174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08" name="Isosceles Triangle 207">
              <a:extLst>
                <a:ext uri="{FF2B5EF4-FFF2-40B4-BE49-F238E27FC236}">
                  <a16:creationId xmlns:a16="http://schemas.microsoft.com/office/drawing/2014/main" id="{4FE67E4B-3A7F-46F7-BF0E-6EE80701A028}"/>
                </a:ext>
              </a:extLst>
            </p:cNvPr>
            <p:cNvSpPr/>
            <p:nvPr/>
          </p:nvSpPr>
          <p:spPr>
            <a:xfrm rot="10800000">
              <a:off x="5406310" y="463173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12" name="Isosceles Triangle 211">
              <a:extLst>
                <a:ext uri="{FF2B5EF4-FFF2-40B4-BE49-F238E27FC236}">
                  <a16:creationId xmlns:a16="http://schemas.microsoft.com/office/drawing/2014/main" id="{B02C8647-FCD7-4DC6-9F09-23E1F893FAF4}"/>
                </a:ext>
              </a:extLst>
            </p:cNvPr>
            <p:cNvSpPr/>
            <p:nvPr/>
          </p:nvSpPr>
          <p:spPr>
            <a:xfrm rot="10800000">
              <a:off x="8962895" y="463174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13" name="Isosceles Triangle 212">
              <a:extLst>
                <a:ext uri="{FF2B5EF4-FFF2-40B4-BE49-F238E27FC236}">
                  <a16:creationId xmlns:a16="http://schemas.microsoft.com/office/drawing/2014/main" id="{01A76BE7-CC53-4736-98BD-A74C5DA14DB1}"/>
                </a:ext>
              </a:extLst>
            </p:cNvPr>
            <p:cNvSpPr/>
            <p:nvPr/>
          </p:nvSpPr>
          <p:spPr>
            <a:xfrm rot="10800000">
              <a:off x="8370131" y="-566033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14" name="Isosceles Triangle 213">
              <a:extLst>
                <a:ext uri="{FF2B5EF4-FFF2-40B4-BE49-F238E27FC236}">
                  <a16:creationId xmlns:a16="http://schemas.microsoft.com/office/drawing/2014/main" id="{5D55DC24-7114-41C4-B7A0-EC93C1522237}"/>
                </a:ext>
              </a:extLst>
            </p:cNvPr>
            <p:cNvSpPr/>
            <p:nvPr/>
          </p:nvSpPr>
          <p:spPr>
            <a:xfrm rot="10800000">
              <a:off x="7184603" y="-566033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15" name="Isosceles Triangle 214">
              <a:extLst>
                <a:ext uri="{FF2B5EF4-FFF2-40B4-BE49-F238E27FC236}">
                  <a16:creationId xmlns:a16="http://schemas.microsoft.com/office/drawing/2014/main" id="{8785DAE3-7D1B-4540-AF75-99A5D37FBB18}"/>
                </a:ext>
              </a:extLst>
            </p:cNvPr>
            <p:cNvSpPr/>
            <p:nvPr/>
          </p:nvSpPr>
          <p:spPr>
            <a:xfrm rot="10800000">
              <a:off x="5999075" y="-566032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40" name="Isosceles Triangle 239">
              <a:extLst>
                <a:ext uri="{FF2B5EF4-FFF2-40B4-BE49-F238E27FC236}">
                  <a16:creationId xmlns:a16="http://schemas.microsoft.com/office/drawing/2014/main" id="{69F19751-ADCC-46E5-9E93-BC8185C8909F}"/>
                </a:ext>
              </a:extLst>
            </p:cNvPr>
            <p:cNvSpPr/>
            <p:nvPr/>
          </p:nvSpPr>
          <p:spPr>
            <a:xfrm rot="10800000">
              <a:off x="4787226" y="-566033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88" name="Isosceles Triangle 187">
              <a:extLst>
                <a:ext uri="{FF2B5EF4-FFF2-40B4-BE49-F238E27FC236}">
                  <a16:creationId xmlns:a16="http://schemas.microsoft.com/office/drawing/2014/main" id="{55A44F2A-674F-492D-AD5F-21230A5D9F44}"/>
                </a:ext>
              </a:extLst>
            </p:cNvPr>
            <p:cNvSpPr/>
            <p:nvPr/>
          </p:nvSpPr>
          <p:spPr>
            <a:xfrm>
              <a:off x="6591841" y="-566033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89" name="Isosceles Triangle 188">
              <a:extLst>
                <a:ext uri="{FF2B5EF4-FFF2-40B4-BE49-F238E27FC236}">
                  <a16:creationId xmlns:a16="http://schemas.microsoft.com/office/drawing/2014/main" id="{186A2217-9DE8-4693-A9AF-3316DB721125}"/>
                </a:ext>
              </a:extLst>
            </p:cNvPr>
            <p:cNvSpPr/>
            <p:nvPr/>
          </p:nvSpPr>
          <p:spPr>
            <a:xfrm>
              <a:off x="7777367" y="-566033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0" name="Isosceles Triangle 189">
              <a:extLst>
                <a:ext uri="{FF2B5EF4-FFF2-40B4-BE49-F238E27FC236}">
                  <a16:creationId xmlns:a16="http://schemas.microsoft.com/office/drawing/2014/main" id="{67F057B6-0867-423D-8B53-7A97C94B14C3}"/>
                </a:ext>
              </a:extLst>
            </p:cNvPr>
            <p:cNvSpPr/>
            <p:nvPr/>
          </p:nvSpPr>
          <p:spPr>
            <a:xfrm>
              <a:off x="8962896" y="-566033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91" name="Isosceles Triangle 190">
              <a:extLst>
                <a:ext uri="{FF2B5EF4-FFF2-40B4-BE49-F238E27FC236}">
                  <a16:creationId xmlns:a16="http://schemas.microsoft.com/office/drawing/2014/main" id="{5A4478CC-FFAE-46D6-9FED-9610211C5D76}"/>
                </a:ext>
              </a:extLst>
            </p:cNvPr>
            <p:cNvSpPr/>
            <p:nvPr/>
          </p:nvSpPr>
          <p:spPr>
            <a:xfrm>
              <a:off x="5406312" y="-566033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3" name="Isosceles Triangle 192">
              <a:extLst>
                <a:ext uri="{FF2B5EF4-FFF2-40B4-BE49-F238E27FC236}">
                  <a16:creationId xmlns:a16="http://schemas.microsoft.com/office/drawing/2014/main" id="{83803DAC-0FD2-4104-A1D3-61A8024B3200}"/>
                </a:ext>
              </a:extLst>
            </p:cNvPr>
            <p:cNvSpPr/>
            <p:nvPr/>
          </p:nvSpPr>
          <p:spPr>
            <a:xfrm>
              <a:off x="5976520" y="463173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4" name="Isosceles Triangle 193">
              <a:extLst>
                <a:ext uri="{FF2B5EF4-FFF2-40B4-BE49-F238E27FC236}">
                  <a16:creationId xmlns:a16="http://schemas.microsoft.com/office/drawing/2014/main" id="{BE9CB476-3ECD-4E42-A8C6-A8C2C7E0171B}"/>
                </a:ext>
              </a:extLst>
            </p:cNvPr>
            <p:cNvSpPr/>
            <p:nvPr/>
          </p:nvSpPr>
          <p:spPr>
            <a:xfrm>
              <a:off x="7162047" y="463173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5" name="Isosceles Triangle 194">
              <a:extLst>
                <a:ext uri="{FF2B5EF4-FFF2-40B4-BE49-F238E27FC236}">
                  <a16:creationId xmlns:a16="http://schemas.microsoft.com/office/drawing/2014/main" id="{C9AC2503-EA30-4CCE-BC3B-439A2F1467FB}"/>
                </a:ext>
              </a:extLst>
            </p:cNvPr>
            <p:cNvSpPr/>
            <p:nvPr/>
          </p:nvSpPr>
          <p:spPr>
            <a:xfrm>
              <a:off x="8347575" y="463173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6" name="Isosceles Triangle 195">
              <a:extLst>
                <a:ext uri="{FF2B5EF4-FFF2-40B4-BE49-F238E27FC236}">
                  <a16:creationId xmlns:a16="http://schemas.microsoft.com/office/drawing/2014/main" id="{821699C7-05A1-4731-AAD6-0FE28593921F}"/>
                </a:ext>
              </a:extLst>
            </p:cNvPr>
            <p:cNvSpPr/>
            <p:nvPr/>
          </p:nvSpPr>
          <p:spPr>
            <a:xfrm>
              <a:off x="9559424" y="463173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82" name="Isosceles Triangle 381">
              <a:extLst>
                <a:ext uri="{FF2B5EF4-FFF2-40B4-BE49-F238E27FC236}">
                  <a16:creationId xmlns:a16="http://schemas.microsoft.com/office/drawing/2014/main" id="{BC91A5F7-D580-47C8-B973-52C3F2DC3BC2}"/>
                </a:ext>
              </a:extLst>
            </p:cNvPr>
            <p:cNvSpPr/>
            <p:nvPr/>
          </p:nvSpPr>
          <p:spPr>
            <a:xfrm rot="10800000">
              <a:off x="4171900" y="463173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36" name="Isosceles Triangle 335">
              <a:extLst>
                <a:ext uri="{FF2B5EF4-FFF2-40B4-BE49-F238E27FC236}">
                  <a16:creationId xmlns:a16="http://schemas.microsoft.com/office/drawing/2014/main" id="{54B94C22-4C81-43FE-9284-A187CCD26F83}"/>
                </a:ext>
              </a:extLst>
            </p:cNvPr>
            <p:cNvSpPr/>
            <p:nvPr/>
          </p:nvSpPr>
          <p:spPr>
            <a:xfrm>
              <a:off x="4149348" y="-566033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39" name="Isosceles Triangle 338">
              <a:extLst>
                <a:ext uri="{FF2B5EF4-FFF2-40B4-BE49-F238E27FC236}">
                  <a16:creationId xmlns:a16="http://schemas.microsoft.com/office/drawing/2014/main" id="{8CCB9822-5F62-473E-BDBB-5C990B2C86AD}"/>
                </a:ext>
              </a:extLst>
            </p:cNvPr>
            <p:cNvSpPr/>
            <p:nvPr/>
          </p:nvSpPr>
          <p:spPr>
            <a:xfrm>
              <a:off x="3556584" y="463173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340" name="Isosceles Triangle 339">
              <a:extLst>
                <a:ext uri="{FF2B5EF4-FFF2-40B4-BE49-F238E27FC236}">
                  <a16:creationId xmlns:a16="http://schemas.microsoft.com/office/drawing/2014/main" id="{4ABC3AD1-4A91-4B09-A8D1-7DFCE4AEBDF2}"/>
                </a:ext>
              </a:extLst>
            </p:cNvPr>
            <p:cNvSpPr/>
            <p:nvPr/>
          </p:nvSpPr>
          <p:spPr>
            <a:xfrm>
              <a:off x="4742112" y="463173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cxnSp>
          <p:nvCxnSpPr>
            <p:cNvPr id="617" name="Straight Connector 616">
              <a:extLst>
                <a:ext uri="{FF2B5EF4-FFF2-40B4-BE49-F238E27FC236}">
                  <a16:creationId xmlns:a16="http://schemas.microsoft.com/office/drawing/2014/main" id="{B521B2AB-03C1-4E51-B14E-23DBD55F4A50}"/>
                </a:ext>
              </a:extLst>
            </p:cNvPr>
            <p:cNvCxnSpPr>
              <a:cxnSpLocks/>
              <a:stCxn id="190" idx="0"/>
              <a:endCxn id="240" idx="4"/>
            </p:cNvCxnSpPr>
            <p:nvPr/>
          </p:nvCxnSpPr>
          <p:spPr>
            <a:xfrm flipH="1">
              <a:off x="4787226" y="-566033"/>
              <a:ext cx="4768434" cy="0"/>
            </a:xfrm>
            <a:prstGeom prst="line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9" name="Isosceles Triangle 618">
              <a:extLst>
                <a:ext uri="{FF2B5EF4-FFF2-40B4-BE49-F238E27FC236}">
                  <a16:creationId xmlns:a16="http://schemas.microsoft.com/office/drawing/2014/main" id="{4A30D147-391A-45DB-AC3D-0769A6FA365F}"/>
                </a:ext>
              </a:extLst>
            </p:cNvPr>
            <p:cNvSpPr/>
            <p:nvPr/>
          </p:nvSpPr>
          <p:spPr>
            <a:xfrm rot="10800000">
              <a:off x="7777367" y="2544892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20" name="Isosceles Triangle 619">
              <a:extLst>
                <a:ext uri="{FF2B5EF4-FFF2-40B4-BE49-F238E27FC236}">
                  <a16:creationId xmlns:a16="http://schemas.microsoft.com/office/drawing/2014/main" id="{10928814-D00B-4493-89E5-E2515A488874}"/>
                </a:ext>
              </a:extLst>
            </p:cNvPr>
            <p:cNvSpPr/>
            <p:nvPr/>
          </p:nvSpPr>
          <p:spPr>
            <a:xfrm rot="10800000">
              <a:off x="6591839" y="2544893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21" name="Isosceles Triangle 620">
              <a:extLst>
                <a:ext uri="{FF2B5EF4-FFF2-40B4-BE49-F238E27FC236}">
                  <a16:creationId xmlns:a16="http://schemas.microsoft.com/office/drawing/2014/main" id="{813848AE-CA57-40D3-9CDA-6A5E7D05544D}"/>
                </a:ext>
              </a:extLst>
            </p:cNvPr>
            <p:cNvSpPr/>
            <p:nvPr/>
          </p:nvSpPr>
          <p:spPr>
            <a:xfrm rot="10800000">
              <a:off x="5406310" y="2544892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22" name="Isosceles Triangle 621">
              <a:extLst>
                <a:ext uri="{FF2B5EF4-FFF2-40B4-BE49-F238E27FC236}">
                  <a16:creationId xmlns:a16="http://schemas.microsoft.com/office/drawing/2014/main" id="{BBEEC647-D9C7-42A3-99F6-B4B50AC80CDC}"/>
                </a:ext>
              </a:extLst>
            </p:cNvPr>
            <p:cNvSpPr/>
            <p:nvPr/>
          </p:nvSpPr>
          <p:spPr>
            <a:xfrm rot="10800000">
              <a:off x="10148423" y="2544893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23" name="Isosceles Triangle 622">
              <a:extLst>
                <a:ext uri="{FF2B5EF4-FFF2-40B4-BE49-F238E27FC236}">
                  <a16:creationId xmlns:a16="http://schemas.microsoft.com/office/drawing/2014/main" id="{F4373C25-B170-4440-A65E-32BA02E88220}"/>
                </a:ext>
              </a:extLst>
            </p:cNvPr>
            <p:cNvSpPr/>
            <p:nvPr/>
          </p:nvSpPr>
          <p:spPr>
            <a:xfrm rot="10800000">
              <a:off x="8962895" y="2544893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24" name="Isosceles Triangle 623">
              <a:extLst>
                <a:ext uri="{FF2B5EF4-FFF2-40B4-BE49-F238E27FC236}">
                  <a16:creationId xmlns:a16="http://schemas.microsoft.com/office/drawing/2014/main" id="{AAD1C22C-3095-4295-9B71-FFD7A5E382E5}"/>
                </a:ext>
              </a:extLst>
            </p:cNvPr>
            <p:cNvSpPr/>
            <p:nvPr/>
          </p:nvSpPr>
          <p:spPr>
            <a:xfrm rot="10800000">
              <a:off x="8370131" y="1515686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25" name="Isosceles Triangle 624">
              <a:extLst>
                <a:ext uri="{FF2B5EF4-FFF2-40B4-BE49-F238E27FC236}">
                  <a16:creationId xmlns:a16="http://schemas.microsoft.com/office/drawing/2014/main" id="{665BDDE4-77A3-4A12-B783-F88EC2A79B13}"/>
                </a:ext>
              </a:extLst>
            </p:cNvPr>
            <p:cNvSpPr/>
            <p:nvPr/>
          </p:nvSpPr>
          <p:spPr>
            <a:xfrm rot="10800000">
              <a:off x="7184603" y="1515686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26" name="Isosceles Triangle 625">
              <a:extLst>
                <a:ext uri="{FF2B5EF4-FFF2-40B4-BE49-F238E27FC236}">
                  <a16:creationId xmlns:a16="http://schemas.microsoft.com/office/drawing/2014/main" id="{01F34446-A979-4E00-BB59-59B27485280C}"/>
                </a:ext>
              </a:extLst>
            </p:cNvPr>
            <p:cNvSpPr/>
            <p:nvPr/>
          </p:nvSpPr>
          <p:spPr>
            <a:xfrm rot="10800000">
              <a:off x="5999075" y="1515687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28" name="Isosceles Triangle 627">
              <a:extLst>
                <a:ext uri="{FF2B5EF4-FFF2-40B4-BE49-F238E27FC236}">
                  <a16:creationId xmlns:a16="http://schemas.microsoft.com/office/drawing/2014/main" id="{3912D91C-F13E-4FE5-B145-A3FE09B25EBE}"/>
                </a:ext>
              </a:extLst>
            </p:cNvPr>
            <p:cNvSpPr/>
            <p:nvPr/>
          </p:nvSpPr>
          <p:spPr>
            <a:xfrm rot="10800000">
              <a:off x="9555659" y="1515686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29" name="Isosceles Triangle 628">
              <a:extLst>
                <a:ext uri="{FF2B5EF4-FFF2-40B4-BE49-F238E27FC236}">
                  <a16:creationId xmlns:a16="http://schemas.microsoft.com/office/drawing/2014/main" id="{66FA8249-8030-4B1B-BF9B-47F7599E9B46}"/>
                </a:ext>
              </a:extLst>
            </p:cNvPr>
            <p:cNvSpPr/>
            <p:nvPr/>
          </p:nvSpPr>
          <p:spPr>
            <a:xfrm rot="10800000">
              <a:off x="4787226" y="1515686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30" name="Isosceles Triangle 629">
              <a:extLst>
                <a:ext uri="{FF2B5EF4-FFF2-40B4-BE49-F238E27FC236}">
                  <a16:creationId xmlns:a16="http://schemas.microsoft.com/office/drawing/2014/main" id="{643204AF-6CD2-4607-9390-7E507626AEC3}"/>
                </a:ext>
              </a:extLst>
            </p:cNvPr>
            <p:cNvSpPr/>
            <p:nvPr/>
          </p:nvSpPr>
          <p:spPr>
            <a:xfrm>
              <a:off x="6591841" y="1515686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31" name="Isosceles Triangle 630">
              <a:extLst>
                <a:ext uri="{FF2B5EF4-FFF2-40B4-BE49-F238E27FC236}">
                  <a16:creationId xmlns:a16="http://schemas.microsoft.com/office/drawing/2014/main" id="{1A44B102-3A42-4881-B1D0-4394908FCF28}"/>
                </a:ext>
              </a:extLst>
            </p:cNvPr>
            <p:cNvSpPr/>
            <p:nvPr/>
          </p:nvSpPr>
          <p:spPr>
            <a:xfrm>
              <a:off x="7777367" y="1515686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32" name="Isosceles Triangle 631">
              <a:extLst>
                <a:ext uri="{FF2B5EF4-FFF2-40B4-BE49-F238E27FC236}">
                  <a16:creationId xmlns:a16="http://schemas.microsoft.com/office/drawing/2014/main" id="{A9C676BA-4409-4F31-8282-E2E877CADFF0}"/>
                </a:ext>
              </a:extLst>
            </p:cNvPr>
            <p:cNvSpPr/>
            <p:nvPr/>
          </p:nvSpPr>
          <p:spPr>
            <a:xfrm>
              <a:off x="8962896" y="1515686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33" name="Isosceles Triangle 632">
              <a:extLst>
                <a:ext uri="{FF2B5EF4-FFF2-40B4-BE49-F238E27FC236}">
                  <a16:creationId xmlns:a16="http://schemas.microsoft.com/office/drawing/2014/main" id="{2C74F6F4-F182-4101-B158-47FA77D3E349}"/>
                </a:ext>
              </a:extLst>
            </p:cNvPr>
            <p:cNvSpPr/>
            <p:nvPr/>
          </p:nvSpPr>
          <p:spPr>
            <a:xfrm>
              <a:off x="5406312" y="1515686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34" name="Isosceles Triangle 633">
              <a:extLst>
                <a:ext uri="{FF2B5EF4-FFF2-40B4-BE49-F238E27FC236}">
                  <a16:creationId xmlns:a16="http://schemas.microsoft.com/office/drawing/2014/main" id="{A9B94D8F-A11A-4F16-A744-1139DE9F45B9}"/>
                </a:ext>
              </a:extLst>
            </p:cNvPr>
            <p:cNvSpPr/>
            <p:nvPr/>
          </p:nvSpPr>
          <p:spPr>
            <a:xfrm>
              <a:off x="10174745" y="1515686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635" name="Isosceles Triangle 634">
              <a:extLst>
                <a:ext uri="{FF2B5EF4-FFF2-40B4-BE49-F238E27FC236}">
                  <a16:creationId xmlns:a16="http://schemas.microsoft.com/office/drawing/2014/main" id="{2BB8A0D3-D748-4B7F-AB99-9BF20116C7F2}"/>
                </a:ext>
              </a:extLst>
            </p:cNvPr>
            <p:cNvSpPr/>
            <p:nvPr/>
          </p:nvSpPr>
          <p:spPr>
            <a:xfrm>
              <a:off x="5976520" y="2544892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36" name="Isosceles Triangle 635">
              <a:extLst>
                <a:ext uri="{FF2B5EF4-FFF2-40B4-BE49-F238E27FC236}">
                  <a16:creationId xmlns:a16="http://schemas.microsoft.com/office/drawing/2014/main" id="{C0434F80-27F1-48CB-AFC2-BAEBAAC2A66F}"/>
                </a:ext>
              </a:extLst>
            </p:cNvPr>
            <p:cNvSpPr/>
            <p:nvPr/>
          </p:nvSpPr>
          <p:spPr>
            <a:xfrm>
              <a:off x="7162047" y="2544892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37" name="Isosceles Triangle 636">
              <a:extLst>
                <a:ext uri="{FF2B5EF4-FFF2-40B4-BE49-F238E27FC236}">
                  <a16:creationId xmlns:a16="http://schemas.microsoft.com/office/drawing/2014/main" id="{2E792752-9D85-410E-9A3F-C06B34BCF170}"/>
                </a:ext>
              </a:extLst>
            </p:cNvPr>
            <p:cNvSpPr/>
            <p:nvPr/>
          </p:nvSpPr>
          <p:spPr>
            <a:xfrm>
              <a:off x="8347575" y="2544892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38" name="Isosceles Triangle 637">
              <a:extLst>
                <a:ext uri="{FF2B5EF4-FFF2-40B4-BE49-F238E27FC236}">
                  <a16:creationId xmlns:a16="http://schemas.microsoft.com/office/drawing/2014/main" id="{B53A8262-9C31-46D1-A12C-94252ECDFA2A}"/>
                </a:ext>
              </a:extLst>
            </p:cNvPr>
            <p:cNvSpPr/>
            <p:nvPr/>
          </p:nvSpPr>
          <p:spPr>
            <a:xfrm>
              <a:off x="9559424" y="2544892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39" name="Isosceles Triangle 638">
              <a:extLst>
                <a:ext uri="{FF2B5EF4-FFF2-40B4-BE49-F238E27FC236}">
                  <a16:creationId xmlns:a16="http://schemas.microsoft.com/office/drawing/2014/main" id="{A42B68D3-EDB2-4E9E-BDC2-245104CCCF2D}"/>
                </a:ext>
              </a:extLst>
            </p:cNvPr>
            <p:cNvSpPr/>
            <p:nvPr/>
          </p:nvSpPr>
          <p:spPr>
            <a:xfrm rot="10800000">
              <a:off x="4171900" y="2544892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640" name="Isosceles Triangle 639">
              <a:extLst>
                <a:ext uri="{FF2B5EF4-FFF2-40B4-BE49-F238E27FC236}">
                  <a16:creationId xmlns:a16="http://schemas.microsoft.com/office/drawing/2014/main" id="{C931B587-5C0B-4F18-B06C-27EA4E3D8480}"/>
                </a:ext>
              </a:extLst>
            </p:cNvPr>
            <p:cNvSpPr/>
            <p:nvPr/>
          </p:nvSpPr>
          <p:spPr>
            <a:xfrm rot="10800000">
              <a:off x="2986376" y="2544892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43" name="Isosceles Triangle 642">
              <a:extLst>
                <a:ext uri="{FF2B5EF4-FFF2-40B4-BE49-F238E27FC236}">
                  <a16:creationId xmlns:a16="http://schemas.microsoft.com/office/drawing/2014/main" id="{D02EED5D-B71C-4BAE-AA25-0799606C0743}"/>
                </a:ext>
              </a:extLst>
            </p:cNvPr>
            <p:cNvSpPr/>
            <p:nvPr/>
          </p:nvSpPr>
          <p:spPr>
            <a:xfrm rot="10800000">
              <a:off x="3579140" y="1515686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48" name="Isosceles Triangle 647">
              <a:extLst>
                <a:ext uri="{FF2B5EF4-FFF2-40B4-BE49-F238E27FC236}">
                  <a16:creationId xmlns:a16="http://schemas.microsoft.com/office/drawing/2014/main" id="{A50F6EAC-D843-41D7-9300-3C7D3C7B163B}"/>
                </a:ext>
              </a:extLst>
            </p:cNvPr>
            <p:cNvSpPr/>
            <p:nvPr/>
          </p:nvSpPr>
          <p:spPr>
            <a:xfrm>
              <a:off x="2963820" y="1515686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49" name="Isosceles Triangle 648">
              <a:extLst>
                <a:ext uri="{FF2B5EF4-FFF2-40B4-BE49-F238E27FC236}">
                  <a16:creationId xmlns:a16="http://schemas.microsoft.com/office/drawing/2014/main" id="{59544394-867D-48D5-93AF-30655D8B7A32}"/>
                </a:ext>
              </a:extLst>
            </p:cNvPr>
            <p:cNvSpPr/>
            <p:nvPr/>
          </p:nvSpPr>
          <p:spPr>
            <a:xfrm>
              <a:off x="4149348" y="1515686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50" name="Isosceles Triangle 649">
              <a:extLst>
                <a:ext uri="{FF2B5EF4-FFF2-40B4-BE49-F238E27FC236}">
                  <a16:creationId xmlns:a16="http://schemas.microsoft.com/office/drawing/2014/main" id="{4C6B9F2C-4DFB-415D-82E8-1079BB6DA9A9}"/>
                </a:ext>
              </a:extLst>
            </p:cNvPr>
            <p:cNvSpPr/>
            <p:nvPr/>
          </p:nvSpPr>
          <p:spPr>
            <a:xfrm>
              <a:off x="2371056" y="2544892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651" name="Isosceles Triangle 650">
              <a:extLst>
                <a:ext uri="{FF2B5EF4-FFF2-40B4-BE49-F238E27FC236}">
                  <a16:creationId xmlns:a16="http://schemas.microsoft.com/office/drawing/2014/main" id="{3F83608D-CB64-4795-A396-D168406B1E69}"/>
                </a:ext>
              </a:extLst>
            </p:cNvPr>
            <p:cNvSpPr/>
            <p:nvPr/>
          </p:nvSpPr>
          <p:spPr>
            <a:xfrm>
              <a:off x="3556584" y="2544892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52" name="Isosceles Triangle 651">
              <a:extLst>
                <a:ext uri="{FF2B5EF4-FFF2-40B4-BE49-F238E27FC236}">
                  <a16:creationId xmlns:a16="http://schemas.microsoft.com/office/drawing/2014/main" id="{62ABCAEA-48F6-413F-8F7B-2DDEC867C059}"/>
                </a:ext>
              </a:extLst>
            </p:cNvPr>
            <p:cNvSpPr/>
            <p:nvPr/>
          </p:nvSpPr>
          <p:spPr>
            <a:xfrm>
              <a:off x="4742112" y="2544892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69" name="Isosceles Triangle 668">
              <a:extLst>
                <a:ext uri="{FF2B5EF4-FFF2-40B4-BE49-F238E27FC236}">
                  <a16:creationId xmlns:a16="http://schemas.microsoft.com/office/drawing/2014/main" id="{1E2EA3BA-C9DB-491E-BCB3-A3CA44626FB0}"/>
                </a:ext>
              </a:extLst>
            </p:cNvPr>
            <p:cNvSpPr/>
            <p:nvPr/>
          </p:nvSpPr>
          <p:spPr>
            <a:xfrm>
              <a:off x="10804456" y="2544892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672" name="Isosceles Triangle 671">
              <a:extLst>
                <a:ext uri="{FF2B5EF4-FFF2-40B4-BE49-F238E27FC236}">
                  <a16:creationId xmlns:a16="http://schemas.microsoft.com/office/drawing/2014/main" id="{27DD2663-4637-4ADE-9915-F585B2049CA0}"/>
                </a:ext>
              </a:extLst>
            </p:cNvPr>
            <p:cNvSpPr/>
            <p:nvPr/>
          </p:nvSpPr>
          <p:spPr>
            <a:xfrm rot="10800000">
              <a:off x="7777367" y="4587700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3" name="Isosceles Triangle 672">
              <a:extLst>
                <a:ext uri="{FF2B5EF4-FFF2-40B4-BE49-F238E27FC236}">
                  <a16:creationId xmlns:a16="http://schemas.microsoft.com/office/drawing/2014/main" id="{6F0B1F01-571A-4EB0-9C7A-EB981B290447}"/>
                </a:ext>
              </a:extLst>
            </p:cNvPr>
            <p:cNvSpPr/>
            <p:nvPr/>
          </p:nvSpPr>
          <p:spPr>
            <a:xfrm rot="10800000">
              <a:off x="6591839" y="4587701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4" name="Isosceles Triangle 673">
              <a:extLst>
                <a:ext uri="{FF2B5EF4-FFF2-40B4-BE49-F238E27FC236}">
                  <a16:creationId xmlns:a16="http://schemas.microsoft.com/office/drawing/2014/main" id="{BD2AC18D-C4D5-48DE-B9F0-2C0E8B3E241C}"/>
                </a:ext>
              </a:extLst>
            </p:cNvPr>
            <p:cNvSpPr/>
            <p:nvPr/>
          </p:nvSpPr>
          <p:spPr>
            <a:xfrm rot="10800000">
              <a:off x="5406310" y="4587700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5" name="Isosceles Triangle 674">
              <a:extLst>
                <a:ext uri="{FF2B5EF4-FFF2-40B4-BE49-F238E27FC236}">
                  <a16:creationId xmlns:a16="http://schemas.microsoft.com/office/drawing/2014/main" id="{D5503435-EF2A-4A8C-BE3F-0579BAD7769B}"/>
                </a:ext>
              </a:extLst>
            </p:cNvPr>
            <p:cNvSpPr/>
            <p:nvPr/>
          </p:nvSpPr>
          <p:spPr>
            <a:xfrm rot="10800000">
              <a:off x="10148423" y="4587701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6" name="Isosceles Triangle 675">
              <a:extLst>
                <a:ext uri="{FF2B5EF4-FFF2-40B4-BE49-F238E27FC236}">
                  <a16:creationId xmlns:a16="http://schemas.microsoft.com/office/drawing/2014/main" id="{D98C27F4-0D31-42B0-BE74-5B133FC2F7E7}"/>
                </a:ext>
              </a:extLst>
            </p:cNvPr>
            <p:cNvSpPr/>
            <p:nvPr/>
          </p:nvSpPr>
          <p:spPr>
            <a:xfrm rot="10800000">
              <a:off x="8962895" y="4587701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7" name="Isosceles Triangle 676">
              <a:extLst>
                <a:ext uri="{FF2B5EF4-FFF2-40B4-BE49-F238E27FC236}">
                  <a16:creationId xmlns:a16="http://schemas.microsoft.com/office/drawing/2014/main" id="{3CFEBDF1-0CB9-4B32-AE05-256226DDCAD3}"/>
                </a:ext>
              </a:extLst>
            </p:cNvPr>
            <p:cNvSpPr/>
            <p:nvPr/>
          </p:nvSpPr>
          <p:spPr>
            <a:xfrm rot="10800000">
              <a:off x="8370131" y="3558494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8" name="Isosceles Triangle 677">
              <a:extLst>
                <a:ext uri="{FF2B5EF4-FFF2-40B4-BE49-F238E27FC236}">
                  <a16:creationId xmlns:a16="http://schemas.microsoft.com/office/drawing/2014/main" id="{645AA4D8-5360-4FDF-B3B3-E7082E3E328F}"/>
                </a:ext>
              </a:extLst>
            </p:cNvPr>
            <p:cNvSpPr/>
            <p:nvPr/>
          </p:nvSpPr>
          <p:spPr>
            <a:xfrm rot="10800000">
              <a:off x="7184603" y="3558494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679" name="Isosceles Triangle 678">
              <a:extLst>
                <a:ext uri="{FF2B5EF4-FFF2-40B4-BE49-F238E27FC236}">
                  <a16:creationId xmlns:a16="http://schemas.microsoft.com/office/drawing/2014/main" id="{08738710-D9DC-45DC-B517-9CF5E36A4C07}"/>
                </a:ext>
              </a:extLst>
            </p:cNvPr>
            <p:cNvSpPr/>
            <p:nvPr/>
          </p:nvSpPr>
          <p:spPr>
            <a:xfrm rot="10800000">
              <a:off x="5999075" y="3558495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0" name="Isosceles Triangle 679">
              <a:extLst>
                <a:ext uri="{FF2B5EF4-FFF2-40B4-BE49-F238E27FC236}">
                  <a16:creationId xmlns:a16="http://schemas.microsoft.com/office/drawing/2014/main" id="{9765D7B3-9BA5-435B-B1F8-D01A05FD8D59}"/>
                </a:ext>
              </a:extLst>
            </p:cNvPr>
            <p:cNvSpPr/>
            <p:nvPr/>
          </p:nvSpPr>
          <p:spPr>
            <a:xfrm rot="10800000">
              <a:off x="10741187" y="3558494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1" name="Isosceles Triangle 680">
              <a:extLst>
                <a:ext uri="{FF2B5EF4-FFF2-40B4-BE49-F238E27FC236}">
                  <a16:creationId xmlns:a16="http://schemas.microsoft.com/office/drawing/2014/main" id="{D7513C2A-8253-4C2A-BC9F-ABF3FA3E58E0}"/>
                </a:ext>
              </a:extLst>
            </p:cNvPr>
            <p:cNvSpPr/>
            <p:nvPr/>
          </p:nvSpPr>
          <p:spPr>
            <a:xfrm rot="10800000">
              <a:off x="9555659" y="3558494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682" name="Isosceles Triangle 681">
              <a:extLst>
                <a:ext uri="{FF2B5EF4-FFF2-40B4-BE49-F238E27FC236}">
                  <a16:creationId xmlns:a16="http://schemas.microsoft.com/office/drawing/2014/main" id="{84D008A9-8A7B-4EE0-A081-3E81A21C8CC5}"/>
                </a:ext>
              </a:extLst>
            </p:cNvPr>
            <p:cNvSpPr/>
            <p:nvPr/>
          </p:nvSpPr>
          <p:spPr>
            <a:xfrm rot="10800000">
              <a:off x="4787226" y="3558494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3" name="Isosceles Triangle 682">
              <a:extLst>
                <a:ext uri="{FF2B5EF4-FFF2-40B4-BE49-F238E27FC236}">
                  <a16:creationId xmlns:a16="http://schemas.microsoft.com/office/drawing/2014/main" id="{40ED4303-838B-459B-836C-A6B3B9D075AE}"/>
                </a:ext>
              </a:extLst>
            </p:cNvPr>
            <p:cNvSpPr/>
            <p:nvPr/>
          </p:nvSpPr>
          <p:spPr>
            <a:xfrm>
              <a:off x="6591841" y="3558494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4" name="Isosceles Triangle 683">
              <a:extLst>
                <a:ext uri="{FF2B5EF4-FFF2-40B4-BE49-F238E27FC236}">
                  <a16:creationId xmlns:a16="http://schemas.microsoft.com/office/drawing/2014/main" id="{9DEDA8A5-FFF6-448F-865F-F5D4F85E760B}"/>
                </a:ext>
              </a:extLst>
            </p:cNvPr>
            <p:cNvSpPr/>
            <p:nvPr/>
          </p:nvSpPr>
          <p:spPr>
            <a:xfrm>
              <a:off x="7777367" y="3558494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5" name="Isosceles Triangle 684">
              <a:extLst>
                <a:ext uri="{FF2B5EF4-FFF2-40B4-BE49-F238E27FC236}">
                  <a16:creationId xmlns:a16="http://schemas.microsoft.com/office/drawing/2014/main" id="{2EBF81DC-1106-4456-A9BA-2BA38C5DC151}"/>
                </a:ext>
              </a:extLst>
            </p:cNvPr>
            <p:cNvSpPr/>
            <p:nvPr/>
          </p:nvSpPr>
          <p:spPr>
            <a:xfrm>
              <a:off x="8962896" y="3558494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6" name="Isosceles Triangle 685">
              <a:extLst>
                <a:ext uri="{FF2B5EF4-FFF2-40B4-BE49-F238E27FC236}">
                  <a16:creationId xmlns:a16="http://schemas.microsoft.com/office/drawing/2014/main" id="{DAACA4B8-4B1A-442B-BE7F-30F379C4D480}"/>
                </a:ext>
              </a:extLst>
            </p:cNvPr>
            <p:cNvSpPr/>
            <p:nvPr/>
          </p:nvSpPr>
          <p:spPr>
            <a:xfrm>
              <a:off x="5406312" y="3558494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7" name="Isosceles Triangle 686">
              <a:extLst>
                <a:ext uri="{FF2B5EF4-FFF2-40B4-BE49-F238E27FC236}">
                  <a16:creationId xmlns:a16="http://schemas.microsoft.com/office/drawing/2014/main" id="{BE62B091-4125-4F0B-934A-C6ED896869C3}"/>
                </a:ext>
              </a:extLst>
            </p:cNvPr>
            <p:cNvSpPr/>
            <p:nvPr/>
          </p:nvSpPr>
          <p:spPr>
            <a:xfrm>
              <a:off x="10174745" y="3558494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688" name="Isosceles Triangle 687">
              <a:extLst>
                <a:ext uri="{FF2B5EF4-FFF2-40B4-BE49-F238E27FC236}">
                  <a16:creationId xmlns:a16="http://schemas.microsoft.com/office/drawing/2014/main" id="{8E6230AE-F889-4CFB-AEA8-6B63D9EDE9C3}"/>
                </a:ext>
              </a:extLst>
            </p:cNvPr>
            <p:cNvSpPr/>
            <p:nvPr/>
          </p:nvSpPr>
          <p:spPr>
            <a:xfrm>
              <a:off x="5976520" y="4587700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9" name="Isosceles Triangle 688">
              <a:extLst>
                <a:ext uri="{FF2B5EF4-FFF2-40B4-BE49-F238E27FC236}">
                  <a16:creationId xmlns:a16="http://schemas.microsoft.com/office/drawing/2014/main" id="{A7DBE808-0B40-4274-967E-8D21E4B988C1}"/>
                </a:ext>
              </a:extLst>
            </p:cNvPr>
            <p:cNvSpPr/>
            <p:nvPr/>
          </p:nvSpPr>
          <p:spPr>
            <a:xfrm>
              <a:off x="7162047" y="4587700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90" name="Isosceles Triangle 689">
              <a:extLst>
                <a:ext uri="{FF2B5EF4-FFF2-40B4-BE49-F238E27FC236}">
                  <a16:creationId xmlns:a16="http://schemas.microsoft.com/office/drawing/2014/main" id="{4CE44E8E-DF64-4246-9A2F-712A3120B3CA}"/>
                </a:ext>
              </a:extLst>
            </p:cNvPr>
            <p:cNvSpPr/>
            <p:nvPr/>
          </p:nvSpPr>
          <p:spPr>
            <a:xfrm>
              <a:off x="8347575" y="4587700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91" name="Isosceles Triangle 690">
              <a:extLst>
                <a:ext uri="{FF2B5EF4-FFF2-40B4-BE49-F238E27FC236}">
                  <a16:creationId xmlns:a16="http://schemas.microsoft.com/office/drawing/2014/main" id="{4A28A723-D461-4529-9F3C-BAB902AB2562}"/>
                </a:ext>
              </a:extLst>
            </p:cNvPr>
            <p:cNvSpPr/>
            <p:nvPr/>
          </p:nvSpPr>
          <p:spPr>
            <a:xfrm>
              <a:off x="9559424" y="4587700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92" name="Isosceles Triangle 691">
              <a:extLst>
                <a:ext uri="{FF2B5EF4-FFF2-40B4-BE49-F238E27FC236}">
                  <a16:creationId xmlns:a16="http://schemas.microsoft.com/office/drawing/2014/main" id="{AF61F6EE-6E8F-4BB1-B55D-A9C0A948432F}"/>
                </a:ext>
              </a:extLst>
            </p:cNvPr>
            <p:cNvSpPr/>
            <p:nvPr/>
          </p:nvSpPr>
          <p:spPr>
            <a:xfrm rot="10800000">
              <a:off x="4171900" y="4587700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93" name="Isosceles Triangle 692">
              <a:extLst>
                <a:ext uri="{FF2B5EF4-FFF2-40B4-BE49-F238E27FC236}">
                  <a16:creationId xmlns:a16="http://schemas.microsoft.com/office/drawing/2014/main" id="{B6D4E996-AAB3-4E9D-9741-261A4ED0377C}"/>
                </a:ext>
              </a:extLst>
            </p:cNvPr>
            <p:cNvSpPr/>
            <p:nvPr/>
          </p:nvSpPr>
          <p:spPr>
            <a:xfrm rot="10800000">
              <a:off x="2986376" y="4587700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96" name="Isosceles Triangle 695">
              <a:extLst>
                <a:ext uri="{FF2B5EF4-FFF2-40B4-BE49-F238E27FC236}">
                  <a16:creationId xmlns:a16="http://schemas.microsoft.com/office/drawing/2014/main" id="{A0F912E3-3B21-429E-A695-01457F51025B}"/>
                </a:ext>
              </a:extLst>
            </p:cNvPr>
            <p:cNvSpPr/>
            <p:nvPr/>
          </p:nvSpPr>
          <p:spPr>
            <a:xfrm rot="10800000">
              <a:off x="3579140" y="3558494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97" name="Isosceles Triangle 696">
              <a:extLst>
                <a:ext uri="{FF2B5EF4-FFF2-40B4-BE49-F238E27FC236}">
                  <a16:creationId xmlns:a16="http://schemas.microsoft.com/office/drawing/2014/main" id="{DD1B397A-6A68-4E6E-A30D-E46C32E1ECEA}"/>
                </a:ext>
              </a:extLst>
            </p:cNvPr>
            <p:cNvSpPr/>
            <p:nvPr/>
          </p:nvSpPr>
          <p:spPr>
            <a:xfrm rot="10800000">
              <a:off x="2393613" y="3558495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01" name="Isosceles Triangle 700">
              <a:extLst>
                <a:ext uri="{FF2B5EF4-FFF2-40B4-BE49-F238E27FC236}">
                  <a16:creationId xmlns:a16="http://schemas.microsoft.com/office/drawing/2014/main" id="{63AB0BD4-35D1-4214-A303-3507C1B0BB0A}"/>
                </a:ext>
              </a:extLst>
            </p:cNvPr>
            <p:cNvSpPr/>
            <p:nvPr/>
          </p:nvSpPr>
          <p:spPr>
            <a:xfrm>
              <a:off x="2963820" y="3558494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02" name="Isosceles Triangle 701">
              <a:extLst>
                <a:ext uri="{FF2B5EF4-FFF2-40B4-BE49-F238E27FC236}">
                  <a16:creationId xmlns:a16="http://schemas.microsoft.com/office/drawing/2014/main" id="{27F11903-834A-497A-8882-682A3A72CA78}"/>
                </a:ext>
              </a:extLst>
            </p:cNvPr>
            <p:cNvSpPr/>
            <p:nvPr/>
          </p:nvSpPr>
          <p:spPr>
            <a:xfrm>
              <a:off x="4149348" y="3558494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04" name="Isosceles Triangle 703">
              <a:extLst>
                <a:ext uri="{FF2B5EF4-FFF2-40B4-BE49-F238E27FC236}">
                  <a16:creationId xmlns:a16="http://schemas.microsoft.com/office/drawing/2014/main" id="{C7CA2BBC-B9AE-44B6-BA9E-296F445CB3E5}"/>
                </a:ext>
              </a:extLst>
            </p:cNvPr>
            <p:cNvSpPr/>
            <p:nvPr/>
          </p:nvSpPr>
          <p:spPr>
            <a:xfrm>
              <a:off x="3556584" y="4587700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05" name="Isosceles Triangle 704">
              <a:extLst>
                <a:ext uri="{FF2B5EF4-FFF2-40B4-BE49-F238E27FC236}">
                  <a16:creationId xmlns:a16="http://schemas.microsoft.com/office/drawing/2014/main" id="{0594F926-A5F7-4C96-B3D6-33779D2607F6}"/>
                </a:ext>
              </a:extLst>
            </p:cNvPr>
            <p:cNvSpPr/>
            <p:nvPr/>
          </p:nvSpPr>
          <p:spPr>
            <a:xfrm>
              <a:off x="4742112" y="4587700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25" name="Isosceles Triangle 724">
              <a:extLst>
                <a:ext uri="{FF2B5EF4-FFF2-40B4-BE49-F238E27FC236}">
                  <a16:creationId xmlns:a16="http://schemas.microsoft.com/office/drawing/2014/main" id="{440A4E00-9B0F-4360-8E5B-3686EA9BB401}"/>
                </a:ext>
              </a:extLst>
            </p:cNvPr>
            <p:cNvSpPr/>
            <p:nvPr/>
          </p:nvSpPr>
          <p:spPr>
            <a:xfrm rot="10800000">
              <a:off x="7777367" y="6630509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26" name="Isosceles Triangle 725">
              <a:extLst>
                <a:ext uri="{FF2B5EF4-FFF2-40B4-BE49-F238E27FC236}">
                  <a16:creationId xmlns:a16="http://schemas.microsoft.com/office/drawing/2014/main" id="{D845F531-11AC-493F-A78A-CFD8886826FE}"/>
                </a:ext>
              </a:extLst>
            </p:cNvPr>
            <p:cNvSpPr/>
            <p:nvPr/>
          </p:nvSpPr>
          <p:spPr>
            <a:xfrm rot="10800000">
              <a:off x="6591839" y="6630510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27" name="Isosceles Triangle 726">
              <a:extLst>
                <a:ext uri="{FF2B5EF4-FFF2-40B4-BE49-F238E27FC236}">
                  <a16:creationId xmlns:a16="http://schemas.microsoft.com/office/drawing/2014/main" id="{CCA63720-36BB-4F22-998D-EB7A4158BDC2}"/>
                </a:ext>
              </a:extLst>
            </p:cNvPr>
            <p:cNvSpPr/>
            <p:nvPr/>
          </p:nvSpPr>
          <p:spPr>
            <a:xfrm rot="10800000">
              <a:off x="5406310" y="6630509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29" name="Isosceles Triangle 728">
              <a:extLst>
                <a:ext uri="{FF2B5EF4-FFF2-40B4-BE49-F238E27FC236}">
                  <a16:creationId xmlns:a16="http://schemas.microsoft.com/office/drawing/2014/main" id="{9C89A2D0-8190-44D8-86DE-49BC8D4773CF}"/>
                </a:ext>
              </a:extLst>
            </p:cNvPr>
            <p:cNvSpPr/>
            <p:nvPr/>
          </p:nvSpPr>
          <p:spPr>
            <a:xfrm rot="10800000">
              <a:off x="8962895" y="6630510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0" name="Isosceles Triangle 729">
              <a:extLst>
                <a:ext uri="{FF2B5EF4-FFF2-40B4-BE49-F238E27FC236}">
                  <a16:creationId xmlns:a16="http://schemas.microsoft.com/office/drawing/2014/main" id="{BBADE982-CFA3-4ED4-AC77-114907F67559}"/>
                </a:ext>
              </a:extLst>
            </p:cNvPr>
            <p:cNvSpPr/>
            <p:nvPr/>
          </p:nvSpPr>
          <p:spPr>
            <a:xfrm rot="10800000">
              <a:off x="8370131" y="5601303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1" name="Isosceles Triangle 730">
              <a:extLst>
                <a:ext uri="{FF2B5EF4-FFF2-40B4-BE49-F238E27FC236}">
                  <a16:creationId xmlns:a16="http://schemas.microsoft.com/office/drawing/2014/main" id="{30EDD7B8-9FC0-4E09-AA89-4B4B87FDA8AD}"/>
                </a:ext>
              </a:extLst>
            </p:cNvPr>
            <p:cNvSpPr/>
            <p:nvPr/>
          </p:nvSpPr>
          <p:spPr>
            <a:xfrm rot="10800000">
              <a:off x="7184603" y="5601303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2" name="Isosceles Triangle 731">
              <a:extLst>
                <a:ext uri="{FF2B5EF4-FFF2-40B4-BE49-F238E27FC236}">
                  <a16:creationId xmlns:a16="http://schemas.microsoft.com/office/drawing/2014/main" id="{2C1B03B2-0A64-49F6-9A7D-B731F2336028}"/>
                </a:ext>
              </a:extLst>
            </p:cNvPr>
            <p:cNvSpPr/>
            <p:nvPr/>
          </p:nvSpPr>
          <p:spPr>
            <a:xfrm rot="10800000">
              <a:off x="5999075" y="5601304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4" name="Isosceles Triangle 733">
              <a:extLst>
                <a:ext uri="{FF2B5EF4-FFF2-40B4-BE49-F238E27FC236}">
                  <a16:creationId xmlns:a16="http://schemas.microsoft.com/office/drawing/2014/main" id="{8CFCFAFB-B785-4A19-A28E-B58DF66A4ABC}"/>
                </a:ext>
              </a:extLst>
            </p:cNvPr>
            <p:cNvSpPr/>
            <p:nvPr/>
          </p:nvSpPr>
          <p:spPr>
            <a:xfrm rot="10800000">
              <a:off x="9555659" y="5601303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5" name="Isosceles Triangle 734">
              <a:extLst>
                <a:ext uri="{FF2B5EF4-FFF2-40B4-BE49-F238E27FC236}">
                  <a16:creationId xmlns:a16="http://schemas.microsoft.com/office/drawing/2014/main" id="{0F7ACA3F-7E06-43AC-84E3-DEF6B80A6092}"/>
                </a:ext>
              </a:extLst>
            </p:cNvPr>
            <p:cNvSpPr/>
            <p:nvPr/>
          </p:nvSpPr>
          <p:spPr>
            <a:xfrm rot="10800000">
              <a:off x="4787226" y="5601303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6" name="Isosceles Triangle 735">
              <a:extLst>
                <a:ext uri="{FF2B5EF4-FFF2-40B4-BE49-F238E27FC236}">
                  <a16:creationId xmlns:a16="http://schemas.microsoft.com/office/drawing/2014/main" id="{D37D3AE7-61B6-40ED-854A-3FE8449772D4}"/>
                </a:ext>
              </a:extLst>
            </p:cNvPr>
            <p:cNvSpPr/>
            <p:nvPr/>
          </p:nvSpPr>
          <p:spPr>
            <a:xfrm>
              <a:off x="6591841" y="5601303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7" name="Isosceles Triangle 736">
              <a:extLst>
                <a:ext uri="{FF2B5EF4-FFF2-40B4-BE49-F238E27FC236}">
                  <a16:creationId xmlns:a16="http://schemas.microsoft.com/office/drawing/2014/main" id="{F7D25AF9-5B49-4B9D-84E2-5D7A4AC60222}"/>
                </a:ext>
              </a:extLst>
            </p:cNvPr>
            <p:cNvSpPr/>
            <p:nvPr/>
          </p:nvSpPr>
          <p:spPr>
            <a:xfrm>
              <a:off x="7777367" y="5601303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8" name="Isosceles Triangle 737">
              <a:extLst>
                <a:ext uri="{FF2B5EF4-FFF2-40B4-BE49-F238E27FC236}">
                  <a16:creationId xmlns:a16="http://schemas.microsoft.com/office/drawing/2014/main" id="{F726520F-1593-4E52-9548-F77671F6B724}"/>
                </a:ext>
              </a:extLst>
            </p:cNvPr>
            <p:cNvSpPr/>
            <p:nvPr/>
          </p:nvSpPr>
          <p:spPr>
            <a:xfrm>
              <a:off x="8962896" y="5601303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9" name="Isosceles Triangle 738">
              <a:extLst>
                <a:ext uri="{FF2B5EF4-FFF2-40B4-BE49-F238E27FC236}">
                  <a16:creationId xmlns:a16="http://schemas.microsoft.com/office/drawing/2014/main" id="{581CDEE2-5F66-41A4-A055-B742C8AEF896}"/>
                </a:ext>
              </a:extLst>
            </p:cNvPr>
            <p:cNvSpPr/>
            <p:nvPr/>
          </p:nvSpPr>
          <p:spPr>
            <a:xfrm>
              <a:off x="5406312" y="5601303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1" name="Isosceles Triangle 740">
              <a:extLst>
                <a:ext uri="{FF2B5EF4-FFF2-40B4-BE49-F238E27FC236}">
                  <a16:creationId xmlns:a16="http://schemas.microsoft.com/office/drawing/2014/main" id="{662924AA-8773-41BA-978C-F6A793C79DA7}"/>
                </a:ext>
              </a:extLst>
            </p:cNvPr>
            <p:cNvSpPr/>
            <p:nvPr/>
          </p:nvSpPr>
          <p:spPr>
            <a:xfrm>
              <a:off x="5976520" y="6630509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2" name="Isosceles Triangle 741">
              <a:extLst>
                <a:ext uri="{FF2B5EF4-FFF2-40B4-BE49-F238E27FC236}">
                  <a16:creationId xmlns:a16="http://schemas.microsoft.com/office/drawing/2014/main" id="{B44A6B69-0A5E-4F8A-B36F-60AB631FF876}"/>
                </a:ext>
              </a:extLst>
            </p:cNvPr>
            <p:cNvSpPr/>
            <p:nvPr/>
          </p:nvSpPr>
          <p:spPr>
            <a:xfrm>
              <a:off x="7162047" y="6630509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3" name="Isosceles Triangle 742">
              <a:extLst>
                <a:ext uri="{FF2B5EF4-FFF2-40B4-BE49-F238E27FC236}">
                  <a16:creationId xmlns:a16="http://schemas.microsoft.com/office/drawing/2014/main" id="{D80790FB-660E-491A-971E-0459232B61A0}"/>
                </a:ext>
              </a:extLst>
            </p:cNvPr>
            <p:cNvSpPr/>
            <p:nvPr/>
          </p:nvSpPr>
          <p:spPr>
            <a:xfrm>
              <a:off x="8347575" y="6630509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5" name="Isosceles Triangle 744">
              <a:extLst>
                <a:ext uri="{FF2B5EF4-FFF2-40B4-BE49-F238E27FC236}">
                  <a16:creationId xmlns:a16="http://schemas.microsoft.com/office/drawing/2014/main" id="{A38D4BD8-62C6-4CC2-BE3D-F1C038F661A2}"/>
                </a:ext>
              </a:extLst>
            </p:cNvPr>
            <p:cNvSpPr/>
            <p:nvPr/>
          </p:nvSpPr>
          <p:spPr>
            <a:xfrm rot="10800000">
              <a:off x="4171900" y="6630509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749" name="Isosceles Triangle 748">
              <a:extLst>
                <a:ext uri="{FF2B5EF4-FFF2-40B4-BE49-F238E27FC236}">
                  <a16:creationId xmlns:a16="http://schemas.microsoft.com/office/drawing/2014/main" id="{422A6D13-082F-4E55-80B9-D5B47A8F1012}"/>
                </a:ext>
              </a:extLst>
            </p:cNvPr>
            <p:cNvSpPr/>
            <p:nvPr/>
          </p:nvSpPr>
          <p:spPr>
            <a:xfrm rot="10800000">
              <a:off x="3579140" y="5601303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55" name="Isosceles Triangle 754">
              <a:extLst>
                <a:ext uri="{FF2B5EF4-FFF2-40B4-BE49-F238E27FC236}">
                  <a16:creationId xmlns:a16="http://schemas.microsoft.com/office/drawing/2014/main" id="{59D3F7A7-4493-41B2-964F-A5338263E524}"/>
                </a:ext>
              </a:extLst>
            </p:cNvPr>
            <p:cNvSpPr/>
            <p:nvPr/>
          </p:nvSpPr>
          <p:spPr>
            <a:xfrm>
              <a:off x="4149348" y="5601303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58" name="Isosceles Triangle 757">
              <a:extLst>
                <a:ext uri="{FF2B5EF4-FFF2-40B4-BE49-F238E27FC236}">
                  <a16:creationId xmlns:a16="http://schemas.microsoft.com/office/drawing/2014/main" id="{FC4379E9-97B8-4EB5-A567-F13B4543F319}"/>
                </a:ext>
              </a:extLst>
            </p:cNvPr>
            <p:cNvSpPr/>
            <p:nvPr/>
          </p:nvSpPr>
          <p:spPr>
            <a:xfrm>
              <a:off x="4742112" y="6630509"/>
              <a:ext cx="1185528" cy="102200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cxnSp>
          <p:nvCxnSpPr>
            <p:cNvPr id="777" name="Straight Connector 776">
              <a:extLst>
                <a:ext uri="{FF2B5EF4-FFF2-40B4-BE49-F238E27FC236}">
                  <a16:creationId xmlns:a16="http://schemas.microsoft.com/office/drawing/2014/main" id="{C39FC8DA-DA5E-4ECD-AF41-BF679BA7D67B}"/>
                </a:ext>
              </a:extLst>
            </p:cNvPr>
            <p:cNvCxnSpPr>
              <a:cxnSpLocks/>
              <a:endCxn id="650" idx="2"/>
            </p:cNvCxnSpPr>
            <p:nvPr/>
          </p:nvCxnSpPr>
          <p:spPr>
            <a:xfrm flipH="1">
              <a:off x="2371056" y="-566033"/>
              <a:ext cx="2416170" cy="4132932"/>
            </a:xfrm>
            <a:prstGeom prst="line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8" name="Straight Connector 777">
              <a:extLst>
                <a:ext uri="{FF2B5EF4-FFF2-40B4-BE49-F238E27FC236}">
                  <a16:creationId xmlns:a16="http://schemas.microsoft.com/office/drawing/2014/main" id="{28A4ACB7-0FE0-4985-AAF5-CAD0A087A3D6}"/>
                </a:ext>
              </a:extLst>
            </p:cNvPr>
            <p:cNvCxnSpPr>
              <a:cxnSpLocks/>
              <a:stCxn id="697" idx="4"/>
              <a:endCxn id="758" idx="2"/>
            </p:cNvCxnSpPr>
            <p:nvPr/>
          </p:nvCxnSpPr>
          <p:spPr>
            <a:xfrm>
              <a:off x="2393613" y="3558495"/>
              <a:ext cx="2348499" cy="4094021"/>
            </a:xfrm>
            <a:prstGeom prst="line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9" name="Straight Connector 778">
              <a:extLst>
                <a:ext uri="{FF2B5EF4-FFF2-40B4-BE49-F238E27FC236}">
                  <a16:creationId xmlns:a16="http://schemas.microsoft.com/office/drawing/2014/main" id="{28FE4F68-E1FC-4434-A9CC-434F9C8D29D6}"/>
                </a:ext>
              </a:extLst>
            </p:cNvPr>
            <p:cNvCxnSpPr>
              <a:cxnSpLocks/>
              <a:stCxn id="743" idx="4"/>
              <a:endCxn id="758" idx="2"/>
            </p:cNvCxnSpPr>
            <p:nvPr/>
          </p:nvCxnSpPr>
          <p:spPr>
            <a:xfrm flipH="1">
              <a:off x="4742112" y="7652516"/>
              <a:ext cx="4790991" cy="0"/>
            </a:xfrm>
            <a:prstGeom prst="line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0" name="Straight Connector 779">
              <a:extLst>
                <a:ext uri="{FF2B5EF4-FFF2-40B4-BE49-F238E27FC236}">
                  <a16:creationId xmlns:a16="http://schemas.microsoft.com/office/drawing/2014/main" id="{965682F3-CBEF-4AF7-B59D-20F25FA1AF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59424" y="3558494"/>
              <a:ext cx="2430560" cy="4094022"/>
            </a:xfrm>
            <a:prstGeom prst="line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1" name="Straight Connector 780">
              <a:extLst>
                <a:ext uri="{FF2B5EF4-FFF2-40B4-BE49-F238E27FC236}">
                  <a16:creationId xmlns:a16="http://schemas.microsoft.com/office/drawing/2014/main" id="{A2ABE4E8-1E59-45FE-9070-E9C0E722B1B7}"/>
                </a:ext>
              </a:extLst>
            </p:cNvPr>
            <p:cNvCxnSpPr>
              <a:cxnSpLocks/>
              <a:endCxn id="190" idx="0"/>
            </p:cNvCxnSpPr>
            <p:nvPr/>
          </p:nvCxnSpPr>
          <p:spPr>
            <a:xfrm flipH="1" flipV="1">
              <a:off x="9555660" y="-566033"/>
              <a:ext cx="2430558" cy="4132934"/>
            </a:xfrm>
            <a:prstGeom prst="line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55272FEC-5B3C-466C-85F2-136548A7D9BA}"/>
              </a:ext>
            </a:extLst>
          </p:cNvPr>
          <p:cNvGrpSpPr/>
          <p:nvPr/>
        </p:nvGrpSpPr>
        <p:grpSpPr>
          <a:xfrm>
            <a:off x="2686118" y="-501158"/>
            <a:ext cx="7725840" cy="7875567"/>
            <a:chOff x="2686118" y="-501158"/>
            <a:chExt cx="7725840" cy="7875567"/>
          </a:xfrm>
        </p:grpSpPr>
        <p:grpSp>
          <p:nvGrpSpPr>
            <p:cNvPr id="1065" name="Group 1064">
              <a:extLst>
                <a:ext uri="{FF2B5EF4-FFF2-40B4-BE49-F238E27FC236}">
                  <a16:creationId xmlns:a16="http://schemas.microsoft.com/office/drawing/2014/main" id="{7C62C3BE-3815-4986-97E2-F187F809C90D}"/>
                </a:ext>
              </a:extLst>
            </p:cNvPr>
            <p:cNvGrpSpPr/>
            <p:nvPr/>
          </p:nvGrpSpPr>
          <p:grpSpPr>
            <a:xfrm rot="10800000">
              <a:off x="2686118" y="-501158"/>
              <a:ext cx="7725840" cy="3528579"/>
              <a:chOff x="2798038" y="4467266"/>
              <a:chExt cx="7725840" cy="3528579"/>
            </a:xfrm>
          </p:grpSpPr>
          <p:sp>
            <p:nvSpPr>
              <p:cNvPr id="1066" name="Star: 5 Points 1065">
                <a:extLst>
                  <a:ext uri="{FF2B5EF4-FFF2-40B4-BE49-F238E27FC236}">
                    <a16:creationId xmlns:a16="http://schemas.microsoft.com/office/drawing/2014/main" id="{1EAAD3FE-F8FA-45A2-B6DA-4B13DE186DCE}"/>
                  </a:ext>
                </a:extLst>
              </p:cNvPr>
              <p:cNvSpPr/>
              <p:nvPr/>
            </p:nvSpPr>
            <p:spPr>
              <a:xfrm>
                <a:off x="7663622" y="4543052"/>
                <a:ext cx="475397" cy="475397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7" name="Star: 5 Points 1066">
                <a:extLst>
                  <a:ext uri="{FF2B5EF4-FFF2-40B4-BE49-F238E27FC236}">
                    <a16:creationId xmlns:a16="http://schemas.microsoft.com/office/drawing/2014/main" id="{9AA24594-02C4-463B-B636-4E91B8263A26}"/>
                  </a:ext>
                </a:extLst>
              </p:cNvPr>
              <p:cNvSpPr/>
              <p:nvPr/>
            </p:nvSpPr>
            <p:spPr>
              <a:xfrm>
                <a:off x="2798038" y="4467266"/>
                <a:ext cx="475397" cy="475397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8" name="Star: 5 Points 1067">
                <a:extLst>
                  <a:ext uri="{FF2B5EF4-FFF2-40B4-BE49-F238E27FC236}">
                    <a16:creationId xmlns:a16="http://schemas.microsoft.com/office/drawing/2014/main" id="{33D8E09E-D7C1-4F49-91C1-85AA55A31043}"/>
                  </a:ext>
                </a:extLst>
              </p:cNvPr>
              <p:cNvSpPr/>
              <p:nvPr/>
            </p:nvSpPr>
            <p:spPr>
              <a:xfrm>
                <a:off x="10048481" y="5203216"/>
                <a:ext cx="475397" cy="475397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9" name="Star: 5 Points 1068">
                <a:extLst>
                  <a:ext uri="{FF2B5EF4-FFF2-40B4-BE49-F238E27FC236}">
                    <a16:creationId xmlns:a16="http://schemas.microsoft.com/office/drawing/2014/main" id="{7F2DEC52-9BB4-44B9-80E8-AF75117F1BDF}"/>
                  </a:ext>
                </a:extLst>
              </p:cNvPr>
              <p:cNvSpPr/>
              <p:nvPr/>
            </p:nvSpPr>
            <p:spPr>
              <a:xfrm>
                <a:off x="5251058" y="5060818"/>
                <a:ext cx="475397" cy="475397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0" name="Star: 5 Points 1069">
                <a:extLst>
                  <a:ext uri="{FF2B5EF4-FFF2-40B4-BE49-F238E27FC236}">
                    <a16:creationId xmlns:a16="http://schemas.microsoft.com/office/drawing/2014/main" id="{44E3B05F-0EC1-4516-BDAB-FBC02AFE083F}"/>
                  </a:ext>
                </a:extLst>
              </p:cNvPr>
              <p:cNvSpPr/>
              <p:nvPr/>
            </p:nvSpPr>
            <p:spPr>
              <a:xfrm>
                <a:off x="6997261" y="7520448"/>
                <a:ext cx="475397" cy="475397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1" name="Star: 5 Points 1070">
                <a:extLst>
                  <a:ext uri="{FF2B5EF4-FFF2-40B4-BE49-F238E27FC236}">
                    <a16:creationId xmlns:a16="http://schemas.microsoft.com/office/drawing/2014/main" id="{563B26F7-975C-45D5-9ECF-88123DFC24B1}"/>
                  </a:ext>
                </a:extLst>
              </p:cNvPr>
              <p:cNvSpPr/>
              <p:nvPr/>
            </p:nvSpPr>
            <p:spPr>
              <a:xfrm>
                <a:off x="3398569" y="6242518"/>
                <a:ext cx="475397" cy="475397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2" name="Star: 5 Points 1071">
                <a:extLst>
                  <a:ext uri="{FF2B5EF4-FFF2-40B4-BE49-F238E27FC236}">
                    <a16:creationId xmlns:a16="http://schemas.microsoft.com/office/drawing/2014/main" id="{828EAF06-C73B-427D-B6CE-982E6ECE024C}"/>
                  </a:ext>
                </a:extLst>
              </p:cNvPr>
              <p:cNvSpPr/>
              <p:nvPr/>
            </p:nvSpPr>
            <p:spPr>
              <a:xfrm>
                <a:off x="8910067" y="6560320"/>
                <a:ext cx="475397" cy="475397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3" name="Star: 5 Points 1072">
                <a:extLst>
                  <a:ext uri="{FF2B5EF4-FFF2-40B4-BE49-F238E27FC236}">
                    <a16:creationId xmlns:a16="http://schemas.microsoft.com/office/drawing/2014/main" id="{5F1D3F90-5E38-4D48-9E61-951A9891634C}"/>
                  </a:ext>
                </a:extLst>
              </p:cNvPr>
              <p:cNvSpPr/>
              <p:nvPr/>
            </p:nvSpPr>
            <p:spPr>
              <a:xfrm>
                <a:off x="5218970" y="7197561"/>
                <a:ext cx="475397" cy="475397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074" name="Group 1073">
              <a:extLst>
                <a:ext uri="{FF2B5EF4-FFF2-40B4-BE49-F238E27FC236}">
                  <a16:creationId xmlns:a16="http://schemas.microsoft.com/office/drawing/2014/main" id="{2E0843D4-F548-439F-816C-BD5267176ABA}"/>
                </a:ext>
              </a:extLst>
            </p:cNvPr>
            <p:cNvGrpSpPr/>
            <p:nvPr/>
          </p:nvGrpSpPr>
          <p:grpSpPr>
            <a:xfrm>
              <a:off x="2757502" y="3858882"/>
              <a:ext cx="7625135" cy="3515527"/>
              <a:chOff x="2812132" y="4480318"/>
              <a:chExt cx="7625135" cy="3515527"/>
            </a:xfrm>
          </p:grpSpPr>
          <p:sp>
            <p:nvSpPr>
              <p:cNvPr id="1075" name="Star: 5 Points 1074">
                <a:extLst>
                  <a:ext uri="{FF2B5EF4-FFF2-40B4-BE49-F238E27FC236}">
                    <a16:creationId xmlns:a16="http://schemas.microsoft.com/office/drawing/2014/main" id="{8081729C-9CA0-4E5C-AB39-BB1ECBC2BF02}"/>
                  </a:ext>
                </a:extLst>
              </p:cNvPr>
              <p:cNvSpPr/>
              <p:nvPr/>
            </p:nvSpPr>
            <p:spPr>
              <a:xfrm>
                <a:off x="7663622" y="4543052"/>
                <a:ext cx="475397" cy="475397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6" name="Star: 5 Points 1075">
                <a:extLst>
                  <a:ext uri="{FF2B5EF4-FFF2-40B4-BE49-F238E27FC236}">
                    <a16:creationId xmlns:a16="http://schemas.microsoft.com/office/drawing/2014/main" id="{911F2023-95F9-4DD0-BDFB-557BE72DAC49}"/>
                  </a:ext>
                </a:extLst>
              </p:cNvPr>
              <p:cNvSpPr/>
              <p:nvPr/>
            </p:nvSpPr>
            <p:spPr>
              <a:xfrm>
                <a:off x="2812132" y="4480318"/>
                <a:ext cx="475397" cy="475397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077" name="Star: 5 Points 1076">
                <a:extLst>
                  <a:ext uri="{FF2B5EF4-FFF2-40B4-BE49-F238E27FC236}">
                    <a16:creationId xmlns:a16="http://schemas.microsoft.com/office/drawing/2014/main" id="{82588340-70DF-441E-9A3C-F98B0BD13103}"/>
                  </a:ext>
                </a:extLst>
              </p:cNvPr>
              <p:cNvSpPr/>
              <p:nvPr/>
            </p:nvSpPr>
            <p:spPr>
              <a:xfrm>
                <a:off x="9961870" y="5224676"/>
                <a:ext cx="475397" cy="475397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8" name="Star: 5 Points 1077">
                <a:extLst>
                  <a:ext uri="{FF2B5EF4-FFF2-40B4-BE49-F238E27FC236}">
                    <a16:creationId xmlns:a16="http://schemas.microsoft.com/office/drawing/2014/main" id="{11142317-35FE-458C-8240-8088F239910A}"/>
                  </a:ext>
                </a:extLst>
              </p:cNvPr>
              <p:cNvSpPr/>
              <p:nvPr/>
            </p:nvSpPr>
            <p:spPr>
              <a:xfrm>
                <a:off x="5143256" y="5160031"/>
                <a:ext cx="475397" cy="475397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9" name="Star: 5 Points 1078">
                <a:extLst>
                  <a:ext uri="{FF2B5EF4-FFF2-40B4-BE49-F238E27FC236}">
                    <a16:creationId xmlns:a16="http://schemas.microsoft.com/office/drawing/2014/main" id="{37B8667F-4F18-46ED-A198-351BC962F833}"/>
                  </a:ext>
                </a:extLst>
              </p:cNvPr>
              <p:cNvSpPr/>
              <p:nvPr/>
            </p:nvSpPr>
            <p:spPr>
              <a:xfrm>
                <a:off x="6997261" y="7520448"/>
                <a:ext cx="475397" cy="475397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0" name="Star: 5 Points 1079">
                <a:extLst>
                  <a:ext uri="{FF2B5EF4-FFF2-40B4-BE49-F238E27FC236}">
                    <a16:creationId xmlns:a16="http://schemas.microsoft.com/office/drawing/2014/main" id="{94D441CC-10ED-4BB1-9C8F-79267FE5BCFF}"/>
                  </a:ext>
                </a:extLst>
              </p:cNvPr>
              <p:cNvSpPr/>
              <p:nvPr/>
            </p:nvSpPr>
            <p:spPr>
              <a:xfrm>
                <a:off x="3398569" y="6242518"/>
                <a:ext cx="475397" cy="475397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1" name="Star: 5 Points 1080">
                <a:extLst>
                  <a:ext uri="{FF2B5EF4-FFF2-40B4-BE49-F238E27FC236}">
                    <a16:creationId xmlns:a16="http://schemas.microsoft.com/office/drawing/2014/main" id="{188D4FD9-23E9-4BD6-B190-2B0A8DA688AA}"/>
                  </a:ext>
                </a:extLst>
              </p:cNvPr>
              <p:cNvSpPr/>
              <p:nvPr/>
            </p:nvSpPr>
            <p:spPr>
              <a:xfrm>
                <a:off x="8910067" y="6560320"/>
                <a:ext cx="475397" cy="475397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2" name="Star: 5 Points 1081">
                <a:extLst>
                  <a:ext uri="{FF2B5EF4-FFF2-40B4-BE49-F238E27FC236}">
                    <a16:creationId xmlns:a16="http://schemas.microsoft.com/office/drawing/2014/main" id="{2E25C552-01C4-418C-9378-F2CA6E4E4ABF}"/>
                  </a:ext>
                </a:extLst>
              </p:cNvPr>
              <p:cNvSpPr/>
              <p:nvPr/>
            </p:nvSpPr>
            <p:spPr>
              <a:xfrm>
                <a:off x="5154992" y="7182310"/>
                <a:ext cx="475397" cy="475397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</p:grpSp>
      <p:cxnSp>
        <p:nvCxnSpPr>
          <p:cNvPr id="1084" name="Straight Connector 1083">
            <a:extLst>
              <a:ext uri="{FF2B5EF4-FFF2-40B4-BE49-F238E27FC236}">
                <a16:creationId xmlns:a16="http://schemas.microsoft.com/office/drawing/2014/main" id="{C482CA7C-D9A4-4C93-8003-1AFA48E99E1A}"/>
              </a:ext>
            </a:extLst>
          </p:cNvPr>
          <p:cNvCxnSpPr>
            <a:cxnSpLocks/>
            <a:stCxn id="687" idx="0"/>
            <a:endCxn id="681" idx="4"/>
          </p:cNvCxnSpPr>
          <p:nvPr/>
        </p:nvCxnSpPr>
        <p:spPr>
          <a:xfrm flipH="1">
            <a:off x="8933089" y="3444252"/>
            <a:ext cx="121185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5" name="Straight Connector 1084">
            <a:extLst>
              <a:ext uri="{FF2B5EF4-FFF2-40B4-BE49-F238E27FC236}">
                <a16:creationId xmlns:a16="http://schemas.microsoft.com/office/drawing/2014/main" id="{39D9BEF3-7E2A-4600-8F51-F17914CD595E}"/>
              </a:ext>
            </a:extLst>
          </p:cNvPr>
          <p:cNvCxnSpPr>
            <a:cxnSpLocks/>
            <a:stCxn id="737" idx="0"/>
            <a:endCxn id="685" idx="2"/>
          </p:cNvCxnSpPr>
          <p:nvPr/>
        </p:nvCxnSpPr>
        <p:spPr>
          <a:xfrm flipV="1">
            <a:off x="7747561" y="4466259"/>
            <a:ext cx="592765" cy="102080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6" name="Straight Connector 1085">
            <a:extLst>
              <a:ext uri="{FF2B5EF4-FFF2-40B4-BE49-F238E27FC236}">
                <a16:creationId xmlns:a16="http://schemas.microsoft.com/office/drawing/2014/main" id="{F8380393-48D9-4EF6-94D9-A9577DBEA0C6}"/>
              </a:ext>
            </a:extLst>
          </p:cNvPr>
          <p:cNvCxnSpPr>
            <a:cxnSpLocks/>
            <a:stCxn id="690" idx="2"/>
            <a:endCxn id="736" idx="0"/>
          </p:cNvCxnSpPr>
          <p:nvPr/>
        </p:nvCxnSpPr>
        <p:spPr>
          <a:xfrm flipH="1" flipV="1">
            <a:off x="6562035" y="5487061"/>
            <a:ext cx="1162970" cy="840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7" name="Straight Connector 1086">
            <a:extLst>
              <a:ext uri="{FF2B5EF4-FFF2-40B4-BE49-F238E27FC236}">
                <a16:creationId xmlns:a16="http://schemas.microsoft.com/office/drawing/2014/main" id="{6A75D61F-3ADA-432D-A090-AA00D3FFDB1A}"/>
              </a:ext>
            </a:extLst>
          </p:cNvPr>
          <p:cNvCxnSpPr>
            <a:cxnSpLocks/>
            <a:stCxn id="651" idx="2"/>
            <a:endCxn id="697" idx="4"/>
          </p:cNvCxnSpPr>
          <p:nvPr/>
        </p:nvCxnSpPr>
        <p:spPr>
          <a:xfrm flipH="1" flipV="1">
            <a:off x="1771043" y="3444253"/>
            <a:ext cx="1162971" cy="840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8" name="Straight Connector 1087">
            <a:extLst>
              <a:ext uri="{FF2B5EF4-FFF2-40B4-BE49-F238E27FC236}">
                <a16:creationId xmlns:a16="http://schemas.microsoft.com/office/drawing/2014/main" id="{4C9F9D91-9C76-4D6B-B078-3E3E2B78BFAB}"/>
              </a:ext>
            </a:extLst>
          </p:cNvPr>
          <p:cNvCxnSpPr>
            <a:cxnSpLocks/>
            <a:stCxn id="735" idx="2"/>
            <a:endCxn id="705" idx="0"/>
          </p:cNvCxnSpPr>
          <p:nvPr/>
        </p:nvCxnSpPr>
        <p:spPr>
          <a:xfrm flipH="1" flipV="1">
            <a:off x="4712306" y="4473458"/>
            <a:ext cx="637878" cy="101360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9" name="Straight Connector 1088">
            <a:extLst>
              <a:ext uri="{FF2B5EF4-FFF2-40B4-BE49-F238E27FC236}">
                <a16:creationId xmlns:a16="http://schemas.microsoft.com/office/drawing/2014/main" id="{7AC4D28C-A9E4-4C96-A2B6-314358A6C7E3}"/>
              </a:ext>
            </a:extLst>
          </p:cNvPr>
          <p:cNvCxnSpPr>
            <a:cxnSpLocks/>
            <a:endCxn id="734" idx="4"/>
          </p:cNvCxnSpPr>
          <p:nvPr/>
        </p:nvCxnSpPr>
        <p:spPr>
          <a:xfrm flipV="1">
            <a:off x="8381355" y="5487061"/>
            <a:ext cx="551734" cy="102920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0" name="Straight Connector 1089">
            <a:extLst>
              <a:ext uri="{FF2B5EF4-FFF2-40B4-BE49-F238E27FC236}">
                <a16:creationId xmlns:a16="http://schemas.microsoft.com/office/drawing/2014/main" id="{8EC6DEE3-17A9-45A1-A343-869576D6F4E7}"/>
              </a:ext>
            </a:extLst>
          </p:cNvPr>
          <p:cNvCxnSpPr>
            <a:cxnSpLocks/>
            <a:stCxn id="739" idx="0"/>
            <a:endCxn id="758" idx="0"/>
          </p:cNvCxnSpPr>
          <p:nvPr/>
        </p:nvCxnSpPr>
        <p:spPr>
          <a:xfrm flipH="1">
            <a:off x="4712306" y="5487061"/>
            <a:ext cx="664200" cy="102920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1" name="Straight Connector 1090">
            <a:extLst>
              <a:ext uri="{FF2B5EF4-FFF2-40B4-BE49-F238E27FC236}">
                <a16:creationId xmlns:a16="http://schemas.microsoft.com/office/drawing/2014/main" id="{939411D6-4968-4BB6-B32C-BE038BF19BAD}"/>
              </a:ext>
            </a:extLst>
          </p:cNvPr>
          <p:cNvCxnSpPr>
            <a:cxnSpLocks/>
            <a:stCxn id="628" idx="0"/>
            <a:endCxn id="637" idx="4"/>
          </p:cNvCxnSpPr>
          <p:nvPr/>
        </p:nvCxnSpPr>
        <p:spPr>
          <a:xfrm flipH="1">
            <a:off x="8910533" y="2423451"/>
            <a:ext cx="615320" cy="102920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2" name="Straight Connector 1091">
            <a:extLst>
              <a:ext uri="{FF2B5EF4-FFF2-40B4-BE49-F238E27FC236}">
                <a16:creationId xmlns:a16="http://schemas.microsoft.com/office/drawing/2014/main" id="{9F475EE3-CFB4-4028-BEF6-0D7386D9DA71}"/>
              </a:ext>
            </a:extLst>
          </p:cNvPr>
          <p:cNvCxnSpPr>
            <a:cxnSpLocks/>
            <a:stCxn id="633" idx="0"/>
            <a:endCxn id="633" idx="0"/>
          </p:cNvCxnSpPr>
          <p:nvPr/>
        </p:nvCxnSpPr>
        <p:spPr>
          <a:xfrm>
            <a:off x="5376506" y="1401444"/>
            <a:ext cx="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3" name="Straight Connector 1092">
            <a:extLst>
              <a:ext uri="{FF2B5EF4-FFF2-40B4-BE49-F238E27FC236}">
                <a16:creationId xmlns:a16="http://schemas.microsoft.com/office/drawing/2014/main" id="{244B844A-83EC-45D7-92A4-A88CC4050F6C}"/>
              </a:ext>
            </a:extLst>
          </p:cNvPr>
          <p:cNvCxnSpPr>
            <a:cxnSpLocks/>
            <a:stCxn id="336" idx="0"/>
            <a:endCxn id="208" idx="4"/>
          </p:cNvCxnSpPr>
          <p:nvPr/>
        </p:nvCxnSpPr>
        <p:spPr>
          <a:xfrm>
            <a:off x="4119542" y="-680275"/>
            <a:ext cx="664198" cy="102920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4" name="Straight Connector 1093">
            <a:extLst>
              <a:ext uri="{FF2B5EF4-FFF2-40B4-BE49-F238E27FC236}">
                <a16:creationId xmlns:a16="http://schemas.microsoft.com/office/drawing/2014/main" id="{6306D431-5FA2-4BE0-BBFA-A7A7C77D13C8}"/>
              </a:ext>
            </a:extLst>
          </p:cNvPr>
          <p:cNvCxnSpPr>
            <a:cxnSpLocks/>
            <a:stCxn id="649" idx="2"/>
            <a:endCxn id="701" idx="0"/>
          </p:cNvCxnSpPr>
          <p:nvPr/>
        </p:nvCxnSpPr>
        <p:spPr>
          <a:xfrm flipH="1">
            <a:off x="2934014" y="2423451"/>
            <a:ext cx="592764" cy="102080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5" name="Straight Connector 1094">
            <a:extLst>
              <a:ext uri="{FF2B5EF4-FFF2-40B4-BE49-F238E27FC236}">
                <a16:creationId xmlns:a16="http://schemas.microsoft.com/office/drawing/2014/main" id="{8EA0AD6F-869F-4D2C-8345-9B62182B122C}"/>
              </a:ext>
            </a:extLst>
          </p:cNvPr>
          <p:cNvCxnSpPr>
            <a:cxnSpLocks/>
            <a:stCxn id="625" idx="2"/>
            <a:endCxn id="189" idx="4"/>
          </p:cNvCxnSpPr>
          <p:nvPr/>
        </p:nvCxnSpPr>
        <p:spPr>
          <a:xfrm flipV="1">
            <a:off x="7747561" y="341732"/>
            <a:ext cx="592764" cy="105971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6" name="Straight Connector 1095">
            <a:extLst>
              <a:ext uri="{FF2B5EF4-FFF2-40B4-BE49-F238E27FC236}">
                <a16:creationId xmlns:a16="http://schemas.microsoft.com/office/drawing/2014/main" id="{8979EA0B-67C6-4B3C-91D2-64917AEE00AD}"/>
              </a:ext>
            </a:extLst>
          </p:cNvPr>
          <p:cNvCxnSpPr>
            <a:cxnSpLocks/>
            <a:stCxn id="620" idx="4"/>
            <a:endCxn id="630" idx="0"/>
          </p:cNvCxnSpPr>
          <p:nvPr/>
        </p:nvCxnSpPr>
        <p:spPr>
          <a:xfrm flipV="1">
            <a:off x="5969269" y="1401444"/>
            <a:ext cx="592766" cy="102920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7" name="Straight Connector 1096">
            <a:extLst>
              <a:ext uri="{FF2B5EF4-FFF2-40B4-BE49-F238E27FC236}">
                <a16:creationId xmlns:a16="http://schemas.microsoft.com/office/drawing/2014/main" id="{F668BFF7-C107-4948-9FD6-2D62F4D6141C}"/>
              </a:ext>
            </a:extLst>
          </p:cNvPr>
          <p:cNvCxnSpPr>
            <a:cxnSpLocks/>
            <a:stCxn id="672" idx="4"/>
            <a:endCxn id="630" idx="2"/>
          </p:cNvCxnSpPr>
          <p:nvPr/>
        </p:nvCxnSpPr>
        <p:spPr>
          <a:xfrm flipH="1" flipV="1">
            <a:off x="5969271" y="2423451"/>
            <a:ext cx="1185526" cy="205000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8" name="Straight Connector 1097">
            <a:extLst>
              <a:ext uri="{FF2B5EF4-FFF2-40B4-BE49-F238E27FC236}">
                <a16:creationId xmlns:a16="http://schemas.microsoft.com/office/drawing/2014/main" id="{793F8265-EA58-4D8C-9C5A-5173E13BCEA9}"/>
              </a:ext>
            </a:extLst>
          </p:cNvPr>
          <p:cNvCxnSpPr>
            <a:cxnSpLocks/>
            <a:stCxn id="689" idx="2"/>
            <a:endCxn id="689" idx="0"/>
          </p:cNvCxnSpPr>
          <p:nvPr/>
        </p:nvCxnSpPr>
        <p:spPr>
          <a:xfrm flipV="1">
            <a:off x="6539477" y="4473458"/>
            <a:ext cx="592764" cy="102200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8" name="Straight Connector 1107">
            <a:extLst>
              <a:ext uri="{FF2B5EF4-FFF2-40B4-BE49-F238E27FC236}">
                <a16:creationId xmlns:a16="http://schemas.microsoft.com/office/drawing/2014/main" id="{5784927C-612B-4948-B011-939547F4F4DF}"/>
              </a:ext>
            </a:extLst>
          </p:cNvPr>
          <p:cNvCxnSpPr>
            <a:cxnSpLocks/>
            <a:stCxn id="729" idx="2"/>
            <a:endCxn id="738" idx="2"/>
          </p:cNvCxnSpPr>
          <p:nvPr/>
        </p:nvCxnSpPr>
        <p:spPr>
          <a:xfrm flipH="1" flipV="1">
            <a:off x="8340326" y="6509068"/>
            <a:ext cx="1185527" cy="72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2" name="Straight Connector 1111">
            <a:extLst>
              <a:ext uri="{FF2B5EF4-FFF2-40B4-BE49-F238E27FC236}">
                <a16:creationId xmlns:a16="http://schemas.microsoft.com/office/drawing/2014/main" id="{C19541B0-E7FB-4FAF-974C-6DE23C290BBD}"/>
              </a:ext>
            </a:extLst>
          </p:cNvPr>
          <p:cNvCxnSpPr>
            <a:cxnSpLocks/>
            <a:stCxn id="758" idx="0"/>
            <a:endCxn id="755" idx="2"/>
          </p:cNvCxnSpPr>
          <p:nvPr/>
        </p:nvCxnSpPr>
        <p:spPr>
          <a:xfrm flipH="1" flipV="1">
            <a:off x="3526778" y="6509068"/>
            <a:ext cx="1185528" cy="719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6" name="Straight Connector 1115">
            <a:extLst>
              <a:ext uri="{FF2B5EF4-FFF2-40B4-BE49-F238E27FC236}">
                <a16:creationId xmlns:a16="http://schemas.microsoft.com/office/drawing/2014/main" id="{51FB604E-5004-4105-90A3-1D715CB1CA63}"/>
              </a:ext>
            </a:extLst>
          </p:cNvPr>
          <p:cNvCxnSpPr>
            <a:cxnSpLocks/>
            <a:stCxn id="687" idx="4"/>
            <a:endCxn id="687" idx="0"/>
          </p:cNvCxnSpPr>
          <p:nvPr/>
        </p:nvCxnSpPr>
        <p:spPr>
          <a:xfrm flipH="1" flipV="1">
            <a:off x="10144939" y="3444252"/>
            <a:ext cx="592764" cy="102200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6" name="Straight Connector 1125">
            <a:extLst>
              <a:ext uri="{FF2B5EF4-FFF2-40B4-BE49-F238E27FC236}">
                <a16:creationId xmlns:a16="http://schemas.microsoft.com/office/drawing/2014/main" id="{3EF78F1A-D27A-41B1-A60C-4F66991DBFAD}"/>
              </a:ext>
            </a:extLst>
          </p:cNvPr>
          <p:cNvCxnSpPr>
            <a:cxnSpLocks/>
            <a:stCxn id="649" idx="2"/>
            <a:endCxn id="649" idx="0"/>
          </p:cNvCxnSpPr>
          <p:nvPr/>
        </p:nvCxnSpPr>
        <p:spPr>
          <a:xfrm flipV="1">
            <a:off x="3526778" y="1401444"/>
            <a:ext cx="592764" cy="102200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9" name="Straight Connector 1128">
            <a:extLst>
              <a:ext uri="{FF2B5EF4-FFF2-40B4-BE49-F238E27FC236}">
                <a16:creationId xmlns:a16="http://schemas.microsoft.com/office/drawing/2014/main" id="{700A0D69-8795-467C-B025-0512B3BF2079}"/>
              </a:ext>
            </a:extLst>
          </p:cNvPr>
          <p:cNvCxnSpPr>
            <a:cxnSpLocks/>
            <a:stCxn id="649" idx="0"/>
            <a:endCxn id="340" idx="0"/>
          </p:cNvCxnSpPr>
          <p:nvPr/>
        </p:nvCxnSpPr>
        <p:spPr>
          <a:xfrm flipV="1">
            <a:off x="4119542" y="348931"/>
            <a:ext cx="592764" cy="105251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6" name="Straight Connector 1135">
            <a:extLst>
              <a:ext uri="{FF2B5EF4-FFF2-40B4-BE49-F238E27FC236}">
                <a16:creationId xmlns:a16="http://schemas.microsoft.com/office/drawing/2014/main" id="{9DA0E7D7-3A21-47B6-A12C-FD1B764E278F}"/>
              </a:ext>
            </a:extLst>
          </p:cNvPr>
          <p:cNvCxnSpPr>
            <a:cxnSpLocks/>
            <a:stCxn id="651" idx="2"/>
            <a:endCxn id="693" idx="2"/>
          </p:cNvCxnSpPr>
          <p:nvPr/>
        </p:nvCxnSpPr>
        <p:spPr>
          <a:xfrm>
            <a:off x="2934014" y="3452657"/>
            <a:ext cx="615320" cy="102080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9" name="Straight Connector 1138">
            <a:extLst>
              <a:ext uri="{FF2B5EF4-FFF2-40B4-BE49-F238E27FC236}">
                <a16:creationId xmlns:a16="http://schemas.microsoft.com/office/drawing/2014/main" id="{DA650F7A-2078-4DE1-9D36-86097DEDC8D9}"/>
              </a:ext>
            </a:extLst>
          </p:cNvPr>
          <p:cNvCxnSpPr>
            <a:cxnSpLocks/>
            <a:stCxn id="705" idx="0"/>
            <a:endCxn id="704" idx="0"/>
          </p:cNvCxnSpPr>
          <p:nvPr/>
        </p:nvCxnSpPr>
        <p:spPr>
          <a:xfrm flipH="1">
            <a:off x="3526778" y="4473458"/>
            <a:ext cx="118552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3" name="Straight Connector 1142">
            <a:extLst>
              <a:ext uri="{FF2B5EF4-FFF2-40B4-BE49-F238E27FC236}">
                <a16:creationId xmlns:a16="http://schemas.microsoft.com/office/drawing/2014/main" id="{C5AF6A2D-3B45-49DF-88F9-9EA4EC3002DE}"/>
              </a:ext>
            </a:extLst>
          </p:cNvPr>
          <p:cNvCxnSpPr>
            <a:cxnSpLocks/>
            <a:stCxn id="622" idx="4"/>
            <a:endCxn id="212" idx="0"/>
          </p:cNvCxnSpPr>
          <p:nvPr/>
        </p:nvCxnSpPr>
        <p:spPr>
          <a:xfrm flipH="1" flipV="1">
            <a:off x="8933089" y="1370939"/>
            <a:ext cx="592764" cy="105971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0" name="Straight Connector 1149">
            <a:extLst>
              <a:ext uri="{FF2B5EF4-FFF2-40B4-BE49-F238E27FC236}">
                <a16:creationId xmlns:a16="http://schemas.microsoft.com/office/drawing/2014/main" id="{510A0E68-E4DE-4A3D-A02E-AF16C30CC292}"/>
              </a:ext>
            </a:extLst>
          </p:cNvPr>
          <p:cNvCxnSpPr>
            <a:cxnSpLocks/>
            <a:stCxn id="687" idx="4"/>
            <a:endCxn id="691" idx="0"/>
          </p:cNvCxnSpPr>
          <p:nvPr/>
        </p:nvCxnSpPr>
        <p:spPr>
          <a:xfrm flipH="1">
            <a:off x="9529618" y="4466259"/>
            <a:ext cx="1208085" cy="719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7" name="Straight Connector 1156">
            <a:extLst>
              <a:ext uri="{FF2B5EF4-FFF2-40B4-BE49-F238E27FC236}">
                <a16:creationId xmlns:a16="http://schemas.microsoft.com/office/drawing/2014/main" id="{831BDC85-36A1-4BE7-88CD-7479EB34B06D}"/>
              </a:ext>
            </a:extLst>
          </p:cNvPr>
          <p:cNvCxnSpPr>
            <a:cxnSpLocks/>
            <a:stCxn id="677" idx="0"/>
            <a:endCxn id="675" idx="4"/>
          </p:cNvCxnSpPr>
          <p:nvPr/>
        </p:nvCxnSpPr>
        <p:spPr>
          <a:xfrm>
            <a:off x="8340325" y="4466259"/>
            <a:ext cx="1185528" cy="72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4" name="Straight Connector 1163">
            <a:extLst>
              <a:ext uri="{FF2B5EF4-FFF2-40B4-BE49-F238E27FC236}">
                <a16:creationId xmlns:a16="http://schemas.microsoft.com/office/drawing/2014/main" id="{6B237AEB-C003-43FE-8643-CDF6D2007B41}"/>
              </a:ext>
            </a:extLst>
          </p:cNvPr>
          <p:cNvCxnSpPr>
            <a:cxnSpLocks/>
            <a:stCxn id="734" idx="4"/>
            <a:endCxn id="730" idx="4"/>
          </p:cNvCxnSpPr>
          <p:nvPr/>
        </p:nvCxnSpPr>
        <p:spPr>
          <a:xfrm flipH="1">
            <a:off x="7747561" y="5487061"/>
            <a:ext cx="118552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8" name="Straight Connector 1167">
            <a:extLst>
              <a:ext uri="{FF2B5EF4-FFF2-40B4-BE49-F238E27FC236}">
                <a16:creationId xmlns:a16="http://schemas.microsoft.com/office/drawing/2014/main" id="{D595D750-2DEF-4E10-B1D4-8F41D64B1F09}"/>
              </a:ext>
            </a:extLst>
          </p:cNvPr>
          <p:cNvCxnSpPr>
            <a:cxnSpLocks/>
            <a:stCxn id="196" idx="0"/>
            <a:endCxn id="632" idx="0"/>
          </p:cNvCxnSpPr>
          <p:nvPr/>
        </p:nvCxnSpPr>
        <p:spPr>
          <a:xfrm flipH="1">
            <a:off x="8933090" y="348931"/>
            <a:ext cx="596528" cy="105251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3" name="Straight Connector 1172">
            <a:extLst>
              <a:ext uri="{FF2B5EF4-FFF2-40B4-BE49-F238E27FC236}">
                <a16:creationId xmlns:a16="http://schemas.microsoft.com/office/drawing/2014/main" id="{BF418065-786F-4372-A150-5DAC6E81048B}"/>
              </a:ext>
            </a:extLst>
          </p:cNvPr>
          <p:cNvCxnSpPr>
            <a:cxnSpLocks/>
            <a:stCxn id="630" idx="0"/>
            <a:endCxn id="204" idx="4"/>
          </p:cNvCxnSpPr>
          <p:nvPr/>
        </p:nvCxnSpPr>
        <p:spPr>
          <a:xfrm flipV="1">
            <a:off x="6562035" y="348931"/>
            <a:ext cx="592762" cy="105251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6" name="Straight Connector 1175">
            <a:extLst>
              <a:ext uri="{FF2B5EF4-FFF2-40B4-BE49-F238E27FC236}">
                <a16:creationId xmlns:a16="http://schemas.microsoft.com/office/drawing/2014/main" id="{9B5A264E-A031-4B38-ABB6-317527D32BCC}"/>
              </a:ext>
            </a:extLst>
          </p:cNvPr>
          <p:cNvCxnSpPr>
            <a:cxnSpLocks/>
            <a:stCxn id="631" idx="0"/>
            <a:endCxn id="189" idx="2"/>
          </p:cNvCxnSpPr>
          <p:nvPr/>
        </p:nvCxnSpPr>
        <p:spPr>
          <a:xfrm flipH="1" flipV="1">
            <a:off x="7154797" y="341732"/>
            <a:ext cx="592764" cy="105971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5" name="Straight Connector 1184">
            <a:extLst>
              <a:ext uri="{FF2B5EF4-FFF2-40B4-BE49-F238E27FC236}">
                <a16:creationId xmlns:a16="http://schemas.microsoft.com/office/drawing/2014/main" id="{1DDFCC98-4485-4397-BCC7-B5DC850BDB51}"/>
              </a:ext>
            </a:extLst>
          </p:cNvPr>
          <p:cNvCxnSpPr>
            <a:cxnSpLocks/>
            <a:stCxn id="686" idx="2"/>
            <a:endCxn id="686" idx="0"/>
          </p:cNvCxnSpPr>
          <p:nvPr/>
        </p:nvCxnSpPr>
        <p:spPr>
          <a:xfrm flipV="1">
            <a:off x="4783742" y="3444252"/>
            <a:ext cx="592764" cy="102200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8" name="Straight Connector 1187">
            <a:extLst>
              <a:ext uri="{FF2B5EF4-FFF2-40B4-BE49-F238E27FC236}">
                <a16:creationId xmlns:a16="http://schemas.microsoft.com/office/drawing/2014/main" id="{A770918D-8A22-4BA0-AABA-A80A1553DAA5}"/>
              </a:ext>
            </a:extLst>
          </p:cNvPr>
          <p:cNvCxnSpPr>
            <a:cxnSpLocks/>
            <a:stCxn id="652" idx="0"/>
            <a:endCxn id="620" idx="4"/>
          </p:cNvCxnSpPr>
          <p:nvPr/>
        </p:nvCxnSpPr>
        <p:spPr>
          <a:xfrm>
            <a:off x="4712306" y="2430650"/>
            <a:ext cx="1256963" cy="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1" name="Straight Connector 1190">
            <a:extLst>
              <a:ext uri="{FF2B5EF4-FFF2-40B4-BE49-F238E27FC236}">
                <a16:creationId xmlns:a16="http://schemas.microsoft.com/office/drawing/2014/main" id="{4C4E23B3-2723-48B0-9FC1-40E4DD0DE554}"/>
              </a:ext>
            </a:extLst>
          </p:cNvPr>
          <p:cNvCxnSpPr>
            <a:cxnSpLocks/>
            <a:stCxn id="686" idx="0"/>
            <a:endCxn id="652" idx="0"/>
          </p:cNvCxnSpPr>
          <p:nvPr/>
        </p:nvCxnSpPr>
        <p:spPr>
          <a:xfrm flipH="1" flipV="1">
            <a:off x="4712306" y="2430650"/>
            <a:ext cx="664200" cy="101360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8" name="Straight Connector 1207">
            <a:extLst>
              <a:ext uri="{FF2B5EF4-FFF2-40B4-BE49-F238E27FC236}">
                <a16:creationId xmlns:a16="http://schemas.microsoft.com/office/drawing/2014/main" id="{346C8C47-BA50-4F6B-8523-59C6CF298BD5}"/>
              </a:ext>
            </a:extLst>
          </p:cNvPr>
          <p:cNvCxnSpPr>
            <a:cxnSpLocks/>
            <a:stCxn id="679" idx="0"/>
            <a:endCxn id="735" idx="2"/>
          </p:cNvCxnSpPr>
          <p:nvPr/>
        </p:nvCxnSpPr>
        <p:spPr>
          <a:xfrm flipH="1">
            <a:off x="5350184" y="4466260"/>
            <a:ext cx="619085" cy="102080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1" name="Straight Connector 1210">
            <a:extLst>
              <a:ext uri="{FF2B5EF4-FFF2-40B4-BE49-F238E27FC236}">
                <a16:creationId xmlns:a16="http://schemas.microsoft.com/office/drawing/2014/main" id="{1414E486-5F4D-4DA8-9ABA-C9A65A4793B5}"/>
              </a:ext>
            </a:extLst>
          </p:cNvPr>
          <p:cNvCxnSpPr>
            <a:cxnSpLocks/>
            <a:stCxn id="679" idx="0"/>
            <a:endCxn id="731" idx="4"/>
          </p:cNvCxnSpPr>
          <p:nvPr/>
        </p:nvCxnSpPr>
        <p:spPr>
          <a:xfrm>
            <a:off x="5969269" y="4466260"/>
            <a:ext cx="592764" cy="102080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6" name="Straight Connector 1235">
            <a:extLst>
              <a:ext uri="{FF2B5EF4-FFF2-40B4-BE49-F238E27FC236}">
                <a16:creationId xmlns:a16="http://schemas.microsoft.com/office/drawing/2014/main" id="{85306756-2A49-4D26-8A5C-72023F34C05F}"/>
              </a:ext>
            </a:extLst>
          </p:cNvPr>
          <p:cNvCxnSpPr>
            <a:cxnSpLocks/>
            <a:stCxn id="189" idx="0"/>
            <a:endCxn id="195" idx="0"/>
          </p:cNvCxnSpPr>
          <p:nvPr/>
        </p:nvCxnSpPr>
        <p:spPr>
          <a:xfrm>
            <a:off x="7747561" y="-680275"/>
            <a:ext cx="570208" cy="102920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28699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285698C-B3E3-437D-A965-685F41417E09}"/>
              </a:ext>
            </a:extLst>
          </p:cNvPr>
          <p:cNvGrpSpPr/>
          <p:nvPr/>
        </p:nvGrpSpPr>
        <p:grpSpPr>
          <a:xfrm>
            <a:off x="1041249" y="-3378200"/>
            <a:ext cx="10769751" cy="12039600"/>
            <a:chOff x="1041249" y="-3378200"/>
            <a:chExt cx="10769751" cy="12039600"/>
          </a:xfrm>
        </p:grpSpPr>
        <p:sp>
          <p:nvSpPr>
            <p:cNvPr id="1351" name="Rectangle 1350">
              <a:extLst>
                <a:ext uri="{FF2B5EF4-FFF2-40B4-BE49-F238E27FC236}">
                  <a16:creationId xmlns:a16="http://schemas.microsoft.com/office/drawing/2014/main" id="{884B1247-F139-407F-B4C9-D8B84099F978}"/>
                </a:ext>
              </a:extLst>
            </p:cNvPr>
            <p:cNvSpPr/>
            <p:nvPr/>
          </p:nvSpPr>
          <p:spPr>
            <a:xfrm>
              <a:off x="1041249" y="-3378200"/>
              <a:ext cx="10769751" cy="12039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762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348" name="Group 1347">
              <a:extLst>
                <a:ext uri="{FF2B5EF4-FFF2-40B4-BE49-F238E27FC236}">
                  <a16:creationId xmlns:a16="http://schemas.microsoft.com/office/drawing/2014/main" id="{C495C6BB-3610-4835-AFFF-C8C81099C954}"/>
                </a:ext>
              </a:extLst>
            </p:cNvPr>
            <p:cNvGrpSpPr/>
            <p:nvPr/>
          </p:nvGrpSpPr>
          <p:grpSpPr>
            <a:xfrm>
              <a:off x="1745642" y="-690424"/>
              <a:ext cx="9621772" cy="8228699"/>
              <a:chOff x="1745642" y="-690424"/>
              <a:chExt cx="9621772" cy="8228699"/>
            </a:xfrm>
          </p:grpSpPr>
          <p:grpSp>
            <p:nvGrpSpPr>
              <p:cNvPr id="1242" name="Group 1241">
                <a:extLst>
                  <a:ext uri="{FF2B5EF4-FFF2-40B4-BE49-F238E27FC236}">
                    <a16:creationId xmlns:a16="http://schemas.microsoft.com/office/drawing/2014/main" id="{27FB6B0C-9672-42A3-934D-F8171746ADFA}"/>
                  </a:ext>
                </a:extLst>
              </p:cNvPr>
              <p:cNvGrpSpPr/>
              <p:nvPr/>
            </p:nvGrpSpPr>
            <p:grpSpPr>
              <a:xfrm>
                <a:off x="1745642" y="-690424"/>
                <a:ext cx="9618928" cy="8218550"/>
                <a:chOff x="2371056" y="-566033"/>
                <a:chExt cx="9618928" cy="8218550"/>
              </a:xfrm>
            </p:grpSpPr>
            <p:sp>
              <p:nvSpPr>
                <p:cNvPr id="1243" name="Isosceles Triangle 1242">
                  <a:extLst>
                    <a:ext uri="{FF2B5EF4-FFF2-40B4-BE49-F238E27FC236}">
                      <a16:creationId xmlns:a16="http://schemas.microsoft.com/office/drawing/2014/main" id="{2F949B0B-68A2-43D0-AA24-7BDD437B56C7}"/>
                    </a:ext>
                  </a:extLst>
                </p:cNvPr>
                <p:cNvSpPr/>
                <p:nvPr/>
              </p:nvSpPr>
              <p:spPr>
                <a:xfrm rot="10800000">
                  <a:off x="7777367" y="463173"/>
                  <a:ext cx="1185528" cy="1022007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244" name="Isosceles Triangle 1243">
                  <a:extLst>
                    <a:ext uri="{FF2B5EF4-FFF2-40B4-BE49-F238E27FC236}">
                      <a16:creationId xmlns:a16="http://schemas.microsoft.com/office/drawing/2014/main" id="{7710D478-9E01-4DB1-A279-2E32E4E5243E}"/>
                    </a:ext>
                  </a:extLst>
                </p:cNvPr>
                <p:cNvSpPr/>
                <p:nvPr/>
              </p:nvSpPr>
              <p:spPr>
                <a:xfrm rot="10800000">
                  <a:off x="6591839" y="463174"/>
                  <a:ext cx="1185528" cy="1022007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245" name="Isosceles Triangle 1244">
                  <a:extLst>
                    <a:ext uri="{FF2B5EF4-FFF2-40B4-BE49-F238E27FC236}">
                      <a16:creationId xmlns:a16="http://schemas.microsoft.com/office/drawing/2014/main" id="{68A4C9FB-DD2F-464C-A3EB-C32014E93447}"/>
                    </a:ext>
                  </a:extLst>
                </p:cNvPr>
                <p:cNvSpPr/>
                <p:nvPr/>
              </p:nvSpPr>
              <p:spPr>
                <a:xfrm rot="10800000">
                  <a:off x="5406310" y="463173"/>
                  <a:ext cx="1185528" cy="1022007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246" name="Isosceles Triangle 1245">
                  <a:extLst>
                    <a:ext uri="{FF2B5EF4-FFF2-40B4-BE49-F238E27FC236}">
                      <a16:creationId xmlns:a16="http://schemas.microsoft.com/office/drawing/2014/main" id="{A8DCB18E-BE4D-4634-A573-F03EDB73A905}"/>
                    </a:ext>
                  </a:extLst>
                </p:cNvPr>
                <p:cNvSpPr/>
                <p:nvPr/>
              </p:nvSpPr>
              <p:spPr>
                <a:xfrm rot="10800000">
                  <a:off x="8962895" y="463174"/>
                  <a:ext cx="1185528" cy="1022007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247" name="Isosceles Triangle 1246">
                  <a:extLst>
                    <a:ext uri="{FF2B5EF4-FFF2-40B4-BE49-F238E27FC236}">
                      <a16:creationId xmlns:a16="http://schemas.microsoft.com/office/drawing/2014/main" id="{4D8B39F6-81E3-4FD9-86C9-924CCE589663}"/>
                    </a:ext>
                  </a:extLst>
                </p:cNvPr>
                <p:cNvSpPr/>
                <p:nvPr/>
              </p:nvSpPr>
              <p:spPr>
                <a:xfrm rot="10800000">
                  <a:off x="8370131" y="-566033"/>
                  <a:ext cx="1185528" cy="1022007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248" name="Isosceles Triangle 1247">
                  <a:extLst>
                    <a:ext uri="{FF2B5EF4-FFF2-40B4-BE49-F238E27FC236}">
                      <a16:creationId xmlns:a16="http://schemas.microsoft.com/office/drawing/2014/main" id="{BA4C7D69-EB3D-4CE1-8590-62F5243367EC}"/>
                    </a:ext>
                  </a:extLst>
                </p:cNvPr>
                <p:cNvSpPr/>
                <p:nvPr/>
              </p:nvSpPr>
              <p:spPr>
                <a:xfrm rot="10800000">
                  <a:off x="7184603" y="-566033"/>
                  <a:ext cx="1185528" cy="1022007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249" name="Isosceles Triangle 1248">
                  <a:extLst>
                    <a:ext uri="{FF2B5EF4-FFF2-40B4-BE49-F238E27FC236}">
                      <a16:creationId xmlns:a16="http://schemas.microsoft.com/office/drawing/2014/main" id="{AEEA2C3F-2832-4162-B888-F8334F51CB78}"/>
                    </a:ext>
                  </a:extLst>
                </p:cNvPr>
                <p:cNvSpPr/>
                <p:nvPr/>
              </p:nvSpPr>
              <p:spPr>
                <a:xfrm rot="10800000">
                  <a:off x="5999075" y="-566032"/>
                  <a:ext cx="1185528" cy="1022007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250" name="Isosceles Triangle 1249">
                  <a:extLst>
                    <a:ext uri="{FF2B5EF4-FFF2-40B4-BE49-F238E27FC236}">
                      <a16:creationId xmlns:a16="http://schemas.microsoft.com/office/drawing/2014/main" id="{F9983EFA-4ED9-4289-A1F2-74C267E403B1}"/>
                    </a:ext>
                  </a:extLst>
                </p:cNvPr>
                <p:cNvSpPr/>
                <p:nvPr/>
              </p:nvSpPr>
              <p:spPr>
                <a:xfrm rot="10800000">
                  <a:off x="4787226" y="-566033"/>
                  <a:ext cx="1185528" cy="1022007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251" name="Isosceles Triangle 1250">
                  <a:extLst>
                    <a:ext uri="{FF2B5EF4-FFF2-40B4-BE49-F238E27FC236}">
                      <a16:creationId xmlns:a16="http://schemas.microsoft.com/office/drawing/2014/main" id="{9D37F110-DCCE-49CB-B727-15B897B94CA4}"/>
                    </a:ext>
                  </a:extLst>
                </p:cNvPr>
                <p:cNvSpPr/>
                <p:nvPr/>
              </p:nvSpPr>
              <p:spPr>
                <a:xfrm>
                  <a:off x="6591841" y="-566033"/>
                  <a:ext cx="1185528" cy="1022007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252" name="Isosceles Triangle 1251">
                  <a:extLst>
                    <a:ext uri="{FF2B5EF4-FFF2-40B4-BE49-F238E27FC236}">
                      <a16:creationId xmlns:a16="http://schemas.microsoft.com/office/drawing/2014/main" id="{67ED104A-15ED-4348-A8B1-1DC7715B4DC0}"/>
                    </a:ext>
                  </a:extLst>
                </p:cNvPr>
                <p:cNvSpPr/>
                <p:nvPr/>
              </p:nvSpPr>
              <p:spPr>
                <a:xfrm>
                  <a:off x="7777367" y="-566033"/>
                  <a:ext cx="1185528" cy="1022007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253" name="Isosceles Triangle 1252">
                  <a:extLst>
                    <a:ext uri="{FF2B5EF4-FFF2-40B4-BE49-F238E27FC236}">
                      <a16:creationId xmlns:a16="http://schemas.microsoft.com/office/drawing/2014/main" id="{AAB6661B-20B1-4506-83F8-32DFD58D570D}"/>
                    </a:ext>
                  </a:extLst>
                </p:cNvPr>
                <p:cNvSpPr/>
                <p:nvPr/>
              </p:nvSpPr>
              <p:spPr>
                <a:xfrm>
                  <a:off x="8962896" y="-566033"/>
                  <a:ext cx="1185528" cy="1022007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254" name="Isosceles Triangle 1253">
                  <a:extLst>
                    <a:ext uri="{FF2B5EF4-FFF2-40B4-BE49-F238E27FC236}">
                      <a16:creationId xmlns:a16="http://schemas.microsoft.com/office/drawing/2014/main" id="{636D846C-78E9-43EC-B958-C2FAFA7F1473}"/>
                    </a:ext>
                  </a:extLst>
                </p:cNvPr>
                <p:cNvSpPr/>
                <p:nvPr/>
              </p:nvSpPr>
              <p:spPr>
                <a:xfrm>
                  <a:off x="5406312" y="-566033"/>
                  <a:ext cx="1185528" cy="1022007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255" name="Isosceles Triangle 1254">
                  <a:extLst>
                    <a:ext uri="{FF2B5EF4-FFF2-40B4-BE49-F238E27FC236}">
                      <a16:creationId xmlns:a16="http://schemas.microsoft.com/office/drawing/2014/main" id="{686B1DDD-F7E5-4A88-A7A5-B9A22AD0D6F3}"/>
                    </a:ext>
                  </a:extLst>
                </p:cNvPr>
                <p:cNvSpPr/>
                <p:nvPr/>
              </p:nvSpPr>
              <p:spPr>
                <a:xfrm>
                  <a:off x="5976520" y="463173"/>
                  <a:ext cx="1185528" cy="1022007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256" name="Isosceles Triangle 1255">
                  <a:extLst>
                    <a:ext uri="{FF2B5EF4-FFF2-40B4-BE49-F238E27FC236}">
                      <a16:creationId xmlns:a16="http://schemas.microsoft.com/office/drawing/2014/main" id="{A97665D8-FEA3-43FB-B43F-4F066520AB7B}"/>
                    </a:ext>
                  </a:extLst>
                </p:cNvPr>
                <p:cNvSpPr/>
                <p:nvPr/>
              </p:nvSpPr>
              <p:spPr>
                <a:xfrm>
                  <a:off x="7162047" y="463173"/>
                  <a:ext cx="1185528" cy="1022007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257" name="Isosceles Triangle 1256">
                  <a:extLst>
                    <a:ext uri="{FF2B5EF4-FFF2-40B4-BE49-F238E27FC236}">
                      <a16:creationId xmlns:a16="http://schemas.microsoft.com/office/drawing/2014/main" id="{76C217FA-22CE-4712-933C-46E85B774409}"/>
                    </a:ext>
                  </a:extLst>
                </p:cNvPr>
                <p:cNvSpPr/>
                <p:nvPr/>
              </p:nvSpPr>
              <p:spPr>
                <a:xfrm>
                  <a:off x="8347575" y="463173"/>
                  <a:ext cx="1185528" cy="1022007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258" name="Isosceles Triangle 1257">
                  <a:extLst>
                    <a:ext uri="{FF2B5EF4-FFF2-40B4-BE49-F238E27FC236}">
                      <a16:creationId xmlns:a16="http://schemas.microsoft.com/office/drawing/2014/main" id="{44B11FB8-00C2-46E8-9371-960A764B6118}"/>
                    </a:ext>
                  </a:extLst>
                </p:cNvPr>
                <p:cNvSpPr/>
                <p:nvPr/>
              </p:nvSpPr>
              <p:spPr>
                <a:xfrm>
                  <a:off x="9559424" y="463173"/>
                  <a:ext cx="1185528" cy="1022007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259" name="Isosceles Triangle 1258">
                  <a:extLst>
                    <a:ext uri="{FF2B5EF4-FFF2-40B4-BE49-F238E27FC236}">
                      <a16:creationId xmlns:a16="http://schemas.microsoft.com/office/drawing/2014/main" id="{CD3E49DB-666D-4104-BB86-8D3ED1DFA281}"/>
                    </a:ext>
                  </a:extLst>
                </p:cNvPr>
                <p:cNvSpPr/>
                <p:nvPr/>
              </p:nvSpPr>
              <p:spPr>
                <a:xfrm rot="10800000">
                  <a:off x="4171900" y="463173"/>
                  <a:ext cx="1185528" cy="1022007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260" name="Isosceles Triangle 1259">
                  <a:extLst>
                    <a:ext uri="{FF2B5EF4-FFF2-40B4-BE49-F238E27FC236}">
                      <a16:creationId xmlns:a16="http://schemas.microsoft.com/office/drawing/2014/main" id="{7118D99D-9821-41C3-B9F7-0B61C4F34090}"/>
                    </a:ext>
                  </a:extLst>
                </p:cNvPr>
                <p:cNvSpPr/>
                <p:nvPr/>
              </p:nvSpPr>
              <p:spPr>
                <a:xfrm>
                  <a:off x="4149348" y="-566033"/>
                  <a:ext cx="1185528" cy="1022007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261" name="Isosceles Triangle 1260">
                  <a:extLst>
                    <a:ext uri="{FF2B5EF4-FFF2-40B4-BE49-F238E27FC236}">
                      <a16:creationId xmlns:a16="http://schemas.microsoft.com/office/drawing/2014/main" id="{9A1C53FC-E30C-448A-A204-25570741E82E}"/>
                    </a:ext>
                  </a:extLst>
                </p:cNvPr>
                <p:cNvSpPr/>
                <p:nvPr/>
              </p:nvSpPr>
              <p:spPr>
                <a:xfrm>
                  <a:off x="3556584" y="463173"/>
                  <a:ext cx="1185528" cy="1022007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262" name="Isosceles Triangle 1261">
                  <a:extLst>
                    <a:ext uri="{FF2B5EF4-FFF2-40B4-BE49-F238E27FC236}">
                      <a16:creationId xmlns:a16="http://schemas.microsoft.com/office/drawing/2014/main" id="{DB67F6E4-EA68-47ED-939C-2FB19B362C30}"/>
                    </a:ext>
                  </a:extLst>
                </p:cNvPr>
                <p:cNvSpPr/>
                <p:nvPr/>
              </p:nvSpPr>
              <p:spPr>
                <a:xfrm>
                  <a:off x="4742112" y="463173"/>
                  <a:ext cx="1185528" cy="1022007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cxnSp>
              <p:nvCxnSpPr>
                <p:cNvPr id="1263" name="Straight Connector 1262">
                  <a:extLst>
                    <a:ext uri="{FF2B5EF4-FFF2-40B4-BE49-F238E27FC236}">
                      <a16:creationId xmlns:a16="http://schemas.microsoft.com/office/drawing/2014/main" id="{7035B044-781E-4369-8F15-C236393FA107}"/>
                    </a:ext>
                  </a:extLst>
                </p:cNvPr>
                <p:cNvCxnSpPr>
                  <a:cxnSpLocks/>
                  <a:stCxn id="1253" idx="0"/>
                  <a:endCxn id="1250" idx="4"/>
                </p:cNvCxnSpPr>
                <p:nvPr/>
              </p:nvCxnSpPr>
              <p:spPr>
                <a:xfrm flipH="1">
                  <a:off x="4787226" y="-566033"/>
                  <a:ext cx="4768434" cy="0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64" name="Isosceles Triangle 1263">
                  <a:extLst>
                    <a:ext uri="{FF2B5EF4-FFF2-40B4-BE49-F238E27FC236}">
                      <a16:creationId xmlns:a16="http://schemas.microsoft.com/office/drawing/2014/main" id="{90EBC64D-2361-41D4-B12D-73E5464AD7A6}"/>
                    </a:ext>
                  </a:extLst>
                </p:cNvPr>
                <p:cNvSpPr/>
                <p:nvPr/>
              </p:nvSpPr>
              <p:spPr>
                <a:xfrm rot="10800000">
                  <a:off x="7777367" y="2544892"/>
                  <a:ext cx="1185528" cy="1022007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265" name="Isosceles Triangle 1264">
                  <a:extLst>
                    <a:ext uri="{FF2B5EF4-FFF2-40B4-BE49-F238E27FC236}">
                      <a16:creationId xmlns:a16="http://schemas.microsoft.com/office/drawing/2014/main" id="{9061FF15-0D0E-4BC1-B2EE-9990756224D1}"/>
                    </a:ext>
                  </a:extLst>
                </p:cNvPr>
                <p:cNvSpPr/>
                <p:nvPr/>
              </p:nvSpPr>
              <p:spPr>
                <a:xfrm rot="10800000">
                  <a:off x="6591839" y="2544893"/>
                  <a:ext cx="1185528" cy="1022007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266" name="Isosceles Triangle 1265">
                  <a:extLst>
                    <a:ext uri="{FF2B5EF4-FFF2-40B4-BE49-F238E27FC236}">
                      <a16:creationId xmlns:a16="http://schemas.microsoft.com/office/drawing/2014/main" id="{3C1DBD95-0495-474D-A096-3405F5F82F55}"/>
                    </a:ext>
                  </a:extLst>
                </p:cNvPr>
                <p:cNvSpPr/>
                <p:nvPr/>
              </p:nvSpPr>
              <p:spPr>
                <a:xfrm rot="10800000">
                  <a:off x="5406310" y="2544892"/>
                  <a:ext cx="1185528" cy="1022007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267" name="Isosceles Triangle 1266">
                  <a:extLst>
                    <a:ext uri="{FF2B5EF4-FFF2-40B4-BE49-F238E27FC236}">
                      <a16:creationId xmlns:a16="http://schemas.microsoft.com/office/drawing/2014/main" id="{96889B9F-A96F-4FFC-BF26-2CB138106CC9}"/>
                    </a:ext>
                  </a:extLst>
                </p:cNvPr>
                <p:cNvSpPr/>
                <p:nvPr/>
              </p:nvSpPr>
              <p:spPr>
                <a:xfrm rot="10800000">
                  <a:off x="10148423" y="2544893"/>
                  <a:ext cx="1185528" cy="1022007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268" name="Isosceles Triangle 1267">
                  <a:extLst>
                    <a:ext uri="{FF2B5EF4-FFF2-40B4-BE49-F238E27FC236}">
                      <a16:creationId xmlns:a16="http://schemas.microsoft.com/office/drawing/2014/main" id="{4411FD17-C3B8-4D4F-8308-F32985161659}"/>
                    </a:ext>
                  </a:extLst>
                </p:cNvPr>
                <p:cNvSpPr/>
                <p:nvPr/>
              </p:nvSpPr>
              <p:spPr>
                <a:xfrm rot="10800000">
                  <a:off x="8962895" y="2544893"/>
                  <a:ext cx="1185528" cy="1022007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269" name="Isosceles Triangle 1268">
                  <a:extLst>
                    <a:ext uri="{FF2B5EF4-FFF2-40B4-BE49-F238E27FC236}">
                      <a16:creationId xmlns:a16="http://schemas.microsoft.com/office/drawing/2014/main" id="{94843F15-75E1-467C-B92D-3074E707DA34}"/>
                    </a:ext>
                  </a:extLst>
                </p:cNvPr>
                <p:cNvSpPr/>
                <p:nvPr/>
              </p:nvSpPr>
              <p:spPr>
                <a:xfrm rot="10800000">
                  <a:off x="8370131" y="1515686"/>
                  <a:ext cx="1185528" cy="1022007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270" name="Isosceles Triangle 1269">
                  <a:extLst>
                    <a:ext uri="{FF2B5EF4-FFF2-40B4-BE49-F238E27FC236}">
                      <a16:creationId xmlns:a16="http://schemas.microsoft.com/office/drawing/2014/main" id="{84D67107-9863-41DF-B4A3-84583744E96F}"/>
                    </a:ext>
                  </a:extLst>
                </p:cNvPr>
                <p:cNvSpPr/>
                <p:nvPr/>
              </p:nvSpPr>
              <p:spPr>
                <a:xfrm rot="10800000">
                  <a:off x="7184603" y="1515686"/>
                  <a:ext cx="1185528" cy="1022007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271" name="Isosceles Triangle 1270">
                  <a:extLst>
                    <a:ext uri="{FF2B5EF4-FFF2-40B4-BE49-F238E27FC236}">
                      <a16:creationId xmlns:a16="http://schemas.microsoft.com/office/drawing/2014/main" id="{BDF7264A-F837-42E9-806A-4BBED94732D1}"/>
                    </a:ext>
                  </a:extLst>
                </p:cNvPr>
                <p:cNvSpPr/>
                <p:nvPr/>
              </p:nvSpPr>
              <p:spPr>
                <a:xfrm rot="10800000">
                  <a:off x="5999075" y="1515687"/>
                  <a:ext cx="1185528" cy="1022007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273" name="Isosceles Triangle 1272">
                  <a:extLst>
                    <a:ext uri="{FF2B5EF4-FFF2-40B4-BE49-F238E27FC236}">
                      <a16:creationId xmlns:a16="http://schemas.microsoft.com/office/drawing/2014/main" id="{26E35A63-3BB4-40DA-A45E-5DA879C84A55}"/>
                    </a:ext>
                  </a:extLst>
                </p:cNvPr>
                <p:cNvSpPr/>
                <p:nvPr/>
              </p:nvSpPr>
              <p:spPr>
                <a:xfrm rot="10800000">
                  <a:off x="9555659" y="1515686"/>
                  <a:ext cx="1185528" cy="1022007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274" name="Isosceles Triangle 1273">
                  <a:extLst>
                    <a:ext uri="{FF2B5EF4-FFF2-40B4-BE49-F238E27FC236}">
                      <a16:creationId xmlns:a16="http://schemas.microsoft.com/office/drawing/2014/main" id="{4A8FA0DD-DBF1-4E24-8A5C-0196056E376F}"/>
                    </a:ext>
                  </a:extLst>
                </p:cNvPr>
                <p:cNvSpPr/>
                <p:nvPr/>
              </p:nvSpPr>
              <p:spPr>
                <a:xfrm rot="10800000">
                  <a:off x="4787226" y="1515686"/>
                  <a:ext cx="1185528" cy="1022007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275" name="Isosceles Triangle 1274">
                  <a:extLst>
                    <a:ext uri="{FF2B5EF4-FFF2-40B4-BE49-F238E27FC236}">
                      <a16:creationId xmlns:a16="http://schemas.microsoft.com/office/drawing/2014/main" id="{9243A341-D3FB-44B7-8866-C864F846343E}"/>
                    </a:ext>
                  </a:extLst>
                </p:cNvPr>
                <p:cNvSpPr/>
                <p:nvPr/>
              </p:nvSpPr>
              <p:spPr>
                <a:xfrm>
                  <a:off x="6591841" y="1515686"/>
                  <a:ext cx="1185528" cy="1022007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276" name="Isosceles Triangle 1275">
                  <a:extLst>
                    <a:ext uri="{FF2B5EF4-FFF2-40B4-BE49-F238E27FC236}">
                      <a16:creationId xmlns:a16="http://schemas.microsoft.com/office/drawing/2014/main" id="{7A7FE7F8-50D0-4325-AE10-23C95B6C114E}"/>
                    </a:ext>
                  </a:extLst>
                </p:cNvPr>
                <p:cNvSpPr/>
                <p:nvPr/>
              </p:nvSpPr>
              <p:spPr>
                <a:xfrm>
                  <a:off x="7777367" y="1515686"/>
                  <a:ext cx="1185528" cy="1022007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277" name="Isosceles Triangle 1276">
                  <a:extLst>
                    <a:ext uri="{FF2B5EF4-FFF2-40B4-BE49-F238E27FC236}">
                      <a16:creationId xmlns:a16="http://schemas.microsoft.com/office/drawing/2014/main" id="{74A20452-E5D7-4DF6-8DB6-E7D3FA2A347E}"/>
                    </a:ext>
                  </a:extLst>
                </p:cNvPr>
                <p:cNvSpPr/>
                <p:nvPr/>
              </p:nvSpPr>
              <p:spPr>
                <a:xfrm>
                  <a:off x="8962896" y="1515686"/>
                  <a:ext cx="1185528" cy="1022007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278" name="Isosceles Triangle 1277">
                  <a:extLst>
                    <a:ext uri="{FF2B5EF4-FFF2-40B4-BE49-F238E27FC236}">
                      <a16:creationId xmlns:a16="http://schemas.microsoft.com/office/drawing/2014/main" id="{AFDC1850-18AC-4EF8-9F13-9AD8A25217EF}"/>
                    </a:ext>
                  </a:extLst>
                </p:cNvPr>
                <p:cNvSpPr/>
                <p:nvPr/>
              </p:nvSpPr>
              <p:spPr>
                <a:xfrm>
                  <a:off x="5406312" y="1515686"/>
                  <a:ext cx="1185528" cy="1022007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279" name="Isosceles Triangle 1278">
                  <a:extLst>
                    <a:ext uri="{FF2B5EF4-FFF2-40B4-BE49-F238E27FC236}">
                      <a16:creationId xmlns:a16="http://schemas.microsoft.com/office/drawing/2014/main" id="{BF2CA2D6-7CF8-4667-BA64-1C4B999AF83F}"/>
                    </a:ext>
                  </a:extLst>
                </p:cNvPr>
                <p:cNvSpPr/>
                <p:nvPr/>
              </p:nvSpPr>
              <p:spPr>
                <a:xfrm>
                  <a:off x="10174745" y="1515686"/>
                  <a:ext cx="1185528" cy="1022007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280" name="Isosceles Triangle 1279">
                  <a:extLst>
                    <a:ext uri="{FF2B5EF4-FFF2-40B4-BE49-F238E27FC236}">
                      <a16:creationId xmlns:a16="http://schemas.microsoft.com/office/drawing/2014/main" id="{300A1FD9-B152-4FFF-9699-B3BAECA02FB4}"/>
                    </a:ext>
                  </a:extLst>
                </p:cNvPr>
                <p:cNvSpPr/>
                <p:nvPr/>
              </p:nvSpPr>
              <p:spPr>
                <a:xfrm>
                  <a:off x="5976520" y="2544892"/>
                  <a:ext cx="1185528" cy="1022007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281" name="Isosceles Triangle 1280">
                  <a:extLst>
                    <a:ext uri="{FF2B5EF4-FFF2-40B4-BE49-F238E27FC236}">
                      <a16:creationId xmlns:a16="http://schemas.microsoft.com/office/drawing/2014/main" id="{46829415-B19B-4F0B-A8CD-18A4062A75C9}"/>
                    </a:ext>
                  </a:extLst>
                </p:cNvPr>
                <p:cNvSpPr/>
                <p:nvPr/>
              </p:nvSpPr>
              <p:spPr>
                <a:xfrm>
                  <a:off x="7162047" y="2544892"/>
                  <a:ext cx="1185528" cy="1022007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282" name="Isosceles Triangle 1281">
                  <a:extLst>
                    <a:ext uri="{FF2B5EF4-FFF2-40B4-BE49-F238E27FC236}">
                      <a16:creationId xmlns:a16="http://schemas.microsoft.com/office/drawing/2014/main" id="{AF5453F7-326B-457D-BA02-A8D2A0670C68}"/>
                    </a:ext>
                  </a:extLst>
                </p:cNvPr>
                <p:cNvSpPr/>
                <p:nvPr/>
              </p:nvSpPr>
              <p:spPr>
                <a:xfrm>
                  <a:off x="8347575" y="2544892"/>
                  <a:ext cx="1185528" cy="1022007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283" name="Isosceles Triangle 1282">
                  <a:extLst>
                    <a:ext uri="{FF2B5EF4-FFF2-40B4-BE49-F238E27FC236}">
                      <a16:creationId xmlns:a16="http://schemas.microsoft.com/office/drawing/2014/main" id="{2F5D4F7A-094D-435F-BD30-DDD5DBA37A1B}"/>
                    </a:ext>
                  </a:extLst>
                </p:cNvPr>
                <p:cNvSpPr/>
                <p:nvPr/>
              </p:nvSpPr>
              <p:spPr>
                <a:xfrm>
                  <a:off x="9559424" y="2544892"/>
                  <a:ext cx="1185528" cy="1022007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284" name="Isosceles Triangle 1283">
                  <a:extLst>
                    <a:ext uri="{FF2B5EF4-FFF2-40B4-BE49-F238E27FC236}">
                      <a16:creationId xmlns:a16="http://schemas.microsoft.com/office/drawing/2014/main" id="{90A0B9AB-F664-4772-B3E9-AE2BA9177AA9}"/>
                    </a:ext>
                  </a:extLst>
                </p:cNvPr>
                <p:cNvSpPr/>
                <p:nvPr/>
              </p:nvSpPr>
              <p:spPr>
                <a:xfrm rot="10800000">
                  <a:off x="4171900" y="2544892"/>
                  <a:ext cx="1185528" cy="1022007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285" name="Isosceles Triangle 1284">
                  <a:extLst>
                    <a:ext uri="{FF2B5EF4-FFF2-40B4-BE49-F238E27FC236}">
                      <a16:creationId xmlns:a16="http://schemas.microsoft.com/office/drawing/2014/main" id="{94D0F345-33DF-4334-B73E-3DA503698067}"/>
                    </a:ext>
                  </a:extLst>
                </p:cNvPr>
                <p:cNvSpPr/>
                <p:nvPr/>
              </p:nvSpPr>
              <p:spPr>
                <a:xfrm rot="10800000">
                  <a:off x="2986376" y="2544892"/>
                  <a:ext cx="1185528" cy="1022007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286" name="Isosceles Triangle 1285">
                  <a:extLst>
                    <a:ext uri="{FF2B5EF4-FFF2-40B4-BE49-F238E27FC236}">
                      <a16:creationId xmlns:a16="http://schemas.microsoft.com/office/drawing/2014/main" id="{2FB42997-20CC-466B-AE84-D059192BACF0}"/>
                    </a:ext>
                  </a:extLst>
                </p:cNvPr>
                <p:cNvSpPr/>
                <p:nvPr/>
              </p:nvSpPr>
              <p:spPr>
                <a:xfrm rot="10800000">
                  <a:off x="3579140" y="1515686"/>
                  <a:ext cx="1185528" cy="1022007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287" name="Isosceles Triangle 1286">
                  <a:extLst>
                    <a:ext uri="{FF2B5EF4-FFF2-40B4-BE49-F238E27FC236}">
                      <a16:creationId xmlns:a16="http://schemas.microsoft.com/office/drawing/2014/main" id="{CA66DF77-AD57-4FAA-8C6F-FD87073310CD}"/>
                    </a:ext>
                  </a:extLst>
                </p:cNvPr>
                <p:cNvSpPr/>
                <p:nvPr/>
              </p:nvSpPr>
              <p:spPr>
                <a:xfrm>
                  <a:off x="2963820" y="1515686"/>
                  <a:ext cx="1185528" cy="1022007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288" name="Isosceles Triangle 1287">
                  <a:extLst>
                    <a:ext uri="{FF2B5EF4-FFF2-40B4-BE49-F238E27FC236}">
                      <a16:creationId xmlns:a16="http://schemas.microsoft.com/office/drawing/2014/main" id="{45E21D19-646F-412D-8618-DDA8A9DD3C62}"/>
                    </a:ext>
                  </a:extLst>
                </p:cNvPr>
                <p:cNvSpPr/>
                <p:nvPr/>
              </p:nvSpPr>
              <p:spPr>
                <a:xfrm>
                  <a:off x="4149348" y="1515686"/>
                  <a:ext cx="1185528" cy="1022007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289" name="Isosceles Triangle 1288">
                  <a:extLst>
                    <a:ext uri="{FF2B5EF4-FFF2-40B4-BE49-F238E27FC236}">
                      <a16:creationId xmlns:a16="http://schemas.microsoft.com/office/drawing/2014/main" id="{A07DC481-13A7-422C-A791-3EE589AE14C7}"/>
                    </a:ext>
                  </a:extLst>
                </p:cNvPr>
                <p:cNvSpPr/>
                <p:nvPr/>
              </p:nvSpPr>
              <p:spPr>
                <a:xfrm>
                  <a:off x="2371056" y="2544892"/>
                  <a:ext cx="1185528" cy="1022007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290" name="Isosceles Triangle 1289">
                  <a:extLst>
                    <a:ext uri="{FF2B5EF4-FFF2-40B4-BE49-F238E27FC236}">
                      <a16:creationId xmlns:a16="http://schemas.microsoft.com/office/drawing/2014/main" id="{9A9B8486-4F8F-474B-8384-25D664C381A5}"/>
                    </a:ext>
                  </a:extLst>
                </p:cNvPr>
                <p:cNvSpPr/>
                <p:nvPr/>
              </p:nvSpPr>
              <p:spPr>
                <a:xfrm>
                  <a:off x="3556584" y="2544892"/>
                  <a:ext cx="1185528" cy="1022007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291" name="Isosceles Triangle 1290">
                  <a:extLst>
                    <a:ext uri="{FF2B5EF4-FFF2-40B4-BE49-F238E27FC236}">
                      <a16:creationId xmlns:a16="http://schemas.microsoft.com/office/drawing/2014/main" id="{0D61508C-226A-402B-846B-B2F8FBA3A4B9}"/>
                    </a:ext>
                  </a:extLst>
                </p:cNvPr>
                <p:cNvSpPr/>
                <p:nvPr/>
              </p:nvSpPr>
              <p:spPr>
                <a:xfrm>
                  <a:off x="4742112" y="2544892"/>
                  <a:ext cx="1185528" cy="1022007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292" name="Isosceles Triangle 1291">
                  <a:extLst>
                    <a:ext uri="{FF2B5EF4-FFF2-40B4-BE49-F238E27FC236}">
                      <a16:creationId xmlns:a16="http://schemas.microsoft.com/office/drawing/2014/main" id="{F4188721-069A-4460-A59D-12F75E542367}"/>
                    </a:ext>
                  </a:extLst>
                </p:cNvPr>
                <p:cNvSpPr/>
                <p:nvPr/>
              </p:nvSpPr>
              <p:spPr>
                <a:xfrm>
                  <a:off x="10804456" y="2544892"/>
                  <a:ext cx="1185528" cy="1022007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1293" name="Isosceles Triangle 1292">
                  <a:extLst>
                    <a:ext uri="{FF2B5EF4-FFF2-40B4-BE49-F238E27FC236}">
                      <a16:creationId xmlns:a16="http://schemas.microsoft.com/office/drawing/2014/main" id="{04F1EAE3-73AB-4F7A-A8AE-1B54A0A1A016}"/>
                    </a:ext>
                  </a:extLst>
                </p:cNvPr>
                <p:cNvSpPr/>
                <p:nvPr/>
              </p:nvSpPr>
              <p:spPr>
                <a:xfrm rot="10800000">
                  <a:off x="7777367" y="4587700"/>
                  <a:ext cx="1185528" cy="1022007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294" name="Isosceles Triangle 1293">
                  <a:extLst>
                    <a:ext uri="{FF2B5EF4-FFF2-40B4-BE49-F238E27FC236}">
                      <a16:creationId xmlns:a16="http://schemas.microsoft.com/office/drawing/2014/main" id="{F4CB5676-7BC8-4FB5-8258-45438968F304}"/>
                    </a:ext>
                  </a:extLst>
                </p:cNvPr>
                <p:cNvSpPr/>
                <p:nvPr/>
              </p:nvSpPr>
              <p:spPr>
                <a:xfrm rot="10800000">
                  <a:off x="6591839" y="4587701"/>
                  <a:ext cx="1185528" cy="1022007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295" name="Isosceles Triangle 1294">
                  <a:extLst>
                    <a:ext uri="{FF2B5EF4-FFF2-40B4-BE49-F238E27FC236}">
                      <a16:creationId xmlns:a16="http://schemas.microsoft.com/office/drawing/2014/main" id="{647E92F5-6164-4FAF-BB08-997959FB8E17}"/>
                    </a:ext>
                  </a:extLst>
                </p:cNvPr>
                <p:cNvSpPr/>
                <p:nvPr/>
              </p:nvSpPr>
              <p:spPr>
                <a:xfrm rot="10800000">
                  <a:off x="5406310" y="4587700"/>
                  <a:ext cx="1185528" cy="1022007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296" name="Isosceles Triangle 1295">
                  <a:extLst>
                    <a:ext uri="{FF2B5EF4-FFF2-40B4-BE49-F238E27FC236}">
                      <a16:creationId xmlns:a16="http://schemas.microsoft.com/office/drawing/2014/main" id="{4E118D04-A532-437A-BD90-964373A6BBFB}"/>
                    </a:ext>
                  </a:extLst>
                </p:cNvPr>
                <p:cNvSpPr/>
                <p:nvPr/>
              </p:nvSpPr>
              <p:spPr>
                <a:xfrm rot="10800000">
                  <a:off x="10148423" y="4587701"/>
                  <a:ext cx="1185528" cy="1022007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297" name="Isosceles Triangle 1296">
                  <a:extLst>
                    <a:ext uri="{FF2B5EF4-FFF2-40B4-BE49-F238E27FC236}">
                      <a16:creationId xmlns:a16="http://schemas.microsoft.com/office/drawing/2014/main" id="{CF253D2B-1958-4A52-B361-BE6FBB651E55}"/>
                    </a:ext>
                  </a:extLst>
                </p:cNvPr>
                <p:cNvSpPr/>
                <p:nvPr/>
              </p:nvSpPr>
              <p:spPr>
                <a:xfrm rot="10800000">
                  <a:off x="8962895" y="4587701"/>
                  <a:ext cx="1185528" cy="1022007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298" name="Isosceles Triangle 1297">
                  <a:extLst>
                    <a:ext uri="{FF2B5EF4-FFF2-40B4-BE49-F238E27FC236}">
                      <a16:creationId xmlns:a16="http://schemas.microsoft.com/office/drawing/2014/main" id="{94A77C01-E980-43C0-8A2C-0FFA1432691F}"/>
                    </a:ext>
                  </a:extLst>
                </p:cNvPr>
                <p:cNvSpPr/>
                <p:nvPr/>
              </p:nvSpPr>
              <p:spPr>
                <a:xfrm rot="10800000">
                  <a:off x="8370131" y="3558494"/>
                  <a:ext cx="1185528" cy="1022007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299" name="Isosceles Triangle 1298">
                  <a:extLst>
                    <a:ext uri="{FF2B5EF4-FFF2-40B4-BE49-F238E27FC236}">
                      <a16:creationId xmlns:a16="http://schemas.microsoft.com/office/drawing/2014/main" id="{AD459833-0840-404F-9BAA-41C3B08EC8EF}"/>
                    </a:ext>
                  </a:extLst>
                </p:cNvPr>
                <p:cNvSpPr/>
                <p:nvPr/>
              </p:nvSpPr>
              <p:spPr>
                <a:xfrm rot="10800000">
                  <a:off x="7184603" y="3558494"/>
                  <a:ext cx="1185528" cy="1022007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300" name="Isosceles Triangle 1299">
                  <a:extLst>
                    <a:ext uri="{FF2B5EF4-FFF2-40B4-BE49-F238E27FC236}">
                      <a16:creationId xmlns:a16="http://schemas.microsoft.com/office/drawing/2014/main" id="{2BD00B0A-2FA5-4A17-8263-6E71D617328D}"/>
                    </a:ext>
                  </a:extLst>
                </p:cNvPr>
                <p:cNvSpPr/>
                <p:nvPr/>
              </p:nvSpPr>
              <p:spPr>
                <a:xfrm rot="10800000">
                  <a:off x="5999075" y="3558495"/>
                  <a:ext cx="1185528" cy="1022007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301" name="Isosceles Triangle 1300">
                  <a:extLst>
                    <a:ext uri="{FF2B5EF4-FFF2-40B4-BE49-F238E27FC236}">
                      <a16:creationId xmlns:a16="http://schemas.microsoft.com/office/drawing/2014/main" id="{A1E10874-BD28-4F1A-9024-2F86D0B00812}"/>
                    </a:ext>
                  </a:extLst>
                </p:cNvPr>
                <p:cNvSpPr/>
                <p:nvPr/>
              </p:nvSpPr>
              <p:spPr>
                <a:xfrm rot="10800000">
                  <a:off x="10741187" y="3558494"/>
                  <a:ext cx="1185528" cy="1022007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302" name="Isosceles Triangle 1301">
                  <a:extLst>
                    <a:ext uri="{FF2B5EF4-FFF2-40B4-BE49-F238E27FC236}">
                      <a16:creationId xmlns:a16="http://schemas.microsoft.com/office/drawing/2014/main" id="{66BB657F-3942-4F0A-A5EF-69DA2AD8694A}"/>
                    </a:ext>
                  </a:extLst>
                </p:cNvPr>
                <p:cNvSpPr/>
                <p:nvPr/>
              </p:nvSpPr>
              <p:spPr>
                <a:xfrm rot="10800000">
                  <a:off x="9555659" y="3558494"/>
                  <a:ext cx="1185528" cy="1022007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303" name="Isosceles Triangle 1302">
                  <a:extLst>
                    <a:ext uri="{FF2B5EF4-FFF2-40B4-BE49-F238E27FC236}">
                      <a16:creationId xmlns:a16="http://schemas.microsoft.com/office/drawing/2014/main" id="{7A84BB64-401C-4B3A-B223-52313FC33B72}"/>
                    </a:ext>
                  </a:extLst>
                </p:cNvPr>
                <p:cNvSpPr/>
                <p:nvPr/>
              </p:nvSpPr>
              <p:spPr>
                <a:xfrm rot="10800000">
                  <a:off x="4787226" y="3558494"/>
                  <a:ext cx="1185528" cy="1022007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304" name="Isosceles Triangle 1303">
                  <a:extLst>
                    <a:ext uri="{FF2B5EF4-FFF2-40B4-BE49-F238E27FC236}">
                      <a16:creationId xmlns:a16="http://schemas.microsoft.com/office/drawing/2014/main" id="{8E391B82-51AD-4DC9-B1DC-11F04F1484A4}"/>
                    </a:ext>
                  </a:extLst>
                </p:cNvPr>
                <p:cNvSpPr/>
                <p:nvPr/>
              </p:nvSpPr>
              <p:spPr>
                <a:xfrm>
                  <a:off x="6591841" y="3558494"/>
                  <a:ext cx="1185528" cy="1022007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305" name="Isosceles Triangle 1304">
                  <a:extLst>
                    <a:ext uri="{FF2B5EF4-FFF2-40B4-BE49-F238E27FC236}">
                      <a16:creationId xmlns:a16="http://schemas.microsoft.com/office/drawing/2014/main" id="{F8909A02-8D9F-4874-B076-8F6C49701A6F}"/>
                    </a:ext>
                  </a:extLst>
                </p:cNvPr>
                <p:cNvSpPr/>
                <p:nvPr/>
              </p:nvSpPr>
              <p:spPr>
                <a:xfrm>
                  <a:off x="7777367" y="3558494"/>
                  <a:ext cx="1185528" cy="1022007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306" name="Isosceles Triangle 1305">
                  <a:extLst>
                    <a:ext uri="{FF2B5EF4-FFF2-40B4-BE49-F238E27FC236}">
                      <a16:creationId xmlns:a16="http://schemas.microsoft.com/office/drawing/2014/main" id="{D092F108-A2D6-45C6-813F-3FF55D2BD90F}"/>
                    </a:ext>
                  </a:extLst>
                </p:cNvPr>
                <p:cNvSpPr/>
                <p:nvPr/>
              </p:nvSpPr>
              <p:spPr>
                <a:xfrm>
                  <a:off x="8962896" y="3558494"/>
                  <a:ext cx="1185528" cy="1022007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307" name="Isosceles Triangle 1306">
                  <a:extLst>
                    <a:ext uri="{FF2B5EF4-FFF2-40B4-BE49-F238E27FC236}">
                      <a16:creationId xmlns:a16="http://schemas.microsoft.com/office/drawing/2014/main" id="{81177367-B4A3-41FB-87D9-925E71C269BE}"/>
                    </a:ext>
                  </a:extLst>
                </p:cNvPr>
                <p:cNvSpPr/>
                <p:nvPr/>
              </p:nvSpPr>
              <p:spPr>
                <a:xfrm>
                  <a:off x="5406312" y="3558494"/>
                  <a:ext cx="1185528" cy="1022007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308" name="Isosceles Triangle 1307">
                  <a:extLst>
                    <a:ext uri="{FF2B5EF4-FFF2-40B4-BE49-F238E27FC236}">
                      <a16:creationId xmlns:a16="http://schemas.microsoft.com/office/drawing/2014/main" id="{97B921B9-974B-4E6A-A55B-EF4D4778F26B}"/>
                    </a:ext>
                  </a:extLst>
                </p:cNvPr>
                <p:cNvSpPr/>
                <p:nvPr/>
              </p:nvSpPr>
              <p:spPr>
                <a:xfrm>
                  <a:off x="10174745" y="3558494"/>
                  <a:ext cx="1185528" cy="1022007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309" name="Isosceles Triangle 1308">
                  <a:extLst>
                    <a:ext uri="{FF2B5EF4-FFF2-40B4-BE49-F238E27FC236}">
                      <a16:creationId xmlns:a16="http://schemas.microsoft.com/office/drawing/2014/main" id="{7D056165-8ADD-46DA-B4AD-29581D2E8EC2}"/>
                    </a:ext>
                  </a:extLst>
                </p:cNvPr>
                <p:cNvSpPr/>
                <p:nvPr/>
              </p:nvSpPr>
              <p:spPr>
                <a:xfrm>
                  <a:off x="5976520" y="4587700"/>
                  <a:ext cx="1185528" cy="1022007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310" name="Isosceles Triangle 1309">
                  <a:extLst>
                    <a:ext uri="{FF2B5EF4-FFF2-40B4-BE49-F238E27FC236}">
                      <a16:creationId xmlns:a16="http://schemas.microsoft.com/office/drawing/2014/main" id="{12861C46-E043-4A96-B279-D453152CD139}"/>
                    </a:ext>
                  </a:extLst>
                </p:cNvPr>
                <p:cNvSpPr/>
                <p:nvPr/>
              </p:nvSpPr>
              <p:spPr>
                <a:xfrm>
                  <a:off x="7162047" y="4587700"/>
                  <a:ext cx="1185528" cy="1022007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311" name="Isosceles Triangle 1310">
                  <a:extLst>
                    <a:ext uri="{FF2B5EF4-FFF2-40B4-BE49-F238E27FC236}">
                      <a16:creationId xmlns:a16="http://schemas.microsoft.com/office/drawing/2014/main" id="{E2D90266-A9E7-4443-A1EE-E8FEE20540C5}"/>
                    </a:ext>
                  </a:extLst>
                </p:cNvPr>
                <p:cNvSpPr/>
                <p:nvPr/>
              </p:nvSpPr>
              <p:spPr>
                <a:xfrm>
                  <a:off x="8347575" y="4587700"/>
                  <a:ext cx="1185528" cy="1022007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312" name="Isosceles Triangle 1311">
                  <a:extLst>
                    <a:ext uri="{FF2B5EF4-FFF2-40B4-BE49-F238E27FC236}">
                      <a16:creationId xmlns:a16="http://schemas.microsoft.com/office/drawing/2014/main" id="{E487F66F-AFA1-434A-97E0-CF436CEF9E6A}"/>
                    </a:ext>
                  </a:extLst>
                </p:cNvPr>
                <p:cNvSpPr/>
                <p:nvPr/>
              </p:nvSpPr>
              <p:spPr>
                <a:xfrm>
                  <a:off x="9559424" y="4587700"/>
                  <a:ext cx="1185528" cy="1022007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313" name="Isosceles Triangle 1312">
                  <a:extLst>
                    <a:ext uri="{FF2B5EF4-FFF2-40B4-BE49-F238E27FC236}">
                      <a16:creationId xmlns:a16="http://schemas.microsoft.com/office/drawing/2014/main" id="{D3A896A2-3B7C-458C-947F-BC0C54FCEFA6}"/>
                    </a:ext>
                  </a:extLst>
                </p:cNvPr>
                <p:cNvSpPr/>
                <p:nvPr/>
              </p:nvSpPr>
              <p:spPr>
                <a:xfrm rot="10800000">
                  <a:off x="4171900" y="4587700"/>
                  <a:ext cx="1185528" cy="1022007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314" name="Isosceles Triangle 1313">
                  <a:extLst>
                    <a:ext uri="{FF2B5EF4-FFF2-40B4-BE49-F238E27FC236}">
                      <a16:creationId xmlns:a16="http://schemas.microsoft.com/office/drawing/2014/main" id="{3CD4BEE2-D985-4215-B1E8-B82E0F326B1E}"/>
                    </a:ext>
                  </a:extLst>
                </p:cNvPr>
                <p:cNvSpPr/>
                <p:nvPr/>
              </p:nvSpPr>
              <p:spPr>
                <a:xfrm rot="10800000">
                  <a:off x="2986376" y="4587700"/>
                  <a:ext cx="1185528" cy="1022007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315" name="Isosceles Triangle 1314">
                  <a:extLst>
                    <a:ext uri="{FF2B5EF4-FFF2-40B4-BE49-F238E27FC236}">
                      <a16:creationId xmlns:a16="http://schemas.microsoft.com/office/drawing/2014/main" id="{1FB0AF47-57BE-459F-884F-C425C2F6256C}"/>
                    </a:ext>
                  </a:extLst>
                </p:cNvPr>
                <p:cNvSpPr/>
                <p:nvPr/>
              </p:nvSpPr>
              <p:spPr>
                <a:xfrm rot="10800000">
                  <a:off x="3579140" y="3558494"/>
                  <a:ext cx="1185528" cy="1022007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316" name="Isosceles Triangle 1315">
                  <a:extLst>
                    <a:ext uri="{FF2B5EF4-FFF2-40B4-BE49-F238E27FC236}">
                      <a16:creationId xmlns:a16="http://schemas.microsoft.com/office/drawing/2014/main" id="{1184E836-B3E3-49B5-A9EB-E1321E4E333B}"/>
                    </a:ext>
                  </a:extLst>
                </p:cNvPr>
                <p:cNvSpPr/>
                <p:nvPr/>
              </p:nvSpPr>
              <p:spPr>
                <a:xfrm rot="10800000">
                  <a:off x="2393613" y="3558495"/>
                  <a:ext cx="1185528" cy="1022007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317" name="Isosceles Triangle 1316">
                  <a:extLst>
                    <a:ext uri="{FF2B5EF4-FFF2-40B4-BE49-F238E27FC236}">
                      <a16:creationId xmlns:a16="http://schemas.microsoft.com/office/drawing/2014/main" id="{D4AA9E17-D41C-49F2-A21F-94E9373E78DC}"/>
                    </a:ext>
                  </a:extLst>
                </p:cNvPr>
                <p:cNvSpPr/>
                <p:nvPr/>
              </p:nvSpPr>
              <p:spPr>
                <a:xfrm>
                  <a:off x="2963820" y="3558494"/>
                  <a:ext cx="1185528" cy="1022007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318" name="Isosceles Triangle 1317">
                  <a:extLst>
                    <a:ext uri="{FF2B5EF4-FFF2-40B4-BE49-F238E27FC236}">
                      <a16:creationId xmlns:a16="http://schemas.microsoft.com/office/drawing/2014/main" id="{946F9F19-B77D-41AC-ADC3-6554734D0D92}"/>
                    </a:ext>
                  </a:extLst>
                </p:cNvPr>
                <p:cNvSpPr/>
                <p:nvPr/>
              </p:nvSpPr>
              <p:spPr>
                <a:xfrm>
                  <a:off x="4149348" y="3558494"/>
                  <a:ext cx="1185528" cy="1022007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319" name="Isosceles Triangle 1318">
                  <a:extLst>
                    <a:ext uri="{FF2B5EF4-FFF2-40B4-BE49-F238E27FC236}">
                      <a16:creationId xmlns:a16="http://schemas.microsoft.com/office/drawing/2014/main" id="{FB09BB20-F17F-4598-8F93-C45EB7C8624F}"/>
                    </a:ext>
                  </a:extLst>
                </p:cNvPr>
                <p:cNvSpPr/>
                <p:nvPr/>
              </p:nvSpPr>
              <p:spPr>
                <a:xfrm>
                  <a:off x="3556584" y="4587700"/>
                  <a:ext cx="1185528" cy="1022007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320" name="Isosceles Triangle 1319">
                  <a:extLst>
                    <a:ext uri="{FF2B5EF4-FFF2-40B4-BE49-F238E27FC236}">
                      <a16:creationId xmlns:a16="http://schemas.microsoft.com/office/drawing/2014/main" id="{309DC244-0F27-4DFE-BC59-F46DB7315B7E}"/>
                    </a:ext>
                  </a:extLst>
                </p:cNvPr>
                <p:cNvSpPr/>
                <p:nvPr/>
              </p:nvSpPr>
              <p:spPr>
                <a:xfrm>
                  <a:off x="4742112" y="4587700"/>
                  <a:ext cx="1185528" cy="1022007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321" name="Isosceles Triangle 1320">
                  <a:extLst>
                    <a:ext uri="{FF2B5EF4-FFF2-40B4-BE49-F238E27FC236}">
                      <a16:creationId xmlns:a16="http://schemas.microsoft.com/office/drawing/2014/main" id="{7060C3A9-5585-473F-8E70-05C01FCFC86B}"/>
                    </a:ext>
                  </a:extLst>
                </p:cNvPr>
                <p:cNvSpPr/>
                <p:nvPr/>
              </p:nvSpPr>
              <p:spPr>
                <a:xfrm rot="10800000">
                  <a:off x="7777367" y="6630509"/>
                  <a:ext cx="1185528" cy="1022007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322" name="Isosceles Triangle 1321">
                  <a:extLst>
                    <a:ext uri="{FF2B5EF4-FFF2-40B4-BE49-F238E27FC236}">
                      <a16:creationId xmlns:a16="http://schemas.microsoft.com/office/drawing/2014/main" id="{5D6D6B11-6345-4DF9-A8C6-9B756EFE3DD5}"/>
                    </a:ext>
                  </a:extLst>
                </p:cNvPr>
                <p:cNvSpPr/>
                <p:nvPr/>
              </p:nvSpPr>
              <p:spPr>
                <a:xfrm rot="10800000">
                  <a:off x="6591839" y="6630510"/>
                  <a:ext cx="1185528" cy="1022007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323" name="Isosceles Triangle 1322">
                  <a:extLst>
                    <a:ext uri="{FF2B5EF4-FFF2-40B4-BE49-F238E27FC236}">
                      <a16:creationId xmlns:a16="http://schemas.microsoft.com/office/drawing/2014/main" id="{C8ED929F-89E0-4B94-8E0D-3AAF2DC82019}"/>
                    </a:ext>
                  </a:extLst>
                </p:cNvPr>
                <p:cNvSpPr/>
                <p:nvPr/>
              </p:nvSpPr>
              <p:spPr>
                <a:xfrm rot="10800000">
                  <a:off x="5406310" y="6630509"/>
                  <a:ext cx="1185528" cy="1022007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324" name="Isosceles Triangle 1323">
                  <a:extLst>
                    <a:ext uri="{FF2B5EF4-FFF2-40B4-BE49-F238E27FC236}">
                      <a16:creationId xmlns:a16="http://schemas.microsoft.com/office/drawing/2014/main" id="{E5037901-9483-482D-9486-1A5A8FB7DBAB}"/>
                    </a:ext>
                  </a:extLst>
                </p:cNvPr>
                <p:cNvSpPr/>
                <p:nvPr/>
              </p:nvSpPr>
              <p:spPr>
                <a:xfrm rot="10800000">
                  <a:off x="8962895" y="6630510"/>
                  <a:ext cx="1185528" cy="1022007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325" name="Isosceles Triangle 1324">
                  <a:extLst>
                    <a:ext uri="{FF2B5EF4-FFF2-40B4-BE49-F238E27FC236}">
                      <a16:creationId xmlns:a16="http://schemas.microsoft.com/office/drawing/2014/main" id="{D2A78321-02E3-4EF4-BC4D-E3731CC7F9AF}"/>
                    </a:ext>
                  </a:extLst>
                </p:cNvPr>
                <p:cNvSpPr/>
                <p:nvPr/>
              </p:nvSpPr>
              <p:spPr>
                <a:xfrm rot="10800000">
                  <a:off x="8370131" y="5601303"/>
                  <a:ext cx="1185528" cy="1022007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326" name="Isosceles Triangle 1325">
                  <a:extLst>
                    <a:ext uri="{FF2B5EF4-FFF2-40B4-BE49-F238E27FC236}">
                      <a16:creationId xmlns:a16="http://schemas.microsoft.com/office/drawing/2014/main" id="{35AA7D12-EF36-4F02-8616-9D01D79977FD}"/>
                    </a:ext>
                  </a:extLst>
                </p:cNvPr>
                <p:cNvSpPr/>
                <p:nvPr/>
              </p:nvSpPr>
              <p:spPr>
                <a:xfrm rot="10800000">
                  <a:off x="7184603" y="5601303"/>
                  <a:ext cx="1185528" cy="1022007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327" name="Isosceles Triangle 1326">
                  <a:extLst>
                    <a:ext uri="{FF2B5EF4-FFF2-40B4-BE49-F238E27FC236}">
                      <a16:creationId xmlns:a16="http://schemas.microsoft.com/office/drawing/2014/main" id="{4F9E2CC3-02CD-4F9D-89D0-E042ED0756EA}"/>
                    </a:ext>
                  </a:extLst>
                </p:cNvPr>
                <p:cNvSpPr/>
                <p:nvPr/>
              </p:nvSpPr>
              <p:spPr>
                <a:xfrm rot="10800000">
                  <a:off x="5999075" y="5601304"/>
                  <a:ext cx="1185528" cy="1022007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328" name="Isosceles Triangle 1327">
                  <a:extLst>
                    <a:ext uri="{FF2B5EF4-FFF2-40B4-BE49-F238E27FC236}">
                      <a16:creationId xmlns:a16="http://schemas.microsoft.com/office/drawing/2014/main" id="{B55F6C55-C879-4F5D-9ED0-C8E9FAFB9444}"/>
                    </a:ext>
                  </a:extLst>
                </p:cNvPr>
                <p:cNvSpPr/>
                <p:nvPr/>
              </p:nvSpPr>
              <p:spPr>
                <a:xfrm rot="10800000">
                  <a:off x="9555659" y="5601303"/>
                  <a:ext cx="1185528" cy="1022007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329" name="Isosceles Triangle 1328">
                  <a:extLst>
                    <a:ext uri="{FF2B5EF4-FFF2-40B4-BE49-F238E27FC236}">
                      <a16:creationId xmlns:a16="http://schemas.microsoft.com/office/drawing/2014/main" id="{11ABA780-473F-4370-A943-B47281B94FFD}"/>
                    </a:ext>
                  </a:extLst>
                </p:cNvPr>
                <p:cNvSpPr/>
                <p:nvPr/>
              </p:nvSpPr>
              <p:spPr>
                <a:xfrm rot="10800000">
                  <a:off x="4787226" y="5601303"/>
                  <a:ext cx="1185528" cy="1022007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330" name="Isosceles Triangle 1329">
                  <a:extLst>
                    <a:ext uri="{FF2B5EF4-FFF2-40B4-BE49-F238E27FC236}">
                      <a16:creationId xmlns:a16="http://schemas.microsoft.com/office/drawing/2014/main" id="{8C7FD530-CED2-4DF9-80A3-D763275D5C9C}"/>
                    </a:ext>
                  </a:extLst>
                </p:cNvPr>
                <p:cNvSpPr/>
                <p:nvPr/>
              </p:nvSpPr>
              <p:spPr>
                <a:xfrm>
                  <a:off x="6591841" y="5601303"/>
                  <a:ext cx="1185528" cy="1022007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331" name="Isosceles Triangle 1330">
                  <a:extLst>
                    <a:ext uri="{FF2B5EF4-FFF2-40B4-BE49-F238E27FC236}">
                      <a16:creationId xmlns:a16="http://schemas.microsoft.com/office/drawing/2014/main" id="{5B3D1B12-8C4C-4F8F-A521-51B2B9343EF8}"/>
                    </a:ext>
                  </a:extLst>
                </p:cNvPr>
                <p:cNvSpPr/>
                <p:nvPr/>
              </p:nvSpPr>
              <p:spPr>
                <a:xfrm>
                  <a:off x="7777367" y="5601303"/>
                  <a:ext cx="1185528" cy="1022007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332" name="Isosceles Triangle 1331">
                  <a:extLst>
                    <a:ext uri="{FF2B5EF4-FFF2-40B4-BE49-F238E27FC236}">
                      <a16:creationId xmlns:a16="http://schemas.microsoft.com/office/drawing/2014/main" id="{2534CC94-1E35-4729-9E5C-DB6E1A9BAFBE}"/>
                    </a:ext>
                  </a:extLst>
                </p:cNvPr>
                <p:cNvSpPr/>
                <p:nvPr/>
              </p:nvSpPr>
              <p:spPr>
                <a:xfrm>
                  <a:off x="8962896" y="5601303"/>
                  <a:ext cx="1185528" cy="1022007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333" name="Isosceles Triangle 1332">
                  <a:extLst>
                    <a:ext uri="{FF2B5EF4-FFF2-40B4-BE49-F238E27FC236}">
                      <a16:creationId xmlns:a16="http://schemas.microsoft.com/office/drawing/2014/main" id="{EAFDD6A7-FFF1-4530-8D77-8A89CB8FB3DB}"/>
                    </a:ext>
                  </a:extLst>
                </p:cNvPr>
                <p:cNvSpPr/>
                <p:nvPr/>
              </p:nvSpPr>
              <p:spPr>
                <a:xfrm>
                  <a:off x="5406312" y="5601303"/>
                  <a:ext cx="1185528" cy="1022007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334" name="Isosceles Triangle 1333">
                  <a:extLst>
                    <a:ext uri="{FF2B5EF4-FFF2-40B4-BE49-F238E27FC236}">
                      <a16:creationId xmlns:a16="http://schemas.microsoft.com/office/drawing/2014/main" id="{ADA89402-73E9-4547-8FA3-3AADA0322E86}"/>
                    </a:ext>
                  </a:extLst>
                </p:cNvPr>
                <p:cNvSpPr/>
                <p:nvPr/>
              </p:nvSpPr>
              <p:spPr>
                <a:xfrm>
                  <a:off x="5976520" y="6630509"/>
                  <a:ext cx="1185528" cy="1022007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335" name="Isosceles Triangle 1334">
                  <a:extLst>
                    <a:ext uri="{FF2B5EF4-FFF2-40B4-BE49-F238E27FC236}">
                      <a16:creationId xmlns:a16="http://schemas.microsoft.com/office/drawing/2014/main" id="{C3C7216C-DB38-498F-8B33-18D6DC1F9C6C}"/>
                    </a:ext>
                  </a:extLst>
                </p:cNvPr>
                <p:cNvSpPr/>
                <p:nvPr/>
              </p:nvSpPr>
              <p:spPr>
                <a:xfrm>
                  <a:off x="7162047" y="6630509"/>
                  <a:ext cx="1185528" cy="1022007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336" name="Isosceles Triangle 1335">
                  <a:extLst>
                    <a:ext uri="{FF2B5EF4-FFF2-40B4-BE49-F238E27FC236}">
                      <a16:creationId xmlns:a16="http://schemas.microsoft.com/office/drawing/2014/main" id="{72552FF9-0D84-4C75-86D7-BB68913936C8}"/>
                    </a:ext>
                  </a:extLst>
                </p:cNvPr>
                <p:cNvSpPr/>
                <p:nvPr/>
              </p:nvSpPr>
              <p:spPr>
                <a:xfrm>
                  <a:off x="8347575" y="6630509"/>
                  <a:ext cx="1185528" cy="1022007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337" name="Isosceles Triangle 1336">
                  <a:extLst>
                    <a:ext uri="{FF2B5EF4-FFF2-40B4-BE49-F238E27FC236}">
                      <a16:creationId xmlns:a16="http://schemas.microsoft.com/office/drawing/2014/main" id="{96476EA5-25A0-4C73-A5B1-DCC6632C543D}"/>
                    </a:ext>
                  </a:extLst>
                </p:cNvPr>
                <p:cNvSpPr/>
                <p:nvPr/>
              </p:nvSpPr>
              <p:spPr>
                <a:xfrm rot="10800000">
                  <a:off x="4171900" y="6630509"/>
                  <a:ext cx="1185528" cy="1022007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338" name="Isosceles Triangle 1337">
                  <a:extLst>
                    <a:ext uri="{FF2B5EF4-FFF2-40B4-BE49-F238E27FC236}">
                      <a16:creationId xmlns:a16="http://schemas.microsoft.com/office/drawing/2014/main" id="{573AFBB7-CB25-4671-9C41-58E8A34D2F15}"/>
                    </a:ext>
                  </a:extLst>
                </p:cNvPr>
                <p:cNvSpPr/>
                <p:nvPr/>
              </p:nvSpPr>
              <p:spPr>
                <a:xfrm rot="10800000">
                  <a:off x="3579140" y="5601303"/>
                  <a:ext cx="1185528" cy="1022007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339" name="Isosceles Triangle 1338">
                  <a:extLst>
                    <a:ext uri="{FF2B5EF4-FFF2-40B4-BE49-F238E27FC236}">
                      <a16:creationId xmlns:a16="http://schemas.microsoft.com/office/drawing/2014/main" id="{3D5C8D94-1763-44C5-A049-E20D1AF4C6D6}"/>
                    </a:ext>
                  </a:extLst>
                </p:cNvPr>
                <p:cNvSpPr/>
                <p:nvPr/>
              </p:nvSpPr>
              <p:spPr>
                <a:xfrm>
                  <a:off x="4149348" y="5601303"/>
                  <a:ext cx="1185528" cy="1022007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340" name="Isosceles Triangle 1339">
                  <a:extLst>
                    <a:ext uri="{FF2B5EF4-FFF2-40B4-BE49-F238E27FC236}">
                      <a16:creationId xmlns:a16="http://schemas.microsoft.com/office/drawing/2014/main" id="{E38327FE-F5C4-4416-950D-2F1EE5866230}"/>
                    </a:ext>
                  </a:extLst>
                </p:cNvPr>
                <p:cNvSpPr/>
                <p:nvPr/>
              </p:nvSpPr>
              <p:spPr>
                <a:xfrm>
                  <a:off x="4742112" y="6630509"/>
                  <a:ext cx="1185528" cy="1022007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cxnSp>
              <p:nvCxnSpPr>
                <p:cNvPr id="1341" name="Straight Connector 1340">
                  <a:extLst>
                    <a:ext uri="{FF2B5EF4-FFF2-40B4-BE49-F238E27FC236}">
                      <a16:creationId xmlns:a16="http://schemas.microsoft.com/office/drawing/2014/main" id="{D892DEEA-AFC2-4672-A569-46259771BAB2}"/>
                    </a:ext>
                  </a:extLst>
                </p:cNvPr>
                <p:cNvCxnSpPr>
                  <a:cxnSpLocks/>
                  <a:endCxn id="1289" idx="2"/>
                </p:cNvCxnSpPr>
                <p:nvPr/>
              </p:nvCxnSpPr>
              <p:spPr>
                <a:xfrm flipH="1">
                  <a:off x="2371056" y="-566033"/>
                  <a:ext cx="2416170" cy="4132932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42" name="Straight Connector 1341">
                  <a:extLst>
                    <a:ext uri="{FF2B5EF4-FFF2-40B4-BE49-F238E27FC236}">
                      <a16:creationId xmlns:a16="http://schemas.microsoft.com/office/drawing/2014/main" id="{48F0F418-C17D-474E-AB51-4F9DE381297A}"/>
                    </a:ext>
                  </a:extLst>
                </p:cNvPr>
                <p:cNvCxnSpPr>
                  <a:cxnSpLocks/>
                  <a:stCxn id="1316" idx="4"/>
                  <a:endCxn id="1340" idx="2"/>
                </p:cNvCxnSpPr>
                <p:nvPr/>
              </p:nvCxnSpPr>
              <p:spPr>
                <a:xfrm>
                  <a:off x="2393613" y="3558495"/>
                  <a:ext cx="2348499" cy="4094021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43" name="Straight Connector 1342">
                  <a:extLst>
                    <a:ext uri="{FF2B5EF4-FFF2-40B4-BE49-F238E27FC236}">
                      <a16:creationId xmlns:a16="http://schemas.microsoft.com/office/drawing/2014/main" id="{2E55270E-7907-440B-A574-AC87835F8879}"/>
                    </a:ext>
                  </a:extLst>
                </p:cNvPr>
                <p:cNvCxnSpPr>
                  <a:cxnSpLocks/>
                  <a:endCxn id="1340" idx="2"/>
                </p:cNvCxnSpPr>
                <p:nvPr/>
              </p:nvCxnSpPr>
              <p:spPr>
                <a:xfrm flipH="1">
                  <a:off x="4742112" y="7636912"/>
                  <a:ext cx="4750277" cy="15604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44" name="Straight Connector 1343">
                  <a:extLst>
                    <a:ext uri="{FF2B5EF4-FFF2-40B4-BE49-F238E27FC236}">
                      <a16:creationId xmlns:a16="http://schemas.microsoft.com/office/drawing/2014/main" id="{4598BD39-40D7-45BD-8FA4-1299CFF354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559424" y="3558494"/>
                  <a:ext cx="2430560" cy="4094022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45" name="Straight Connector 1344">
                  <a:extLst>
                    <a:ext uri="{FF2B5EF4-FFF2-40B4-BE49-F238E27FC236}">
                      <a16:creationId xmlns:a16="http://schemas.microsoft.com/office/drawing/2014/main" id="{BC30B641-D527-4523-B630-B4147C65305E}"/>
                    </a:ext>
                  </a:extLst>
                </p:cNvPr>
                <p:cNvCxnSpPr>
                  <a:cxnSpLocks/>
                  <a:endCxn id="1253" idx="0"/>
                </p:cNvCxnSpPr>
                <p:nvPr/>
              </p:nvCxnSpPr>
              <p:spPr>
                <a:xfrm flipH="1" flipV="1">
                  <a:off x="9555660" y="-566033"/>
                  <a:ext cx="2430558" cy="4132934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3C99A705-DF75-45BE-8194-0297E4777C6D}"/>
                  </a:ext>
                </a:extLst>
              </p:cNvPr>
              <p:cNvGrpSpPr/>
              <p:nvPr/>
            </p:nvGrpSpPr>
            <p:grpSpPr>
              <a:xfrm>
                <a:off x="1748486" y="-680275"/>
                <a:ext cx="9618928" cy="8218550"/>
                <a:chOff x="2371056" y="-566033"/>
                <a:chExt cx="9618928" cy="8218550"/>
              </a:xfrm>
              <a:noFill/>
            </p:grpSpPr>
            <p:sp>
              <p:nvSpPr>
                <p:cNvPr id="204" name="Isosceles Triangle 203">
                  <a:extLst>
                    <a:ext uri="{FF2B5EF4-FFF2-40B4-BE49-F238E27FC236}">
                      <a16:creationId xmlns:a16="http://schemas.microsoft.com/office/drawing/2014/main" id="{CDF9E14B-2703-4394-BA59-CE3F3F921A9A}"/>
                    </a:ext>
                  </a:extLst>
                </p:cNvPr>
                <p:cNvSpPr/>
                <p:nvPr/>
              </p:nvSpPr>
              <p:spPr>
                <a:xfrm rot="10800000">
                  <a:off x="7777367" y="463173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07" name="Isosceles Triangle 206">
                  <a:extLst>
                    <a:ext uri="{FF2B5EF4-FFF2-40B4-BE49-F238E27FC236}">
                      <a16:creationId xmlns:a16="http://schemas.microsoft.com/office/drawing/2014/main" id="{FC9868D8-F7DB-46EF-B041-39C8E1341CD6}"/>
                    </a:ext>
                  </a:extLst>
                </p:cNvPr>
                <p:cNvSpPr/>
                <p:nvPr/>
              </p:nvSpPr>
              <p:spPr>
                <a:xfrm rot="10800000">
                  <a:off x="6591839" y="463174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08" name="Isosceles Triangle 207">
                  <a:extLst>
                    <a:ext uri="{FF2B5EF4-FFF2-40B4-BE49-F238E27FC236}">
                      <a16:creationId xmlns:a16="http://schemas.microsoft.com/office/drawing/2014/main" id="{4FE67E4B-3A7F-46F7-BF0E-6EE80701A028}"/>
                    </a:ext>
                  </a:extLst>
                </p:cNvPr>
                <p:cNvSpPr/>
                <p:nvPr/>
              </p:nvSpPr>
              <p:spPr>
                <a:xfrm rot="10800000">
                  <a:off x="5406310" y="463173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12" name="Isosceles Triangle 211">
                  <a:extLst>
                    <a:ext uri="{FF2B5EF4-FFF2-40B4-BE49-F238E27FC236}">
                      <a16:creationId xmlns:a16="http://schemas.microsoft.com/office/drawing/2014/main" id="{B02C8647-FCD7-4DC6-9F09-23E1F893FAF4}"/>
                    </a:ext>
                  </a:extLst>
                </p:cNvPr>
                <p:cNvSpPr/>
                <p:nvPr/>
              </p:nvSpPr>
              <p:spPr>
                <a:xfrm rot="10800000">
                  <a:off x="8962895" y="463174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13" name="Isosceles Triangle 212">
                  <a:extLst>
                    <a:ext uri="{FF2B5EF4-FFF2-40B4-BE49-F238E27FC236}">
                      <a16:creationId xmlns:a16="http://schemas.microsoft.com/office/drawing/2014/main" id="{01A76BE7-CC53-4736-98BD-A74C5DA14DB1}"/>
                    </a:ext>
                  </a:extLst>
                </p:cNvPr>
                <p:cNvSpPr/>
                <p:nvPr/>
              </p:nvSpPr>
              <p:spPr>
                <a:xfrm rot="10800000">
                  <a:off x="8370131" y="-566033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14" name="Isosceles Triangle 213">
                  <a:extLst>
                    <a:ext uri="{FF2B5EF4-FFF2-40B4-BE49-F238E27FC236}">
                      <a16:creationId xmlns:a16="http://schemas.microsoft.com/office/drawing/2014/main" id="{5D55DC24-7114-41C4-B7A0-EC93C1522237}"/>
                    </a:ext>
                  </a:extLst>
                </p:cNvPr>
                <p:cNvSpPr/>
                <p:nvPr/>
              </p:nvSpPr>
              <p:spPr>
                <a:xfrm rot="10800000">
                  <a:off x="7184603" y="-566033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15" name="Isosceles Triangle 214">
                  <a:extLst>
                    <a:ext uri="{FF2B5EF4-FFF2-40B4-BE49-F238E27FC236}">
                      <a16:creationId xmlns:a16="http://schemas.microsoft.com/office/drawing/2014/main" id="{8785DAE3-7D1B-4540-AF75-99A5D37FBB18}"/>
                    </a:ext>
                  </a:extLst>
                </p:cNvPr>
                <p:cNvSpPr/>
                <p:nvPr/>
              </p:nvSpPr>
              <p:spPr>
                <a:xfrm rot="10800000">
                  <a:off x="5999075" y="-566032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40" name="Isosceles Triangle 239">
                  <a:extLst>
                    <a:ext uri="{FF2B5EF4-FFF2-40B4-BE49-F238E27FC236}">
                      <a16:creationId xmlns:a16="http://schemas.microsoft.com/office/drawing/2014/main" id="{69F19751-ADCC-46E5-9E93-BC8185C8909F}"/>
                    </a:ext>
                  </a:extLst>
                </p:cNvPr>
                <p:cNvSpPr/>
                <p:nvPr/>
              </p:nvSpPr>
              <p:spPr>
                <a:xfrm rot="10800000">
                  <a:off x="4787226" y="-566033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8" name="Isosceles Triangle 187">
                  <a:extLst>
                    <a:ext uri="{FF2B5EF4-FFF2-40B4-BE49-F238E27FC236}">
                      <a16:creationId xmlns:a16="http://schemas.microsoft.com/office/drawing/2014/main" id="{55A44F2A-674F-492D-AD5F-21230A5D9F44}"/>
                    </a:ext>
                  </a:extLst>
                </p:cNvPr>
                <p:cNvSpPr/>
                <p:nvPr/>
              </p:nvSpPr>
              <p:spPr>
                <a:xfrm>
                  <a:off x="6591841" y="-566033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9" name="Isosceles Triangle 188">
                  <a:extLst>
                    <a:ext uri="{FF2B5EF4-FFF2-40B4-BE49-F238E27FC236}">
                      <a16:creationId xmlns:a16="http://schemas.microsoft.com/office/drawing/2014/main" id="{186A2217-9DE8-4693-A9AF-3316DB721125}"/>
                    </a:ext>
                  </a:extLst>
                </p:cNvPr>
                <p:cNvSpPr/>
                <p:nvPr/>
              </p:nvSpPr>
              <p:spPr>
                <a:xfrm>
                  <a:off x="7777367" y="-566033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90" name="Isosceles Triangle 189">
                  <a:extLst>
                    <a:ext uri="{FF2B5EF4-FFF2-40B4-BE49-F238E27FC236}">
                      <a16:creationId xmlns:a16="http://schemas.microsoft.com/office/drawing/2014/main" id="{67F057B6-0867-423D-8B53-7A97C94B14C3}"/>
                    </a:ext>
                  </a:extLst>
                </p:cNvPr>
                <p:cNvSpPr/>
                <p:nvPr/>
              </p:nvSpPr>
              <p:spPr>
                <a:xfrm>
                  <a:off x="8962896" y="-566033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191" name="Isosceles Triangle 190">
                  <a:extLst>
                    <a:ext uri="{FF2B5EF4-FFF2-40B4-BE49-F238E27FC236}">
                      <a16:creationId xmlns:a16="http://schemas.microsoft.com/office/drawing/2014/main" id="{5A4478CC-FFAE-46D6-9FED-9610211C5D76}"/>
                    </a:ext>
                  </a:extLst>
                </p:cNvPr>
                <p:cNvSpPr/>
                <p:nvPr/>
              </p:nvSpPr>
              <p:spPr>
                <a:xfrm>
                  <a:off x="5406312" y="-566033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93" name="Isosceles Triangle 192">
                  <a:extLst>
                    <a:ext uri="{FF2B5EF4-FFF2-40B4-BE49-F238E27FC236}">
                      <a16:creationId xmlns:a16="http://schemas.microsoft.com/office/drawing/2014/main" id="{83803DAC-0FD2-4104-A1D3-61A8024B3200}"/>
                    </a:ext>
                  </a:extLst>
                </p:cNvPr>
                <p:cNvSpPr/>
                <p:nvPr/>
              </p:nvSpPr>
              <p:spPr>
                <a:xfrm>
                  <a:off x="5976520" y="463173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94" name="Isosceles Triangle 193">
                  <a:extLst>
                    <a:ext uri="{FF2B5EF4-FFF2-40B4-BE49-F238E27FC236}">
                      <a16:creationId xmlns:a16="http://schemas.microsoft.com/office/drawing/2014/main" id="{BE9CB476-3ECD-4E42-A8C6-A8C2C7E0171B}"/>
                    </a:ext>
                  </a:extLst>
                </p:cNvPr>
                <p:cNvSpPr/>
                <p:nvPr/>
              </p:nvSpPr>
              <p:spPr>
                <a:xfrm>
                  <a:off x="7162047" y="463173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95" name="Isosceles Triangle 194">
                  <a:extLst>
                    <a:ext uri="{FF2B5EF4-FFF2-40B4-BE49-F238E27FC236}">
                      <a16:creationId xmlns:a16="http://schemas.microsoft.com/office/drawing/2014/main" id="{C9AC2503-EA30-4CCE-BC3B-439A2F1467FB}"/>
                    </a:ext>
                  </a:extLst>
                </p:cNvPr>
                <p:cNvSpPr/>
                <p:nvPr/>
              </p:nvSpPr>
              <p:spPr>
                <a:xfrm>
                  <a:off x="8347575" y="463173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96" name="Isosceles Triangle 195">
                  <a:extLst>
                    <a:ext uri="{FF2B5EF4-FFF2-40B4-BE49-F238E27FC236}">
                      <a16:creationId xmlns:a16="http://schemas.microsoft.com/office/drawing/2014/main" id="{821699C7-05A1-4731-AAD6-0FE28593921F}"/>
                    </a:ext>
                  </a:extLst>
                </p:cNvPr>
                <p:cNvSpPr/>
                <p:nvPr/>
              </p:nvSpPr>
              <p:spPr>
                <a:xfrm>
                  <a:off x="9559424" y="463173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82" name="Isosceles Triangle 381">
                  <a:extLst>
                    <a:ext uri="{FF2B5EF4-FFF2-40B4-BE49-F238E27FC236}">
                      <a16:creationId xmlns:a16="http://schemas.microsoft.com/office/drawing/2014/main" id="{BC91A5F7-D580-47C8-B973-52C3F2DC3BC2}"/>
                    </a:ext>
                  </a:extLst>
                </p:cNvPr>
                <p:cNvSpPr/>
                <p:nvPr/>
              </p:nvSpPr>
              <p:spPr>
                <a:xfrm rot="10800000">
                  <a:off x="4171900" y="463173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36" name="Isosceles Triangle 335">
                  <a:extLst>
                    <a:ext uri="{FF2B5EF4-FFF2-40B4-BE49-F238E27FC236}">
                      <a16:creationId xmlns:a16="http://schemas.microsoft.com/office/drawing/2014/main" id="{54B94C22-4C81-43FE-9284-A187CCD26F83}"/>
                    </a:ext>
                  </a:extLst>
                </p:cNvPr>
                <p:cNvSpPr/>
                <p:nvPr/>
              </p:nvSpPr>
              <p:spPr>
                <a:xfrm>
                  <a:off x="4149348" y="-566033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39" name="Isosceles Triangle 338">
                  <a:extLst>
                    <a:ext uri="{FF2B5EF4-FFF2-40B4-BE49-F238E27FC236}">
                      <a16:creationId xmlns:a16="http://schemas.microsoft.com/office/drawing/2014/main" id="{8CCB9822-5F62-473E-BDBB-5C990B2C86AD}"/>
                    </a:ext>
                  </a:extLst>
                </p:cNvPr>
                <p:cNvSpPr/>
                <p:nvPr/>
              </p:nvSpPr>
              <p:spPr>
                <a:xfrm>
                  <a:off x="3556584" y="463173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340" name="Isosceles Triangle 339">
                  <a:extLst>
                    <a:ext uri="{FF2B5EF4-FFF2-40B4-BE49-F238E27FC236}">
                      <a16:creationId xmlns:a16="http://schemas.microsoft.com/office/drawing/2014/main" id="{4ABC3AD1-4A91-4B09-A8D1-7DFCE4AEBDF2}"/>
                    </a:ext>
                  </a:extLst>
                </p:cNvPr>
                <p:cNvSpPr/>
                <p:nvPr/>
              </p:nvSpPr>
              <p:spPr>
                <a:xfrm>
                  <a:off x="4742112" y="463173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cxnSp>
              <p:nvCxnSpPr>
                <p:cNvPr id="617" name="Straight Connector 616">
                  <a:extLst>
                    <a:ext uri="{FF2B5EF4-FFF2-40B4-BE49-F238E27FC236}">
                      <a16:creationId xmlns:a16="http://schemas.microsoft.com/office/drawing/2014/main" id="{B521B2AB-03C1-4E51-B14E-23DBD55F4A50}"/>
                    </a:ext>
                  </a:extLst>
                </p:cNvPr>
                <p:cNvCxnSpPr>
                  <a:cxnSpLocks/>
                  <a:stCxn id="190" idx="0"/>
                  <a:endCxn id="240" idx="4"/>
                </p:cNvCxnSpPr>
                <p:nvPr/>
              </p:nvCxnSpPr>
              <p:spPr>
                <a:xfrm flipH="1">
                  <a:off x="4787226" y="-566033"/>
                  <a:ext cx="4768434" cy="0"/>
                </a:xfrm>
                <a:prstGeom prst="line">
                  <a:avLst/>
                </a:prstGeom>
                <a:grpFill/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19" name="Isosceles Triangle 618">
                  <a:extLst>
                    <a:ext uri="{FF2B5EF4-FFF2-40B4-BE49-F238E27FC236}">
                      <a16:creationId xmlns:a16="http://schemas.microsoft.com/office/drawing/2014/main" id="{4A30D147-391A-45DB-AC3D-0769A6FA365F}"/>
                    </a:ext>
                  </a:extLst>
                </p:cNvPr>
                <p:cNvSpPr/>
                <p:nvPr/>
              </p:nvSpPr>
              <p:spPr>
                <a:xfrm rot="10800000">
                  <a:off x="7777367" y="2544892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20" name="Isosceles Triangle 619">
                  <a:extLst>
                    <a:ext uri="{FF2B5EF4-FFF2-40B4-BE49-F238E27FC236}">
                      <a16:creationId xmlns:a16="http://schemas.microsoft.com/office/drawing/2014/main" id="{10928814-D00B-4493-89E5-E2515A488874}"/>
                    </a:ext>
                  </a:extLst>
                </p:cNvPr>
                <p:cNvSpPr/>
                <p:nvPr/>
              </p:nvSpPr>
              <p:spPr>
                <a:xfrm rot="10800000">
                  <a:off x="6591839" y="2544893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21" name="Isosceles Triangle 620">
                  <a:extLst>
                    <a:ext uri="{FF2B5EF4-FFF2-40B4-BE49-F238E27FC236}">
                      <a16:creationId xmlns:a16="http://schemas.microsoft.com/office/drawing/2014/main" id="{813848AE-CA57-40D3-9CDA-6A5E7D05544D}"/>
                    </a:ext>
                  </a:extLst>
                </p:cNvPr>
                <p:cNvSpPr/>
                <p:nvPr/>
              </p:nvSpPr>
              <p:spPr>
                <a:xfrm rot="10800000">
                  <a:off x="5406310" y="2544892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22" name="Isosceles Triangle 621">
                  <a:extLst>
                    <a:ext uri="{FF2B5EF4-FFF2-40B4-BE49-F238E27FC236}">
                      <a16:creationId xmlns:a16="http://schemas.microsoft.com/office/drawing/2014/main" id="{BBEEC647-D9C7-42A3-99F6-B4B50AC80CDC}"/>
                    </a:ext>
                  </a:extLst>
                </p:cNvPr>
                <p:cNvSpPr/>
                <p:nvPr/>
              </p:nvSpPr>
              <p:spPr>
                <a:xfrm rot="10800000">
                  <a:off x="10148423" y="2544893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23" name="Isosceles Triangle 622">
                  <a:extLst>
                    <a:ext uri="{FF2B5EF4-FFF2-40B4-BE49-F238E27FC236}">
                      <a16:creationId xmlns:a16="http://schemas.microsoft.com/office/drawing/2014/main" id="{F4373C25-B170-4440-A65E-32BA02E88220}"/>
                    </a:ext>
                  </a:extLst>
                </p:cNvPr>
                <p:cNvSpPr/>
                <p:nvPr/>
              </p:nvSpPr>
              <p:spPr>
                <a:xfrm rot="10800000">
                  <a:off x="8962895" y="2544893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24" name="Isosceles Triangle 623">
                  <a:extLst>
                    <a:ext uri="{FF2B5EF4-FFF2-40B4-BE49-F238E27FC236}">
                      <a16:creationId xmlns:a16="http://schemas.microsoft.com/office/drawing/2014/main" id="{AAD1C22C-3095-4295-9B71-FFD7A5E382E5}"/>
                    </a:ext>
                  </a:extLst>
                </p:cNvPr>
                <p:cNvSpPr/>
                <p:nvPr/>
              </p:nvSpPr>
              <p:spPr>
                <a:xfrm rot="10800000">
                  <a:off x="8370131" y="1515686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25" name="Isosceles Triangle 624">
                  <a:extLst>
                    <a:ext uri="{FF2B5EF4-FFF2-40B4-BE49-F238E27FC236}">
                      <a16:creationId xmlns:a16="http://schemas.microsoft.com/office/drawing/2014/main" id="{665BDDE4-77A3-4A12-B783-F88EC2A79B13}"/>
                    </a:ext>
                  </a:extLst>
                </p:cNvPr>
                <p:cNvSpPr/>
                <p:nvPr/>
              </p:nvSpPr>
              <p:spPr>
                <a:xfrm rot="10800000">
                  <a:off x="7184603" y="1515686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26" name="Isosceles Triangle 625">
                  <a:extLst>
                    <a:ext uri="{FF2B5EF4-FFF2-40B4-BE49-F238E27FC236}">
                      <a16:creationId xmlns:a16="http://schemas.microsoft.com/office/drawing/2014/main" id="{01F34446-A979-4E00-BB59-59B27485280C}"/>
                    </a:ext>
                  </a:extLst>
                </p:cNvPr>
                <p:cNvSpPr/>
                <p:nvPr/>
              </p:nvSpPr>
              <p:spPr>
                <a:xfrm rot="10800000">
                  <a:off x="5999075" y="1515687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28" name="Isosceles Triangle 627">
                  <a:extLst>
                    <a:ext uri="{FF2B5EF4-FFF2-40B4-BE49-F238E27FC236}">
                      <a16:creationId xmlns:a16="http://schemas.microsoft.com/office/drawing/2014/main" id="{3912D91C-F13E-4FE5-B145-A3FE09B25EBE}"/>
                    </a:ext>
                  </a:extLst>
                </p:cNvPr>
                <p:cNvSpPr/>
                <p:nvPr/>
              </p:nvSpPr>
              <p:spPr>
                <a:xfrm rot="10800000">
                  <a:off x="9555659" y="1515686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29" name="Isosceles Triangle 628">
                  <a:extLst>
                    <a:ext uri="{FF2B5EF4-FFF2-40B4-BE49-F238E27FC236}">
                      <a16:creationId xmlns:a16="http://schemas.microsoft.com/office/drawing/2014/main" id="{66FA8249-8030-4B1B-BF9B-47F7599E9B46}"/>
                    </a:ext>
                  </a:extLst>
                </p:cNvPr>
                <p:cNvSpPr/>
                <p:nvPr/>
              </p:nvSpPr>
              <p:spPr>
                <a:xfrm rot="10800000">
                  <a:off x="4787226" y="1515686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30" name="Isosceles Triangle 629">
                  <a:extLst>
                    <a:ext uri="{FF2B5EF4-FFF2-40B4-BE49-F238E27FC236}">
                      <a16:creationId xmlns:a16="http://schemas.microsoft.com/office/drawing/2014/main" id="{643204AF-6CD2-4607-9390-7E507626AEC3}"/>
                    </a:ext>
                  </a:extLst>
                </p:cNvPr>
                <p:cNvSpPr/>
                <p:nvPr/>
              </p:nvSpPr>
              <p:spPr>
                <a:xfrm>
                  <a:off x="6591841" y="1515686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31" name="Isosceles Triangle 630">
                  <a:extLst>
                    <a:ext uri="{FF2B5EF4-FFF2-40B4-BE49-F238E27FC236}">
                      <a16:creationId xmlns:a16="http://schemas.microsoft.com/office/drawing/2014/main" id="{1A44B102-3A42-4881-B1D0-4394908FCF28}"/>
                    </a:ext>
                  </a:extLst>
                </p:cNvPr>
                <p:cNvSpPr/>
                <p:nvPr/>
              </p:nvSpPr>
              <p:spPr>
                <a:xfrm>
                  <a:off x="7777367" y="1515686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32" name="Isosceles Triangle 631">
                  <a:extLst>
                    <a:ext uri="{FF2B5EF4-FFF2-40B4-BE49-F238E27FC236}">
                      <a16:creationId xmlns:a16="http://schemas.microsoft.com/office/drawing/2014/main" id="{A9C676BA-4409-4F31-8282-E2E877CADFF0}"/>
                    </a:ext>
                  </a:extLst>
                </p:cNvPr>
                <p:cNvSpPr/>
                <p:nvPr/>
              </p:nvSpPr>
              <p:spPr>
                <a:xfrm>
                  <a:off x="8962896" y="1515686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33" name="Isosceles Triangle 632">
                  <a:extLst>
                    <a:ext uri="{FF2B5EF4-FFF2-40B4-BE49-F238E27FC236}">
                      <a16:creationId xmlns:a16="http://schemas.microsoft.com/office/drawing/2014/main" id="{2C74F6F4-F182-4101-B158-47FA77D3E349}"/>
                    </a:ext>
                  </a:extLst>
                </p:cNvPr>
                <p:cNvSpPr/>
                <p:nvPr/>
              </p:nvSpPr>
              <p:spPr>
                <a:xfrm>
                  <a:off x="5406312" y="1515686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34" name="Isosceles Triangle 633">
                  <a:extLst>
                    <a:ext uri="{FF2B5EF4-FFF2-40B4-BE49-F238E27FC236}">
                      <a16:creationId xmlns:a16="http://schemas.microsoft.com/office/drawing/2014/main" id="{A9B94D8F-A11A-4F16-A744-1139DE9F45B9}"/>
                    </a:ext>
                  </a:extLst>
                </p:cNvPr>
                <p:cNvSpPr/>
                <p:nvPr/>
              </p:nvSpPr>
              <p:spPr>
                <a:xfrm>
                  <a:off x="10174745" y="1515686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635" name="Isosceles Triangle 634">
                  <a:extLst>
                    <a:ext uri="{FF2B5EF4-FFF2-40B4-BE49-F238E27FC236}">
                      <a16:creationId xmlns:a16="http://schemas.microsoft.com/office/drawing/2014/main" id="{2BB8A0D3-D748-4B7F-AB99-9BF20116C7F2}"/>
                    </a:ext>
                  </a:extLst>
                </p:cNvPr>
                <p:cNvSpPr/>
                <p:nvPr/>
              </p:nvSpPr>
              <p:spPr>
                <a:xfrm>
                  <a:off x="5976520" y="2544892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36" name="Isosceles Triangle 635">
                  <a:extLst>
                    <a:ext uri="{FF2B5EF4-FFF2-40B4-BE49-F238E27FC236}">
                      <a16:creationId xmlns:a16="http://schemas.microsoft.com/office/drawing/2014/main" id="{C0434F80-27F1-48CB-AFC2-BAEBAAC2A66F}"/>
                    </a:ext>
                  </a:extLst>
                </p:cNvPr>
                <p:cNvSpPr/>
                <p:nvPr/>
              </p:nvSpPr>
              <p:spPr>
                <a:xfrm>
                  <a:off x="7162047" y="2544892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37" name="Isosceles Triangle 636">
                  <a:extLst>
                    <a:ext uri="{FF2B5EF4-FFF2-40B4-BE49-F238E27FC236}">
                      <a16:creationId xmlns:a16="http://schemas.microsoft.com/office/drawing/2014/main" id="{2E792752-9D85-410E-9A3F-C06B34BCF170}"/>
                    </a:ext>
                  </a:extLst>
                </p:cNvPr>
                <p:cNvSpPr/>
                <p:nvPr/>
              </p:nvSpPr>
              <p:spPr>
                <a:xfrm>
                  <a:off x="8347575" y="2544892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38" name="Isosceles Triangle 637">
                  <a:extLst>
                    <a:ext uri="{FF2B5EF4-FFF2-40B4-BE49-F238E27FC236}">
                      <a16:creationId xmlns:a16="http://schemas.microsoft.com/office/drawing/2014/main" id="{B53A8262-9C31-46D1-A12C-94252ECDFA2A}"/>
                    </a:ext>
                  </a:extLst>
                </p:cNvPr>
                <p:cNvSpPr/>
                <p:nvPr/>
              </p:nvSpPr>
              <p:spPr>
                <a:xfrm>
                  <a:off x="9559424" y="2544892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39" name="Isosceles Triangle 638">
                  <a:extLst>
                    <a:ext uri="{FF2B5EF4-FFF2-40B4-BE49-F238E27FC236}">
                      <a16:creationId xmlns:a16="http://schemas.microsoft.com/office/drawing/2014/main" id="{A42B68D3-EDB2-4E9E-BDC2-245104CCCF2D}"/>
                    </a:ext>
                  </a:extLst>
                </p:cNvPr>
                <p:cNvSpPr/>
                <p:nvPr/>
              </p:nvSpPr>
              <p:spPr>
                <a:xfrm rot="10800000">
                  <a:off x="4171900" y="2544892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640" name="Isosceles Triangle 639">
                  <a:extLst>
                    <a:ext uri="{FF2B5EF4-FFF2-40B4-BE49-F238E27FC236}">
                      <a16:creationId xmlns:a16="http://schemas.microsoft.com/office/drawing/2014/main" id="{C931B587-5C0B-4F18-B06C-27EA4E3D8480}"/>
                    </a:ext>
                  </a:extLst>
                </p:cNvPr>
                <p:cNvSpPr/>
                <p:nvPr/>
              </p:nvSpPr>
              <p:spPr>
                <a:xfrm rot="10800000">
                  <a:off x="2986376" y="2544892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43" name="Isosceles Triangle 642">
                  <a:extLst>
                    <a:ext uri="{FF2B5EF4-FFF2-40B4-BE49-F238E27FC236}">
                      <a16:creationId xmlns:a16="http://schemas.microsoft.com/office/drawing/2014/main" id="{D02EED5D-B71C-4BAE-AA25-0799606C0743}"/>
                    </a:ext>
                  </a:extLst>
                </p:cNvPr>
                <p:cNvSpPr/>
                <p:nvPr/>
              </p:nvSpPr>
              <p:spPr>
                <a:xfrm rot="10800000">
                  <a:off x="3579140" y="1515686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48" name="Isosceles Triangle 647">
                  <a:extLst>
                    <a:ext uri="{FF2B5EF4-FFF2-40B4-BE49-F238E27FC236}">
                      <a16:creationId xmlns:a16="http://schemas.microsoft.com/office/drawing/2014/main" id="{A50F6EAC-D843-41D7-9300-3C7D3C7B163B}"/>
                    </a:ext>
                  </a:extLst>
                </p:cNvPr>
                <p:cNvSpPr/>
                <p:nvPr/>
              </p:nvSpPr>
              <p:spPr>
                <a:xfrm>
                  <a:off x="2963820" y="1515686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49" name="Isosceles Triangle 648">
                  <a:extLst>
                    <a:ext uri="{FF2B5EF4-FFF2-40B4-BE49-F238E27FC236}">
                      <a16:creationId xmlns:a16="http://schemas.microsoft.com/office/drawing/2014/main" id="{59544394-867D-48D5-93AF-30655D8B7A32}"/>
                    </a:ext>
                  </a:extLst>
                </p:cNvPr>
                <p:cNvSpPr/>
                <p:nvPr/>
              </p:nvSpPr>
              <p:spPr>
                <a:xfrm>
                  <a:off x="4149348" y="1515686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50" name="Isosceles Triangle 649">
                  <a:extLst>
                    <a:ext uri="{FF2B5EF4-FFF2-40B4-BE49-F238E27FC236}">
                      <a16:creationId xmlns:a16="http://schemas.microsoft.com/office/drawing/2014/main" id="{4C6B9F2C-4DFB-415D-82E8-1079BB6DA9A9}"/>
                    </a:ext>
                  </a:extLst>
                </p:cNvPr>
                <p:cNvSpPr/>
                <p:nvPr/>
              </p:nvSpPr>
              <p:spPr>
                <a:xfrm>
                  <a:off x="2371056" y="2544892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651" name="Isosceles Triangle 650">
                  <a:extLst>
                    <a:ext uri="{FF2B5EF4-FFF2-40B4-BE49-F238E27FC236}">
                      <a16:creationId xmlns:a16="http://schemas.microsoft.com/office/drawing/2014/main" id="{3F83608D-CB64-4795-A396-D168406B1E69}"/>
                    </a:ext>
                  </a:extLst>
                </p:cNvPr>
                <p:cNvSpPr/>
                <p:nvPr/>
              </p:nvSpPr>
              <p:spPr>
                <a:xfrm>
                  <a:off x="3556584" y="2544892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52" name="Isosceles Triangle 651">
                  <a:extLst>
                    <a:ext uri="{FF2B5EF4-FFF2-40B4-BE49-F238E27FC236}">
                      <a16:creationId xmlns:a16="http://schemas.microsoft.com/office/drawing/2014/main" id="{62ABCAEA-48F6-413F-8F7B-2DDEC867C059}"/>
                    </a:ext>
                  </a:extLst>
                </p:cNvPr>
                <p:cNvSpPr/>
                <p:nvPr/>
              </p:nvSpPr>
              <p:spPr>
                <a:xfrm>
                  <a:off x="4742112" y="2544892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69" name="Isosceles Triangle 668">
                  <a:extLst>
                    <a:ext uri="{FF2B5EF4-FFF2-40B4-BE49-F238E27FC236}">
                      <a16:creationId xmlns:a16="http://schemas.microsoft.com/office/drawing/2014/main" id="{1E2EA3BA-C9DB-491E-BCB3-A3CA44626FB0}"/>
                    </a:ext>
                  </a:extLst>
                </p:cNvPr>
                <p:cNvSpPr/>
                <p:nvPr/>
              </p:nvSpPr>
              <p:spPr>
                <a:xfrm>
                  <a:off x="10804456" y="2544892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672" name="Isosceles Triangle 671">
                  <a:extLst>
                    <a:ext uri="{FF2B5EF4-FFF2-40B4-BE49-F238E27FC236}">
                      <a16:creationId xmlns:a16="http://schemas.microsoft.com/office/drawing/2014/main" id="{27DD2663-4637-4ADE-9915-F585B2049CA0}"/>
                    </a:ext>
                  </a:extLst>
                </p:cNvPr>
                <p:cNvSpPr/>
                <p:nvPr/>
              </p:nvSpPr>
              <p:spPr>
                <a:xfrm rot="10800000">
                  <a:off x="7777367" y="4587700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73" name="Isosceles Triangle 672">
                  <a:extLst>
                    <a:ext uri="{FF2B5EF4-FFF2-40B4-BE49-F238E27FC236}">
                      <a16:creationId xmlns:a16="http://schemas.microsoft.com/office/drawing/2014/main" id="{6F0B1F01-571A-4EB0-9C7A-EB981B290447}"/>
                    </a:ext>
                  </a:extLst>
                </p:cNvPr>
                <p:cNvSpPr/>
                <p:nvPr/>
              </p:nvSpPr>
              <p:spPr>
                <a:xfrm rot="10800000">
                  <a:off x="6591839" y="4587701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74" name="Isosceles Triangle 673">
                  <a:extLst>
                    <a:ext uri="{FF2B5EF4-FFF2-40B4-BE49-F238E27FC236}">
                      <a16:creationId xmlns:a16="http://schemas.microsoft.com/office/drawing/2014/main" id="{BD2AC18D-C4D5-48DE-B9F0-2C0E8B3E241C}"/>
                    </a:ext>
                  </a:extLst>
                </p:cNvPr>
                <p:cNvSpPr/>
                <p:nvPr/>
              </p:nvSpPr>
              <p:spPr>
                <a:xfrm rot="10800000">
                  <a:off x="5406310" y="4587700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75" name="Isosceles Triangle 674">
                  <a:extLst>
                    <a:ext uri="{FF2B5EF4-FFF2-40B4-BE49-F238E27FC236}">
                      <a16:creationId xmlns:a16="http://schemas.microsoft.com/office/drawing/2014/main" id="{D5503435-EF2A-4A8C-BE3F-0579BAD7769B}"/>
                    </a:ext>
                  </a:extLst>
                </p:cNvPr>
                <p:cNvSpPr/>
                <p:nvPr/>
              </p:nvSpPr>
              <p:spPr>
                <a:xfrm rot="10800000">
                  <a:off x="10148423" y="4587701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76" name="Isosceles Triangle 675">
                  <a:extLst>
                    <a:ext uri="{FF2B5EF4-FFF2-40B4-BE49-F238E27FC236}">
                      <a16:creationId xmlns:a16="http://schemas.microsoft.com/office/drawing/2014/main" id="{D98C27F4-0D31-42B0-BE74-5B133FC2F7E7}"/>
                    </a:ext>
                  </a:extLst>
                </p:cNvPr>
                <p:cNvSpPr/>
                <p:nvPr/>
              </p:nvSpPr>
              <p:spPr>
                <a:xfrm rot="10800000">
                  <a:off x="8962895" y="4587701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77" name="Isosceles Triangle 676">
                  <a:extLst>
                    <a:ext uri="{FF2B5EF4-FFF2-40B4-BE49-F238E27FC236}">
                      <a16:creationId xmlns:a16="http://schemas.microsoft.com/office/drawing/2014/main" id="{3CFEBDF1-0CB9-4B32-AE05-256226DDCAD3}"/>
                    </a:ext>
                  </a:extLst>
                </p:cNvPr>
                <p:cNvSpPr/>
                <p:nvPr/>
              </p:nvSpPr>
              <p:spPr>
                <a:xfrm rot="10800000">
                  <a:off x="8370131" y="3558494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78" name="Isosceles Triangle 677">
                  <a:extLst>
                    <a:ext uri="{FF2B5EF4-FFF2-40B4-BE49-F238E27FC236}">
                      <a16:creationId xmlns:a16="http://schemas.microsoft.com/office/drawing/2014/main" id="{645AA4D8-5360-4FDF-B3B3-E7082E3E328F}"/>
                    </a:ext>
                  </a:extLst>
                </p:cNvPr>
                <p:cNvSpPr/>
                <p:nvPr/>
              </p:nvSpPr>
              <p:spPr>
                <a:xfrm rot="10800000">
                  <a:off x="7184603" y="3558494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679" name="Isosceles Triangle 678">
                  <a:extLst>
                    <a:ext uri="{FF2B5EF4-FFF2-40B4-BE49-F238E27FC236}">
                      <a16:creationId xmlns:a16="http://schemas.microsoft.com/office/drawing/2014/main" id="{08738710-D9DC-45DC-B517-9CF5E36A4C07}"/>
                    </a:ext>
                  </a:extLst>
                </p:cNvPr>
                <p:cNvSpPr/>
                <p:nvPr/>
              </p:nvSpPr>
              <p:spPr>
                <a:xfrm rot="10800000">
                  <a:off x="5999075" y="3558495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80" name="Isosceles Triangle 679">
                  <a:extLst>
                    <a:ext uri="{FF2B5EF4-FFF2-40B4-BE49-F238E27FC236}">
                      <a16:creationId xmlns:a16="http://schemas.microsoft.com/office/drawing/2014/main" id="{9765D7B3-9BA5-435B-B1F8-D01A05FD8D59}"/>
                    </a:ext>
                  </a:extLst>
                </p:cNvPr>
                <p:cNvSpPr/>
                <p:nvPr/>
              </p:nvSpPr>
              <p:spPr>
                <a:xfrm rot="10800000">
                  <a:off x="10741187" y="3558494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81" name="Isosceles Triangle 680">
                  <a:extLst>
                    <a:ext uri="{FF2B5EF4-FFF2-40B4-BE49-F238E27FC236}">
                      <a16:creationId xmlns:a16="http://schemas.microsoft.com/office/drawing/2014/main" id="{D7513C2A-8253-4C2A-BC9F-ABF3FA3E58E0}"/>
                    </a:ext>
                  </a:extLst>
                </p:cNvPr>
                <p:cNvSpPr/>
                <p:nvPr/>
              </p:nvSpPr>
              <p:spPr>
                <a:xfrm rot="10800000">
                  <a:off x="9555659" y="3558494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682" name="Isosceles Triangle 681">
                  <a:extLst>
                    <a:ext uri="{FF2B5EF4-FFF2-40B4-BE49-F238E27FC236}">
                      <a16:creationId xmlns:a16="http://schemas.microsoft.com/office/drawing/2014/main" id="{84D008A9-8A7B-4EE0-A081-3E81A21C8CC5}"/>
                    </a:ext>
                  </a:extLst>
                </p:cNvPr>
                <p:cNvSpPr/>
                <p:nvPr/>
              </p:nvSpPr>
              <p:spPr>
                <a:xfrm rot="10800000">
                  <a:off x="4787226" y="3558494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83" name="Isosceles Triangle 682">
                  <a:extLst>
                    <a:ext uri="{FF2B5EF4-FFF2-40B4-BE49-F238E27FC236}">
                      <a16:creationId xmlns:a16="http://schemas.microsoft.com/office/drawing/2014/main" id="{40ED4303-838B-459B-836C-A6B3B9D075AE}"/>
                    </a:ext>
                  </a:extLst>
                </p:cNvPr>
                <p:cNvSpPr/>
                <p:nvPr/>
              </p:nvSpPr>
              <p:spPr>
                <a:xfrm>
                  <a:off x="6591841" y="3558494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84" name="Isosceles Triangle 683">
                  <a:extLst>
                    <a:ext uri="{FF2B5EF4-FFF2-40B4-BE49-F238E27FC236}">
                      <a16:creationId xmlns:a16="http://schemas.microsoft.com/office/drawing/2014/main" id="{9DEDA8A5-FFF6-448F-865F-F5D4F85E760B}"/>
                    </a:ext>
                  </a:extLst>
                </p:cNvPr>
                <p:cNvSpPr/>
                <p:nvPr/>
              </p:nvSpPr>
              <p:spPr>
                <a:xfrm>
                  <a:off x="7777367" y="3558494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85" name="Isosceles Triangle 684">
                  <a:extLst>
                    <a:ext uri="{FF2B5EF4-FFF2-40B4-BE49-F238E27FC236}">
                      <a16:creationId xmlns:a16="http://schemas.microsoft.com/office/drawing/2014/main" id="{2EBF81DC-1106-4456-A9BA-2BA38C5DC151}"/>
                    </a:ext>
                  </a:extLst>
                </p:cNvPr>
                <p:cNvSpPr/>
                <p:nvPr/>
              </p:nvSpPr>
              <p:spPr>
                <a:xfrm>
                  <a:off x="8962896" y="3558494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86" name="Isosceles Triangle 685">
                  <a:extLst>
                    <a:ext uri="{FF2B5EF4-FFF2-40B4-BE49-F238E27FC236}">
                      <a16:creationId xmlns:a16="http://schemas.microsoft.com/office/drawing/2014/main" id="{DAACA4B8-4B1A-442B-BE7F-30F379C4D480}"/>
                    </a:ext>
                  </a:extLst>
                </p:cNvPr>
                <p:cNvSpPr/>
                <p:nvPr/>
              </p:nvSpPr>
              <p:spPr>
                <a:xfrm>
                  <a:off x="5406312" y="3558494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87" name="Isosceles Triangle 686">
                  <a:extLst>
                    <a:ext uri="{FF2B5EF4-FFF2-40B4-BE49-F238E27FC236}">
                      <a16:creationId xmlns:a16="http://schemas.microsoft.com/office/drawing/2014/main" id="{BE62B091-4125-4F0B-934A-C6ED896869C3}"/>
                    </a:ext>
                  </a:extLst>
                </p:cNvPr>
                <p:cNvSpPr/>
                <p:nvPr/>
              </p:nvSpPr>
              <p:spPr>
                <a:xfrm>
                  <a:off x="10174745" y="3558494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688" name="Isosceles Triangle 687">
                  <a:extLst>
                    <a:ext uri="{FF2B5EF4-FFF2-40B4-BE49-F238E27FC236}">
                      <a16:creationId xmlns:a16="http://schemas.microsoft.com/office/drawing/2014/main" id="{8E6230AE-F889-4CFB-AEA8-6B63D9EDE9C3}"/>
                    </a:ext>
                  </a:extLst>
                </p:cNvPr>
                <p:cNvSpPr/>
                <p:nvPr/>
              </p:nvSpPr>
              <p:spPr>
                <a:xfrm>
                  <a:off x="5976520" y="4587700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89" name="Isosceles Triangle 688">
                  <a:extLst>
                    <a:ext uri="{FF2B5EF4-FFF2-40B4-BE49-F238E27FC236}">
                      <a16:creationId xmlns:a16="http://schemas.microsoft.com/office/drawing/2014/main" id="{A7DBE808-0B40-4274-967E-8D21E4B988C1}"/>
                    </a:ext>
                  </a:extLst>
                </p:cNvPr>
                <p:cNvSpPr/>
                <p:nvPr/>
              </p:nvSpPr>
              <p:spPr>
                <a:xfrm>
                  <a:off x="7162047" y="4587700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90" name="Isosceles Triangle 689">
                  <a:extLst>
                    <a:ext uri="{FF2B5EF4-FFF2-40B4-BE49-F238E27FC236}">
                      <a16:creationId xmlns:a16="http://schemas.microsoft.com/office/drawing/2014/main" id="{4CE44E8E-DF64-4246-9A2F-712A3120B3CA}"/>
                    </a:ext>
                  </a:extLst>
                </p:cNvPr>
                <p:cNvSpPr/>
                <p:nvPr/>
              </p:nvSpPr>
              <p:spPr>
                <a:xfrm>
                  <a:off x="8347575" y="4587700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91" name="Isosceles Triangle 690">
                  <a:extLst>
                    <a:ext uri="{FF2B5EF4-FFF2-40B4-BE49-F238E27FC236}">
                      <a16:creationId xmlns:a16="http://schemas.microsoft.com/office/drawing/2014/main" id="{4A28A723-D461-4529-9F3C-BAB902AB2562}"/>
                    </a:ext>
                  </a:extLst>
                </p:cNvPr>
                <p:cNvSpPr/>
                <p:nvPr/>
              </p:nvSpPr>
              <p:spPr>
                <a:xfrm>
                  <a:off x="9559424" y="4587700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92" name="Isosceles Triangle 691">
                  <a:extLst>
                    <a:ext uri="{FF2B5EF4-FFF2-40B4-BE49-F238E27FC236}">
                      <a16:creationId xmlns:a16="http://schemas.microsoft.com/office/drawing/2014/main" id="{AF61F6EE-6E8F-4BB1-B55D-A9C0A948432F}"/>
                    </a:ext>
                  </a:extLst>
                </p:cNvPr>
                <p:cNvSpPr/>
                <p:nvPr/>
              </p:nvSpPr>
              <p:spPr>
                <a:xfrm rot="10800000">
                  <a:off x="4171900" y="4587700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93" name="Isosceles Triangle 692">
                  <a:extLst>
                    <a:ext uri="{FF2B5EF4-FFF2-40B4-BE49-F238E27FC236}">
                      <a16:creationId xmlns:a16="http://schemas.microsoft.com/office/drawing/2014/main" id="{B6D4E996-AAB3-4E9D-9741-261A4ED0377C}"/>
                    </a:ext>
                  </a:extLst>
                </p:cNvPr>
                <p:cNvSpPr/>
                <p:nvPr/>
              </p:nvSpPr>
              <p:spPr>
                <a:xfrm rot="10800000">
                  <a:off x="2986376" y="4587700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96" name="Isosceles Triangle 695">
                  <a:extLst>
                    <a:ext uri="{FF2B5EF4-FFF2-40B4-BE49-F238E27FC236}">
                      <a16:creationId xmlns:a16="http://schemas.microsoft.com/office/drawing/2014/main" id="{A0F912E3-3B21-429E-A695-01457F51025B}"/>
                    </a:ext>
                  </a:extLst>
                </p:cNvPr>
                <p:cNvSpPr/>
                <p:nvPr/>
              </p:nvSpPr>
              <p:spPr>
                <a:xfrm rot="10800000">
                  <a:off x="3579140" y="3558494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97" name="Isosceles Triangle 696">
                  <a:extLst>
                    <a:ext uri="{FF2B5EF4-FFF2-40B4-BE49-F238E27FC236}">
                      <a16:creationId xmlns:a16="http://schemas.microsoft.com/office/drawing/2014/main" id="{DD1B397A-6A68-4E6E-A30D-E46C32E1ECEA}"/>
                    </a:ext>
                  </a:extLst>
                </p:cNvPr>
                <p:cNvSpPr/>
                <p:nvPr/>
              </p:nvSpPr>
              <p:spPr>
                <a:xfrm rot="10800000">
                  <a:off x="2393613" y="3558495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01" name="Isosceles Triangle 700">
                  <a:extLst>
                    <a:ext uri="{FF2B5EF4-FFF2-40B4-BE49-F238E27FC236}">
                      <a16:creationId xmlns:a16="http://schemas.microsoft.com/office/drawing/2014/main" id="{63AB0BD4-35D1-4214-A303-3507C1B0BB0A}"/>
                    </a:ext>
                  </a:extLst>
                </p:cNvPr>
                <p:cNvSpPr/>
                <p:nvPr/>
              </p:nvSpPr>
              <p:spPr>
                <a:xfrm>
                  <a:off x="2963820" y="3558494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02" name="Isosceles Triangle 701">
                  <a:extLst>
                    <a:ext uri="{FF2B5EF4-FFF2-40B4-BE49-F238E27FC236}">
                      <a16:creationId xmlns:a16="http://schemas.microsoft.com/office/drawing/2014/main" id="{27F11903-834A-497A-8882-682A3A72CA78}"/>
                    </a:ext>
                  </a:extLst>
                </p:cNvPr>
                <p:cNvSpPr/>
                <p:nvPr/>
              </p:nvSpPr>
              <p:spPr>
                <a:xfrm>
                  <a:off x="4149348" y="3558494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04" name="Isosceles Triangle 703">
                  <a:extLst>
                    <a:ext uri="{FF2B5EF4-FFF2-40B4-BE49-F238E27FC236}">
                      <a16:creationId xmlns:a16="http://schemas.microsoft.com/office/drawing/2014/main" id="{C7CA2BBC-B9AE-44B6-BA9E-296F445CB3E5}"/>
                    </a:ext>
                  </a:extLst>
                </p:cNvPr>
                <p:cNvSpPr/>
                <p:nvPr/>
              </p:nvSpPr>
              <p:spPr>
                <a:xfrm>
                  <a:off x="3556584" y="4587700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05" name="Isosceles Triangle 704">
                  <a:extLst>
                    <a:ext uri="{FF2B5EF4-FFF2-40B4-BE49-F238E27FC236}">
                      <a16:creationId xmlns:a16="http://schemas.microsoft.com/office/drawing/2014/main" id="{0594F926-A5F7-4C96-B3D6-33779D2607F6}"/>
                    </a:ext>
                  </a:extLst>
                </p:cNvPr>
                <p:cNvSpPr/>
                <p:nvPr/>
              </p:nvSpPr>
              <p:spPr>
                <a:xfrm>
                  <a:off x="4742112" y="4587700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25" name="Isosceles Triangle 724">
                  <a:extLst>
                    <a:ext uri="{FF2B5EF4-FFF2-40B4-BE49-F238E27FC236}">
                      <a16:creationId xmlns:a16="http://schemas.microsoft.com/office/drawing/2014/main" id="{440A4E00-9B0F-4360-8E5B-3686EA9BB401}"/>
                    </a:ext>
                  </a:extLst>
                </p:cNvPr>
                <p:cNvSpPr/>
                <p:nvPr/>
              </p:nvSpPr>
              <p:spPr>
                <a:xfrm rot="10800000">
                  <a:off x="7777367" y="6630509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26" name="Isosceles Triangle 725">
                  <a:extLst>
                    <a:ext uri="{FF2B5EF4-FFF2-40B4-BE49-F238E27FC236}">
                      <a16:creationId xmlns:a16="http://schemas.microsoft.com/office/drawing/2014/main" id="{D845F531-11AC-493F-A78A-CFD8886826FE}"/>
                    </a:ext>
                  </a:extLst>
                </p:cNvPr>
                <p:cNvSpPr/>
                <p:nvPr/>
              </p:nvSpPr>
              <p:spPr>
                <a:xfrm rot="10800000">
                  <a:off x="6591839" y="6630510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27" name="Isosceles Triangle 726">
                  <a:extLst>
                    <a:ext uri="{FF2B5EF4-FFF2-40B4-BE49-F238E27FC236}">
                      <a16:creationId xmlns:a16="http://schemas.microsoft.com/office/drawing/2014/main" id="{CCA63720-36BB-4F22-998D-EB7A4158BDC2}"/>
                    </a:ext>
                  </a:extLst>
                </p:cNvPr>
                <p:cNvSpPr/>
                <p:nvPr/>
              </p:nvSpPr>
              <p:spPr>
                <a:xfrm rot="10800000">
                  <a:off x="5406310" y="6630509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29" name="Isosceles Triangle 728">
                  <a:extLst>
                    <a:ext uri="{FF2B5EF4-FFF2-40B4-BE49-F238E27FC236}">
                      <a16:creationId xmlns:a16="http://schemas.microsoft.com/office/drawing/2014/main" id="{9C89A2D0-8190-44D8-86DE-49BC8D4773CF}"/>
                    </a:ext>
                  </a:extLst>
                </p:cNvPr>
                <p:cNvSpPr/>
                <p:nvPr/>
              </p:nvSpPr>
              <p:spPr>
                <a:xfrm rot="10800000">
                  <a:off x="8962895" y="6630510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30" name="Isosceles Triangle 729">
                  <a:extLst>
                    <a:ext uri="{FF2B5EF4-FFF2-40B4-BE49-F238E27FC236}">
                      <a16:creationId xmlns:a16="http://schemas.microsoft.com/office/drawing/2014/main" id="{BBADE982-CFA3-4ED4-AC77-114907F67559}"/>
                    </a:ext>
                  </a:extLst>
                </p:cNvPr>
                <p:cNvSpPr/>
                <p:nvPr/>
              </p:nvSpPr>
              <p:spPr>
                <a:xfrm rot="10800000">
                  <a:off x="8370131" y="5601303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31" name="Isosceles Triangle 730">
                  <a:extLst>
                    <a:ext uri="{FF2B5EF4-FFF2-40B4-BE49-F238E27FC236}">
                      <a16:creationId xmlns:a16="http://schemas.microsoft.com/office/drawing/2014/main" id="{30EDD7B8-9FC0-4E09-AA89-4B4B87FDA8AD}"/>
                    </a:ext>
                  </a:extLst>
                </p:cNvPr>
                <p:cNvSpPr/>
                <p:nvPr/>
              </p:nvSpPr>
              <p:spPr>
                <a:xfrm rot="10800000">
                  <a:off x="7184603" y="5601303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32" name="Isosceles Triangle 731">
                  <a:extLst>
                    <a:ext uri="{FF2B5EF4-FFF2-40B4-BE49-F238E27FC236}">
                      <a16:creationId xmlns:a16="http://schemas.microsoft.com/office/drawing/2014/main" id="{2C1B03B2-0A64-49F6-9A7D-B731F2336028}"/>
                    </a:ext>
                  </a:extLst>
                </p:cNvPr>
                <p:cNvSpPr/>
                <p:nvPr/>
              </p:nvSpPr>
              <p:spPr>
                <a:xfrm rot="10800000">
                  <a:off x="5999075" y="5601304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34" name="Isosceles Triangle 733">
                  <a:extLst>
                    <a:ext uri="{FF2B5EF4-FFF2-40B4-BE49-F238E27FC236}">
                      <a16:creationId xmlns:a16="http://schemas.microsoft.com/office/drawing/2014/main" id="{8CFCFAFB-B785-4A19-A28E-B58DF66A4ABC}"/>
                    </a:ext>
                  </a:extLst>
                </p:cNvPr>
                <p:cNvSpPr/>
                <p:nvPr/>
              </p:nvSpPr>
              <p:spPr>
                <a:xfrm rot="10800000">
                  <a:off x="9555659" y="5601303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35" name="Isosceles Triangle 734">
                  <a:extLst>
                    <a:ext uri="{FF2B5EF4-FFF2-40B4-BE49-F238E27FC236}">
                      <a16:creationId xmlns:a16="http://schemas.microsoft.com/office/drawing/2014/main" id="{0F7ACA3F-7E06-43AC-84E3-DEF6B80A6092}"/>
                    </a:ext>
                  </a:extLst>
                </p:cNvPr>
                <p:cNvSpPr/>
                <p:nvPr/>
              </p:nvSpPr>
              <p:spPr>
                <a:xfrm rot="10800000">
                  <a:off x="4787226" y="5601303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36" name="Isosceles Triangle 735">
                  <a:extLst>
                    <a:ext uri="{FF2B5EF4-FFF2-40B4-BE49-F238E27FC236}">
                      <a16:creationId xmlns:a16="http://schemas.microsoft.com/office/drawing/2014/main" id="{D37D3AE7-61B6-40ED-854A-3FE8449772D4}"/>
                    </a:ext>
                  </a:extLst>
                </p:cNvPr>
                <p:cNvSpPr/>
                <p:nvPr/>
              </p:nvSpPr>
              <p:spPr>
                <a:xfrm>
                  <a:off x="6591841" y="5601303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37" name="Isosceles Triangle 736">
                  <a:extLst>
                    <a:ext uri="{FF2B5EF4-FFF2-40B4-BE49-F238E27FC236}">
                      <a16:creationId xmlns:a16="http://schemas.microsoft.com/office/drawing/2014/main" id="{F7D25AF9-5B49-4B9D-84E2-5D7A4AC60222}"/>
                    </a:ext>
                  </a:extLst>
                </p:cNvPr>
                <p:cNvSpPr/>
                <p:nvPr/>
              </p:nvSpPr>
              <p:spPr>
                <a:xfrm>
                  <a:off x="7777367" y="5601303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38" name="Isosceles Triangle 737">
                  <a:extLst>
                    <a:ext uri="{FF2B5EF4-FFF2-40B4-BE49-F238E27FC236}">
                      <a16:creationId xmlns:a16="http://schemas.microsoft.com/office/drawing/2014/main" id="{F726520F-1593-4E52-9548-F77671F6B724}"/>
                    </a:ext>
                  </a:extLst>
                </p:cNvPr>
                <p:cNvSpPr/>
                <p:nvPr/>
              </p:nvSpPr>
              <p:spPr>
                <a:xfrm>
                  <a:off x="8962896" y="5601303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39" name="Isosceles Triangle 738">
                  <a:extLst>
                    <a:ext uri="{FF2B5EF4-FFF2-40B4-BE49-F238E27FC236}">
                      <a16:creationId xmlns:a16="http://schemas.microsoft.com/office/drawing/2014/main" id="{581CDEE2-5F66-41A4-A055-B742C8AEF896}"/>
                    </a:ext>
                  </a:extLst>
                </p:cNvPr>
                <p:cNvSpPr/>
                <p:nvPr/>
              </p:nvSpPr>
              <p:spPr>
                <a:xfrm>
                  <a:off x="5406312" y="5601303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41" name="Isosceles Triangle 740">
                  <a:extLst>
                    <a:ext uri="{FF2B5EF4-FFF2-40B4-BE49-F238E27FC236}">
                      <a16:creationId xmlns:a16="http://schemas.microsoft.com/office/drawing/2014/main" id="{662924AA-8773-41BA-978C-F6A793C79DA7}"/>
                    </a:ext>
                  </a:extLst>
                </p:cNvPr>
                <p:cNvSpPr/>
                <p:nvPr/>
              </p:nvSpPr>
              <p:spPr>
                <a:xfrm>
                  <a:off x="5976520" y="6630509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42" name="Isosceles Triangle 741">
                  <a:extLst>
                    <a:ext uri="{FF2B5EF4-FFF2-40B4-BE49-F238E27FC236}">
                      <a16:creationId xmlns:a16="http://schemas.microsoft.com/office/drawing/2014/main" id="{B44A6B69-0A5E-4F8A-B36F-60AB631FF876}"/>
                    </a:ext>
                  </a:extLst>
                </p:cNvPr>
                <p:cNvSpPr/>
                <p:nvPr/>
              </p:nvSpPr>
              <p:spPr>
                <a:xfrm>
                  <a:off x="7162047" y="6630509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43" name="Isosceles Triangle 742">
                  <a:extLst>
                    <a:ext uri="{FF2B5EF4-FFF2-40B4-BE49-F238E27FC236}">
                      <a16:creationId xmlns:a16="http://schemas.microsoft.com/office/drawing/2014/main" id="{D80790FB-660E-491A-971E-0459232B61A0}"/>
                    </a:ext>
                  </a:extLst>
                </p:cNvPr>
                <p:cNvSpPr/>
                <p:nvPr/>
              </p:nvSpPr>
              <p:spPr>
                <a:xfrm>
                  <a:off x="8347575" y="6630509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45" name="Isosceles Triangle 744">
                  <a:extLst>
                    <a:ext uri="{FF2B5EF4-FFF2-40B4-BE49-F238E27FC236}">
                      <a16:creationId xmlns:a16="http://schemas.microsoft.com/office/drawing/2014/main" id="{A38D4BD8-62C6-4CC2-BE3D-F1C038F661A2}"/>
                    </a:ext>
                  </a:extLst>
                </p:cNvPr>
                <p:cNvSpPr/>
                <p:nvPr/>
              </p:nvSpPr>
              <p:spPr>
                <a:xfrm rot="10800000">
                  <a:off x="4171900" y="6630509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749" name="Isosceles Triangle 748">
                  <a:extLst>
                    <a:ext uri="{FF2B5EF4-FFF2-40B4-BE49-F238E27FC236}">
                      <a16:creationId xmlns:a16="http://schemas.microsoft.com/office/drawing/2014/main" id="{422A6D13-082F-4E55-80B9-D5B47A8F1012}"/>
                    </a:ext>
                  </a:extLst>
                </p:cNvPr>
                <p:cNvSpPr/>
                <p:nvPr/>
              </p:nvSpPr>
              <p:spPr>
                <a:xfrm rot="10800000">
                  <a:off x="3579140" y="5601303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55" name="Isosceles Triangle 754">
                  <a:extLst>
                    <a:ext uri="{FF2B5EF4-FFF2-40B4-BE49-F238E27FC236}">
                      <a16:creationId xmlns:a16="http://schemas.microsoft.com/office/drawing/2014/main" id="{59D3F7A7-4493-41B2-964F-A5338263E524}"/>
                    </a:ext>
                  </a:extLst>
                </p:cNvPr>
                <p:cNvSpPr/>
                <p:nvPr/>
              </p:nvSpPr>
              <p:spPr>
                <a:xfrm>
                  <a:off x="4149348" y="5601303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58" name="Isosceles Triangle 757">
                  <a:extLst>
                    <a:ext uri="{FF2B5EF4-FFF2-40B4-BE49-F238E27FC236}">
                      <a16:creationId xmlns:a16="http://schemas.microsoft.com/office/drawing/2014/main" id="{FC4379E9-97B8-4EB5-A567-F13B4543F319}"/>
                    </a:ext>
                  </a:extLst>
                </p:cNvPr>
                <p:cNvSpPr/>
                <p:nvPr/>
              </p:nvSpPr>
              <p:spPr>
                <a:xfrm>
                  <a:off x="4742112" y="6630509"/>
                  <a:ext cx="1185528" cy="1022007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cxnSp>
              <p:nvCxnSpPr>
                <p:cNvPr id="777" name="Straight Connector 776">
                  <a:extLst>
                    <a:ext uri="{FF2B5EF4-FFF2-40B4-BE49-F238E27FC236}">
                      <a16:creationId xmlns:a16="http://schemas.microsoft.com/office/drawing/2014/main" id="{C39FC8DA-DA5E-4ECD-AF41-BF679BA7D67B}"/>
                    </a:ext>
                  </a:extLst>
                </p:cNvPr>
                <p:cNvCxnSpPr>
                  <a:cxnSpLocks/>
                  <a:endCxn id="650" idx="2"/>
                </p:cNvCxnSpPr>
                <p:nvPr/>
              </p:nvCxnSpPr>
              <p:spPr>
                <a:xfrm flipH="1">
                  <a:off x="2371056" y="-566033"/>
                  <a:ext cx="2416170" cy="4132932"/>
                </a:xfrm>
                <a:prstGeom prst="line">
                  <a:avLst/>
                </a:prstGeom>
                <a:grpFill/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8" name="Straight Connector 777">
                  <a:extLst>
                    <a:ext uri="{FF2B5EF4-FFF2-40B4-BE49-F238E27FC236}">
                      <a16:creationId xmlns:a16="http://schemas.microsoft.com/office/drawing/2014/main" id="{28A4ACB7-0FE0-4985-AAF5-CAD0A087A3D6}"/>
                    </a:ext>
                  </a:extLst>
                </p:cNvPr>
                <p:cNvCxnSpPr>
                  <a:cxnSpLocks/>
                  <a:stCxn id="697" idx="4"/>
                  <a:endCxn id="758" idx="2"/>
                </p:cNvCxnSpPr>
                <p:nvPr/>
              </p:nvCxnSpPr>
              <p:spPr>
                <a:xfrm>
                  <a:off x="2393613" y="3558495"/>
                  <a:ext cx="2348499" cy="4094021"/>
                </a:xfrm>
                <a:prstGeom prst="line">
                  <a:avLst/>
                </a:prstGeom>
                <a:grpFill/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9" name="Straight Connector 778">
                  <a:extLst>
                    <a:ext uri="{FF2B5EF4-FFF2-40B4-BE49-F238E27FC236}">
                      <a16:creationId xmlns:a16="http://schemas.microsoft.com/office/drawing/2014/main" id="{28FE4F68-E1FC-4434-A9CC-434F9C8D29D6}"/>
                    </a:ext>
                  </a:extLst>
                </p:cNvPr>
                <p:cNvCxnSpPr>
                  <a:cxnSpLocks/>
                  <a:stCxn id="743" idx="4"/>
                  <a:endCxn id="758" idx="2"/>
                </p:cNvCxnSpPr>
                <p:nvPr/>
              </p:nvCxnSpPr>
              <p:spPr>
                <a:xfrm flipH="1">
                  <a:off x="4742112" y="7652516"/>
                  <a:ext cx="4790991" cy="0"/>
                </a:xfrm>
                <a:prstGeom prst="line">
                  <a:avLst/>
                </a:prstGeom>
                <a:grpFill/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0" name="Straight Connector 779">
                  <a:extLst>
                    <a:ext uri="{FF2B5EF4-FFF2-40B4-BE49-F238E27FC236}">
                      <a16:creationId xmlns:a16="http://schemas.microsoft.com/office/drawing/2014/main" id="{965682F3-CBEF-4AF7-B59D-20F25FA1AFB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559424" y="3558494"/>
                  <a:ext cx="2430560" cy="4094022"/>
                </a:xfrm>
                <a:prstGeom prst="line">
                  <a:avLst/>
                </a:prstGeom>
                <a:grpFill/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1" name="Straight Connector 780">
                  <a:extLst>
                    <a:ext uri="{FF2B5EF4-FFF2-40B4-BE49-F238E27FC236}">
                      <a16:creationId xmlns:a16="http://schemas.microsoft.com/office/drawing/2014/main" id="{A2ABE4E8-1E59-45FE-9070-E9C0E722B1B7}"/>
                    </a:ext>
                  </a:extLst>
                </p:cNvPr>
                <p:cNvCxnSpPr>
                  <a:cxnSpLocks/>
                  <a:endCxn id="190" idx="0"/>
                </p:cNvCxnSpPr>
                <p:nvPr/>
              </p:nvCxnSpPr>
              <p:spPr>
                <a:xfrm flipH="1" flipV="1">
                  <a:off x="9555660" y="-566033"/>
                  <a:ext cx="2430558" cy="4132934"/>
                </a:xfrm>
                <a:prstGeom prst="line">
                  <a:avLst/>
                </a:prstGeom>
                <a:grpFill/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084" name="Straight Connector 1083">
                <a:extLst>
                  <a:ext uri="{FF2B5EF4-FFF2-40B4-BE49-F238E27FC236}">
                    <a16:creationId xmlns:a16="http://schemas.microsoft.com/office/drawing/2014/main" id="{C482CA7C-D9A4-4C93-8003-1AFA48E99E1A}"/>
                  </a:ext>
                </a:extLst>
              </p:cNvPr>
              <p:cNvCxnSpPr>
                <a:cxnSpLocks/>
                <a:stCxn id="687" idx="0"/>
                <a:endCxn id="681" idx="4"/>
              </p:cNvCxnSpPr>
              <p:nvPr/>
            </p:nvCxnSpPr>
            <p:spPr>
              <a:xfrm flipH="1">
                <a:off x="8933089" y="3444252"/>
                <a:ext cx="1211850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5" name="Straight Connector 1084">
                <a:extLst>
                  <a:ext uri="{FF2B5EF4-FFF2-40B4-BE49-F238E27FC236}">
                    <a16:creationId xmlns:a16="http://schemas.microsoft.com/office/drawing/2014/main" id="{39D9BEF3-7E2A-4600-8F51-F17914CD595E}"/>
                  </a:ext>
                </a:extLst>
              </p:cNvPr>
              <p:cNvCxnSpPr>
                <a:cxnSpLocks/>
                <a:stCxn id="737" idx="0"/>
                <a:endCxn id="685" idx="2"/>
              </p:cNvCxnSpPr>
              <p:nvPr/>
            </p:nvCxnSpPr>
            <p:spPr>
              <a:xfrm flipV="1">
                <a:off x="7747561" y="4466259"/>
                <a:ext cx="592765" cy="1020802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6" name="Straight Connector 1085">
                <a:extLst>
                  <a:ext uri="{FF2B5EF4-FFF2-40B4-BE49-F238E27FC236}">
                    <a16:creationId xmlns:a16="http://schemas.microsoft.com/office/drawing/2014/main" id="{F8380393-48D9-4EF6-94D9-A9577DBEA0C6}"/>
                  </a:ext>
                </a:extLst>
              </p:cNvPr>
              <p:cNvCxnSpPr>
                <a:cxnSpLocks/>
                <a:stCxn id="690" idx="2"/>
                <a:endCxn id="736" idx="0"/>
              </p:cNvCxnSpPr>
              <p:nvPr/>
            </p:nvCxnSpPr>
            <p:spPr>
              <a:xfrm flipH="1" flipV="1">
                <a:off x="6562035" y="5487061"/>
                <a:ext cx="1162970" cy="8404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7" name="Straight Connector 1086">
                <a:extLst>
                  <a:ext uri="{FF2B5EF4-FFF2-40B4-BE49-F238E27FC236}">
                    <a16:creationId xmlns:a16="http://schemas.microsoft.com/office/drawing/2014/main" id="{6A75D61F-3ADA-432D-A090-AA00D3FFDB1A}"/>
                  </a:ext>
                </a:extLst>
              </p:cNvPr>
              <p:cNvCxnSpPr>
                <a:cxnSpLocks/>
                <a:stCxn id="651" idx="2"/>
                <a:endCxn id="697" idx="4"/>
              </p:cNvCxnSpPr>
              <p:nvPr/>
            </p:nvCxnSpPr>
            <p:spPr>
              <a:xfrm flipH="1" flipV="1">
                <a:off x="1771043" y="3444253"/>
                <a:ext cx="1162971" cy="8404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8" name="Straight Connector 1087">
                <a:extLst>
                  <a:ext uri="{FF2B5EF4-FFF2-40B4-BE49-F238E27FC236}">
                    <a16:creationId xmlns:a16="http://schemas.microsoft.com/office/drawing/2014/main" id="{4C9F9D91-9C76-4D6B-B078-3E3E2B78BFAB}"/>
                  </a:ext>
                </a:extLst>
              </p:cNvPr>
              <p:cNvCxnSpPr>
                <a:cxnSpLocks/>
                <a:stCxn id="735" idx="2"/>
                <a:endCxn id="705" idx="0"/>
              </p:cNvCxnSpPr>
              <p:nvPr/>
            </p:nvCxnSpPr>
            <p:spPr>
              <a:xfrm flipH="1" flipV="1">
                <a:off x="4712306" y="4473458"/>
                <a:ext cx="637878" cy="1013603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9" name="Straight Connector 1088">
                <a:extLst>
                  <a:ext uri="{FF2B5EF4-FFF2-40B4-BE49-F238E27FC236}">
                    <a16:creationId xmlns:a16="http://schemas.microsoft.com/office/drawing/2014/main" id="{7AC4D28C-A9E4-4C96-A2B6-314358A6C7E3}"/>
                  </a:ext>
                </a:extLst>
              </p:cNvPr>
              <p:cNvCxnSpPr>
                <a:cxnSpLocks/>
                <a:endCxn id="734" idx="4"/>
              </p:cNvCxnSpPr>
              <p:nvPr/>
            </p:nvCxnSpPr>
            <p:spPr>
              <a:xfrm flipV="1">
                <a:off x="8381355" y="5487061"/>
                <a:ext cx="551734" cy="1029206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0" name="Straight Connector 1089">
                <a:extLst>
                  <a:ext uri="{FF2B5EF4-FFF2-40B4-BE49-F238E27FC236}">
                    <a16:creationId xmlns:a16="http://schemas.microsoft.com/office/drawing/2014/main" id="{8EC6DEE3-17A9-45A1-A343-869576D6F4E7}"/>
                  </a:ext>
                </a:extLst>
              </p:cNvPr>
              <p:cNvCxnSpPr>
                <a:cxnSpLocks/>
                <a:stCxn id="739" idx="0"/>
                <a:endCxn id="758" idx="0"/>
              </p:cNvCxnSpPr>
              <p:nvPr/>
            </p:nvCxnSpPr>
            <p:spPr>
              <a:xfrm flipH="1">
                <a:off x="4712306" y="5487061"/>
                <a:ext cx="664200" cy="1029206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1" name="Straight Connector 1090">
                <a:extLst>
                  <a:ext uri="{FF2B5EF4-FFF2-40B4-BE49-F238E27FC236}">
                    <a16:creationId xmlns:a16="http://schemas.microsoft.com/office/drawing/2014/main" id="{939411D6-4968-4BB6-B32C-BE038BF19BAD}"/>
                  </a:ext>
                </a:extLst>
              </p:cNvPr>
              <p:cNvCxnSpPr>
                <a:cxnSpLocks/>
                <a:stCxn id="628" idx="0"/>
                <a:endCxn id="637" idx="4"/>
              </p:cNvCxnSpPr>
              <p:nvPr/>
            </p:nvCxnSpPr>
            <p:spPr>
              <a:xfrm flipH="1">
                <a:off x="8910533" y="2423451"/>
                <a:ext cx="615320" cy="1029206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2" name="Straight Connector 1091">
                <a:extLst>
                  <a:ext uri="{FF2B5EF4-FFF2-40B4-BE49-F238E27FC236}">
                    <a16:creationId xmlns:a16="http://schemas.microsoft.com/office/drawing/2014/main" id="{9F475EE3-CFB4-4028-BEF6-0D7386D9DA71}"/>
                  </a:ext>
                </a:extLst>
              </p:cNvPr>
              <p:cNvCxnSpPr>
                <a:cxnSpLocks/>
                <a:stCxn id="633" idx="0"/>
                <a:endCxn id="633" idx="0"/>
              </p:cNvCxnSpPr>
              <p:nvPr/>
            </p:nvCxnSpPr>
            <p:spPr>
              <a:xfrm>
                <a:off x="5376506" y="1401444"/>
                <a:ext cx="0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3" name="Straight Connector 1092">
                <a:extLst>
                  <a:ext uri="{FF2B5EF4-FFF2-40B4-BE49-F238E27FC236}">
                    <a16:creationId xmlns:a16="http://schemas.microsoft.com/office/drawing/2014/main" id="{244B844A-83EC-45D7-92A4-A88CC4050F6C}"/>
                  </a:ext>
                </a:extLst>
              </p:cNvPr>
              <p:cNvCxnSpPr>
                <a:cxnSpLocks/>
                <a:stCxn id="336" idx="0"/>
                <a:endCxn id="340" idx="0"/>
              </p:cNvCxnSpPr>
              <p:nvPr/>
            </p:nvCxnSpPr>
            <p:spPr>
              <a:xfrm>
                <a:off x="4119542" y="-680275"/>
                <a:ext cx="592764" cy="1029206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4" name="Straight Connector 1093">
                <a:extLst>
                  <a:ext uri="{FF2B5EF4-FFF2-40B4-BE49-F238E27FC236}">
                    <a16:creationId xmlns:a16="http://schemas.microsoft.com/office/drawing/2014/main" id="{6306D431-5FA2-4BE0-BBFA-A7A7C77D13C8}"/>
                  </a:ext>
                </a:extLst>
              </p:cNvPr>
              <p:cNvCxnSpPr>
                <a:cxnSpLocks/>
                <a:stCxn id="649" idx="2"/>
                <a:endCxn id="701" idx="0"/>
              </p:cNvCxnSpPr>
              <p:nvPr/>
            </p:nvCxnSpPr>
            <p:spPr>
              <a:xfrm flipH="1">
                <a:off x="2934014" y="2423451"/>
                <a:ext cx="592764" cy="1020801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5" name="Straight Connector 1094">
                <a:extLst>
                  <a:ext uri="{FF2B5EF4-FFF2-40B4-BE49-F238E27FC236}">
                    <a16:creationId xmlns:a16="http://schemas.microsoft.com/office/drawing/2014/main" id="{8EA0AD6F-869F-4D2C-8345-9B62182B122C}"/>
                  </a:ext>
                </a:extLst>
              </p:cNvPr>
              <p:cNvCxnSpPr>
                <a:cxnSpLocks/>
                <a:stCxn id="625" idx="2"/>
                <a:endCxn id="189" idx="4"/>
              </p:cNvCxnSpPr>
              <p:nvPr/>
            </p:nvCxnSpPr>
            <p:spPr>
              <a:xfrm flipV="1">
                <a:off x="7747561" y="341732"/>
                <a:ext cx="592764" cy="1059712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6" name="Straight Connector 1095">
                <a:extLst>
                  <a:ext uri="{FF2B5EF4-FFF2-40B4-BE49-F238E27FC236}">
                    <a16:creationId xmlns:a16="http://schemas.microsoft.com/office/drawing/2014/main" id="{8979EA0B-67C6-4B3C-91D2-64917AEE00AD}"/>
                  </a:ext>
                </a:extLst>
              </p:cNvPr>
              <p:cNvCxnSpPr>
                <a:cxnSpLocks/>
                <a:stCxn id="620" idx="4"/>
                <a:endCxn id="630" idx="0"/>
              </p:cNvCxnSpPr>
              <p:nvPr/>
            </p:nvCxnSpPr>
            <p:spPr>
              <a:xfrm flipV="1">
                <a:off x="5969269" y="1401444"/>
                <a:ext cx="592766" cy="1029207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7" name="Straight Connector 1096">
                <a:extLst>
                  <a:ext uri="{FF2B5EF4-FFF2-40B4-BE49-F238E27FC236}">
                    <a16:creationId xmlns:a16="http://schemas.microsoft.com/office/drawing/2014/main" id="{F668BFF7-C107-4948-9FD6-2D62F4D6141C}"/>
                  </a:ext>
                </a:extLst>
              </p:cNvPr>
              <p:cNvCxnSpPr>
                <a:cxnSpLocks/>
                <a:stCxn id="672" idx="4"/>
                <a:endCxn id="630" idx="2"/>
              </p:cNvCxnSpPr>
              <p:nvPr/>
            </p:nvCxnSpPr>
            <p:spPr>
              <a:xfrm flipH="1" flipV="1">
                <a:off x="5969271" y="2423451"/>
                <a:ext cx="1185526" cy="2050007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8" name="Straight Connector 1097">
                <a:extLst>
                  <a:ext uri="{FF2B5EF4-FFF2-40B4-BE49-F238E27FC236}">
                    <a16:creationId xmlns:a16="http://schemas.microsoft.com/office/drawing/2014/main" id="{793F8265-EA58-4D8C-9C5A-5173E13BCEA9}"/>
                  </a:ext>
                </a:extLst>
              </p:cNvPr>
              <p:cNvCxnSpPr>
                <a:cxnSpLocks/>
                <a:stCxn id="689" idx="2"/>
                <a:endCxn id="689" idx="0"/>
              </p:cNvCxnSpPr>
              <p:nvPr/>
            </p:nvCxnSpPr>
            <p:spPr>
              <a:xfrm flipV="1">
                <a:off x="6539477" y="4473458"/>
                <a:ext cx="592764" cy="1022007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8" name="Straight Connector 1107">
                <a:extLst>
                  <a:ext uri="{FF2B5EF4-FFF2-40B4-BE49-F238E27FC236}">
                    <a16:creationId xmlns:a16="http://schemas.microsoft.com/office/drawing/2014/main" id="{5784927C-612B-4948-B011-939547F4F4DF}"/>
                  </a:ext>
                </a:extLst>
              </p:cNvPr>
              <p:cNvCxnSpPr>
                <a:cxnSpLocks/>
                <a:stCxn id="729" idx="2"/>
                <a:endCxn id="738" idx="2"/>
              </p:cNvCxnSpPr>
              <p:nvPr/>
            </p:nvCxnSpPr>
            <p:spPr>
              <a:xfrm flipH="1" flipV="1">
                <a:off x="8340326" y="6509068"/>
                <a:ext cx="1185527" cy="720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2" name="Straight Connector 1111">
                <a:extLst>
                  <a:ext uri="{FF2B5EF4-FFF2-40B4-BE49-F238E27FC236}">
                    <a16:creationId xmlns:a16="http://schemas.microsoft.com/office/drawing/2014/main" id="{C19541B0-E7FB-4FAF-974C-6DE23C290BBD}"/>
                  </a:ext>
                </a:extLst>
              </p:cNvPr>
              <p:cNvCxnSpPr>
                <a:cxnSpLocks/>
                <a:stCxn id="758" idx="0"/>
                <a:endCxn id="755" idx="2"/>
              </p:cNvCxnSpPr>
              <p:nvPr/>
            </p:nvCxnSpPr>
            <p:spPr>
              <a:xfrm flipH="1" flipV="1">
                <a:off x="3526778" y="6509068"/>
                <a:ext cx="1185528" cy="7199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6" name="Straight Connector 1115">
                <a:extLst>
                  <a:ext uri="{FF2B5EF4-FFF2-40B4-BE49-F238E27FC236}">
                    <a16:creationId xmlns:a16="http://schemas.microsoft.com/office/drawing/2014/main" id="{51FB604E-5004-4105-90A3-1D715CB1CA63}"/>
                  </a:ext>
                </a:extLst>
              </p:cNvPr>
              <p:cNvCxnSpPr>
                <a:cxnSpLocks/>
                <a:stCxn id="687" idx="4"/>
                <a:endCxn id="687" idx="0"/>
              </p:cNvCxnSpPr>
              <p:nvPr/>
            </p:nvCxnSpPr>
            <p:spPr>
              <a:xfrm flipH="1" flipV="1">
                <a:off x="10144939" y="3444252"/>
                <a:ext cx="592764" cy="1022007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6" name="Straight Connector 1125">
                <a:extLst>
                  <a:ext uri="{FF2B5EF4-FFF2-40B4-BE49-F238E27FC236}">
                    <a16:creationId xmlns:a16="http://schemas.microsoft.com/office/drawing/2014/main" id="{3EF78F1A-D27A-41B1-A60C-4F66991DBFAD}"/>
                  </a:ext>
                </a:extLst>
              </p:cNvPr>
              <p:cNvCxnSpPr>
                <a:cxnSpLocks/>
                <a:stCxn id="649" idx="2"/>
                <a:endCxn id="649" idx="0"/>
              </p:cNvCxnSpPr>
              <p:nvPr/>
            </p:nvCxnSpPr>
            <p:spPr>
              <a:xfrm flipV="1">
                <a:off x="3526778" y="1401444"/>
                <a:ext cx="592764" cy="1022007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9" name="Straight Connector 1128">
                <a:extLst>
                  <a:ext uri="{FF2B5EF4-FFF2-40B4-BE49-F238E27FC236}">
                    <a16:creationId xmlns:a16="http://schemas.microsoft.com/office/drawing/2014/main" id="{700A0D69-8795-467C-B025-0512B3BF2079}"/>
                  </a:ext>
                </a:extLst>
              </p:cNvPr>
              <p:cNvCxnSpPr>
                <a:cxnSpLocks/>
                <a:stCxn id="649" idx="0"/>
                <a:endCxn id="340" idx="0"/>
              </p:cNvCxnSpPr>
              <p:nvPr/>
            </p:nvCxnSpPr>
            <p:spPr>
              <a:xfrm flipV="1">
                <a:off x="4119542" y="348931"/>
                <a:ext cx="592764" cy="1052513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6" name="Straight Connector 1135">
                <a:extLst>
                  <a:ext uri="{FF2B5EF4-FFF2-40B4-BE49-F238E27FC236}">
                    <a16:creationId xmlns:a16="http://schemas.microsoft.com/office/drawing/2014/main" id="{9DA0E7D7-3A21-47B6-A12C-FD1B764E278F}"/>
                  </a:ext>
                </a:extLst>
              </p:cNvPr>
              <p:cNvCxnSpPr>
                <a:cxnSpLocks/>
                <a:stCxn id="651" idx="2"/>
                <a:endCxn id="693" idx="2"/>
              </p:cNvCxnSpPr>
              <p:nvPr/>
            </p:nvCxnSpPr>
            <p:spPr>
              <a:xfrm>
                <a:off x="2934014" y="3452657"/>
                <a:ext cx="615320" cy="1020801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9" name="Straight Connector 1138">
                <a:extLst>
                  <a:ext uri="{FF2B5EF4-FFF2-40B4-BE49-F238E27FC236}">
                    <a16:creationId xmlns:a16="http://schemas.microsoft.com/office/drawing/2014/main" id="{DA650F7A-2078-4DE1-9D36-86097DEDC8D9}"/>
                  </a:ext>
                </a:extLst>
              </p:cNvPr>
              <p:cNvCxnSpPr>
                <a:cxnSpLocks/>
                <a:stCxn id="705" idx="0"/>
                <a:endCxn id="704" idx="0"/>
              </p:cNvCxnSpPr>
              <p:nvPr/>
            </p:nvCxnSpPr>
            <p:spPr>
              <a:xfrm flipH="1">
                <a:off x="3526778" y="4473458"/>
                <a:ext cx="1185528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3" name="Straight Connector 1142">
                <a:extLst>
                  <a:ext uri="{FF2B5EF4-FFF2-40B4-BE49-F238E27FC236}">
                    <a16:creationId xmlns:a16="http://schemas.microsoft.com/office/drawing/2014/main" id="{C5AF6A2D-3B45-49DF-88F9-9EA4EC3002DE}"/>
                  </a:ext>
                </a:extLst>
              </p:cNvPr>
              <p:cNvCxnSpPr>
                <a:cxnSpLocks/>
                <a:stCxn id="622" idx="4"/>
                <a:endCxn id="212" idx="0"/>
              </p:cNvCxnSpPr>
              <p:nvPr/>
            </p:nvCxnSpPr>
            <p:spPr>
              <a:xfrm flipH="1" flipV="1">
                <a:off x="8933089" y="1370939"/>
                <a:ext cx="592764" cy="1059712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0" name="Straight Connector 1149">
                <a:extLst>
                  <a:ext uri="{FF2B5EF4-FFF2-40B4-BE49-F238E27FC236}">
                    <a16:creationId xmlns:a16="http://schemas.microsoft.com/office/drawing/2014/main" id="{510A0E68-E4DE-4A3D-A02E-AF16C30CC292}"/>
                  </a:ext>
                </a:extLst>
              </p:cNvPr>
              <p:cNvCxnSpPr>
                <a:cxnSpLocks/>
                <a:stCxn id="687" idx="4"/>
                <a:endCxn id="691" idx="0"/>
              </p:cNvCxnSpPr>
              <p:nvPr/>
            </p:nvCxnSpPr>
            <p:spPr>
              <a:xfrm flipH="1">
                <a:off x="9529618" y="4466259"/>
                <a:ext cx="1208085" cy="7199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7" name="Straight Connector 1156">
                <a:extLst>
                  <a:ext uri="{FF2B5EF4-FFF2-40B4-BE49-F238E27FC236}">
                    <a16:creationId xmlns:a16="http://schemas.microsoft.com/office/drawing/2014/main" id="{831BDC85-36A1-4BE7-88CD-7479EB34B06D}"/>
                  </a:ext>
                </a:extLst>
              </p:cNvPr>
              <p:cNvCxnSpPr>
                <a:cxnSpLocks/>
                <a:stCxn id="677" idx="0"/>
                <a:endCxn id="675" idx="4"/>
              </p:cNvCxnSpPr>
              <p:nvPr/>
            </p:nvCxnSpPr>
            <p:spPr>
              <a:xfrm>
                <a:off x="8340325" y="4466259"/>
                <a:ext cx="1185528" cy="720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4" name="Straight Connector 1163">
                <a:extLst>
                  <a:ext uri="{FF2B5EF4-FFF2-40B4-BE49-F238E27FC236}">
                    <a16:creationId xmlns:a16="http://schemas.microsoft.com/office/drawing/2014/main" id="{6B237AEB-C003-43FE-8643-CDF6D2007B41}"/>
                  </a:ext>
                </a:extLst>
              </p:cNvPr>
              <p:cNvCxnSpPr>
                <a:cxnSpLocks/>
                <a:stCxn id="734" idx="4"/>
                <a:endCxn id="730" idx="4"/>
              </p:cNvCxnSpPr>
              <p:nvPr/>
            </p:nvCxnSpPr>
            <p:spPr>
              <a:xfrm flipH="1">
                <a:off x="7747561" y="5487061"/>
                <a:ext cx="1185528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8" name="Straight Connector 1167">
                <a:extLst>
                  <a:ext uri="{FF2B5EF4-FFF2-40B4-BE49-F238E27FC236}">
                    <a16:creationId xmlns:a16="http://schemas.microsoft.com/office/drawing/2014/main" id="{D595D750-2DEF-4E10-B1D4-8F41D64B1F09}"/>
                  </a:ext>
                </a:extLst>
              </p:cNvPr>
              <p:cNvCxnSpPr>
                <a:cxnSpLocks/>
                <a:stCxn id="196" idx="0"/>
                <a:endCxn id="632" idx="0"/>
              </p:cNvCxnSpPr>
              <p:nvPr/>
            </p:nvCxnSpPr>
            <p:spPr>
              <a:xfrm flipH="1">
                <a:off x="8933090" y="348931"/>
                <a:ext cx="596528" cy="1052513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3" name="Straight Connector 1172">
                <a:extLst>
                  <a:ext uri="{FF2B5EF4-FFF2-40B4-BE49-F238E27FC236}">
                    <a16:creationId xmlns:a16="http://schemas.microsoft.com/office/drawing/2014/main" id="{BF418065-786F-4372-A150-5DAC6E81048B}"/>
                  </a:ext>
                </a:extLst>
              </p:cNvPr>
              <p:cNvCxnSpPr>
                <a:cxnSpLocks/>
                <a:stCxn id="630" idx="0"/>
                <a:endCxn id="204" idx="4"/>
              </p:cNvCxnSpPr>
              <p:nvPr/>
            </p:nvCxnSpPr>
            <p:spPr>
              <a:xfrm flipV="1">
                <a:off x="6562035" y="348931"/>
                <a:ext cx="592762" cy="1052513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6" name="Straight Connector 1175">
                <a:extLst>
                  <a:ext uri="{FF2B5EF4-FFF2-40B4-BE49-F238E27FC236}">
                    <a16:creationId xmlns:a16="http://schemas.microsoft.com/office/drawing/2014/main" id="{9B5A264E-A031-4B38-ABB6-317527D32BCC}"/>
                  </a:ext>
                </a:extLst>
              </p:cNvPr>
              <p:cNvCxnSpPr>
                <a:cxnSpLocks/>
                <a:stCxn id="631" idx="0"/>
                <a:endCxn id="189" idx="2"/>
              </p:cNvCxnSpPr>
              <p:nvPr/>
            </p:nvCxnSpPr>
            <p:spPr>
              <a:xfrm flipH="1" flipV="1">
                <a:off x="7154797" y="341732"/>
                <a:ext cx="592764" cy="1059712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5" name="Straight Connector 1184">
                <a:extLst>
                  <a:ext uri="{FF2B5EF4-FFF2-40B4-BE49-F238E27FC236}">
                    <a16:creationId xmlns:a16="http://schemas.microsoft.com/office/drawing/2014/main" id="{1DDFCC98-4485-4397-BCC7-B5DC850BDB51}"/>
                  </a:ext>
                </a:extLst>
              </p:cNvPr>
              <p:cNvCxnSpPr>
                <a:cxnSpLocks/>
                <a:stCxn id="705" idx="0"/>
                <a:endCxn id="686" idx="0"/>
              </p:cNvCxnSpPr>
              <p:nvPr/>
            </p:nvCxnSpPr>
            <p:spPr>
              <a:xfrm flipV="1">
                <a:off x="4712306" y="3444252"/>
                <a:ext cx="664200" cy="1029206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8" name="Straight Connector 1187">
                <a:extLst>
                  <a:ext uri="{FF2B5EF4-FFF2-40B4-BE49-F238E27FC236}">
                    <a16:creationId xmlns:a16="http://schemas.microsoft.com/office/drawing/2014/main" id="{A770918D-8A22-4BA0-AABA-A80A1553DAA5}"/>
                  </a:ext>
                </a:extLst>
              </p:cNvPr>
              <p:cNvCxnSpPr>
                <a:cxnSpLocks/>
                <a:stCxn id="652" idx="0"/>
                <a:endCxn id="620" idx="4"/>
              </p:cNvCxnSpPr>
              <p:nvPr/>
            </p:nvCxnSpPr>
            <p:spPr>
              <a:xfrm>
                <a:off x="4712306" y="2430650"/>
                <a:ext cx="1256963" cy="1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1" name="Straight Connector 1190">
                <a:extLst>
                  <a:ext uri="{FF2B5EF4-FFF2-40B4-BE49-F238E27FC236}">
                    <a16:creationId xmlns:a16="http://schemas.microsoft.com/office/drawing/2014/main" id="{4C4E23B3-2723-48B0-9FC1-40E4DD0DE554}"/>
                  </a:ext>
                </a:extLst>
              </p:cNvPr>
              <p:cNvCxnSpPr>
                <a:cxnSpLocks/>
                <a:stCxn id="686" idx="0"/>
                <a:endCxn id="652" idx="0"/>
              </p:cNvCxnSpPr>
              <p:nvPr/>
            </p:nvCxnSpPr>
            <p:spPr>
              <a:xfrm flipH="1" flipV="1">
                <a:off x="4712306" y="2430650"/>
                <a:ext cx="664200" cy="1013602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8" name="Straight Connector 1207">
                <a:extLst>
                  <a:ext uri="{FF2B5EF4-FFF2-40B4-BE49-F238E27FC236}">
                    <a16:creationId xmlns:a16="http://schemas.microsoft.com/office/drawing/2014/main" id="{346C8C47-BA50-4F6B-8523-59C6CF298BD5}"/>
                  </a:ext>
                </a:extLst>
              </p:cNvPr>
              <p:cNvCxnSpPr>
                <a:cxnSpLocks/>
                <a:stCxn id="679" idx="0"/>
                <a:endCxn id="735" idx="2"/>
              </p:cNvCxnSpPr>
              <p:nvPr/>
            </p:nvCxnSpPr>
            <p:spPr>
              <a:xfrm flipH="1">
                <a:off x="5350184" y="4466260"/>
                <a:ext cx="619085" cy="1020801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1" name="Straight Connector 1210">
                <a:extLst>
                  <a:ext uri="{FF2B5EF4-FFF2-40B4-BE49-F238E27FC236}">
                    <a16:creationId xmlns:a16="http://schemas.microsoft.com/office/drawing/2014/main" id="{1414E486-5F4D-4DA8-9ABA-C9A65A4793B5}"/>
                  </a:ext>
                </a:extLst>
              </p:cNvPr>
              <p:cNvCxnSpPr>
                <a:cxnSpLocks/>
                <a:stCxn id="679" idx="0"/>
                <a:endCxn id="731" idx="4"/>
              </p:cNvCxnSpPr>
              <p:nvPr/>
            </p:nvCxnSpPr>
            <p:spPr>
              <a:xfrm>
                <a:off x="5969269" y="4466260"/>
                <a:ext cx="592764" cy="1020801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6" name="Straight Connector 1235">
                <a:extLst>
                  <a:ext uri="{FF2B5EF4-FFF2-40B4-BE49-F238E27FC236}">
                    <a16:creationId xmlns:a16="http://schemas.microsoft.com/office/drawing/2014/main" id="{85306756-2A49-4D26-8A5C-72023F34C05F}"/>
                  </a:ext>
                </a:extLst>
              </p:cNvPr>
              <p:cNvCxnSpPr>
                <a:cxnSpLocks/>
                <a:stCxn id="189" idx="0"/>
                <a:endCxn id="195" idx="0"/>
              </p:cNvCxnSpPr>
              <p:nvPr/>
            </p:nvCxnSpPr>
            <p:spPr>
              <a:xfrm>
                <a:off x="7747561" y="-680275"/>
                <a:ext cx="570208" cy="1029206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49" name="TextBox 1348">
              <a:extLst>
                <a:ext uri="{FF2B5EF4-FFF2-40B4-BE49-F238E27FC236}">
                  <a16:creationId xmlns:a16="http://schemas.microsoft.com/office/drawing/2014/main" id="{83AF64ED-3EFD-4F1A-906A-22F447B1FF1E}"/>
                </a:ext>
              </a:extLst>
            </p:cNvPr>
            <p:cNvSpPr txBox="1"/>
            <p:nvPr/>
          </p:nvSpPr>
          <p:spPr>
            <a:xfrm>
              <a:off x="1771042" y="-2840676"/>
              <a:ext cx="94051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b="1" dirty="0">
                  <a:latin typeface="Arial" panose="020B0604020202020204" pitchFamily="34" charset="0"/>
                  <a:cs typeface="Arial" panose="020B0604020202020204" pitchFamily="34" charset="0"/>
                </a:rPr>
                <a:t>Triangular Star </a:t>
              </a:r>
              <a:r>
                <a:rPr lang="pt-PT" sz="3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Battle</a:t>
              </a:r>
              <a:r>
                <a:rPr lang="pt-PT" sz="3200" b="1" dirty="0">
                  <a:latin typeface="Arial" panose="020B0604020202020204" pitchFamily="34" charset="0"/>
                  <a:cs typeface="Arial" panose="020B0604020202020204" pitchFamily="34" charset="0"/>
                </a:rPr>
                <a:t>: 2</a:t>
              </a:r>
              <a:r>
                <a:rPr lang="pt-PT" sz="32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★</a:t>
              </a:r>
              <a:endParaRPr lang="pt-PT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0" name="TextBox 1349">
              <a:extLst>
                <a:ext uri="{FF2B5EF4-FFF2-40B4-BE49-F238E27FC236}">
                  <a16:creationId xmlns:a16="http://schemas.microsoft.com/office/drawing/2014/main" id="{FD6418CC-1A80-4E9A-85D6-766186C4DAD5}"/>
                </a:ext>
              </a:extLst>
            </p:cNvPr>
            <p:cNvSpPr txBox="1"/>
            <p:nvPr/>
          </p:nvSpPr>
          <p:spPr>
            <a:xfrm>
              <a:off x="1745642" y="-2146783"/>
              <a:ext cx="9405109" cy="83099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pt-PT" sz="24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Place</a:t>
              </a: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4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exactly</a:t>
              </a: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4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two</a:t>
              </a: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 stars per </a:t>
              </a:r>
              <a:r>
                <a:rPr lang="pt-PT" sz="2400" b="1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line</a:t>
              </a: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4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and</a:t>
              </a: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400" b="1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region</a:t>
              </a: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 algn="ctr"/>
              <a:r>
                <a:rPr lang="pt-PT" sz="24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Triangle</a:t>
              </a: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4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cells</a:t>
              </a: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4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containing</a:t>
              </a: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 stars share no </a:t>
              </a:r>
              <a:r>
                <a:rPr lang="pt-PT" sz="24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vertices</a:t>
              </a: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</p:txBody>
        </p:sp>
        <p:sp>
          <p:nvSpPr>
            <p:cNvPr id="412" name="Rectangle 411">
              <a:extLst>
                <a:ext uri="{FF2B5EF4-FFF2-40B4-BE49-F238E27FC236}">
                  <a16:creationId xmlns:a16="http://schemas.microsoft.com/office/drawing/2014/main" id="{AD50C9A3-2958-43B0-9D8B-60EC12234857}"/>
                </a:ext>
              </a:extLst>
            </p:cNvPr>
            <p:cNvSpPr/>
            <p:nvPr/>
          </p:nvSpPr>
          <p:spPr>
            <a:xfrm>
              <a:off x="6647945" y="7791618"/>
              <a:ext cx="5065066" cy="6924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endParaRPr lang="pt-PT" sz="300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r"/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#3 by Pedro PSI – 18th of June 2020</a:t>
              </a:r>
            </a:p>
            <a:p>
              <a:pPr algn="r"/>
              <a:r>
                <a:rPr lang="pt-PT" i="1" dirty="0">
                  <a:latin typeface="Arial" panose="020B0604020202020204" pitchFamily="34" charset="0"/>
                  <a:cs typeface="Arial" panose="020B0604020202020204" pitchFamily="34" charset="0"/>
                </a:rPr>
                <a:t>pedropsi.github.io/star-battle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48702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</TotalTime>
  <Words>40</Words>
  <Application>Microsoft Office PowerPoint</Application>
  <PresentationFormat>Widescreen</PresentationFormat>
  <Paragraphs>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Pedro</dc:creator>
  <cp:lastModifiedBy>Pedro</cp:lastModifiedBy>
  <cp:revision>36</cp:revision>
  <dcterms:created xsi:type="dcterms:W3CDTF">2020-06-18T06:59:34Z</dcterms:created>
  <dcterms:modified xsi:type="dcterms:W3CDTF">2020-08-25T12:14:20Z</dcterms:modified>
</cp:coreProperties>
</file>