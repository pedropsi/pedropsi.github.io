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1" r:id="rId4"/>
    <p:sldId id="262" r:id="rId5"/>
    <p:sldId id="260" r:id="rId6"/>
  </p:sldIdLst>
  <p:sldSz cx="12192000" cy="6858000"/>
  <p:notesSz cx="6881813" cy="97107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6600FF"/>
    <a:srgbClr val="CCFFFF"/>
    <a:srgbClr val="FFFF99"/>
    <a:srgbClr val="33CCFF"/>
    <a:srgbClr val="FFFFCC"/>
    <a:srgbClr val="E6E6E6"/>
    <a:srgbClr val="CC99FF"/>
    <a:srgbClr val="FF66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5" autoAdjust="0"/>
    <p:restoredTop sz="94660"/>
  </p:normalViewPr>
  <p:slideViewPr>
    <p:cSldViewPr snapToGrid="0">
      <p:cViewPr>
        <p:scale>
          <a:sx n="25" d="100"/>
          <a:sy n="25" d="100"/>
        </p:scale>
        <p:origin x="155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1A79E-A079-4859-8332-4DF674D00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4D2B3-D1DE-469A-8B8F-30FD04CE3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95DAB-55F4-4D1C-BCCD-D577C4E2A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5D410-EF75-4FFD-A9A3-81105E19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3F4AD-C85D-4461-BDAF-A97CB219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274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EECD-5BB5-4F2E-B5E6-FB4E031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ACC2B-B8C3-4FDA-9793-6316E3E02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1EDFA-555D-4F2F-AFE7-5FCB456A7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074E2-0D69-4F63-BB96-D03178CB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94ABC-C9D6-4E53-BA9D-575178C1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509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D35A-2DEC-43D5-AC43-1286EFB8F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CE368-742B-42B1-96FC-1B8D8C3AD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49B6A-6D84-42FD-8FBA-46F9234A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49E83-05C8-4467-9C93-1A80CDD1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313A9-7488-4D2C-8469-813C63D0A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9945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90921-A1A9-4F1D-8DD9-B3717CF4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A15E3-380F-4A7B-9F6A-813031C09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1CF41-1F6C-46BF-8AB5-53F951580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54B3D-6C16-45A3-9678-5660E9AD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C77AB-5774-478D-A094-647CD81F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745AB-95E8-4768-93C0-F4A4E176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408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DB4C-061A-4A98-B39D-8B2139086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C97D9-869A-4629-B3C5-EC41284FB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894CD-31ED-44F9-BD75-6F6D54782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48DAE-DD87-4502-87F2-88BDC8636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713A7-1CFD-4E83-B5F2-46D6A9597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4F7D0-998E-47AB-92BD-31D5921C1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DB3F3F-96DF-48BD-B55D-3EC74998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4EC1AF-8EBD-41D4-9F62-58E94892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740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5570-735D-4C50-A397-3D6AB9F63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220E3-ACA3-4935-B0EC-2601F881D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866A5-2758-4A2A-9748-BAD8639B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970CF-0142-40B4-9841-277882FC0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805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F67204-10E1-4C0A-8AE7-1CEA1169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07C025-C597-4800-B46F-D253CB553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9B274-8D91-4BD3-B368-A4FEBDCB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77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9853-EA17-4FC5-8DF3-8B6A30F0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E9879-EF0A-42A1-87B1-B0608DB13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A2307-2F62-49A6-A7B8-8935A455E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4245B-502C-4973-B7F3-87FDA880A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09748-AC95-4567-8EBE-F4D3EC28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FCA84-D90F-4A4F-A1E0-8ADF7C40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985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FAAA1-B947-4A7C-8CD3-BBE585186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B43416-76F4-49CB-8E45-69BBDFF34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5011A-21ED-4FCF-A5D6-118E8BD5D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5C45A-C26A-4C3F-9368-182C3301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38FBE-231F-45AE-A14D-286E8B0D8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D2FA2-4235-4742-8427-7454E639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340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62624-4A6C-4F64-A99A-05C8A67C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27272-7635-4A98-8F01-1E8471637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01BB3-83D5-414A-9FAD-6EE480421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964E6-3AA6-4DE4-BE44-2066D6AC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AF34B-8A8E-4FAD-8568-C0E2130C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878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B41917-443D-4D58-B87B-C15A09B74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0008E-8924-45A4-933E-8580813FC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A5C08-F179-4CA6-9287-C3A6318A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D344-C028-403C-A664-31FF2864C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1F1ED-BDA9-48B4-8F7F-050BDCFFB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48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9CD30-1D8E-44D1-9920-89441107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287A5-A46C-42C5-BF25-214F5FCAF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8B43D-E3A0-40EA-B6E7-A0CD5DBA5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3903D-E117-47A0-A26C-7C8CAF17D62B}" type="datetimeFigureOut">
              <a:rPr lang="pt-PT" smtClean="0"/>
              <a:t>09/08/2020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2A351-2E47-4686-9F0B-DDC80664C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8516B-309F-40A4-A0BE-17F93DDC4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5FEC2-E276-4ECA-83A7-04042866FA5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154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B1EB192-A735-4DA6-A6F7-3F22B4E044A0}"/>
              </a:ext>
            </a:extLst>
          </p:cNvPr>
          <p:cNvGrpSpPr/>
          <p:nvPr/>
        </p:nvGrpSpPr>
        <p:grpSpPr>
          <a:xfrm>
            <a:off x="-3073400" y="-1397000"/>
            <a:ext cx="21869400" cy="9169400"/>
            <a:chOff x="-3073400" y="-1397000"/>
            <a:chExt cx="21869400" cy="91694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84B6620-A343-4DB8-87AE-354E47F1CB35}"/>
                </a:ext>
              </a:extLst>
            </p:cNvPr>
            <p:cNvSpPr/>
            <p:nvPr/>
          </p:nvSpPr>
          <p:spPr>
            <a:xfrm>
              <a:off x="-3073400" y="-1397000"/>
              <a:ext cx="21869400" cy="9169400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93022CA-A676-4D35-962D-F2044EA63467}"/>
                </a:ext>
              </a:extLst>
            </p:cNvPr>
            <p:cNvGrpSpPr/>
            <p:nvPr/>
          </p:nvGrpSpPr>
          <p:grpSpPr>
            <a:xfrm>
              <a:off x="-2458250" y="-1053054"/>
              <a:ext cx="20771650" cy="8619243"/>
              <a:chOff x="-2458250" y="-1053054"/>
              <a:chExt cx="20771650" cy="8619243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9EF4E456-DEFC-40ED-9024-6844B62135A7}"/>
                  </a:ext>
                </a:extLst>
              </p:cNvPr>
              <p:cNvGrpSpPr/>
              <p:nvPr/>
            </p:nvGrpSpPr>
            <p:grpSpPr>
              <a:xfrm>
                <a:off x="-1149666" y="-1053054"/>
                <a:ext cx="18179520" cy="8619243"/>
                <a:chOff x="-1149666" y="-1053054"/>
                <a:chExt cx="18179520" cy="8619243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B2214967-FE28-40F1-97EC-E58EFB8DA83B}"/>
                    </a:ext>
                  </a:extLst>
                </p:cNvPr>
                <p:cNvGrpSpPr/>
                <p:nvPr/>
              </p:nvGrpSpPr>
              <p:grpSpPr>
                <a:xfrm>
                  <a:off x="-1149666" y="-1053054"/>
                  <a:ext cx="4964854" cy="8619243"/>
                  <a:chOff x="795866" y="328273"/>
                  <a:chExt cx="4964854" cy="8619243"/>
                </a:xfrm>
                <a:grpFill/>
              </p:grpSpPr>
              <p:grpSp>
                <p:nvGrpSpPr>
                  <p:cNvPr id="8" name="Group 7">
                    <a:extLst>
                      <a:ext uri="{FF2B5EF4-FFF2-40B4-BE49-F238E27FC236}">
                        <a16:creationId xmlns:a16="http://schemas.microsoft.com/office/drawing/2014/main" id="{1EC8EC97-1BDC-4F3A-AC16-0EEC0338B3EE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4" name="Isosceles Triangle 3">
                      <a:extLst>
                        <a:ext uri="{FF2B5EF4-FFF2-40B4-BE49-F238E27FC236}">
                          <a16:creationId xmlns:a16="http://schemas.microsoft.com/office/drawing/2014/main" id="{154FAD71-EF18-4D1C-A91E-03C44F933F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E82CBC35-59E3-4FAB-9834-5AE2C0D5A56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" name="Isosceles Triangle 5">
                      <a:extLst>
                        <a:ext uri="{FF2B5EF4-FFF2-40B4-BE49-F238E27FC236}">
                          <a16:creationId xmlns:a16="http://schemas.microsoft.com/office/drawing/2014/main" id="{F9CA9F8F-B4ED-447C-AB8A-385300A4F7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CC8476AE-4352-4E2E-9AEA-7406210712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655672A7-F790-4166-9BBD-EB422FD5E57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10" name="Isosceles Triangle 9">
                      <a:extLst>
                        <a:ext uri="{FF2B5EF4-FFF2-40B4-BE49-F238E27FC236}">
                          <a16:creationId xmlns:a16="http://schemas.microsoft.com/office/drawing/2014/main" id="{0B5DCFFF-1B2F-4A0E-ACC3-3E6F4B7707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" name="Isosceles Triangle 10">
                      <a:extLst>
                        <a:ext uri="{FF2B5EF4-FFF2-40B4-BE49-F238E27FC236}">
                          <a16:creationId xmlns:a16="http://schemas.microsoft.com/office/drawing/2014/main" id="{F11A5897-E5C0-44C4-9FAA-3749B57B417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2" name="Isosceles Triangle 11">
                      <a:extLst>
                        <a:ext uri="{FF2B5EF4-FFF2-40B4-BE49-F238E27FC236}">
                          <a16:creationId xmlns:a16="http://schemas.microsoft.com/office/drawing/2014/main" id="{6CAE23B0-CCF1-44D7-8DBF-15F0B86F16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3" name="Isosceles Triangle 12">
                      <a:extLst>
                        <a:ext uri="{FF2B5EF4-FFF2-40B4-BE49-F238E27FC236}">
                          <a16:creationId xmlns:a16="http://schemas.microsoft.com/office/drawing/2014/main" id="{9B028CA9-3E97-40E1-91BC-44BB0F3959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CB603309-8D3B-4BA6-AD90-0C2B04898951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15" name="Isosceles Triangle 14">
                      <a:extLst>
                        <a:ext uri="{FF2B5EF4-FFF2-40B4-BE49-F238E27FC236}">
                          <a16:creationId xmlns:a16="http://schemas.microsoft.com/office/drawing/2014/main" id="{1A48CC2C-658F-41E6-BC0F-4DEE299AE6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6" name="Isosceles Triangle 15">
                      <a:extLst>
                        <a:ext uri="{FF2B5EF4-FFF2-40B4-BE49-F238E27FC236}">
                          <a16:creationId xmlns:a16="http://schemas.microsoft.com/office/drawing/2014/main" id="{B2F8D787-BAC6-41DE-AEB7-9328BC68C3E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7" name="Isosceles Triangle 16">
                      <a:extLst>
                        <a:ext uri="{FF2B5EF4-FFF2-40B4-BE49-F238E27FC236}">
                          <a16:creationId xmlns:a16="http://schemas.microsoft.com/office/drawing/2014/main" id="{6F31505E-7F53-4788-96D4-CF7247251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8" name="Isosceles Triangle 17">
                      <a:extLst>
                        <a:ext uri="{FF2B5EF4-FFF2-40B4-BE49-F238E27FC236}">
                          <a16:creationId xmlns:a16="http://schemas.microsoft.com/office/drawing/2014/main" id="{F7B554D9-8305-4D68-BC8C-6D4D687EE7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460557E4-189C-450C-BFEA-EA95C82604DF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25" name="Isosceles Triangle 24">
                      <a:extLst>
                        <a:ext uri="{FF2B5EF4-FFF2-40B4-BE49-F238E27FC236}">
                          <a16:creationId xmlns:a16="http://schemas.microsoft.com/office/drawing/2014/main" id="{A25F7D70-B93C-427B-ADB2-C124991314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" name="Isosceles Triangle 25">
                      <a:extLst>
                        <a:ext uri="{FF2B5EF4-FFF2-40B4-BE49-F238E27FC236}">
                          <a16:creationId xmlns:a16="http://schemas.microsoft.com/office/drawing/2014/main" id="{27046DB5-B9E1-40F8-B873-E4E3856A3352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7" name="Isosceles Triangle 26">
                      <a:extLst>
                        <a:ext uri="{FF2B5EF4-FFF2-40B4-BE49-F238E27FC236}">
                          <a16:creationId xmlns:a16="http://schemas.microsoft.com/office/drawing/2014/main" id="{21E31C48-2C7E-4351-8341-DEB25B4529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8" name="Isosceles Triangle 27">
                      <a:extLst>
                        <a:ext uri="{FF2B5EF4-FFF2-40B4-BE49-F238E27FC236}">
                          <a16:creationId xmlns:a16="http://schemas.microsoft.com/office/drawing/2014/main" id="{C0EDACE7-1A05-4602-BD67-15E2214846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2EBE4C84-334D-4A74-91B2-22678D4E0B2C}"/>
                    </a:ext>
                  </a:extLst>
                </p:cNvPr>
                <p:cNvGrpSpPr/>
                <p:nvPr/>
              </p:nvGrpSpPr>
              <p:grpSpPr>
                <a:xfrm>
                  <a:off x="2157739" y="-1053054"/>
                  <a:ext cx="4964854" cy="8619243"/>
                  <a:chOff x="795866" y="328273"/>
                  <a:chExt cx="4964854" cy="8619243"/>
                </a:xfrm>
                <a:grpFill/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E469D305-7125-45CF-B4FB-38A0D2FB4712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47" name="Isosceles Triangle 46">
                      <a:extLst>
                        <a:ext uri="{FF2B5EF4-FFF2-40B4-BE49-F238E27FC236}">
                          <a16:creationId xmlns:a16="http://schemas.microsoft.com/office/drawing/2014/main" id="{7CF41DDB-DF79-49B7-AB1A-B66EC3F280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48" name="Isosceles Triangle 47">
                      <a:extLst>
                        <a:ext uri="{FF2B5EF4-FFF2-40B4-BE49-F238E27FC236}">
                          <a16:creationId xmlns:a16="http://schemas.microsoft.com/office/drawing/2014/main" id="{DFD6992C-A7AB-489B-B3EE-0D7DF32B77E2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49" name="Isosceles Triangle 48">
                      <a:extLst>
                        <a:ext uri="{FF2B5EF4-FFF2-40B4-BE49-F238E27FC236}">
                          <a16:creationId xmlns:a16="http://schemas.microsoft.com/office/drawing/2014/main" id="{1C3961D2-62F7-48AE-B81B-C8908CAE7C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50" name="Isosceles Triangle 49">
                      <a:extLst>
                        <a:ext uri="{FF2B5EF4-FFF2-40B4-BE49-F238E27FC236}">
                          <a16:creationId xmlns:a16="http://schemas.microsoft.com/office/drawing/2014/main" id="{C980B09E-9831-402B-B564-2A81AA0052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DC77E406-A33A-4779-87E0-A19430FC118D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43" name="Isosceles Triangle 42">
                      <a:extLst>
                        <a:ext uri="{FF2B5EF4-FFF2-40B4-BE49-F238E27FC236}">
                          <a16:creationId xmlns:a16="http://schemas.microsoft.com/office/drawing/2014/main" id="{8ABB0F98-C793-4A96-BF0A-00FF5374A6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44" name="Isosceles Triangle 43">
                      <a:extLst>
                        <a:ext uri="{FF2B5EF4-FFF2-40B4-BE49-F238E27FC236}">
                          <a16:creationId xmlns:a16="http://schemas.microsoft.com/office/drawing/2014/main" id="{14D7DEB5-B0C8-4B5E-B60D-910903B8E19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45" name="Isosceles Triangle 44">
                      <a:extLst>
                        <a:ext uri="{FF2B5EF4-FFF2-40B4-BE49-F238E27FC236}">
                          <a16:creationId xmlns:a16="http://schemas.microsoft.com/office/drawing/2014/main" id="{1086D7B1-216A-4963-871E-0DD49D414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46" name="Isosceles Triangle 45">
                      <a:extLst>
                        <a:ext uri="{FF2B5EF4-FFF2-40B4-BE49-F238E27FC236}">
                          <a16:creationId xmlns:a16="http://schemas.microsoft.com/office/drawing/2014/main" id="{C9AE843C-17B3-43F3-9B79-6B1C9756E9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D0F01733-BF04-4369-B929-CB8289B3A534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39" name="Isosceles Triangle 38">
                      <a:extLst>
                        <a:ext uri="{FF2B5EF4-FFF2-40B4-BE49-F238E27FC236}">
                          <a16:creationId xmlns:a16="http://schemas.microsoft.com/office/drawing/2014/main" id="{6770C498-788D-4022-86C7-AE53228706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40" name="Isosceles Triangle 39">
                      <a:extLst>
                        <a:ext uri="{FF2B5EF4-FFF2-40B4-BE49-F238E27FC236}">
                          <a16:creationId xmlns:a16="http://schemas.microsoft.com/office/drawing/2014/main" id="{7CA9E623-44DB-41B8-A2A0-B6EF19CFA6A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41" name="Isosceles Triangle 40">
                      <a:extLst>
                        <a:ext uri="{FF2B5EF4-FFF2-40B4-BE49-F238E27FC236}">
                          <a16:creationId xmlns:a16="http://schemas.microsoft.com/office/drawing/2014/main" id="{D304F2EC-ED6D-4287-803E-A37B884DD4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42" name="Isosceles Triangle 41">
                      <a:extLst>
                        <a:ext uri="{FF2B5EF4-FFF2-40B4-BE49-F238E27FC236}">
                          <a16:creationId xmlns:a16="http://schemas.microsoft.com/office/drawing/2014/main" id="{D952E2C4-38F5-4D5C-9A7C-562FA67865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B61EE816-5789-4C85-9C95-125ABF6FE651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35" name="Isosceles Triangle 34">
                      <a:extLst>
                        <a:ext uri="{FF2B5EF4-FFF2-40B4-BE49-F238E27FC236}">
                          <a16:creationId xmlns:a16="http://schemas.microsoft.com/office/drawing/2014/main" id="{80E2598D-4428-46F0-A09C-AA25425AB8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6" name="Isosceles Triangle 35">
                      <a:extLst>
                        <a:ext uri="{FF2B5EF4-FFF2-40B4-BE49-F238E27FC236}">
                          <a16:creationId xmlns:a16="http://schemas.microsoft.com/office/drawing/2014/main" id="{20FAA7B4-EE4D-479A-B2E3-1081F4F25245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7" name="Isosceles Triangle 36">
                      <a:extLst>
                        <a:ext uri="{FF2B5EF4-FFF2-40B4-BE49-F238E27FC236}">
                          <a16:creationId xmlns:a16="http://schemas.microsoft.com/office/drawing/2014/main" id="{3F3DC6A1-EE1C-48A7-B406-B271A3C03D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38" name="Isosceles Triangle 37">
                      <a:extLst>
                        <a:ext uri="{FF2B5EF4-FFF2-40B4-BE49-F238E27FC236}">
                          <a16:creationId xmlns:a16="http://schemas.microsoft.com/office/drawing/2014/main" id="{E054D475-10D8-4E98-960A-387FDFE868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9A192F9D-9389-4F6F-B03A-595E51984F67}"/>
                    </a:ext>
                  </a:extLst>
                </p:cNvPr>
                <p:cNvGrpSpPr/>
                <p:nvPr/>
              </p:nvGrpSpPr>
              <p:grpSpPr>
                <a:xfrm>
                  <a:off x="5465143" y="-1053054"/>
                  <a:ext cx="4964854" cy="8619243"/>
                  <a:chOff x="795866" y="328273"/>
                  <a:chExt cx="4964854" cy="8619243"/>
                </a:xfrm>
                <a:grpFill/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DB311A7F-7D57-4C5E-907A-653065B678A1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8" name="Isosceles Triangle 67">
                      <a:extLst>
                        <a:ext uri="{FF2B5EF4-FFF2-40B4-BE49-F238E27FC236}">
                          <a16:creationId xmlns:a16="http://schemas.microsoft.com/office/drawing/2014/main" id="{05565B76-0842-40AF-A504-ECA8ECE7DF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9" name="Isosceles Triangle 68">
                      <a:extLst>
                        <a:ext uri="{FF2B5EF4-FFF2-40B4-BE49-F238E27FC236}">
                          <a16:creationId xmlns:a16="http://schemas.microsoft.com/office/drawing/2014/main" id="{2F272B24-857B-4293-AE7C-D3E9BEE1690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70" name="Isosceles Triangle 69">
                      <a:extLst>
                        <a:ext uri="{FF2B5EF4-FFF2-40B4-BE49-F238E27FC236}">
                          <a16:creationId xmlns:a16="http://schemas.microsoft.com/office/drawing/2014/main" id="{F04C4D1A-5641-4390-BC9F-008455D514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71" name="Isosceles Triangle 70">
                      <a:extLst>
                        <a:ext uri="{FF2B5EF4-FFF2-40B4-BE49-F238E27FC236}">
                          <a16:creationId xmlns:a16="http://schemas.microsoft.com/office/drawing/2014/main" id="{6516B81C-8BCD-4285-9BB6-06522C39E3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C468D820-FA08-4D61-87B2-F9E709AFCC4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4" name="Isosceles Triangle 63">
                      <a:extLst>
                        <a:ext uri="{FF2B5EF4-FFF2-40B4-BE49-F238E27FC236}">
                          <a16:creationId xmlns:a16="http://schemas.microsoft.com/office/drawing/2014/main" id="{C6DCD5D8-FF9F-493E-9A0A-5CF99B88A5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" name="Isosceles Triangle 64">
                      <a:extLst>
                        <a:ext uri="{FF2B5EF4-FFF2-40B4-BE49-F238E27FC236}">
                          <a16:creationId xmlns:a16="http://schemas.microsoft.com/office/drawing/2014/main" id="{1822F789-54BC-4C77-9F24-9357CCCC3BD4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" name="Isosceles Triangle 65">
                      <a:extLst>
                        <a:ext uri="{FF2B5EF4-FFF2-40B4-BE49-F238E27FC236}">
                          <a16:creationId xmlns:a16="http://schemas.microsoft.com/office/drawing/2014/main" id="{672FA782-5161-44B3-900E-085F9886D4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" name="Isosceles Triangle 66">
                      <a:extLst>
                        <a:ext uri="{FF2B5EF4-FFF2-40B4-BE49-F238E27FC236}">
                          <a16:creationId xmlns:a16="http://schemas.microsoft.com/office/drawing/2014/main" id="{C3A61CCA-B9E9-47BF-A4F3-5BBD67F8B5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54CFF9CC-B4A9-4A59-8612-C37A2ED5FA19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0" name="Isosceles Triangle 59">
                      <a:extLst>
                        <a:ext uri="{FF2B5EF4-FFF2-40B4-BE49-F238E27FC236}">
                          <a16:creationId xmlns:a16="http://schemas.microsoft.com/office/drawing/2014/main" id="{C216C7CC-2DC9-4356-A52C-A325DE5487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" name="Isosceles Triangle 60">
                      <a:extLst>
                        <a:ext uri="{FF2B5EF4-FFF2-40B4-BE49-F238E27FC236}">
                          <a16:creationId xmlns:a16="http://schemas.microsoft.com/office/drawing/2014/main" id="{18E37198-5ECA-4E2A-BB3C-E0F46089CAF5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" name="Isosceles Triangle 61">
                      <a:extLst>
                        <a:ext uri="{FF2B5EF4-FFF2-40B4-BE49-F238E27FC236}">
                          <a16:creationId xmlns:a16="http://schemas.microsoft.com/office/drawing/2014/main" id="{4D4354F5-3E6D-4F72-AD87-912B59E07D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" name="Isosceles Triangle 62">
                      <a:extLst>
                        <a:ext uri="{FF2B5EF4-FFF2-40B4-BE49-F238E27FC236}">
                          <a16:creationId xmlns:a16="http://schemas.microsoft.com/office/drawing/2014/main" id="{9CA9C74C-0321-4111-A4A6-194EAEA414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0C9A257A-1527-4887-8149-9A23A89A722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56" name="Isosceles Triangle 55">
                      <a:extLst>
                        <a:ext uri="{FF2B5EF4-FFF2-40B4-BE49-F238E27FC236}">
                          <a16:creationId xmlns:a16="http://schemas.microsoft.com/office/drawing/2014/main" id="{31BC8E1D-DFE6-4E50-B6F5-BA61742034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57" name="Isosceles Triangle 56">
                      <a:extLst>
                        <a:ext uri="{FF2B5EF4-FFF2-40B4-BE49-F238E27FC236}">
                          <a16:creationId xmlns:a16="http://schemas.microsoft.com/office/drawing/2014/main" id="{20EBADCE-03B4-4ADA-B412-AD4A65E87A8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58" name="Isosceles Triangle 57">
                      <a:extLst>
                        <a:ext uri="{FF2B5EF4-FFF2-40B4-BE49-F238E27FC236}">
                          <a16:creationId xmlns:a16="http://schemas.microsoft.com/office/drawing/2014/main" id="{D486662E-3DFE-4950-AB8E-60517ABBD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59" name="Isosceles Triangle 58">
                      <a:extLst>
                        <a:ext uri="{FF2B5EF4-FFF2-40B4-BE49-F238E27FC236}">
                          <a16:creationId xmlns:a16="http://schemas.microsoft.com/office/drawing/2014/main" id="{F7D5138E-928C-4938-AEAE-E39FFE2782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DA8567B7-8D56-4D89-AA6B-0D43B726018C}"/>
                    </a:ext>
                  </a:extLst>
                </p:cNvPr>
                <p:cNvGrpSpPr/>
                <p:nvPr/>
              </p:nvGrpSpPr>
              <p:grpSpPr>
                <a:xfrm>
                  <a:off x="8772548" y="-1053054"/>
                  <a:ext cx="4964854" cy="8619243"/>
                  <a:chOff x="795866" y="328273"/>
                  <a:chExt cx="4964854" cy="8619243"/>
                </a:xfrm>
                <a:grpFill/>
              </p:grpSpPr>
              <p:grpSp>
                <p:nvGrpSpPr>
                  <p:cNvPr id="73" name="Group 72">
                    <a:extLst>
                      <a:ext uri="{FF2B5EF4-FFF2-40B4-BE49-F238E27FC236}">
                        <a16:creationId xmlns:a16="http://schemas.microsoft.com/office/drawing/2014/main" id="{D2E0F949-0D1A-4145-9E70-F3E991348536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89" name="Isosceles Triangle 88">
                      <a:extLst>
                        <a:ext uri="{FF2B5EF4-FFF2-40B4-BE49-F238E27FC236}">
                          <a16:creationId xmlns:a16="http://schemas.microsoft.com/office/drawing/2014/main" id="{13C7196B-171A-4E93-A635-E82B35C4B8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90" name="Isosceles Triangle 89">
                      <a:extLst>
                        <a:ext uri="{FF2B5EF4-FFF2-40B4-BE49-F238E27FC236}">
                          <a16:creationId xmlns:a16="http://schemas.microsoft.com/office/drawing/2014/main" id="{62B05DA8-4147-412B-A6B7-4F837B2F0C9A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91" name="Isosceles Triangle 90">
                      <a:extLst>
                        <a:ext uri="{FF2B5EF4-FFF2-40B4-BE49-F238E27FC236}">
                          <a16:creationId xmlns:a16="http://schemas.microsoft.com/office/drawing/2014/main" id="{91FE66A3-FD16-45CA-849F-596DCEB88E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92" name="Isosceles Triangle 91">
                      <a:extLst>
                        <a:ext uri="{FF2B5EF4-FFF2-40B4-BE49-F238E27FC236}">
                          <a16:creationId xmlns:a16="http://schemas.microsoft.com/office/drawing/2014/main" id="{6B13AFFD-18F2-4895-B7B2-52DA863992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5BCBFE89-FF59-4356-A073-4FB1E0418C1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85" name="Isosceles Triangle 84">
                      <a:extLst>
                        <a:ext uri="{FF2B5EF4-FFF2-40B4-BE49-F238E27FC236}">
                          <a16:creationId xmlns:a16="http://schemas.microsoft.com/office/drawing/2014/main" id="{380BB0CB-5D16-40A9-9B75-FFAC1BC6CD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86" name="Isosceles Triangle 85">
                      <a:extLst>
                        <a:ext uri="{FF2B5EF4-FFF2-40B4-BE49-F238E27FC236}">
                          <a16:creationId xmlns:a16="http://schemas.microsoft.com/office/drawing/2014/main" id="{6B4D02B4-A46F-4A03-BAFF-6BEBFF31E0F8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87" name="Isosceles Triangle 86">
                      <a:extLst>
                        <a:ext uri="{FF2B5EF4-FFF2-40B4-BE49-F238E27FC236}">
                          <a16:creationId xmlns:a16="http://schemas.microsoft.com/office/drawing/2014/main" id="{3C4DE398-B2F3-495F-BA66-6784AE3E7A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88" name="Isosceles Triangle 87">
                      <a:extLst>
                        <a:ext uri="{FF2B5EF4-FFF2-40B4-BE49-F238E27FC236}">
                          <a16:creationId xmlns:a16="http://schemas.microsoft.com/office/drawing/2014/main" id="{78EDB7AC-A602-4CD3-A550-B1A28549D2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08F167B9-5B3B-4CFE-9A51-1D620B6437C3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81" name="Isosceles Triangle 80">
                      <a:extLst>
                        <a:ext uri="{FF2B5EF4-FFF2-40B4-BE49-F238E27FC236}">
                          <a16:creationId xmlns:a16="http://schemas.microsoft.com/office/drawing/2014/main" id="{E09819D4-8AD7-4745-BE3C-23D07115B9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82" name="Isosceles Triangle 81">
                      <a:extLst>
                        <a:ext uri="{FF2B5EF4-FFF2-40B4-BE49-F238E27FC236}">
                          <a16:creationId xmlns:a16="http://schemas.microsoft.com/office/drawing/2014/main" id="{05E96120-306F-43EF-A651-A46BAE67B82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83" name="Isosceles Triangle 82">
                      <a:extLst>
                        <a:ext uri="{FF2B5EF4-FFF2-40B4-BE49-F238E27FC236}">
                          <a16:creationId xmlns:a16="http://schemas.microsoft.com/office/drawing/2014/main" id="{A38B3BD2-E266-4EA6-9E82-46F74C13D7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84" name="Isosceles Triangle 83">
                      <a:extLst>
                        <a:ext uri="{FF2B5EF4-FFF2-40B4-BE49-F238E27FC236}">
                          <a16:creationId xmlns:a16="http://schemas.microsoft.com/office/drawing/2014/main" id="{02C880B3-7629-4B15-B92E-7D4673879D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76" name="Group 75">
                    <a:extLst>
                      <a:ext uri="{FF2B5EF4-FFF2-40B4-BE49-F238E27FC236}">
                        <a16:creationId xmlns:a16="http://schemas.microsoft.com/office/drawing/2014/main" id="{C75D81CD-E874-4250-8986-B4D3F62DDD30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77" name="Isosceles Triangle 76">
                      <a:extLst>
                        <a:ext uri="{FF2B5EF4-FFF2-40B4-BE49-F238E27FC236}">
                          <a16:creationId xmlns:a16="http://schemas.microsoft.com/office/drawing/2014/main" id="{AD9C9D8C-4B69-42D2-9A49-7FAE5BA177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78" name="Isosceles Triangle 77">
                      <a:extLst>
                        <a:ext uri="{FF2B5EF4-FFF2-40B4-BE49-F238E27FC236}">
                          <a16:creationId xmlns:a16="http://schemas.microsoft.com/office/drawing/2014/main" id="{34A8F2F7-2E65-4176-998C-8232C240D2F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79" name="Isosceles Triangle 78">
                      <a:extLst>
                        <a:ext uri="{FF2B5EF4-FFF2-40B4-BE49-F238E27FC236}">
                          <a16:creationId xmlns:a16="http://schemas.microsoft.com/office/drawing/2014/main" id="{FF38D539-6FE5-4B88-B5D3-D8F718188F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80" name="Isosceles Triangle 79">
                      <a:extLst>
                        <a:ext uri="{FF2B5EF4-FFF2-40B4-BE49-F238E27FC236}">
                          <a16:creationId xmlns:a16="http://schemas.microsoft.com/office/drawing/2014/main" id="{7D9476F3-1EDF-418F-837E-E12E4A824B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484AA43A-6616-4CA6-80EF-83C8637B96F1}"/>
                    </a:ext>
                  </a:extLst>
                </p:cNvPr>
                <p:cNvGrpSpPr/>
                <p:nvPr/>
              </p:nvGrpSpPr>
              <p:grpSpPr>
                <a:xfrm>
                  <a:off x="12065000" y="-1053054"/>
                  <a:ext cx="4964854" cy="8619243"/>
                  <a:chOff x="795866" y="328273"/>
                  <a:chExt cx="4964854" cy="8619243"/>
                </a:xfrm>
                <a:grpFill/>
              </p:grpSpPr>
              <p:grpSp>
                <p:nvGrpSpPr>
                  <p:cNvPr id="94" name="Group 93">
                    <a:extLst>
                      <a:ext uri="{FF2B5EF4-FFF2-40B4-BE49-F238E27FC236}">
                        <a16:creationId xmlns:a16="http://schemas.microsoft.com/office/drawing/2014/main" id="{C37EDE81-FAE2-4D3B-B727-DD50B79F7950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110" name="Isosceles Triangle 109">
                      <a:extLst>
                        <a:ext uri="{FF2B5EF4-FFF2-40B4-BE49-F238E27FC236}">
                          <a16:creationId xmlns:a16="http://schemas.microsoft.com/office/drawing/2014/main" id="{47A15CEA-0F40-44E6-AD7D-34DD4D03CC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1" name="Isosceles Triangle 110">
                      <a:extLst>
                        <a:ext uri="{FF2B5EF4-FFF2-40B4-BE49-F238E27FC236}">
                          <a16:creationId xmlns:a16="http://schemas.microsoft.com/office/drawing/2014/main" id="{BCA8A480-4007-4BF1-9179-B716AA5C937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2" name="Isosceles Triangle 111">
                      <a:extLst>
                        <a:ext uri="{FF2B5EF4-FFF2-40B4-BE49-F238E27FC236}">
                          <a16:creationId xmlns:a16="http://schemas.microsoft.com/office/drawing/2014/main" id="{7C3136A1-7369-456C-85CE-9F915B44F4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13" name="Isosceles Triangle 112">
                      <a:extLst>
                        <a:ext uri="{FF2B5EF4-FFF2-40B4-BE49-F238E27FC236}">
                          <a16:creationId xmlns:a16="http://schemas.microsoft.com/office/drawing/2014/main" id="{BB190ED7-DC59-46B5-8465-E4205A1BF3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95" name="Group 94">
                    <a:extLst>
                      <a:ext uri="{FF2B5EF4-FFF2-40B4-BE49-F238E27FC236}">
                        <a16:creationId xmlns:a16="http://schemas.microsoft.com/office/drawing/2014/main" id="{E818F1D2-5763-4C13-AC0A-A29CA86CFB5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106" name="Isosceles Triangle 105">
                      <a:extLst>
                        <a:ext uri="{FF2B5EF4-FFF2-40B4-BE49-F238E27FC236}">
                          <a16:creationId xmlns:a16="http://schemas.microsoft.com/office/drawing/2014/main" id="{4105EE62-B7D3-4A35-97DF-958C46ED47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7" name="Isosceles Triangle 106">
                      <a:extLst>
                        <a:ext uri="{FF2B5EF4-FFF2-40B4-BE49-F238E27FC236}">
                          <a16:creationId xmlns:a16="http://schemas.microsoft.com/office/drawing/2014/main" id="{13AE32A4-BF53-482B-9C2C-97439E87C2F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8" name="Isosceles Triangle 107">
                      <a:extLst>
                        <a:ext uri="{FF2B5EF4-FFF2-40B4-BE49-F238E27FC236}">
                          <a16:creationId xmlns:a16="http://schemas.microsoft.com/office/drawing/2014/main" id="{B6950687-526C-4C09-8C33-ED3CCAEA49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9" name="Isosceles Triangle 108">
                      <a:extLst>
                        <a:ext uri="{FF2B5EF4-FFF2-40B4-BE49-F238E27FC236}">
                          <a16:creationId xmlns:a16="http://schemas.microsoft.com/office/drawing/2014/main" id="{C4C3621B-A065-4283-A7D7-9875A02108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A7DFFEAC-AD55-44E9-8EDA-CB7733BC1322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102" name="Isosceles Triangle 101">
                      <a:extLst>
                        <a:ext uri="{FF2B5EF4-FFF2-40B4-BE49-F238E27FC236}">
                          <a16:creationId xmlns:a16="http://schemas.microsoft.com/office/drawing/2014/main" id="{42AD52C8-2CAD-46E4-B021-FC18EE05BC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3" name="Isosceles Triangle 102">
                      <a:extLst>
                        <a:ext uri="{FF2B5EF4-FFF2-40B4-BE49-F238E27FC236}">
                          <a16:creationId xmlns:a16="http://schemas.microsoft.com/office/drawing/2014/main" id="{41064031-FBE7-4B3B-BB92-A1E31178F57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4" name="Isosceles Triangle 103">
                      <a:extLst>
                        <a:ext uri="{FF2B5EF4-FFF2-40B4-BE49-F238E27FC236}">
                          <a16:creationId xmlns:a16="http://schemas.microsoft.com/office/drawing/2014/main" id="{F68A3B57-6F32-49AA-9478-B3F289A3E7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5" name="Isosceles Triangle 104">
                      <a:extLst>
                        <a:ext uri="{FF2B5EF4-FFF2-40B4-BE49-F238E27FC236}">
                          <a16:creationId xmlns:a16="http://schemas.microsoft.com/office/drawing/2014/main" id="{2EEB79AD-DC50-417D-855C-54A738D052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97" name="Group 96">
                    <a:extLst>
                      <a:ext uri="{FF2B5EF4-FFF2-40B4-BE49-F238E27FC236}">
                        <a16:creationId xmlns:a16="http://schemas.microsoft.com/office/drawing/2014/main" id="{BDCD84A6-892D-4FD4-9BE3-C24A4558AB98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98" name="Isosceles Triangle 97">
                      <a:extLst>
                        <a:ext uri="{FF2B5EF4-FFF2-40B4-BE49-F238E27FC236}">
                          <a16:creationId xmlns:a16="http://schemas.microsoft.com/office/drawing/2014/main" id="{562BBD4E-6089-471D-8950-E3C298B87B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99" name="Isosceles Triangle 98">
                      <a:extLst>
                        <a:ext uri="{FF2B5EF4-FFF2-40B4-BE49-F238E27FC236}">
                          <a16:creationId xmlns:a16="http://schemas.microsoft.com/office/drawing/2014/main" id="{B7643362-D0AB-42CE-90D6-8DCE31327713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0" name="Isosceles Triangle 99">
                      <a:extLst>
                        <a:ext uri="{FF2B5EF4-FFF2-40B4-BE49-F238E27FC236}">
                          <a16:creationId xmlns:a16="http://schemas.microsoft.com/office/drawing/2014/main" id="{0FED1621-1E4A-4582-ABC7-287EA1A99A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101" name="Isosceles Triangle 100">
                      <a:extLst>
                        <a:ext uri="{FF2B5EF4-FFF2-40B4-BE49-F238E27FC236}">
                          <a16:creationId xmlns:a16="http://schemas.microsoft.com/office/drawing/2014/main" id="{B6531ACD-641C-421B-8788-78470BB3D7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E08420E0-B75A-4C0A-A35F-D408CC31567E}"/>
                  </a:ext>
                </a:extLst>
              </p:cNvPr>
              <p:cNvGrpSpPr/>
              <p:nvPr/>
            </p:nvGrpSpPr>
            <p:grpSpPr>
              <a:xfrm>
                <a:off x="-2458250" y="-641862"/>
                <a:ext cx="20771650" cy="7830349"/>
                <a:chOff x="-2458250" y="-641862"/>
                <a:chExt cx="20771650" cy="7830349"/>
              </a:xfrm>
            </p:grpSpPr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EAA36F8C-EB29-4C88-9FBD-D840DF04D0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2312624" y="2530273"/>
                  <a:ext cx="20626024" cy="0"/>
                </a:xfrm>
                <a:prstGeom prst="line">
                  <a:avLst/>
                </a:prstGeom>
                <a:ln w="38100" cmpd="sng">
                  <a:solidFill>
                    <a:srgbClr val="92D05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449E8A8E-6CB8-4BE4-8907-5904432693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2312624" y="3911184"/>
                  <a:ext cx="20626024" cy="0"/>
                </a:xfrm>
                <a:prstGeom prst="line">
                  <a:avLst/>
                </a:prstGeom>
                <a:ln w="38100" cmpd="sng">
                  <a:solidFill>
                    <a:srgbClr val="00B05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grpSp>
              <p:nvGrpSpPr>
                <p:cNvPr id="473" name="Group 472">
                  <a:extLst>
                    <a:ext uri="{FF2B5EF4-FFF2-40B4-BE49-F238E27FC236}">
                      <a16:creationId xmlns:a16="http://schemas.microsoft.com/office/drawing/2014/main" id="{C2F298E6-5B0A-4CF5-988F-BD3DD2D9D6BC}"/>
                    </a:ext>
                  </a:extLst>
                </p:cNvPr>
                <p:cNvGrpSpPr/>
                <p:nvPr/>
              </p:nvGrpSpPr>
              <p:grpSpPr>
                <a:xfrm>
                  <a:off x="-2312624" y="-641862"/>
                  <a:ext cx="20626024" cy="6344270"/>
                  <a:chOff x="-2312624" y="-767602"/>
                  <a:chExt cx="20626024" cy="6344270"/>
                </a:xfrm>
              </p:grpSpPr>
              <p:grpSp>
                <p:nvGrpSpPr>
                  <p:cNvPr id="142" name="Group 141">
                    <a:extLst>
                      <a:ext uri="{FF2B5EF4-FFF2-40B4-BE49-F238E27FC236}">
                        <a16:creationId xmlns:a16="http://schemas.microsoft.com/office/drawing/2014/main" id="{40929679-7B71-4DF4-A287-BBB4B09079C9}"/>
                      </a:ext>
                    </a:extLst>
                  </p:cNvPr>
                  <p:cNvGrpSpPr/>
                  <p:nvPr/>
                </p:nvGrpSpPr>
                <p:grpSpPr>
                  <a:xfrm>
                    <a:off x="-2312624" y="-181401"/>
                    <a:ext cx="20626024" cy="5758069"/>
                    <a:chOff x="-2312624" y="-346501"/>
                    <a:chExt cx="20626024" cy="5758069"/>
                  </a:xfrm>
                </p:grpSpPr>
                <p:cxnSp>
                  <p:nvCxnSpPr>
                    <p:cNvPr id="257" name="Straight Connector 256">
                      <a:extLst>
                        <a:ext uri="{FF2B5EF4-FFF2-40B4-BE49-F238E27FC236}">
                          <a16:creationId xmlns:a16="http://schemas.microsoft.com/office/drawing/2014/main" id="{EFDDE67F-2421-4A18-97CB-5FE44BCF95E9}"/>
                        </a:ext>
                      </a:extLst>
                    </p:cNvPr>
                    <p:cNvCxnSpPr>
                      <a:cxnSpLocks/>
                      <a:stCxn id="4" idx="1"/>
                      <a:endCxn id="38" idx="5"/>
                    </p:cNvCxnSpPr>
                    <p:nvPr/>
                  </p:nvCxnSpPr>
                  <p:spPr>
                    <a:xfrm>
                      <a:off x="1742548" y="-334847"/>
                      <a:ext cx="3310791" cy="5746415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Straight Connector 122">
                      <a:extLst>
                        <a:ext uri="{FF2B5EF4-FFF2-40B4-BE49-F238E27FC236}">
                          <a16:creationId xmlns:a16="http://schemas.microsoft.com/office/drawing/2014/main" id="{02DF25A3-C82C-4DB2-852E-6E42ABE671CA}"/>
                        </a:ext>
                      </a:extLst>
                    </p:cNvPr>
                    <p:cNvCxnSpPr>
                      <a:cxnSpLocks/>
                      <a:stCxn id="38" idx="5"/>
                      <a:endCxn id="79" idx="1"/>
                    </p:cNvCxnSpPr>
                    <p:nvPr/>
                  </p:nvCxnSpPr>
                  <p:spPr>
                    <a:xfrm>
                      <a:off x="5053339" y="5411568"/>
                      <a:ext cx="4135769" cy="0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F1866424-6EE7-4244-A5C7-BC3225CD662F}"/>
                        </a:ext>
                      </a:extLst>
                    </p:cNvPr>
                    <p:cNvCxnSpPr>
                      <a:cxnSpLocks/>
                      <a:stCxn id="79" idx="1"/>
                      <a:endCxn id="89" idx="5"/>
                    </p:cNvCxnSpPr>
                    <p:nvPr/>
                  </p:nvCxnSpPr>
                  <p:spPr>
                    <a:xfrm flipV="1">
                      <a:off x="9189108" y="-334847"/>
                      <a:ext cx="3308774" cy="5746415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938A0F80-9991-4371-A82F-5B2C28F3FBCA}"/>
                        </a:ext>
                      </a:extLst>
                    </p:cNvPr>
                    <p:cNvCxnSpPr>
                      <a:cxnSpLocks/>
                      <a:stCxn id="89" idx="5"/>
                      <a:endCxn id="110" idx="5"/>
                    </p:cNvCxnSpPr>
                    <p:nvPr/>
                  </p:nvCxnSpPr>
                  <p:spPr>
                    <a:xfrm>
                      <a:off x="12497882" y="-334847"/>
                      <a:ext cx="3292452" cy="0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Straight Connector 134">
                      <a:extLst>
                        <a:ext uri="{FF2B5EF4-FFF2-40B4-BE49-F238E27FC236}">
                          <a16:creationId xmlns:a16="http://schemas.microsoft.com/office/drawing/2014/main" id="{0FB75A26-523D-496D-8B30-7754C7E86E3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790334" y="-346501"/>
                      <a:ext cx="2523066" cy="0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" name="Straight Connector 136">
                      <a:extLst>
                        <a:ext uri="{FF2B5EF4-FFF2-40B4-BE49-F238E27FC236}">
                          <a16:creationId xmlns:a16="http://schemas.microsoft.com/office/drawing/2014/main" id="{2C0F94F5-2D3B-49CA-BA62-B8AB4DA35EC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2312624" y="-334847"/>
                      <a:ext cx="4055172" cy="0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8" name="Group 167">
                    <a:extLst>
                      <a:ext uri="{FF2B5EF4-FFF2-40B4-BE49-F238E27FC236}">
                        <a16:creationId xmlns:a16="http://schemas.microsoft.com/office/drawing/2014/main" id="{2CB2A5D4-FA75-4010-8878-6D5B9AD4750C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-2312624" y="-630605"/>
                    <a:ext cx="20626024" cy="5763310"/>
                    <a:chOff x="-2312624" y="1084672"/>
                    <a:chExt cx="20626024" cy="5763310"/>
                  </a:xfrm>
                </p:grpSpPr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186C9659-73FA-4CC5-97E7-AA5115DF6C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-2312624" y="1101567"/>
                      <a:ext cx="3232212" cy="0"/>
                    </a:xfrm>
                    <a:prstGeom prst="line">
                      <a:avLst/>
                    </a:prstGeom>
                    <a:ln w="57150">
                      <a:solidFill>
                        <a:srgbClr val="FFFF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C746EB88-0817-4E8C-815E-E379D6AFFE1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19588" y="1101567"/>
                      <a:ext cx="3310791" cy="5746415"/>
                    </a:xfrm>
                    <a:prstGeom prst="line">
                      <a:avLst/>
                    </a:prstGeom>
                    <a:ln w="57150">
                      <a:solidFill>
                        <a:srgbClr val="FFFF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869FC058-797D-48EE-B78A-C26BD06C1A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230379" y="6847982"/>
                      <a:ext cx="5781689" cy="0"/>
                    </a:xfrm>
                    <a:prstGeom prst="line">
                      <a:avLst/>
                    </a:prstGeom>
                    <a:ln w="57150">
                      <a:solidFill>
                        <a:srgbClr val="FFFF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" name="Straight Connector 171">
                      <a:extLst>
                        <a:ext uri="{FF2B5EF4-FFF2-40B4-BE49-F238E27FC236}">
                          <a16:creationId xmlns:a16="http://schemas.microsoft.com/office/drawing/2014/main" id="{2F75FAF9-1263-41C1-B04C-F44209BBAD0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3320842" y="1084672"/>
                      <a:ext cx="4992558" cy="16895"/>
                    </a:xfrm>
                    <a:prstGeom prst="line">
                      <a:avLst/>
                    </a:prstGeom>
                    <a:ln w="57150">
                      <a:solidFill>
                        <a:srgbClr val="FFFF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>
                      <a:extLst>
                        <a:ext uri="{FF2B5EF4-FFF2-40B4-BE49-F238E27FC236}">
                          <a16:creationId xmlns:a16="http://schemas.microsoft.com/office/drawing/2014/main" id="{478A051D-1330-4B7E-B35A-7D0D9CE560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012068" y="1101567"/>
                      <a:ext cx="3308774" cy="5746415"/>
                    </a:xfrm>
                    <a:prstGeom prst="line">
                      <a:avLst/>
                    </a:prstGeom>
                    <a:ln w="57150">
                      <a:solidFill>
                        <a:srgbClr val="FFFF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40" name="Group 439">
                    <a:extLst>
                      <a:ext uri="{FF2B5EF4-FFF2-40B4-BE49-F238E27FC236}">
                        <a16:creationId xmlns:a16="http://schemas.microsoft.com/office/drawing/2014/main" id="{6F12A33D-99FA-4DD0-AAC2-CEF4C86311A0}"/>
                      </a:ext>
                    </a:extLst>
                  </p:cNvPr>
                  <p:cNvGrpSpPr/>
                  <p:nvPr/>
                </p:nvGrpSpPr>
                <p:grpSpPr>
                  <a:xfrm>
                    <a:off x="-2312624" y="-358404"/>
                    <a:ext cx="20626024" cy="5746415"/>
                    <a:chOff x="-5580758" y="-334847"/>
                    <a:chExt cx="20626024" cy="5746415"/>
                  </a:xfrm>
                </p:grpSpPr>
                <p:cxnSp>
                  <p:nvCxnSpPr>
                    <p:cNvPr id="441" name="Straight Connector 440">
                      <a:extLst>
                        <a:ext uri="{FF2B5EF4-FFF2-40B4-BE49-F238E27FC236}">
                          <a16:creationId xmlns:a16="http://schemas.microsoft.com/office/drawing/2014/main" id="{E867CB44-6A72-4754-BCFD-2022B6406C5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742548" y="-334847"/>
                      <a:ext cx="3310791" cy="5746415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2" name="Straight Connector 441">
                      <a:extLst>
                        <a:ext uri="{FF2B5EF4-FFF2-40B4-BE49-F238E27FC236}">
                          <a16:creationId xmlns:a16="http://schemas.microsoft.com/office/drawing/2014/main" id="{CBE8D5E2-F8D0-4C59-9693-B570BF309A3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53339" y="5411568"/>
                      <a:ext cx="4135769" cy="0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3" name="Straight Connector 442">
                      <a:extLst>
                        <a:ext uri="{FF2B5EF4-FFF2-40B4-BE49-F238E27FC236}">
                          <a16:creationId xmlns:a16="http://schemas.microsoft.com/office/drawing/2014/main" id="{2B90C2C4-9DBD-4063-8BE9-BA5A1E44996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89108" y="-334847"/>
                      <a:ext cx="3308774" cy="5746415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4" name="Straight Connector 443">
                      <a:extLst>
                        <a:ext uri="{FF2B5EF4-FFF2-40B4-BE49-F238E27FC236}">
                          <a16:creationId xmlns:a16="http://schemas.microsoft.com/office/drawing/2014/main" id="{09878167-908A-4176-B6B2-DEAA8F6318B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2497882" y="-334847"/>
                      <a:ext cx="2547384" cy="0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6" name="Straight Connector 445">
                      <a:extLst>
                        <a:ext uri="{FF2B5EF4-FFF2-40B4-BE49-F238E27FC236}">
                          <a16:creationId xmlns:a16="http://schemas.microsoft.com/office/drawing/2014/main" id="{A74946C9-35F4-4AF4-9A1E-E740EB91D18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5580758" y="-334847"/>
                      <a:ext cx="7323306" cy="0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47" name="Group 446">
                    <a:extLst>
                      <a:ext uri="{FF2B5EF4-FFF2-40B4-BE49-F238E27FC236}">
                        <a16:creationId xmlns:a16="http://schemas.microsoft.com/office/drawing/2014/main" id="{49C42B90-462D-46F6-8A5A-FF03E5F9C99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-2312624" y="-488154"/>
                    <a:ext cx="20626024" cy="5751518"/>
                    <a:chOff x="-5797271" y="1096464"/>
                    <a:chExt cx="20626024" cy="5751518"/>
                  </a:xfrm>
                </p:grpSpPr>
                <p:cxnSp>
                  <p:nvCxnSpPr>
                    <p:cNvPr id="448" name="Straight Connector 447">
                      <a:extLst>
                        <a:ext uri="{FF2B5EF4-FFF2-40B4-BE49-F238E27FC236}">
                          <a16:creationId xmlns:a16="http://schemas.microsoft.com/office/drawing/2014/main" id="{AC08D028-555C-4DC6-B78D-1BB18EE6F2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-5797271" y="1101567"/>
                      <a:ext cx="6716859" cy="0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9" name="Straight Connector 448">
                      <a:extLst>
                        <a:ext uri="{FF2B5EF4-FFF2-40B4-BE49-F238E27FC236}">
                          <a16:creationId xmlns:a16="http://schemas.microsoft.com/office/drawing/2014/main" id="{0CF5E03E-3F86-418D-B961-7CBC0BFCF2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19588" y="1101567"/>
                      <a:ext cx="3310791" cy="5746415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17433F8D-1728-4747-8C4D-A7E75C5EDE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230379" y="6847982"/>
                      <a:ext cx="5781689" cy="0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1" name="Straight Connector 450">
                      <a:extLst>
                        <a:ext uri="{FF2B5EF4-FFF2-40B4-BE49-F238E27FC236}">
                          <a16:creationId xmlns:a16="http://schemas.microsoft.com/office/drawing/2014/main" id="{6BB340B0-6991-43E6-9993-56D9811CD3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13320842" y="1096464"/>
                      <a:ext cx="1507911" cy="5102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2" name="Straight Connector 451">
                      <a:extLst>
                        <a:ext uri="{FF2B5EF4-FFF2-40B4-BE49-F238E27FC236}">
                          <a16:creationId xmlns:a16="http://schemas.microsoft.com/office/drawing/2014/main" id="{59C48E69-90A5-4A3D-8D80-C3188A1349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012068" y="1101567"/>
                      <a:ext cx="3308774" cy="5746415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71" name="Group 470">
                    <a:extLst>
                      <a:ext uri="{FF2B5EF4-FFF2-40B4-BE49-F238E27FC236}">
                        <a16:creationId xmlns:a16="http://schemas.microsoft.com/office/drawing/2014/main" id="{E092B8C5-CA8B-46F8-8E0D-434F2352C8C9}"/>
                      </a:ext>
                    </a:extLst>
                  </p:cNvPr>
                  <p:cNvGrpSpPr/>
                  <p:nvPr/>
                </p:nvGrpSpPr>
                <p:grpSpPr>
                  <a:xfrm>
                    <a:off x="-2312624" y="-767602"/>
                    <a:ext cx="20626024" cy="5759724"/>
                    <a:chOff x="-2312624" y="-767602"/>
                    <a:chExt cx="20626024" cy="5759724"/>
                  </a:xfrm>
                </p:grpSpPr>
                <p:cxnSp>
                  <p:nvCxnSpPr>
                    <p:cNvPr id="460" name="Straight Connector 459">
                      <a:extLst>
                        <a:ext uri="{FF2B5EF4-FFF2-40B4-BE49-F238E27FC236}">
                          <a16:creationId xmlns:a16="http://schemas.microsoft.com/office/drawing/2014/main" id="{40E90CBA-CEDD-4AE4-9227-B5A3B572C1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6712896" y="2268415"/>
                      <a:ext cx="1600504" cy="0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1" name="Straight Connector 460">
                      <a:extLst>
                        <a:ext uri="{FF2B5EF4-FFF2-40B4-BE49-F238E27FC236}">
                          <a16:creationId xmlns:a16="http://schemas.microsoft.com/office/drawing/2014/main" id="{E615B7AA-86BB-455F-974F-781863918A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018211" y="-767602"/>
                      <a:ext cx="1754077" cy="3044485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2" name="Straight Connector 461">
                      <a:extLst>
                        <a:ext uri="{FF2B5EF4-FFF2-40B4-BE49-F238E27FC236}">
                          <a16:creationId xmlns:a16="http://schemas.microsoft.com/office/drawing/2014/main" id="{C552AD82-25E0-4DE2-965F-70B5C9EC450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H="1">
                      <a:off x="9236522" y="-767602"/>
                      <a:ext cx="5781689" cy="0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3" name="Straight Connector 462">
                      <a:extLst>
                        <a:ext uri="{FF2B5EF4-FFF2-40B4-BE49-F238E27FC236}">
                          <a16:creationId xmlns:a16="http://schemas.microsoft.com/office/drawing/2014/main" id="{BC914ADB-615B-4BAE-9655-3A6B3883FBC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995105" y="4978815"/>
                      <a:ext cx="3932643" cy="13307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4" name="Straight Connector 463">
                      <a:extLst>
                        <a:ext uri="{FF2B5EF4-FFF2-40B4-BE49-F238E27FC236}">
                          <a16:creationId xmlns:a16="http://schemas.microsoft.com/office/drawing/2014/main" id="{73D1661D-2528-4EBB-9ABA-2CC4C721B07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H="1">
                      <a:off x="5927748" y="-767602"/>
                      <a:ext cx="3308774" cy="5746415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5" name="Straight Connector 464">
                      <a:extLst>
                        <a:ext uri="{FF2B5EF4-FFF2-40B4-BE49-F238E27FC236}">
                          <a16:creationId xmlns:a16="http://schemas.microsoft.com/office/drawing/2014/main" id="{FDECBFD9-64FC-46DD-B5FC-EE7961E8E97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342507" y="2097518"/>
                      <a:ext cx="1649306" cy="2881295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8" name="Straight Connector 467">
                      <a:extLst>
                        <a:ext uri="{FF2B5EF4-FFF2-40B4-BE49-F238E27FC236}">
                          <a16:creationId xmlns:a16="http://schemas.microsoft.com/office/drawing/2014/main" id="{DB13DA08-6F8E-4387-8E82-E2168B5B92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2312624" y="2105605"/>
                      <a:ext cx="2655131" cy="0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475" name="Group 474">
                  <a:extLst>
                    <a:ext uri="{FF2B5EF4-FFF2-40B4-BE49-F238E27FC236}">
                      <a16:creationId xmlns:a16="http://schemas.microsoft.com/office/drawing/2014/main" id="{73BB6876-21E5-40F1-AEA3-CBD105C5C65E}"/>
                    </a:ext>
                  </a:extLst>
                </p:cNvPr>
                <p:cNvGrpSpPr/>
                <p:nvPr/>
              </p:nvGrpSpPr>
              <p:grpSpPr>
                <a:xfrm rot="10800000">
                  <a:off x="-2458250" y="844217"/>
                  <a:ext cx="20626024" cy="5758069"/>
                  <a:chOff x="-2312624" y="-346501"/>
                  <a:chExt cx="20626024" cy="5758069"/>
                </a:xfrm>
              </p:grpSpPr>
              <p:cxnSp>
                <p:nvCxnSpPr>
                  <p:cNvPr id="502" name="Straight Connector 501">
                    <a:extLst>
                      <a:ext uri="{FF2B5EF4-FFF2-40B4-BE49-F238E27FC236}">
                        <a16:creationId xmlns:a16="http://schemas.microsoft.com/office/drawing/2014/main" id="{8F68AF9B-5800-4608-96E5-E6F786FF57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42548" y="-334847"/>
                    <a:ext cx="3310791" cy="5746415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" name="Straight Connector 502">
                    <a:extLst>
                      <a:ext uri="{FF2B5EF4-FFF2-40B4-BE49-F238E27FC236}">
                        <a16:creationId xmlns:a16="http://schemas.microsoft.com/office/drawing/2014/main" id="{76205173-4A2A-4E06-B383-F62DD69564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53339" y="5411568"/>
                    <a:ext cx="4135769" cy="0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4" name="Straight Connector 503">
                    <a:extLst>
                      <a:ext uri="{FF2B5EF4-FFF2-40B4-BE49-F238E27FC236}">
                        <a16:creationId xmlns:a16="http://schemas.microsoft.com/office/drawing/2014/main" id="{8C315D0F-B21C-4748-BD87-00E35FC020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89108" y="-334847"/>
                    <a:ext cx="3308774" cy="5746415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5" name="Straight Connector 504">
                    <a:extLst>
                      <a:ext uri="{FF2B5EF4-FFF2-40B4-BE49-F238E27FC236}">
                        <a16:creationId xmlns:a16="http://schemas.microsoft.com/office/drawing/2014/main" id="{42F29F14-CC3E-4E0F-A50F-47B81694AF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497882" y="-334847"/>
                    <a:ext cx="3292452" cy="0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6" name="Straight Connector 505">
                    <a:extLst>
                      <a:ext uri="{FF2B5EF4-FFF2-40B4-BE49-F238E27FC236}">
                        <a16:creationId xmlns:a16="http://schemas.microsoft.com/office/drawing/2014/main" id="{945F6E66-2CC1-44D1-82AA-38C074AFB6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790334" y="-346501"/>
                    <a:ext cx="2523066" cy="0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7" name="Straight Connector 506">
                    <a:extLst>
                      <a:ext uri="{FF2B5EF4-FFF2-40B4-BE49-F238E27FC236}">
                        <a16:creationId xmlns:a16="http://schemas.microsoft.com/office/drawing/2014/main" id="{7001E1CF-1BF7-4850-A33F-9D038DDA8E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2312624" y="-334847"/>
                    <a:ext cx="4055172" cy="0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6" name="Group 475">
                  <a:extLst>
                    <a:ext uri="{FF2B5EF4-FFF2-40B4-BE49-F238E27FC236}">
                      <a16:creationId xmlns:a16="http://schemas.microsoft.com/office/drawing/2014/main" id="{8ACC0EB0-5AE3-4523-8DEF-44BCB7A0F99F}"/>
                    </a:ext>
                  </a:extLst>
                </p:cNvPr>
                <p:cNvGrpSpPr/>
                <p:nvPr/>
              </p:nvGrpSpPr>
              <p:grpSpPr>
                <a:xfrm>
                  <a:off x="-2458250" y="1288180"/>
                  <a:ext cx="20626024" cy="5763310"/>
                  <a:chOff x="-2312624" y="1084672"/>
                  <a:chExt cx="20626024" cy="5763310"/>
                </a:xfrm>
              </p:grpSpPr>
              <p:cxnSp>
                <p:nvCxnSpPr>
                  <p:cNvPr id="497" name="Straight Connector 496">
                    <a:extLst>
                      <a:ext uri="{FF2B5EF4-FFF2-40B4-BE49-F238E27FC236}">
                        <a16:creationId xmlns:a16="http://schemas.microsoft.com/office/drawing/2014/main" id="{5FC7DA17-CA1A-4147-B9E9-C051FDF460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-2312624" y="1101567"/>
                    <a:ext cx="3232212" cy="0"/>
                  </a:xfrm>
                  <a:prstGeom prst="line">
                    <a:avLst/>
                  </a:prstGeom>
                  <a:ln w="50800" cmpd="sng">
                    <a:solidFill>
                      <a:srgbClr val="00CC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8" name="Straight Connector 497">
                    <a:extLst>
                      <a:ext uri="{FF2B5EF4-FFF2-40B4-BE49-F238E27FC236}">
                        <a16:creationId xmlns:a16="http://schemas.microsoft.com/office/drawing/2014/main" id="{2A3DB02E-9B57-49AB-B187-F5C1D60D7B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919588" y="1101567"/>
                    <a:ext cx="3310791" cy="5746415"/>
                  </a:xfrm>
                  <a:prstGeom prst="line">
                    <a:avLst/>
                  </a:prstGeom>
                  <a:ln w="50800" cmpd="sng">
                    <a:solidFill>
                      <a:srgbClr val="00CC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9" name="Straight Connector 498">
                    <a:extLst>
                      <a:ext uri="{FF2B5EF4-FFF2-40B4-BE49-F238E27FC236}">
                        <a16:creationId xmlns:a16="http://schemas.microsoft.com/office/drawing/2014/main" id="{BEBFA5FC-0490-419E-AB01-FDC34E268A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30379" y="6847982"/>
                    <a:ext cx="5781689" cy="0"/>
                  </a:xfrm>
                  <a:prstGeom prst="line">
                    <a:avLst/>
                  </a:prstGeom>
                  <a:ln w="50800" cmpd="sng">
                    <a:solidFill>
                      <a:srgbClr val="00CC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0" name="Straight Connector 499">
                    <a:extLst>
                      <a:ext uri="{FF2B5EF4-FFF2-40B4-BE49-F238E27FC236}">
                        <a16:creationId xmlns:a16="http://schemas.microsoft.com/office/drawing/2014/main" id="{DD068910-5D99-42AB-96AE-DE392B02E5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320842" y="1084672"/>
                    <a:ext cx="4992558" cy="16895"/>
                  </a:xfrm>
                  <a:prstGeom prst="line">
                    <a:avLst/>
                  </a:prstGeom>
                  <a:ln w="50800" cmpd="sng">
                    <a:solidFill>
                      <a:srgbClr val="00CC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1" name="Straight Connector 500">
                    <a:extLst>
                      <a:ext uri="{FF2B5EF4-FFF2-40B4-BE49-F238E27FC236}">
                        <a16:creationId xmlns:a16="http://schemas.microsoft.com/office/drawing/2014/main" id="{FE6EAF3C-9A85-4978-95C5-24AB6617B2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012068" y="1101567"/>
                    <a:ext cx="3308774" cy="5746415"/>
                  </a:xfrm>
                  <a:prstGeom prst="line">
                    <a:avLst/>
                  </a:prstGeom>
                  <a:ln w="50800" cmpd="sng">
                    <a:solidFill>
                      <a:srgbClr val="00CC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7" name="Group 476">
                  <a:extLst>
                    <a:ext uri="{FF2B5EF4-FFF2-40B4-BE49-F238E27FC236}">
                      <a16:creationId xmlns:a16="http://schemas.microsoft.com/office/drawing/2014/main" id="{BDAF4150-D7BF-4012-9BB3-8D2327A83A38}"/>
                    </a:ext>
                  </a:extLst>
                </p:cNvPr>
                <p:cNvGrpSpPr/>
                <p:nvPr/>
              </p:nvGrpSpPr>
              <p:grpSpPr>
                <a:xfrm rot="10800000">
                  <a:off x="-2458250" y="1032874"/>
                  <a:ext cx="20626024" cy="5746415"/>
                  <a:chOff x="-5580758" y="-334847"/>
                  <a:chExt cx="20626024" cy="5746415"/>
                </a:xfrm>
              </p:grpSpPr>
              <p:cxnSp>
                <p:nvCxnSpPr>
                  <p:cNvPr id="492" name="Straight Connector 491">
                    <a:extLst>
                      <a:ext uri="{FF2B5EF4-FFF2-40B4-BE49-F238E27FC236}">
                        <a16:creationId xmlns:a16="http://schemas.microsoft.com/office/drawing/2014/main" id="{17FA9E9A-A98A-41DE-9C96-4B6921B9016B}"/>
                      </a:ext>
                    </a:extLst>
                  </p:cNvPr>
                  <p:cNvCxnSpPr/>
                  <p:nvPr/>
                </p:nvCxnSpPr>
                <p:spPr>
                  <a:xfrm>
                    <a:off x="1742548" y="-334847"/>
                    <a:ext cx="3310791" cy="5746415"/>
                  </a:xfrm>
                  <a:prstGeom prst="line">
                    <a:avLst/>
                  </a:prstGeom>
                  <a:ln w="50800" cmpd="sng">
                    <a:solidFill>
                      <a:srgbClr val="0000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3" name="Straight Connector 492">
                    <a:extLst>
                      <a:ext uri="{FF2B5EF4-FFF2-40B4-BE49-F238E27FC236}">
                        <a16:creationId xmlns:a16="http://schemas.microsoft.com/office/drawing/2014/main" id="{98E0C201-0474-480B-BA9F-3DE5A10C63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53339" y="5411568"/>
                    <a:ext cx="4135769" cy="0"/>
                  </a:xfrm>
                  <a:prstGeom prst="line">
                    <a:avLst/>
                  </a:prstGeom>
                  <a:ln w="50800" cmpd="sng">
                    <a:solidFill>
                      <a:srgbClr val="0000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4" name="Straight Connector 493">
                    <a:extLst>
                      <a:ext uri="{FF2B5EF4-FFF2-40B4-BE49-F238E27FC236}">
                        <a16:creationId xmlns:a16="http://schemas.microsoft.com/office/drawing/2014/main" id="{49A7110B-ECA9-4F88-8847-D7A6409976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89108" y="-334847"/>
                    <a:ext cx="3308774" cy="5746415"/>
                  </a:xfrm>
                  <a:prstGeom prst="line">
                    <a:avLst/>
                  </a:prstGeom>
                  <a:ln w="50800" cmpd="sng">
                    <a:solidFill>
                      <a:srgbClr val="0000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5" name="Straight Connector 494">
                    <a:extLst>
                      <a:ext uri="{FF2B5EF4-FFF2-40B4-BE49-F238E27FC236}">
                        <a16:creationId xmlns:a16="http://schemas.microsoft.com/office/drawing/2014/main" id="{8CA6DFFA-17DB-4ACA-8D16-46D05FD91A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497882" y="-334847"/>
                    <a:ext cx="2547384" cy="0"/>
                  </a:xfrm>
                  <a:prstGeom prst="line">
                    <a:avLst/>
                  </a:prstGeom>
                  <a:ln w="50800" cmpd="sng">
                    <a:solidFill>
                      <a:srgbClr val="0000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6" name="Straight Connector 495">
                    <a:extLst>
                      <a:ext uri="{FF2B5EF4-FFF2-40B4-BE49-F238E27FC236}">
                        <a16:creationId xmlns:a16="http://schemas.microsoft.com/office/drawing/2014/main" id="{0E153C0F-3681-4219-BD63-54D4ADF5BD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5580758" y="-334847"/>
                    <a:ext cx="7323306" cy="0"/>
                  </a:xfrm>
                  <a:prstGeom prst="line">
                    <a:avLst/>
                  </a:prstGeom>
                  <a:ln w="50800" cmpd="sng">
                    <a:solidFill>
                      <a:srgbClr val="0000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8" name="Group 477">
                  <a:extLst>
                    <a:ext uri="{FF2B5EF4-FFF2-40B4-BE49-F238E27FC236}">
                      <a16:creationId xmlns:a16="http://schemas.microsoft.com/office/drawing/2014/main" id="{E36152A2-01C9-4F8F-8BE2-FF9A8B585F6D}"/>
                    </a:ext>
                  </a:extLst>
                </p:cNvPr>
                <p:cNvGrpSpPr/>
                <p:nvPr/>
              </p:nvGrpSpPr>
              <p:grpSpPr>
                <a:xfrm>
                  <a:off x="-2458250" y="1157521"/>
                  <a:ext cx="20626024" cy="5751518"/>
                  <a:chOff x="-5797271" y="1096464"/>
                  <a:chExt cx="20626024" cy="5751518"/>
                </a:xfrm>
              </p:grpSpPr>
              <p:cxnSp>
                <p:nvCxnSpPr>
                  <p:cNvPr id="487" name="Straight Connector 486">
                    <a:extLst>
                      <a:ext uri="{FF2B5EF4-FFF2-40B4-BE49-F238E27FC236}">
                        <a16:creationId xmlns:a16="http://schemas.microsoft.com/office/drawing/2014/main" id="{4BAADC1F-8470-4518-92D1-686B9AEDA4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-5797271" y="1101567"/>
                    <a:ext cx="6716859" cy="0"/>
                  </a:xfrm>
                  <a:prstGeom prst="line">
                    <a:avLst/>
                  </a:prstGeom>
                  <a:ln w="50800" cmpd="sng">
                    <a:solidFill>
                      <a:srgbClr val="0099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8" name="Straight Connector 487">
                    <a:extLst>
                      <a:ext uri="{FF2B5EF4-FFF2-40B4-BE49-F238E27FC236}">
                        <a16:creationId xmlns:a16="http://schemas.microsoft.com/office/drawing/2014/main" id="{545FDA58-8855-49EF-BCBB-D9110022BC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919588" y="1101567"/>
                    <a:ext cx="3310791" cy="5746415"/>
                  </a:xfrm>
                  <a:prstGeom prst="line">
                    <a:avLst/>
                  </a:prstGeom>
                  <a:ln w="50800" cmpd="sng">
                    <a:solidFill>
                      <a:srgbClr val="0099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9" name="Straight Connector 488">
                    <a:extLst>
                      <a:ext uri="{FF2B5EF4-FFF2-40B4-BE49-F238E27FC236}">
                        <a16:creationId xmlns:a16="http://schemas.microsoft.com/office/drawing/2014/main" id="{AC4D44A1-6185-4BBE-B33C-C2E378846A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30379" y="6847982"/>
                    <a:ext cx="5781689" cy="0"/>
                  </a:xfrm>
                  <a:prstGeom prst="line">
                    <a:avLst/>
                  </a:prstGeom>
                  <a:ln w="50800" cmpd="sng">
                    <a:solidFill>
                      <a:srgbClr val="0099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0" name="Straight Connector 489">
                    <a:extLst>
                      <a:ext uri="{FF2B5EF4-FFF2-40B4-BE49-F238E27FC236}">
                        <a16:creationId xmlns:a16="http://schemas.microsoft.com/office/drawing/2014/main" id="{E6DBAE8F-0961-4FB3-9F50-B8C2C4A640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13320842" y="1096464"/>
                    <a:ext cx="1507911" cy="5102"/>
                  </a:xfrm>
                  <a:prstGeom prst="line">
                    <a:avLst/>
                  </a:prstGeom>
                  <a:ln w="50800" cmpd="sng">
                    <a:solidFill>
                      <a:srgbClr val="0099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1" name="Straight Connector 490">
                    <a:extLst>
                      <a:ext uri="{FF2B5EF4-FFF2-40B4-BE49-F238E27FC236}">
                        <a16:creationId xmlns:a16="http://schemas.microsoft.com/office/drawing/2014/main" id="{34E83633-CC65-4432-9D26-897DA8EB97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012068" y="1101567"/>
                    <a:ext cx="3308774" cy="5746415"/>
                  </a:xfrm>
                  <a:prstGeom prst="line">
                    <a:avLst/>
                  </a:prstGeom>
                  <a:ln w="50800" cmpd="sng">
                    <a:solidFill>
                      <a:srgbClr val="0099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9" name="Group 478">
                  <a:extLst>
                    <a:ext uri="{FF2B5EF4-FFF2-40B4-BE49-F238E27FC236}">
                      <a16:creationId xmlns:a16="http://schemas.microsoft.com/office/drawing/2014/main" id="{70052F17-8248-46E4-AEAE-30895CA25B31}"/>
                    </a:ext>
                  </a:extLst>
                </p:cNvPr>
                <p:cNvGrpSpPr/>
                <p:nvPr/>
              </p:nvGrpSpPr>
              <p:grpSpPr>
                <a:xfrm rot="10800000">
                  <a:off x="-2458250" y="1428763"/>
                  <a:ext cx="20626024" cy="5759724"/>
                  <a:chOff x="-2312624" y="-767602"/>
                  <a:chExt cx="20626024" cy="5759724"/>
                </a:xfrm>
              </p:grpSpPr>
              <p:cxnSp>
                <p:nvCxnSpPr>
                  <p:cNvPr id="480" name="Straight Connector 479">
                    <a:extLst>
                      <a:ext uri="{FF2B5EF4-FFF2-40B4-BE49-F238E27FC236}">
                        <a16:creationId xmlns:a16="http://schemas.microsoft.com/office/drawing/2014/main" id="{698B9456-4617-4A02-A330-18893EFFF0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712896" y="2268415"/>
                    <a:ext cx="1600504" cy="0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1" name="Straight Connector 480">
                    <a:extLst>
                      <a:ext uri="{FF2B5EF4-FFF2-40B4-BE49-F238E27FC236}">
                        <a16:creationId xmlns:a16="http://schemas.microsoft.com/office/drawing/2014/main" id="{48B63D63-EB67-4546-941C-6C14A558A0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018211" y="-767602"/>
                    <a:ext cx="1754077" cy="3044485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2" name="Straight Connector 481">
                    <a:extLst>
                      <a:ext uri="{FF2B5EF4-FFF2-40B4-BE49-F238E27FC236}">
                        <a16:creationId xmlns:a16="http://schemas.microsoft.com/office/drawing/2014/main" id="{9F44E173-B614-408B-B6FC-2498C6388D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>
                    <a:off x="9236522" y="-767602"/>
                    <a:ext cx="5781689" cy="0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3" name="Straight Connector 482">
                    <a:extLst>
                      <a:ext uri="{FF2B5EF4-FFF2-40B4-BE49-F238E27FC236}">
                        <a16:creationId xmlns:a16="http://schemas.microsoft.com/office/drawing/2014/main" id="{5ACA220F-E01B-4590-B433-97308017D0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95105" y="4978815"/>
                    <a:ext cx="3932643" cy="13307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4" name="Straight Connector 483">
                    <a:extLst>
                      <a:ext uri="{FF2B5EF4-FFF2-40B4-BE49-F238E27FC236}">
                        <a16:creationId xmlns:a16="http://schemas.microsoft.com/office/drawing/2014/main" id="{D741E61F-E026-429A-9534-3E272E2B43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>
                    <a:off x="5927748" y="-767602"/>
                    <a:ext cx="3308774" cy="5746415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5" name="Straight Connector 484">
                    <a:extLst>
                      <a:ext uri="{FF2B5EF4-FFF2-40B4-BE49-F238E27FC236}">
                        <a16:creationId xmlns:a16="http://schemas.microsoft.com/office/drawing/2014/main" id="{432943D7-4FF3-4324-B9A7-EB1B292789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42507" y="2097518"/>
                    <a:ext cx="1649306" cy="2881295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6" name="Straight Connector 485">
                    <a:extLst>
                      <a:ext uri="{FF2B5EF4-FFF2-40B4-BE49-F238E27FC236}">
                        <a16:creationId xmlns:a16="http://schemas.microsoft.com/office/drawing/2014/main" id="{F2969746-CCBE-4FEC-813B-40E3BA2E10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2312624" y="2105605"/>
                    <a:ext cx="2655131" cy="0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pic>
        <p:nvPicPr>
          <p:cNvPr id="182" name="Picture 181">
            <a:extLst>
              <a:ext uri="{FF2B5EF4-FFF2-40B4-BE49-F238E27FC236}">
                <a16:creationId xmlns:a16="http://schemas.microsoft.com/office/drawing/2014/main" id="{82AB4436-1DCE-457E-BF33-272A118CB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2607" y="-5764183"/>
            <a:ext cx="10574239" cy="427375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486C79-A3D7-4691-8AAB-C74ED2C5A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391" y="-6643198"/>
            <a:ext cx="5653782" cy="625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3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1" name="Straight Connector 690">
            <a:extLst>
              <a:ext uri="{FF2B5EF4-FFF2-40B4-BE49-F238E27FC236}">
                <a16:creationId xmlns:a16="http://schemas.microsoft.com/office/drawing/2014/main" id="{29F22511-1EA9-4C48-9FE7-843A3D155445}"/>
              </a:ext>
            </a:extLst>
          </p:cNvPr>
          <p:cNvCxnSpPr>
            <a:cxnSpLocks/>
          </p:cNvCxnSpPr>
          <p:nvPr/>
        </p:nvCxnSpPr>
        <p:spPr>
          <a:xfrm>
            <a:off x="15766016" y="-234008"/>
            <a:ext cx="2547384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92" name="Rectangle 691">
            <a:extLst>
              <a:ext uri="{FF2B5EF4-FFF2-40B4-BE49-F238E27FC236}">
                <a16:creationId xmlns:a16="http://schemas.microsoft.com/office/drawing/2014/main" id="{FDC110C8-7F97-487A-9587-CA0289BA7FFB}"/>
              </a:ext>
            </a:extLst>
          </p:cNvPr>
          <p:cNvSpPr/>
          <p:nvPr/>
        </p:nvSpPr>
        <p:spPr>
          <a:xfrm>
            <a:off x="-3073400" y="-1398344"/>
            <a:ext cx="21869400" cy="9169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0AAE2855-13E9-47F2-A43A-5C3F84D7C699}"/>
              </a:ext>
            </a:extLst>
          </p:cNvPr>
          <p:cNvGrpSpPr/>
          <p:nvPr/>
        </p:nvGrpSpPr>
        <p:grpSpPr>
          <a:xfrm>
            <a:off x="-2458250" y="-641862"/>
            <a:ext cx="20771650" cy="7830349"/>
            <a:chOff x="-2458250" y="-641862"/>
            <a:chExt cx="20771650" cy="7830349"/>
          </a:xfrm>
        </p:grpSpPr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EAA36F8C-EB29-4C88-9FBD-D840DF04D0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12624" y="2530273"/>
              <a:ext cx="20626024" cy="0"/>
            </a:xfrm>
            <a:prstGeom prst="line">
              <a:avLst/>
            </a:prstGeom>
            <a:ln w="38100" cmpd="sng">
              <a:solidFill>
                <a:srgbClr val="92D050"/>
              </a:solidFill>
              <a:prstDash val="soli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49E8A8E-6CB8-4BE4-8907-5904432693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12624" y="3911184"/>
              <a:ext cx="20626024" cy="0"/>
            </a:xfrm>
            <a:prstGeom prst="line">
              <a:avLst/>
            </a:prstGeom>
            <a:ln w="38100" cmpd="sng">
              <a:solidFill>
                <a:srgbClr val="00B050"/>
              </a:solidFill>
              <a:prstDash val="soli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C2F298E6-5B0A-4CF5-988F-BD3DD2D9D6BC}"/>
                </a:ext>
              </a:extLst>
            </p:cNvPr>
            <p:cNvGrpSpPr/>
            <p:nvPr/>
          </p:nvGrpSpPr>
          <p:grpSpPr>
            <a:xfrm>
              <a:off x="-2312624" y="-641862"/>
              <a:ext cx="20626024" cy="6344270"/>
              <a:chOff x="-2312624" y="-767602"/>
              <a:chExt cx="20626024" cy="6344270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40929679-7B71-4DF4-A287-BBB4B09079C9}"/>
                  </a:ext>
                </a:extLst>
              </p:cNvPr>
              <p:cNvGrpSpPr/>
              <p:nvPr/>
            </p:nvGrpSpPr>
            <p:grpSpPr>
              <a:xfrm>
                <a:off x="-2312624" y="-181401"/>
                <a:ext cx="20626024" cy="5758069"/>
                <a:chOff x="-2312624" y="-346501"/>
                <a:chExt cx="20626024" cy="5758069"/>
              </a:xfrm>
            </p:grpSpPr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EFDDE67F-2421-4A18-97CB-5FE44BCF95E9}"/>
                    </a:ext>
                  </a:extLst>
                </p:cNvPr>
                <p:cNvCxnSpPr>
                  <a:cxnSpLocks/>
                  <a:stCxn id="4" idx="1"/>
                  <a:endCxn id="38" idx="5"/>
                </p:cNvCxnSpPr>
                <p:nvPr/>
              </p:nvCxnSpPr>
              <p:spPr>
                <a:xfrm>
                  <a:off x="1742548" y="-334847"/>
                  <a:ext cx="3310791" cy="5746415"/>
                </a:xfrm>
                <a:prstGeom prst="line">
                  <a:avLst/>
                </a:prstGeom>
                <a:ln w="57150">
                  <a:solidFill>
                    <a:srgbClr val="C0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02DF25A3-C82C-4DB2-852E-6E42ABE671CA}"/>
                    </a:ext>
                  </a:extLst>
                </p:cNvPr>
                <p:cNvCxnSpPr>
                  <a:cxnSpLocks/>
                  <a:stCxn id="38" idx="5"/>
                  <a:endCxn id="79" idx="1"/>
                </p:cNvCxnSpPr>
                <p:nvPr/>
              </p:nvCxnSpPr>
              <p:spPr>
                <a:xfrm>
                  <a:off x="5053339" y="5411568"/>
                  <a:ext cx="4135769" cy="0"/>
                </a:xfrm>
                <a:prstGeom prst="line">
                  <a:avLst/>
                </a:prstGeom>
                <a:ln w="57150">
                  <a:solidFill>
                    <a:srgbClr val="C0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F1866424-6EE7-4244-A5C7-BC3225CD662F}"/>
                    </a:ext>
                  </a:extLst>
                </p:cNvPr>
                <p:cNvCxnSpPr>
                  <a:cxnSpLocks/>
                  <a:stCxn id="79" idx="1"/>
                  <a:endCxn id="89" idx="5"/>
                </p:cNvCxnSpPr>
                <p:nvPr/>
              </p:nvCxnSpPr>
              <p:spPr>
                <a:xfrm flipV="1">
                  <a:off x="9189108" y="-334847"/>
                  <a:ext cx="3308774" cy="5746415"/>
                </a:xfrm>
                <a:prstGeom prst="line">
                  <a:avLst/>
                </a:prstGeom>
                <a:ln w="57150">
                  <a:solidFill>
                    <a:srgbClr val="C0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938A0F80-9991-4371-A82F-5B2C28F3FBCA}"/>
                    </a:ext>
                  </a:extLst>
                </p:cNvPr>
                <p:cNvCxnSpPr>
                  <a:cxnSpLocks/>
                  <a:stCxn id="89" idx="5"/>
                  <a:endCxn id="110" idx="4294967295"/>
                </p:cNvCxnSpPr>
                <p:nvPr/>
              </p:nvCxnSpPr>
              <p:spPr>
                <a:xfrm>
                  <a:off x="12497882" y="-334847"/>
                  <a:ext cx="3292452" cy="0"/>
                </a:xfrm>
                <a:prstGeom prst="line">
                  <a:avLst/>
                </a:prstGeom>
                <a:ln w="57150">
                  <a:solidFill>
                    <a:srgbClr val="C0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0FB75A26-523D-496D-8B30-7754C7E86E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790334" y="-346501"/>
                  <a:ext cx="2523066" cy="0"/>
                </a:xfrm>
                <a:prstGeom prst="line">
                  <a:avLst/>
                </a:prstGeom>
                <a:ln w="57150">
                  <a:solidFill>
                    <a:srgbClr val="C0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2C0F94F5-2D3B-49CA-BA62-B8AB4DA35E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-2312624" y="-334847"/>
                  <a:ext cx="4055172" cy="0"/>
                </a:xfrm>
                <a:prstGeom prst="line">
                  <a:avLst/>
                </a:prstGeom>
                <a:ln w="57150">
                  <a:solidFill>
                    <a:srgbClr val="C0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2CB2A5D4-FA75-4010-8878-6D5B9AD4750C}"/>
                  </a:ext>
                </a:extLst>
              </p:cNvPr>
              <p:cNvGrpSpPr/>
              <p:nvPr/>
            </p:nvGrpSpPr>
            <p:grpSpPr>
              <a:xfrm rot="10800000">
                <a:off x="-2312624" y="-630605"/>
                <a:ext cx="20626024" cy="5763310"/>
                <a:chOff x="-2312624" y="1084672"/>
                <a:chExt cx="20626024" cy="5763310"/>
              </a:xfrm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186C9659-73FA-4CC5-97E7-AA5115DF6C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-2312624" y="1101567"/>
                  <a:ext cx="3232212" cy="0"/>
                </a:xfrm>
                <a:prstGeom prst="line">
                  <a:avLst/>
                </a:prstGeom>
                <a:ln w="57150">
                  <a:solidFill>
                    <a:srgbClr val="FFFF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C746EB88-0817-4E8C-815E-E379D6AFF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19588" y="1101567"/>
                  <a:ext cx="3310791" cy="5746415"/>
                </a:xfrm>
                <a:prstGeom prst="line">
                  <a:avLst/>
                </a:prstGeom>
                <a:ln w="57150">
                  <a:solidFill>
                    <a:srgbClr val="FFFF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869FC058-797D-48EE-B78A-C26BD06C1A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30379" y="6847982"/>
                  <a:ext cx="5781689" cy="0"/>
                </a:xfrm>
                <a:prstGeom prst="line">
                  <a:avLst/>
                </a:prstGeom>
                <a:ln w="57150">
                  <a:solidFill>
                    <a:srgbClr val="FFFF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2F75FAF9-1263-41C1-B04C-F44209BBAD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320842" y="1084672"/>
                  <a:ext cx="4992558" cy="16895"/>
                </a:xfrm>
                <a:prstGeom prst="line">
                  <a:avLst/>
                </a:prstGeom>
                <a:ln w="57150">
                  <a:solidFill>
                    <a:srgbClr val="FFFF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478A051D-1330-4B7E-B35A-7D0D9CE560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012068" y="1101567"/>
                  <a:ext cx="3308774" cy="5746415"/>
                </a:xfrm>
                <a:prstGeom prst="line">
                  <a:avLst/>
                </a:prstGeom>
                <a:ln w="57150">
                  <a:solidFill>
                    <a:srgbClr val="FFFF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0" name="Group 439">
                <a:extLst>
                  <a:ext uri="{FF2B5EF4-FFF2-40B4-BE49-F238E27FC236}">
                    <a16:creationId xmlns:a16="http://schemas.microsoft.com/office/drawing/2014/main" id="{6F12A33D-99FA-4DD0-AAC2-CEF4C86311A0}"/>
                  </a:ext>
                </a:extLst>
              </p:cNvPr>
              <p:cNvGrpSpPr/>
              <p:nvPr/>
            </p:nvGrpSpPr>
            <p:grpSpPr>
              <a:xfrm>
                <a:off x="-2312624" y="-358404"/>
                <a:ext cx="20626024" cy="5746415"/>
                <a:chOff x="-5580758" y="-334847"/>
                <a:chExt cx="20626024" cy="5746415"/>
              </a:xfrm>
            </p:grpSpPr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E867CB44-6A72-4754-BCFD-2022B6406C54}"/>
                    </a:ext>
                  </a:extLst>
                </p:cNvPr>
                <p:cNvCxnSpPr/>
                <p:nvPr/>
              </p:nvCxnSpPr>
              <p:spPr>
                <a:xfrm>
                  <a:off x="1742548" y="-334847"/>
                  <a:ext cx="3310791" cy="5746415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Straight Connector 441">
                  <a:extLst>
                    <a:ext uri="{FF2B5EF4-FFF2-40B4-BE49-F238E27FC236}">
                      <a16:creationId xmlns:a16="http://schemas.microsoft.com/office/drawing/2014/main" id="{CBE8D5E2-F8D0-4C59-9693-B570BF309A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3339" y="5411568"/>
                  <a:ext cx="4135769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>
                  <a:extLst>
                    <a:ext uri="{FF2B5EF4-FFF2-40B4-BE49-F238E27FC236}">
                      <a16:creationId xmlns:a16="http://schemas.microsoft.com/office/drawing/2014/main" id="{2B90C2C4-9DBD-4063-8BE9-BA5A1E4499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89108" y="-334847"/>
                  <a:ext cx="3308774" cy="5746415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Straight Connector 443">
                  <a:extLst>
                    <a:ext uri="{FF2B5EF4-FFF2-40B4-BE49-F238E27FC236}">
                      <a16:creationId xmlns:a16="http://schemas.microsoft.com/office/drawing/2014/main" id="{09878167-908A-4176-B6B2-DEAA8F6318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97882" y="-334847"/>
                  <a:ext cx="2547384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Straight Connector 445">
                  <a:extLst>
                    <a:ext uri="{FF2B5EF4-FFF2-40B4-BE49-F238E27FC236}">
                      <a16:creationId xmlns:a16="http://schemas.microsoft.com/office/drawing/2014/main" id="{A74946C9-35F4-4AF4-9A1E-E740EB91D1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-5580758" y="-334847"/>
                  <a:ext cx="7323306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7" name="Group 446">
                <a:extLst>
                  <a:ext uri="{FF2B5EF4-FFF2-40B4-BE49-F238E27FC236}">
                    <a16:creationId xmlns:a16="http://schemas.microsoft.com/office/drawing/2014/main" id="{49C42B90-462D-46F6-8A5A-FF03E5F9C99A}"/>
                  </a:ext>
                </a:extLst>
              </p:cNvPr>
              <p:cNvGrpSpPr/>
              <p:nvPr/>
            </p:nvGrpSpPr>
            <p:grpSpPr>
              <a:xfrm rot="10800000">
                <a:off x="-2312624" y="-488154"/>
                <a:ext cx="20626024" cy="5751518"/>
                <a:chOff x="-5797271" y="1096464"/>
                <a:chExt cx="20626024" cy="5751518"/>
              </a:xfrm>
            </p:grpSpPr>
            <p:cxnSp>
              <p:nvCxnSpPr>
                <p:cNvPr id="448" name="Straight Connector 447">
                  <a:extLst>
                    <a:ext uri="{FF2B5EF4-FFF2-40B4-BE49-F238E27FC236}">
                      <a16:creationId xmlns:a16="http://schemas.microsoft.com/office/drawing/2014/main" id="{AC08D028-555C-4DC6-B78D-1BB18EE6F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-5797271" y="1101567"/>
                  <a:ext cx="6716859" cy="0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>
                  <a:extLst>
                    <a:ext uri="{FF2B5EF4-FFF2-40B4-BE49-F238E27FC236}">
                      <a16:creationId xmlns:a16="http://schemas.microsoft.com/office/drawing/2014/main" id="{0CF5E03E-3F86-418D-B961-7CBC0BFCF2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19588" y="1101567"/>
                  <a:ext cx="3310791" cy="5746415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>
                  <a:extLst>
                    <a:ext uri="{FF2B5EF4-FFF2-40B4-BE49-F238E27FC236}">
                      <a16:creationId xmlns:a16="http://schemas.microsoft.com/office/drawing/2014/main" id="{17433F8D-1728-4747-8C4D-A7E75C5EDE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30379" y="6847982"/>
                  <a:ext cx="5781689" cy="0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Straight Connector 450">
                  <a:extLst>
                    <a:ext uri="{FF2B5EF4-FFF2-40B4-BE49-F238E27FC236}">
                      <a16:creationId xmlns:a16="http://schemas.microsoft.com/office/drawing/2014/main" id="{6BB340B0-6991-43E6-9993-56D9811CD3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13320842" y="1096464"/>
                  <a:ext cx="1507911" cy="5102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Straight Connector 451">
                  <a:extLst>
                    <a:ext uri="{FF2B5EF4-FFF2-40B4-BE49-F238E27FC236}">
                      <a16:creationId xmlns:a16="http://schemas.microsoft.com/office/drawing/2014/main" id="{59C48E69-90A5-4A3D-8D80-C3188A1349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012068" y="1101567"/>
                  <a:ext cx="3308774" cy="5746415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1" name="Group 470">
                <a:extLst>
                  <a:ext uri="{FF2B5EF4-FFF2-40B4-BE49-F238E27FC236}">
                    <a16:creationId xmlns:a16="http://schemas.microsoft.com/office/drawing/2014/main" id="{E092B8C5-CA8B-46F8-8E0D-434F2352C8C9}"/>
                  </a:ext>
                </a:extLst>
              </p:cNvPr>
              <p:cNvGrpSpPr/>
              <p:nvPr/>
            </p:nvGrpSpPr>
            <p:grpSpPr>
              <a:xfrm>
                <a:off x="-2312624" y="-767602"/>
                <a:ext cx="20626024" cy="5759724"/>
                <a:chOff x="-2312624" y="-767602"/>
                <a:chExt cx="20626024" cy="5759724"/>
              </a:xfrm>
            </p:grpSpPr>
            <p:cxnSp>
              <p:nvCxnSpPr>
                <p:cNvPr id="460" name="Straight Connector 459">
                  <a:extLst>
                    <a:ext uri="{FF2B5EF4-FFF2-40B4-BE49-F238E27FC236}">
                      <a16:creationId xmlns:a16="http://schemas.microsoft.com/office/drawing/2014/main" id="{40E90CBA-CEDD-4AE4-9227-B5A3B572C1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712896" y="2268415"/>
                  <a:ext cx="1600504" cy="0"/>
                </a:xfrm>
                <a:prstGeom prst="line">
                  <a:avLst/>
                </a:prstGeom>
                <a:ln w="57150">
                  <a:solidFill>
                    <a:srgbClr val="FFFF99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1" name="Straight Connector 460">
                  <a:extLst>
                    <a:ext uri="{FF2B5EF4-FFF2-40B4-BE49-F238E27FC236}">
                      <a16:creationId xmlns:a16="http://schemas.microsoft.com/office/drawing/2014/main" id="{E615B7AA-86BB-455F-974F-781863918A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018211" y="-767602"/>
                  <a:ext cx="1754077" cy="3044485"/>
                </a:xfrm>
                <a:prstGeom prst="line">
                  <a:avLst/>
                </a:prstGeom>
                <a:ln w="57150">
                  <a:solidFill>
                    <a:srgbClr val="FFFF99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Straight Connector 461">
                  <a:extLst>
                    <a:ext uri="{FF2B5EF4-FFF2-40B4-BE49-F238E27FC236}">
                      <a16:creationId xmlns:a16="http://schemas.microsoft.com/office/drawing/2014/main" id="{C552AD82-25E0-4DE2-965F-70B5C9EC45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9236522" y="-767602"/>
                  <a:ext cx="5781689" cy="0"/>
                </a:xfrm>
                <a:prstGeom prst="line">
                  <a:avLst/>
                </a:prstGeom>
                <a:ln w="57150">
                  <a:solidFill>
                    <a:srgbClr val="FFFF99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Straight Connector 462">
                  <a:extLst>
                    <a:ext uri="{FF2B5EF4-FFF2-40B4-BE49-F238E27FC236}">
                      <a16:creationId xmlns:a16="http://schemas.microsoft.com/office/drawing/2014/main" id="{BC914ADB-615B-4BAE-9655-3A6B3883FB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95105" y="4978815"/>
                  <a:ext cx="3932643" cy="13307"/>
                </a:xfrm>
                <a:prstGeom prst="line">
                  <a:avLst/>
                </a:prstGeom>
                <a:ln w="57150">
                  <a:solidFill>
                    <a:srgbClr val="FFFF99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Straight Connector 463">
                  <a:extLst>
                    <a:ext uri="{FF2B5EF4-FFF2-40B4-BE49-F238E27FC236}">
                      <a16:creationId xmlns:a16="http://schemas.microsoft.com/office/drawing/2014/main" id="{73D1661D-2528-4EBB-9ABA-2CC4C721B0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5927748" y="-767602"/>
                  <a:ext cx="3308774" cy="5746415"/>
                </a:xfrm>
                <a:prstGeom prst="line">
                  <a:avLst/>
                </a:prstGeom>
                <a:ln w="57150">
                  <a:solidFill>
                    <a:srgbClr val="FFFF99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5" name="Straight Connector 464">
                  <a:extLst>
                    <a:ext uri="{FF2B5EF4-FFF2-40B4-BE49-F238E27FC236}">
                      <a16:creationId xmlns:a16="http://schemas.microsoft.com/office/drawing/2014/main" id="{FDECBFD9-64FC-46DD-B5FC-EE7961E8E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2507" y="2097518"/>
                  <a:ext cx="1649306" cy="2881295"/>
                </a:xfrm>
                <a:prstGeom prst="line">
                  <a:avLst/>
                </a:prstGeom>
                <a:ln w="57150">
                  <a:solidFill>
                    <a:srgbClr val="FFFF99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8" name="Straight Connector 467">
                  <a:extLst>
                    <a:ext uri="{FF2B5EF4-FFF2-40B4-BE49-F238E27FC236}">
                      <a16:creationId xmlns:a16="http://schemas.microsoft.com/office/drawing/2014/main" id="{DB13DA08-6F8E-4387-8E82-E2168B5B9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-2312624" y="2105605"/>
                  <a:ext cx="2655131" cy="0"/>
                </a:xfrm>
                <a:prstGeom prst="line">
                  <a:avLst/>
                </a:prstGeom>
                <a:ln w="57150">
                  <a:solidFill>
                    <a:srgbClr val="FFFF99"/>
                  </a:solidFill>
                  <a:prstDash val="sysDot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5" name="Group 474">
              <a:extLst>
                <a:ext uri="{FF2B5EF4-FFF2-40B4-BE49-F238E27FC236}">
                  <a16:creationId xmlns:a16="http://schemas.microsoft.com/office/drawing/2014/main" id="{73BB6876-21E5-40F1-AEA3-CBD105C5C65E}"/>
                </a:ext>
              </a:extLst>
            </p:cNvPr>
            <p:cNvGrpSpPr/>
            <p:nvPr/>
          </p:nvGrpSpPr>
          <p:grpSpPr>
            <a:xfrm rot="10800000">
              <a:off x="-2458250" y="844217"/>
              <a:ext cx="20626024" cy="5758069"/>
              <a:chOff x="-2312624" y="-346501"/>
              <a:chExt cx="20626024" cy="5758069"/>
            </a:xfrm>
          </p:grpSpPr>
          <p:cxnSp>
            <p:nvCxnSpPr>
              <p:cNvPr id="502" name="Straight Connector 501">
                <a:extLst>
                  <a:ext uri="{FF2B5EF4-FFF2-40B4-BE49-F238E27FC236}">
                    <a16:creationId xmlns:a16="http://schemas.microsoft.com/office/drawing/2014/main" id="{8F68AF9B-5800-4608-96E5-E6F786FF57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2548" y="-334847"/>
                <a:ext cx="3310791" cy="5746415"/>
              </a:xfrm>
              <a:prstGeom prst="line">
                <a:avLst/>
              </a:prstGeom>
              <a:ln w="50800" cmpd="sng">
                <a:solidFill>
                  <a:srgbClr val="000066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03" name="Straight Connector 502">
                <a:extLst>
                  <a:ext uri="{FF2B5EF4-FFF2-40B4-BE49-F238E27FC236}">
                    <a16:creationId xmlns:a16="http://schemas.microsoft.com/office/drawing/2014/main" id="{76205173-4A2A-4E06-B383-F62DD69564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3339" y="5411568"/>
                <a:ext cx="4135769" cy="0"/>
              </a:xfrm>
              <a:prstGeom prst="line">
                <a:avLst/>
              </a:prstGeom>
              <a:ln w="50800" cmpd="sng">
                <a:solidFill>
                  <a:srgbClr val="000066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04" name="Straight Connector 503">
                <a:extLst>
                  <a:ext uri="{FF2B5EF4-FFF2-40B4-BE49-F238E27FC236}">
                    <a16:creationId xmlns:a16="http://schemas.microsoft.com/office/drawing/2014/main" id="{8C315D0F-B21C-4748-BD87-00E35FC020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89108" y="-334847"/>
                <a:ext cx="3308774" cy="5746415"/>
              </a:xfrm>
              <a:prstGeom prst="line">
                <a:avLst/>
              </a:prstGeom>
              <a:ln w="50800" cmpd="sng">
                <a:solidFill>
                  <a:srgbClr val="000066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42F29F14-CC3E-4E0F-A50F-47B81694AF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97882" y="-334847"/>
                <a:ext cx="3292452" cy="0"/>
              </a:xfrm>
              <a:prstGeom prst="line">
                <a:avLst/>
              </a:prstGeom>
              <a:ln w="50800" cmpd="sng">
                <a:solidFill>
                  <a:srgbClr val="000066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06" name="Straight Connector 505">
                <a:extLst>
                  <a:ext uri="{FF2B5EF4-FFF2-40B4-BE49-F238E27FC236}">
                    <a16:creationId xmlns:a16="http://schemas.microsoft.com/office/drawing/2014/main" id="{945F6E66-2CC1-44D1-82AA-38C074AFB6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90334" y="-346501"/>
                <a:ext cx="2523066" cy="0"/>
              </a:xfrm>
              <a:prstGeom prst="line">
                <a:avLst/>
              </a:prstGeom>
              <a:ln w="50800" cmpd="sng">
                <a:solidFill>
                  <a:srgbClr val="000066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07" name="Straight Connector 506">
                <a:extLst>
                  <a:ext uri="{FF2B5EF4-FFF2-40B4-BE49-F238E27FC236}">
                    <a16:creationId xmlns:a16="http://schemas.microsoft.com/office/drawing/2014/main" id="{7001E1CF-1BF7-4850-A33F-9D038DDA8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312624" y="-334847"/>
                <a:ext cx="4055172" cy="0"/>
              </a:xfrm>
              <a:prstGeom prst="line">
                <a:avLst/>
              </a:prstGeom>
              <a:ln w="50800" cmpd="sng">
                <a:solidFill>
                  <a:srgbClr val="000066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8ACC0EB0-5AE3-4523-8DEF-44BCB7A0F99F}"/>
                </a:ext>
              </a:extLst>
            </p:cNvPr>
            <p:cNvGrpSpPr/>
            <p:nvPr/>
          </p:nvGrpSpPr>
          <p:grpSpPr>
            <a:xfrm>
              <a:off x="-2458250" y="1288180"/>
              <a:ext cx="20626024" cy="5763310"/>
              <a:chOff x="-2312624" y="1084672"/>
              <a:chExt cx="20626024" cy="5763310"/>
            </a:xfrm>
          </p:grpSpPr>
          <p:cxnSp>
            <p:nvCxnSpPr>
              <p:cNvPr id="497" name="Straight Connector 496">
                <a:extLst>
                  <a:ext uri="{FF2B5EF4-FFF2-40B4-BE49-F238E27FC236}">
                    <a16:creationId xmlns:a16="http://schemas.microsoft.com/office/drawing/2014/main" id="{5FC7DA17-CA1A-4147-B9E9-C051FDF4608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-2312624" y="1101567"/>
                <a:ext cx="3232212" cy="0"/>
              </a:xfrm>
              <a:prstGeom prst="line">
                <a:avLst/>
              </a:prstGeom>
              <a:ln w="50800" cmpd="sng">
                <a:solidFill>
                  <a:srgbClr val="00CC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8" name="Straight Connector 497">
                <a:extLst>
                  <a:ext uri="{FF2B5EF4-FFF2-40B4-BE49-F238E27FC236}">
                    <a16:creationId xmlns:a16="http://schemas.microsoft.com/office/drawing/2014/main" id="{2A3DB02E-9B57-49AB-B187-F5C1D60D7B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19588" y="1101567"/>
                <a:ext cx="3310791" cy="5746415"/>
              </a:xfrm>
              <a:prstGeom prst="line">
                <a:avLst/>
              </a:prstGeom>
              <a:ln w="50800" cmpd="sng">
                <a:solidFill>
                  <a:srgbClr val="00CC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9" name="Straight Connector 498">
                <a:extLst>
                  <a:ext uri="{FF2B5EF4-FFF2-40B4-BE49-F238E27FC236}">
                    <a16:creationId xmlns:a16="http://schemas.microsoft.com/office/drawing/2014/main" id="{BEBFA5FC-0490-419E-AB01-FDC34E268A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0379" y="6847982"/>
                <a:ext cx="5781689" cy="0"/>
              </a:xfrm>
              <a:prstGeom prst="line">
                <a:avLst/>
              </a:prstGeom>
              <a:ln w="50800" cmpd="sng">
                <a:solidFill>
                  <a:srgbClr val="00CC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00" name="Straight Connector 499">
                <a:extLst>
                  <a:ext uri="{FF2B5EF4-FFF2-40B4-BE49-F238E27FC236}">
                    <a16:creationId xmlns:a16="http://schemas.microsoft.com/office/drawing/2014/main" id="{DD068910-5D99-42AB-96AE-DE392B02E5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320842" y="1084672"/>
                <a:ext cx="4992558" cy="16895"/>
              </a:xfrm>
              <a:prstGeom prst="line">
                <a:avLst/>
              </a:prstGeom>
              <a:ln w="50800" cmpd="sng">
                <a:solidFill>
                  <a:srgbClr val="00CC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01" name="Straight Connector 500">
                <a:extLst>
                  <a:ext uri="{FF2B5EF4-FFF2-40B4-BE49-F238E27FC236}">
                    <a16:creationId xmlns:a16="http://schemas.microsoft.com/office/drawing/2014/main" id="{FE6EAF3C-9A85-4978-95C5-24AB6617B2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12068" y="1101567"/>
                <a:ext cx="3308774" cy="5746415"/>
              </a:xfrm>
              <a:prstGeom prst="line">
                <a:avLst/>
              </a:prstGeom>
              <a:ln w="50800" cmpd="sng">
                <a:solidFill>
                  <a:srgbClr val="00CC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BDAF4150-D7BF-4012-9BB3-8D2327A83A38}"/>
                </a:ext>
              </a:extLst>
            </p:cNvPr>
            <p:cNvGrpSpPr/>
            <p:nvPr/>
          </p:nvGrpSpPr>
          <p:grpSpPr>
            <a:xfrm rot="10800000">
              <a:off x="-2458250" y="1032874"/>
              <a:ext cx="20626024" cy="5746415"/>
              <a:chOff x="-5580758" y="-334847"/>
              <a:chExt cx="20626024" cy="5746415"/>
            </a:xfrm>
          </p:grpSpPr>
          <p:cxnSp>
            <p:nvCxnSpPr>
              <p:cNvPr id="492" name="Straight Connector 491">
                <a:extLst>
                  <a:ext uri="{FF2B5EF4-FFF2-40B4-BE49-F238E27FC236}">
                    <a16:creationId xmlns:a16="http://schemas.microsoft.com/office/drawing/2014/main" id="{17FA9E9A-A98A-41DE-9C96-4B6921B9016B}"/>
                  </a:ext>
                </a:extLst>
              </p:cNvPr>
              <p:cNvCxnSpPr/>
              <p:nvPr/>
            </p:nvCxnSpPr>
            <p:spPr>
              <a:xfrm>
                <a:off x="1742548" y="-334847"/>
                <a:ext cx="3310791" cy="5746415"/>
              </a:xfrm>
              <a:prstGeom prst="line">
                <a:avLst/>
              </a:prstGeom>
              <a:ln w="50800" cmpd="sng">
                <a:solidFill>
                  <a:srgbClr val="0000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3" name="Straight Connector 492">
                <a:extLst>
                  <a:ext uri="{FF2B5EF4-FFF2-40B4-BE49-F238E27FC236}">
                    <a16:creationId xmlns:a16="http://schemas.microsoft.com/office/drawing/2014/main" id="{98E0C201-0474-480B-BA9F-3DE5A10C63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3339" y="5411568"/>
                <a:ext cx="4135769" cy="0"/>
              </a:xfrm>
              <a:prstGeom prst="line">
                <a:avLst/>
              </a:prstGeom>
              <a:ln w="50800" cmpd="sng">
                <a:solidFill>
                  <a:srgbClr val="0000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4" name="Straight Connector 493">
                <a:extLst>
                  <a:ext uri="{FF2B5EF4-FFF2-40B4-BE49-F238E27FC236}">
                    <a16:creationId xmlns:a16="http://schemas.microsoft.com/office/drawing/2014/main" id="{49A7110B-ECA9-4F88-8847-D7A6409976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89108" y="-334847"/>
                <a:ext cx="3308774" cy="5746415"/>
              </a:xfrm>
              <a:prstGeom prst="line">
                <a:avLst/>
              </a:prstGeom>
              <a:ln w="50800" cmpd="sng">
                <a:solidFill>
                  <a:srgbClr val="0000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5" name="Straight Connector 494">
                <a:extLst>
                  <a:ext uri="{FF2B5EF4-FFF2-40B4-BE49-F238E27FC236}">
                    <a16:creationId xmlns:a16="http://schemas.microsoft.com/office/drawing/2014/main" id="{8CA6DFFA-17DB-4ACA-8D16-46D05FD91A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97882" y="-334847"/>
                <a:ext cx="2547384" cy="0"/>
              </a:xfrm>
              <a:prstGeom prst="line">
                <a:avLst/>
              </a:prstGeom>
              <a:ln w="50800" cmpd="sng">
                <a:solidFill>
                  <a:srgbClr val="0000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6" name="Straight Connector 495">
                <a:extLst>
                  <a:ext uri="{FF2B5EF4-FFF2-40B4-BE49-F238E27FC236}">
                    <a16:creationId xmlns:a16="http://schemas.microsoft.com/office/drawing/2014/main" id="{0E153C0F-3681-4219-BD63-54D4ADF5B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5580758" y="-334847"/>
                <a:ext cx="7323306" cy="0"/>
              </a:xfrm>
              <a:prstGeom prst="line">
                <a:avLst/>
              </a:prstGeom>
              <a:ln w="50800" cmpd="sng">
                <a:solidFill>
                  <a:srgbClr val="0000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E36152A2-01C9-4F8F-8BE2-FF9A8B585F6D}"/>
                </a:ext>
              </a:extLst>
            </p:cNvPr>
            <p:cNvGrpSpPr/>
            <p:nvPr/>
          </p:nvGrpSpPr>
          <p:grpSpPr>
            <a:xfrm>
              <a:off x="-2458250" y="1157521"/>
              <a:ext cx="20626024" cy="5751518"/>
              <a:chOff x="-5797271" y="1096464"/>
              <a:chExt cx="20626024" cy="5751518"/>
            </a:xfrm>
          </p:grpSpPr>
          <p:cxnSp>
            <p:nvCxnSpPr>
              <p:cNvPr id="487" name="Straight Connector 486">
                <a:extLst>
                  <a:ext uri="{FF2B5EF4-FFF2-40B4-BE49-F238E27FC236}">
                    <a16:creationId xmlns:a16="http://schemas.microsoft.com/office/drawing/2014/main" id="{4BAADC1F-8470-4518-92D1-686B9AEDA48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-5797271" y="1101567"/>
                <a:ext cx="6716859" cy="0"/>
              </a:xfrm>
              <a:prstGeom prst="line">
                <a:avLst/>
              </a:prstGeom>
              <a:ln w="50800" cmpd="sng">
                <a:solidFill>
                  <a:srgbClr val="0099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545FDA58-8855-49EF-BCBB-D9110022B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19588" y="1101567"/>
                <a:ext cx="3310791" cy="5746415"/>
              </a:xfrm>
              <a:prstGeom prst="line">
                <a:avLst/>
              </a:prstGeom>
              <a:ln w="50800" cmpd="sng">
                <a:solidFill>
                  <a:srgbClr val="0099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9" name="Straight Connector 488">
                <a:extLst>
                  <a:ext uri="{FF2B5EF4-FFF2-40B4-BE49-F238E27FC236}">
                    <a16:creationId xmlns:a16="http://schemas.microsoft.com/office/drawing/2014/main" id="{AC4D44A1-6185-4BBE-B33C-C2E378846A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0379" y="6847982"/>
                <a:ext cx="5781689" cy="0"/>
              </a:xfrm>
              <a:prstGeom prst="line">
                <a:avLst/>
              </a:prstGeom>
              <a:ln w="50800" cmpd="sng">
                <a:solidFill>
                  <a:srgbClr val="0099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0" name="Straight Connector 489">
                <a:extLst>
                  <a:ext uri="{FF2B5EF4-FFF2-40B4-BE49-F238E27FC236}">
                    <a16:creationId xmlns:a16="http://schemas.microsoft.com/office/drawing/2014/main" id="{E6DBAE8F-0961-4FB3-9F50-B8C2C4A640C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3320842" y="1096464"/>
                <a:ext cx="1507911" cy="5102"/>
              </a:xfrm>
              <a:prstGeom prst="line">
                <a:avLst/>
              </a:prstGeom>
              <a:ln w="50800" cmpd="sng">
                <a:solidFill>
                  <a:srgbClr val="0099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1" name="Straight Connector 490">
                <a:extLst>
                  <a:ext uri="{FF2B5EF4-FFF2-40B4-BE49-F238E27FC236}">
                    <a16:creationId xmlns:a16="http://schemas.microsoft.com/office/drawing/2014/main" id="{34E83633-CC65-4432-9D26-897DA8EB97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12068" y="1101567"/>
                <a:ext cx="3308774" cy="5746415"/>
              </a:xfrm>
              <a:prstGeom prst="line">
                <a:avLst/>
              </a:prstGeom>
              <a:ln w="50800" cmpd="sng">
                <a:solidFill>
                  <a:srgbClr val="0099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70052F17-8248-46E4-AEAE-30895CA25B31}"/>
                </a:ext>
              </a:extLst>
            </p:cNvPr>
            <p:cNvGrpSpPr/>
            <p:nvPr/>
          </p:nvGrpSpPr>
          <p:grpSpPr>
            <a:xfrm rot="10800000">
              <a:off x="-2458250" y="1428763"/>
              <a:ext cx="20626024" cy="5759724"/>
              <a:chOff x="-2312624" y="-767602"/>
              <a:chExt cx="20626024" cy="5759724"/>
            </a:xfrm>
          </p:grpSpPr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id="{698B9456-4617-4A02-A330-18893EFFF0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12896" y="2268415"/>
                <a:ext cx="1600504" cy="0"/>
              </a:xfrm>
              <a:prstGeom prst="line">
                <a:avLst/>
              </a:prstGeom>
              <a:ln w="50800" cmpd="sng">
                <a:solidFill>
                  <a:srgbClr val="CCFF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1" name="Straight Connector 480">
                <a:extLst>
                  <a:ext uri="{FF2B5EF4-FFF2-40B4-BE49-F238E27FC236}">
                    <a16:creationId xmlns:a16="http://schemas.microsoft.com/office/drawing/2014/main" id="{48B63D63-EB67-4546-941C-6C14A558A0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18211" y="-767602"/>
                <a:ext cx="1754077" cy="3044485"/>
              </a:xfrm>
              <a:prstGeom prst="line">
                <a:avLst/>
              </a:prstGeom>
              <a:ln w="50800" cmpd="sng">
                <a:solidFill>
                  <a:srgbClr val="CCFF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2" name="Straight Connector 481">
                <a:extLst>
                  <a:ext uri="{FF2B5EF4-FFF2-40B4-BE49-F238E27FC236}">
                    <a16:creationId xmlns:a16="http://schemas.microsoft.com/office/drawing/2014/main" id="{9F44E173-B614-408B-B6FC-2498C6388D5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9236522" y="-767602"/>
                <a:ext cx="5781689" cy="0"/>
              </a:xfrm>
              <a:prstGeom prst="line">
                <a:avLst/>
              </a:prstGeom>
              <a:ln w="50800" cmpd="sng">
                <a:solidFill>
                  <a:srgbClr val="CCFF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>
                <a:extLst>
                  <a:ext uri="{FF2B5EF4-FFF2-40B4-BE49-F238E27FC236}">
                    <a16:creationId xmlns:a16="http://schemas.microsoft.com/office/drawing/2014/main" id="{5ACA220F-E01B-4590-B433-97308017D0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95105" y="4978815"/>
                <a:ext cx="3932643" cy="13307"/>
              </a:xfrm>
              <a:prstGeom prst="line">
                <a:avLst/>
              </a:prstGeom>
              <a:ln w="50800" cmpd="sng">
                <a:solidFill>
                  <a:srgbClr val="CCFF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4" name="Straight Connector 483">
                <a:extLst>
                  <a:ext uri="{FF2B5EF4-FFF2-40B4-BE49-F238E27FC236}">
                    <a16:creationId xmlns:a16="http://schemas.microsoft.com/office/drawing/2014/main" id="{D741E61F-E026-429A-9534-3E272E2B43B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5927748" y="-767602"/>
                <a:ext cx="3308774" cy="5746415"/>
              </a:xfrm>
              <a:prstGeom prst="line">
                <a:avLst/>
              </a:prstGeom>
              <a:ln w="50800" cmpd="sng">
                <a:solidFill>
                  <a:srgbClr val="CCFF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5" name="Straight Connector 484">
                <a:extLst>
                  <a:ext uri="{FF2B5EF4-FFF2-40B4-BE49-F238E27FC236}">
                    <a16:creationId xmlns:a16="http://schemas.microsoft.com/office/drawing/2014/main" id="{432943D7-4FF3-4324-B9A7-EB1B292789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2507" y="2097518"/>
                <a:ext cx="1649306" cy="2881295"/>
              </a:xfrm>
              <a:prstGeom prst="line">
                <a:avLst/>
              </a:prstGeom>
              <a:ln w="50800" cmpd="sng">
                <a:solidFill>
                  <a:srgbClr val="CCFF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F2969746-CCBE-4FEC-813B-40E3BA2E1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312624" y="2105605"/>
                <a:ext cx="2655131" cy="0"/>
              </a:xfrm>
              <a:prstGeom prst="line">
                <a:avLst/>
              </a:prstGeom>
              <a:ln w="50800" cmpd="sng">
                <a:solidFill>
                  <a:srgbClr val="CCFFFF"/>
                </a:solidFill>
                <a:prstDash val="lg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EF4E456-DEFC-40ED-9024-6844B62135A7}"/>
              </a:ext>
            </a:extLst>
          </p:cNvPr>
          <p:cNvGrpSpPr/>
          <p:nvPr/>
        </p:nvGrpSpPr>
        <p:grpSpPr>
          <a:xfrm>
            <a:off x="-1149666" y="-1053054"/>
            <a:ext cx="18179520" cy="8619243"/>
            <a:chOff x="-1149666" y="-1053054"/>
            <a:chExt cx="18179520" cy="8619243"/>
          </a:xfrm>
          <a:solidFill>
            <a:schemeClr val="bg1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2214967-FE28-40F1-97EC-E58EFB8DA83B}"/>
                </a:ext>
              </a:extLst>
            </p:cNvPr>
            <p:cNvGrpSpPr/>
            <p:nvPr/>
          </p:nvGrpSpPr>
          <p:grpSpPr>
            <a:xfrm>
              <a:off x="-1149666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EC8EC97-1BDC-4F3A-AC16-0EEC0338B3EE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4" name="Isosceles Triangle 3">
                  <a:extLst>
                    <a:ext uri="{FF2B5EF4-FFF2-40B4-BE49-F238E27FC236}">
                      <a16:creationId xmlns:a16="http://schemas.microsoft.com/office/drawing/2014/main" id="{154FAD71-EF18-4D1C-A91E-03C44F933FA3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" name="Isosceles Triangle 4">
                  <a:extLst>
                    <a:ext uri="{FF2B5EF4-FFF2-40B4-BE49-F238E27FC236}">
                      <a16:creationId xmlns:a16="http://schemas.microsoft.com/office/drawing/2014/main" id="{E82CBC35-59E3-4FAB-9834-5AE2C0D5A560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F9CA9F8F-B4ED-447C-AB8A-385300A4F7D3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" name="Isosceles Triangle 6">
                  <a:extLst>
                    <a:ext uri="{FF2B5EF4-FFF2-40B4-BE49-F238E27FC236}">
                      <a16:creationId xmlns:a16="http://schemas.microsoft.com/office/drawing/2014/main" id="{CC8476AE-4352-4E2E-9AEA-740621071225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55672A7-F790-4166-9BBD-EB422FD5E57A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10" name="Isosceles Triangle 9">
                  <a:extLst>
                    <a:ext uri="{FF2B5EF4-FFF2-40B4-BE49-F238E27FC236}">
                      <a16:creationId xmlns:a16="http://schemas.microsoft.com/office/drawing/2014/main" id="{0B5DCFFF-1B2F-4A0E-ACC3-3E6F4B7707CD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" name="Isosceles Triangle 10">
                  <a:extLst>
                    <a:ext uri="{FF2B5EF4-FFF2-40B4-BE49-F238E27FC236}">
                      <a16:creationId xmlns:a16="http://schemas.microsoft.com/office/drawing/2014/main" id="{F11A5897-E5C0-44C4-9FAA-3749B57B4170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" name="Isosceles Triangle 11">
                  <a:extLst>
                    <a:ext uri="{FF2B5EF4-FFF2-40B4-BE49-F238E27FC236}">
                      <a16:creationId xmlns:a16="http://schemas.microsoft.com/office/drawing/2014/main" id="{6CAE23B0-CCF1-44D7-8DBF-15F0B86F1690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" name="Isosceles Triangle 12">
                  <a:extLst>
                    <a:ext uri="{FF2B5EF4-FFF2-40B4-BE49-F238E27FC236}">
                      <a16:creationId xmlns:a16="http://schemas.microsoft.com/office/drawing/2014/main" id="{9B028CA9-3E97-40E1-91BC-44BB0F395945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B603309-8D3B-4BA6-AD90-0C2B04898951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15" name="Isosceles Triangle 14">
                  <a:extLst>
                    <a:ext uri="{FF2B5EF4-FFF2-40B4-BE49-F238E27FC236}">
                      <a16:creationId xmlns:a16="http://schemas.microsoft.com/office/drawing/2014/main" id="{1A48CC2C-658F-41E6-BC0F-4DEE299AE6B4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" name="Isosceles Triangle 15">
                  <a:extLst>
                    <a:ext uri="{FF2B5EF4-FFF2-40B4-BE49-F238E27FC236}">
                      <a16:creationId xmlns:a16="http://schemas.microsoft.com/office/drawing/2014/main" id="{B2F8D787-BAC6-41DE-AEB7-9328BC68C3E6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" name="Isosceles Triangle 16">
                  <a:extLst>
                    <a:ext uri="{FF2B5EF4-FFF2-40B4-BE49-F238E27FC236}">
                      <a16:creationId xmlns:a16="http://schemas.microsoft.com/office/drawing/2014/main" id="{6F31505E-7F53-4788-96D4-CF7247251175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" name="Isosceles Triangle 17">
                  <a:extLst>
                    <a:ext uri="{FF2B5EF4-FFF2-40B4-BE49-F238E27FC236}">
                      <a16:creationId xmlns:a16="http://schemas.microsoft.com/office/drawing/2014/main" id="{F7B554D9-8305-4D68-BC8C-6D4D687EE77E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60557E4-189C-450C-BFEA-EA95C82604DF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25" name="Isosceles Triangle 24">
                  <a:extLst>
                    <a:ext uri="{FF2B5EF4-FFF2-40B4-BE49-F238E27FC236}">
                      <a16:creationId xmlns:a16="http://schemas.microsoft.com/office/drawing/2014/main" id="{A25F7D70-B93C-427B-ADB2-C12499131415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" name="Isosceles Triangle 25">
                  <a:extLst>
                    <a:ext uri="{FF2B5EF4-FFF2-40B4-BE49-F238E27FC236}">
                      <a16:creationId xmlns:a16="http://schemas.microsoft.com/office/drawing/2014/main" id="{27046DB5-B9E1-40F8-B873-E4E3856A3352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" name="Isosceles Triangle 26">
                  <a:extLst>
                    <a:ext uri="{FF2B5EF4-FFF2-40B4-BE49-F238E27FC236}">
                      <a16:creationId xmlns:a16="http://schemas.microsoft.com/office/drawing/2014/main" id="{21E31C48-2C7E-4351-8341-DEB25B4529F9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8" name="Isosceles Triangle 27">
                  <a:extLst>
                    <a:ext uri="{FF2B5EF4-FFF2-40B4-BE49-F238E27FC236}">
                      <a16:creationId xmlns:a16="http://schemas.microsoft.com/office/drawing/2014/main" id="{C0EDACE7-1A05-4602-BD67-15E2214846F7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EBE4C84-334D-4A74-91B2-22678D4E0B2C}"/>
                </a:ext>
              </a:extLst>
            </p:cNvPr>
            <p:cNvGrpSpPr/>
            <p:nvPr/>
          </p:nvGrpSpPr>
          <p:grpSpPr>
            <a:xfrm>
              <a:off x="2157739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E469D305-7125-45CF-B4FB-38A0D2FB4712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47" name="Isosceles Triangle 46">
                  <a:extLst>
                    <a:ext uri="{FF2B5EF4-FFF2-40B4-BE49-F238E27FC236}">
                      <a16:creationId xmlns:a16="http://schemas.microsoft.com/office/drawing/2014/main" id="{7CF41DDB-DF79-49B7-AB1A-B66EC3F28060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8" name="Isosceles Triangle 47">
                  <a:extLst>
                    <a:ext uri="{FF2B5EF4-FFF2-40B4-BE49-F238E27FC236}">
                      <a16:creationId xmlns:a16="http://schemas.microsoft.com/office/drawing/2014/main" id="{DFD6992C-A7AB-489B-B3EE-0D7DF32B77E2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9" name="Isosceles Triangle 48">
                  <a:extLst>
                    <a:ext uri="{FF2B5EF4-FFF2-40B4-BE49-F238E27FC236}">
                      <a16:creationId xmlns:a16="http://schemas.microsoft.com/office/drawing/2014/main" id="{1C3961D2-62F7-48AE-B81B-C8908CAE7CD8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0" name="Isosceles Triangle 49">
                  <a:extLst>
                    <a:ext uri="{FF2B5EF4-FFF2-40B4-BE49-F238E27FC236}">
                      <a16:creationId xmlns:a16="http://schemas.microsoft.com/office/drawing/2014/main" id="{C980B09E-9831-402B-B564-2A81AA0052D5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DC77E406-A33A-4779-87E0-A19430FC118D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43" name="Isosceles Triangle 42">
                  <a:extLst>
                    <a:ext uri="{FF2B5EF4-FFF2-40B4-BE49-F238E27FC236}">
                      <a16:creationId xmlns:a16="http://schemas.microsoft.com/office/drawing/2014/main" id="{8ABB0F98-C793-4A96-BF0A-00FF5374A6A4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4" name="Isosceles Triangle 43">
                  <a:extLst>
                    <a:ext uri="{FF2B5EF4-FFF2-40B4-BE49-F238E27FC236}">
                      <a16:creationId xmlns:a16="http://schemas.microsoft.com/office/drawing/2014/main" id="{14D7DEB5-B0C8-4B5E-B60D-910903B8E19C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5" name="Isosceles Triangle 44">
                  <a:extLst>
                    <a:ext uri="{FF2B5EF4-FFF2-40B4-BE49-F238E27FC236}">
                      <a16:creationId xmlns:a16="http://schemas.microsoft.com/office/drawing/2014/main" id="{1086D7B1-216A-4963-871E-0DD49D414E71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6" name="Isosceles Triangle 45">
                  <a:extLst>
                    <a:ext uri="{FF2B5EF4-FFF2-40B4-BE49-F238E27FC236}">
                      <a16:creationId xmlns:a16="http://schemas.microsoft.com/office/drawing/2014/main" id="{C9AE843C-17B3-43F3-9B79-6B1C9756E9C2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0F01733-BF04-4369-B929-CB8289B3A534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9" name="Isosceles Triangle 38">
                  <a:extLst>
                    <a:ext uri="{FF2B5EF4-FFF2-40B4-BE49-F238E27FC236}">
                      <a16:creationId xmlns:a16="http://schemas.microsoft.com/office/drawing/2014/main" id="{6770C498-788D-4022-86C7-AE532287068F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0" name="Isosceles Triangle 39">
                  <a:extLst>
                    <a:ext uri="{FF2B5EF4-FFF2-40B4-BE49-F238E27FC236}">
                      <a16:creationId xmlns:a16="http://schemas.microsoft.com/office/drawing/2014/main" id="{7CA9E623-44DB-41B8-A2A0-B6EF19CFA6A9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1" name="Isosceles Triangle 40">
                  <a:extLst>
                    <a:ext uri="{FF2B5EF4-FFF2-40B4-BE49-F238E27FC236}">
                      <a16:creationId xmlns:a16="http://schemas.microsoft.com/office/drawing/2014/main" id="{D304F2EC-ED6D-4287-803E-A37B884DD42E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2" name="Isosceles Triangle 41">
                  <a:extLst>
                    <a:ext uri="{FF2B5EF4-FFF2-40B4-BE49-F238E27FC236}">
                      <a16:creationId xmlns:a16="http://schemas.microsoft.com/office/drawing/2014/main" id="{D952E2C4-38F5-4D5C-9A7C-562FA678653F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61EE816-5789-4C85-9C95-125ABF6FE651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5" name="Isosceles Triangle 34">
                  <a:extLst>
                    <a:ext uri="{FF2B5EF4-FFF2-40B4-BE49-F238E27FC236}">
                      <a16:creationId xmlns:a16="http://schemas.microsoft.com/office/drawing/2014/main" id="{80E2598D-4428-46F0-A09C-AA25425AB82D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" name="Isosceles Triangle 35">
                  <a:extLst>
                    <a:ext uri="{FF2B5EF4-FFF2-40B4-BE49-F238E27FC236}">
                      <a16:creationId xmlns:a16="http://schemas.microsoft.com/office/drawing/2014/main" id="{20FAA7B4-EE4D-479A-B2E3-1081F4F25245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7" name="Isosceles Triangle 36">
                  <a:extLst>
                    <a:ext uri="{FF2B5EF4-FFF2-40B4-BE49-F238E27FC236}">
                      <a16:creationId xmlns:a16="http://schemas.microsoft.com/office/drawing/2014/main" id="{3F3DC6A1-EE1C-48A7-B406-B271A3C03D73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8" name="Isosceles Triangle 37">
                  <a:extLst>
                    <a:ext uri="{FF2B5EF4-FFF2-40B4-BE49-F238E27FC236}">
                      <a16:creationId xmlns:a16="http://schemas.microsoft.com/office/drawing/2014/main" id="{E054D475-10D8-4E98-960A-387FDFE868FE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A192F9D-9389-4F6F-B03A-595E51984F67}"/>
                </a:ext>
              </a:extLst>
            </p:cNvPr>
            <p:cNvGrpSpPr/>
            <p:nvPr/>
          </p:nvGrpSpPr>
          <p:grpSpPr>
            <a:xfrm>
              <a:off x="5465143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B311A7F-7D57-4C5E-907A-653065B678A1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68" name="Isosceles Triangle 67">
                  <a:extLst>
                    <a:ext uri="{FF2B5EF4-FFF2-40B4-BE49-F238E27FC236}">
                      <a16:creationId xmlns:a16="http://schemas.microsoft.com/office/drawing/2014/main" id="{05565B76-0842-40AF-A504-ECA8ECE7DF90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" name="Isosceles Triangle 68">
                  <a:extLst>
                    <a:ext uri="{FF2B5EF4-FFF2-40B4-BE49-F238E27FC236}">
                      <a16:creationId xmlns:a16="http://schemas.microsoft.com/office/drawing/2014/main" id="{2F272B24-857B-4293-AE7C-D3E9BEE1690C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" name="Isosceles Triangle 69">
                  <a:extLst>
                    <a:ext uri="{FF2B5EF4-FFF2-40B4-BE49-F238E27FC236}">
                      <a16:creationId xmlns:a16="http://schemas.microsoft.com/office/drawing/2014/main" id="{F04C4D1A-5641-4390-BC9F-008455D5147E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" name="Isosceles Triangle 70">
                  <a:extLst>
                    <a:ext uri="{FF2B5EF4-FFF2-40B4-BE49-F238E27FC236}">
                      <a16:creationId xmlns:a16="http://schemas.microsoft.com/office/drawing/2014/main" id="{6516B81C-8BCD-4285-9BB6-06522C39E33F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C468D820-FA08-4D61-87B2-F9E709AFCC49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64" name="Isosceles Triangle 63">
                  <a:extLst>
                    <a:ext uri="{FF2B5EF4-FFF2-40B4-BE49-F238E27FC236}">
                      <a16:creationId xmlns:a16="http://schemas.microsoft.com/office/drawing/2014/main" id="{C6DCD5D8-FF9F-493E-9A0A-5CF99B88A511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5" name="Isosceles Triangle 64">
                  <a:extLst>
                    <a:ext uri="{FF2B5EF4-FFF2-40B4-BE49-F238E27FC236}">
                      <a16:creationId xmlns:a16="http://schemas.microsoft.com/office/drawing/2014/main" id="{1822F789-54BC-4C77-9F24-9357CCCC3BD4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6" name="Isosceles Triangle 65">
                  <a:extLst>
                    <a:ext uri="{FF2B5EF4-FFF2-40B4-BE49-F238E27FC236}">
                      <a16:creationId xmlns:a16="http://schemas.microsoft.com/office/drawing/2014/main" id="{672FA782-5161-44B3-900E-085F9886D419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" name="Isosceles Triangle 66">
                  <a:extLst>
                    <a:ext uri="{FF2B5EF4-FFF2-40B4-BE49-F238E27FC236}">
                      <a16:creationId xmlns:a16="http://schemas.microsoft.com/office/drawing/2014/main" id="{C3A61CCA-B9E9-47BF-A4F3-5BBD67F8B5FE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4CFF9CC-B4A9-4A59-8612-C37A2ED5FA19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60" name="Isosceles Triangle 59">
                  <a:extLst>
                    <a:ext uri="{FF2B5EF4-FFF2-40B4-BE49-F238E27FC236}">
                      <a16:creationId xmlns:a16="http://schemas.microsoft.com/office/drawing/2014/main" id="{C216C7CC-2DC9-4356-A52C-A325DE548796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1" name="Isosceles Triangle 60">
                  <a:extLst>
                    <a:ext uri="{FF2B5EF4-FFF2-40B4-BE49-F238E27FC236}">
                      <a16:creationId xmlns:a16="http://schemas.microsoft.com/office/drawing/2014/main" id="{18E37198-5ECA-4E2A-BB3C-E0F46089CAF5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" name="Isosceles Triangle 61">
                  <a:extLst>
                    <a:ext uri="{FF2B5EF4-FFF2-40B4-BE49-F238E27FC236}">
                      <a16:creationId xmlns:a16="http://schemas.microsoft.com/office/drawing/2014/main" id="{4D4354F5-3E6D-4F72-AD87-912B59E07D55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" name="Isosceles Triangle 62">
                  <a:extLst>
                    <a:ext uri="{FF2B5EF4-FFF2-40B4-BE49-F238E27FC236}">
                      <a16:creationId xmlns:a16="http://schemas.microsoft.com/office/drawing/2014/main" id="{9CA9C74C-0321-4111-A4A6-194EAEA414C2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0C9A257A-1527-4887-8149-9A23A89A7225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56" name="Isosceles Triangle 55">
                  <a:extLst>
                    <a:ext uri="{FF2B5EF4-FFF2-40B4-BE49-F238E27FC236}">
                      <a16:creationId xmlns:a16="http://schemas.microsoft.com/office/drawing/2014/main" id="{31BC8E1D-DFE6-4E50-B6F5-BA617420340F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7" name="Isosceles Triangle 56">
                  <a:extLst>
                    <a:ext uri="{FF2B5EF4-FFF2-40B4-BE49-F238E27FC236}">
                      <a16:creationId xmlns:a16="http://schemas.microsoft.com/office/drawing/2014/main" id="{20EBADCE-03B4-4ADA-B412-AD4A65E87A87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8" name="Isosceles Triangle 57">
                  <a:extLst>
                    <a:ext uri="{FF2B5EF4-FFF2-40B4-BE49-F238E27FC236}">
                      <a16:creationId xmlns:a16="http://schemas.microsoft.com/office/drawing/2014/main" id="{D486662E-3DFE-4950-AB8E-60517ABBD175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9" name="Isosceles Triangle 58">
                  <a:extLst>
                    <a:ext uri="{FF2B5EF4-FFF2-40B4-BE49-F238E27FC236}">
                      <a16:creationId xmlns:a16="http://schemas.microsoft.com/office/drawing/2014/main" id="{F7D5138E-928C-4938-AEAE-E39FFE278259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A8567B7-8D56-4D89-AA6B-0D43B726018C}"/>
                </a:ext>
              </a:extLst>
            </p:cNvPr>
            <p:cNvGrpSpPr/>
            <p:nvPr/>
          </p:nvGrpSpPr>
          <p:grpSpPr>
            <a:xfrm>
              <a:off x="8772548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D2E0F949-0D1A-4145-9E70-F3E991348536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89" name="Isosceles Triangle 88">
                  <a:extLst>
                    <a:ext uri="{FF2B5EF4-FFF2-40B4-BE49-F238E27FC236}">
                      <a16:creationId xmlns:a16="http://schemas.microsoft.com/office/drawing/2014/main" id="{13C7196B-171A-4E93-A635-E82B35C4B8FB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0" name="Isosceles Triangle 89">
                  <a:extLst>
                    <a:ext uri="{FF2B5EF4-FFF2-40B4-BE49-F238E27FC236}">
                      <a16:creationId xmlns:a16="http://schemas.microsoft.com/office/drawing/2014/main" id="{62B05DA8-4147-412B-A6B7-4F837B2F0C9A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" name="Isosceles Triangle 90">
                  <a:extLst>
                    <a:ext uri="{FF2B5EF4-FFF2-40B4-BE49-F238E27FC236}">
                      <a16:creationId xmlns:a16="http://schemas.microsoft.com/office/drawing/2014/main" id="{91FE66A3-FD16-45CA-849F-596DCEB88EB0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" name="Isosceles Triangle 91">
                  <a:extLst>
                    <a:ext uri="{FF2B5EF4-FFF2-40B4-BE49-F238E27FC236}">
                      <a16:creationId xmlns:a16="http://schemas.microsoft.com/office/drawing/2014/main" id="{6B13AFFD-18F2-4895-B7B2-52DA863992C0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5BCBFE89-FF59-4356-A073-4FB1E0418C1E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85" name="Isosceles Triangle 84">
                  <a:extLst>
                    <a:ext uri="{FF2B5EF4-FFF2-40B4-BE49-F238E27FC236}">
                      <a16:creationId xmlns:a16="http://schemas.microsoft.com/office/drawing/2014/main" id="{380BB0CB-5D16-40A9-9B75-FFAC1BC6CD6B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6" name="Isosceles Triangle 85">
                  <a:extLst>
                    <a:ext uri="{FF2B5EF4-FFF2-40B4-BE49-F238E27FC236}">
                      <a16:creationId xmlns:a16="http://schemas.microsoft.com/office/drawing/2014/main" id="{6B4D02B4-A46F-4A03-BAFF-6BEBFF31E0F8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7" name="Isosceles Triangle 86">
                  <a:extLst>
                    <a:ext uri="{FF2B5EF4-FFF2-40B4-BE49-F238E27FC236}">
                      <a16:creationId xmlns:a16="http://schemas.microsoft.com/office/drawing/2014/main" id="{3C4DE398-B2F3-495F-BA66-6784AE3E7AF6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8" name="Isosceles Triangle 87">
                  <a:extLst>
                    <a:ext uri="{FF2B5EF4-FFF2-40B4-BE49-F238E27FC236}">
                      <a16:creationId xmlns:a16="http://schemas.microsoft.com/office/drawing/2014/main" id="{78EDB7AC-A602-4CD3-A550-B1A28549D245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08F167B9-5B3B-4CFE-9A51-1D620B6437C3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81" name="Isosceles Triangle 80">
                  <a:extLst>
                    <a:ext uri="{FF2B5EF4-FFF2-40B4-BE49-F238E27FC236}">
                      <a16:creationId xmlns:a16="http://schemas.microsoft.com/office/drawing/2014/main" id="{E09819D4-8AD7-4745-BE3C-23D07115B9EA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2" name="Isosceles Triangle 81">
                  <a:extLst>
                    <a:ext uri="{FF2B5EF4-FFF2-40B4-BE49-F238E27FC236}">
                      <a16:creationId xmlns:a16="http://schemas.microsoft.com/office/drawing/2014/main" id="{05E96120-306F-43EF-A651-A46BAE67B827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3" name="Isosceles Triangle 82">
                  <a:extLst>
                    <a:ext uri="{FF2B5EF4-FFF2-40B4-BE49-F238E27FC236}">
                      <a16:creationId xmlns:a16="http://schemas.microsoft.com/office/drawing/2014/main" id="{A38B3BD2-E266-4EA6-9E82-46F74C13D775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4" name="Isosceles Triangle 83">
                  <a:extLst>
                    <a:ext uri="{FF2B5EF4-FFF2-40B4-BE49-F238E27FC236}">
                      <a16:creationId xmlns:a16="http://schemas.microsoft.com/office/drawing/2014/main" id="{02C880B3-7629-4B15-B92E-7D4673879D3C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75D81CD-E874-4250-8986-B4D3F62DDD30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7" name="Isosceles Triangle 76">
                  <a:extLst>
                    <a:ext uri="{FF2B5EF4-FFF2-40B4-BE49-F238E27FC236}">
                      <a16:creationId xmlns:a16="http://schemas.microsoft.com/office/drawing/2014/main" id="{AD9C9D8C-4B69-42D2-9A49-7FAE5BA1770E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8" name="Isosceles Triangle 77">
                  <a:extLst>
                    <a:ext uri="{FF2B5EF4-FFF2-40B4-BE49-F238E27FC236}">
                      <a16:creationId xmlns:a16="http://schemas.microsoft.com/office/drawing/2014/main" id="{34A8F2F7-2E65-4176-998C-8232C240D2F7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" name="Isosceles Triangle 78">
                  <a:extLst>
                    <a:ext uri="{FF2B5EF4-FFF2-40B4-BE49-F238E27FC236}">
                      <a16:creationId xmlns:a16="http://schemas.microsoft.com/office/drawing/2014/main" id="{FF38D539-6FE5-4B88-B5D3-D8F718188F61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0" name="Isosceles Triangle 79">
                  <a:extLst>
                    <a:ext uri="{FF2B5EF4-FFF2-40B4-BE49-F238E27FC236}">
                      <a16:creationId xmlns:a16="http://schemas.microsoft.com/office/drawing/2014/main" id="{7D9476F3-1EDF-418F-837E-E12E4A824B5D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484AA43A-6616-4CA6-80EF-83C8637B96F1}"/>
                </a:ext>
              </a:extLst>
            </p:cNvPr>
            <p:cNvGrpSpPr/>
            <p:nvPr/>
          </p:nvGrpSpPr>
          <p:grpSpPr>
            <a:xfrm>
              <a:off x="12065000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C37EDE81-FAE2-4D3B-B727-DD50B79F7950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110" name="Isosceles Triangle 109">
                  <a:extLst>
                    <a:ext uri="{FF2B5EF4-FFF2-40B4-BE49-F238E27FC236}">
                      <a16:creationId xmlns:a16="http://schemas.microsoft.com/office/drawing/2014/main" id="{47A15CEA-0F40-44E6-AD7D-34DD4D03CC06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1" name="Isosceles Triangle 110">
                  <a:extLst>
                    <a:ext uri="{FF2B5EF4-FFF2-40B4-BE49-F238E27FC236}">
                      <a16:creationId xmlns:a16="http://schemas.microsoft.com/office/drawing/2014/main" id="{BCA8A480-4007-4BF1-9179-B716AA5C9370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2" name="Isosceles Triangle 111">
                  <a:extLst>
                    <a:ext uri="{FF2B5EF4-FFF2-40B4-BE49-F238E27FC236}">
                      <a16:creationId xmlns:a16="http://schemas.microsoft.com/office/drawing/2014/main" id="{7C3136A1-7369-456C-85CE-9F915B44F426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3" name="Isosceles Triangle 112">
                  <a:extLst>
                    <a:ext uri="{FF2B5EF4-FFF2-40B4-BE49-F238E27FC236}">
                      <a16:creationId xmlns:a16="http://schemas.microsoft.com/office/drawing/2014/main" id="{BB190ED7-DC59-46B5-8465-E4205A1BF3E7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E818F1D2-5763-4C13-AC0A-A29CA86CFB5A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106" name="Isosceles Triangle 105">
                  <a:extLst>
                    <a:ext uri="{FF2B5EF4-FFF2-40B4-BE49-F238E27FC236}">
                      <a16:creationId xmlns:a16="http://schemas.microsoft.com/office/drawing/2014/main" id="{4105EE62-B7D3-4A35-97DF-958C46ED47A3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7" name="Isosceles Triangle 106">
                  <a:extLst>
                    <a:ext uri="{FF2B5EF4-FFF2-40B4-BE49-F238E27FC236}">
                      <a16:creationId xmlns:a16="http://schemas.microsoft.com/office/drawing/2014/main" id="{13AE32A4-BF53-482B-9C2C-97439E87C2F0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8" name="Isosceles Triangle 107">
                  <a:extLst>
                    <a:ext uri="{FF2B5EF4-FFF2-40B4-BE49-F238E27FC236}">
                      <a16:creationId xmlns:a16="http://schemas.microsoft.com/office/drawing/2014/main" id="{B6950687-526C-4C09-8C33-ED3CCAEA4996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9" name="Isosceles Triangle 108">
                  <a:extLst>
                    <a:ext uri="{FF2B5EF4-FFF2-40B4-BE49-F238E27FC236}">
                      <a16:creationId xmlns:a16="http://schemas.microsoft.com/office/drawing/2014/main" id="{C4C3621B-A065-4283-A7D7-9875A021083E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A7DFFEAC-AD55-44E9-8EDA-CB7733BC1322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102" name="Isosceles Triangle 101">
                  <a:extLst>
                    <a:ext uri="{FF2B5EF4-FFF2-40B4-BE49-F238E27FC236}">
                      <a16:creationId xmlns:a16="http://schemas.microsoft.com/office/drawing/2014/main" id="{42AD52C8-2CAD-46E4-B021-FC18EE05BC0A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3" name="Isosceles Triangle 102">
                  <a:extLst>
                    <a:ext uri="{FF2B5EF4-FFF2-40B4-BE49-F238E27FC236}">
                      <a16:creationId xmlns:a16="http://schemas.microsoft.com/office/drawing/2014/main" id="{41064031-FBE7-4B3B-BB92-A1E31178F570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4" name="Isosceles Triangle 103">
                  <a:extLst>
                    <a:ext uri="{FF2B5EF4-FFF2-40B4-BE49-F238E27FC236}">
                      <a16:creationId xmlns:a16="http://schemas.microsoft.com/office/drawing/2014/main" id="{F68A3B57-6F32-49AA-9478-B3F289A3E74F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5" name="Isosceles Triangle 104">
                  <a:extLst>
                    <a:ext uri="{FF2B5EF4-FFF2-40B4-BE49-F238E27FC236}">
                      <a16:creationId xmlns:a16="http://schemas.microsoft.com/office/drawing/2014/main" id="{2EEB79AD-DC50-417D-855C-54A738D0526B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BDCD84A6-892D-4FD4-9BE3-C24A4558AB98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98" name="Isosceles Triangle 97">
                  <a:extLst>
                    <a:ext uri="{FF2B5EF4-FFF2-40B4-BE49-F238E27FC236}">
                      <a16:creationId xmlns:a16="http://schemas.microsoft.com/office/drawing/2014/main" id="{562BBD4E-6089-471D-8950-E3C298B87B58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" name="Isosceles Triangle 98">
                  <a:extLst>
                    <a:ext uri="{FF2B5EF4-FFF2-40B4-BE49-F238E27FC236}">
                      <a16:creationId xmlns:a16="http://schemas.microsoft.com/office/drawing/2014/main" id="{B7643362-D0AB-42CE-90D6-8DCE31327713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0" name="Isosceles Triangle 99">
                  <a:extLst>
                    <a:ext uri="{FF2B5EF4-FFF2-40B4-BE49-F238E27FC236}">
                      <a16:creationId xmlns:a16="http://schemas.microsoft.com/office/drawing/2014/main" id="{0FED1621-1E4A-4582-ABC7-287EA1A99A6C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1" name="Isosceles Triangle 100">
                  <a:extLst>
                    <a:ext uri="{FF2B5EF4-FFF2-40B4-BE49-F238E27FC236}">
                      <a16:creationId xmlns:a16="http://schemas.microsoft.com/office/drawing/2014/main" id="{B6531ACD-641C-421B-8788-78470BB3D7C1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882E4299-29A8-4FF4-A2FF-EE238F9D1E9A}"/>
              </a:ext>
            </a:extLst>
          </p:cNvPr>
          <p:cNvGrpSpPr/>
          <p:nvPr/>
        </p:nvGrpSpPr>
        <p:grpSpPr>
          <a:xfrm>
            <a:off x="-3073400" y="-10412728"/>
            <a:ext cx="21869400" cy="9169400"/>
            <a:chOff x="-3073400" y="-1397000"/>
            <a:chExt cx="21869400" cy="9169400"/>
          </a:xfrm>
        </p:grpSpPr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72D99084-47FB-461E-8C2F-2E24F45CC53D}"/>
                </a:ext>
              </a:extLst>
            </p:cNvPr>
            <p:cNvSpPr/>
            <p:nvPr/>
          </p:nvSpPr>
          <p:spPr>
            <a:xfrm>
              <a:off x="-3073400" y="-1397000"/>
              <a:ext cx="21869400" cy="916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512" name="Group 511">
              <a:extLst>
                <a:ext uri="{FF2B5EF4-FFF2-40B4-BE49-F238E27FC236}">
                  <a16:creationId xmlns:a16="http://schemas.microsoft.com/office/drawing/2014/main" id="{9ABD0F10-7C56-4861-A094-3F3FFB9461F7}"/>
                </a:ext>
              </a:extLst>
            </p:cNvPr>
            <p:cNvGrpSpPr/>
            <p:nvPr/>
          </p:nvGrpSpPr>
          <p:grpSpPr>
            <a:xfrm>
              <a:off x="-2458250" y="-1053054"/>
              <a:ext cx="20771650" cy="8619243"/>
              <a:chOff x="-2458250" y="-1053054"/>
              <a:chExt cx="20771650" cy="8619243"/>
            </a:xfrm>
          </p:grpSpPr>
          <p:grpSp>
            <p:nvGrpSpPr>
              <p:cNvPr id="513" name="Group 512">
                <a:extLst>
                  <a:ext uri="{FF2B5EF4-FFF2-40B4-BE49-F238E27FC236}">
                    <a16:creationId xmlns:a16="http://schemas.microsoft.com/office/drawing/2014/main" id="{1B5BB442-5300-449E-801A-3E4B2B4F538D}"/>
                  </a:ext>
                </a:extLst>
              </p:cNvPr>
              <p:cNvGrpSpPr/>
              <p:nvPr/>
            </p:nvGrpSpPr>
            <p:grpSpPr>
              <a:xfrm>
                <a:off x="-1149666" y="-1053054"/>
                <a:ext cx="18179520" cy="8619243"/>
                <a:chOff x="-1149666" y="-1053054"/>
                <a:chExt cx="18179520" cy="8619243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grpSp>
              <p:nvGrpSpPr>
                <p:cNvPr id="584" name="Group 583">
                  <a:extLst>
                    <a:ext uri="{FF2B5EF4-FFF2-40B4-BE49-F238E27FC236}">
                      <a16:creationId xmlns:a16="http://schemas.microsoft.com/office/drawing/2014/main" id="{C21DD35B-F0E1-4DB1-B8EC-7A75B783526C}"/>
                    </a:ext>
                  </a:extLst>
                </p:cNvPr>
                <p:cNvGrpSpPr/>
                <p:nvPr/>
              </p:nvGrpSpPr>
              <p:grpSpPr>
                <a:xfrm>
                  <a:off x="-1149666" y="-1053054"/>
                  <a:ext cx="4964854" cy="8619243"/>
                  <a:chOff x="795866" y="328273"/>
                  <a:chExt cx="4964854" cy="8619243"/>
                </a:xfrm>
                <a:grpFill/>
              </p:grpSpPr>
              <p:grpSp>
                <p:nvGrpSpPr>
                  <p:cNvPr id="669" name="Group 668">
                    <a:extLst>
                      <a:ext uri="{FF2B5EF4-FFF2-40B4-BE49-F238E27FC236}">
                        <a16:creationId xmlns:a16="http://schemas.microsoft.com/office/drawing/2014/main" id="{360E623B-282C-483D-96A4-EC9168969E48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85" name="Isosceles Triangle 684">
                      <a:extLst>
                        <a:ext uri="{FF2B5EF4-FFF2-40B4-BE49-F238E27FC236}">
                          <a16:creationId xmlns:a16="http://schemas.microsoft.com/office/drawing/2014/main" id="{B22CB01C-AB4D-4A78-BC0A-D5E2F9FD71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6" name="Isosceles Triangle 685">
                      <a:extLst>
                        <a:ext uri="{FF2B5EF4-FFF2-40B4-BE49-F238E27FC236}">
                          <a16:creationId xmlns:a16="http://schemas.microsoft.com/office/drawing/2014/main" id="{BD2A744D-1C45-4D48-9975-9BA86677C99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7" name="Isosceles Triangle 686">
                      <a:extLst>
                        <a:ext uri="{FF2B5EF4-FFF2-40B4-BE49-F238E27FC236}">
                          <a16:creationId xmlns:a16="http://schemas.microsoft.com/office/drawing/2014/main" id="{F771E40E-417B-404B-BE1E-0486646172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8" name="Isosceles Triangle 687">
                      <a:extLst>
                        <a:ext uri="{FF2B5EF4-FFF2-40B4-BE49-F238E27FC236}">
                          <a16:creationId xmlns:a16="http://schemas.microsoft.com/office/drawing/2014/main" id="{6DF81257-DDC1-466B-A6A9-07B3C385D3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70" name="Group 669">
                    <a:extLst>
                      <a:ext uri="{FF2B5EF4-FFF2-40B4-BE49-F238E27FC236}">
                        <a16:creationId xmlns:a16="http://schemas.microsoft.com/office/drawing/2014/main" id="{2092F40E-8EA2-4FCD-B05B-45073E8B2A62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81" name="Isosceles Triangle 680">
                      <a:extLst>
                        <a:ext uri="{FF2B5EF4-FFF2-40B4-BE49-F238E27FC236}">
                          <a16:creationId xmlns:a16="http://schemas.microsoft.com/office/drawing/2014/main" id="{66919D0E-9B41-43C8-87D5-D9A7B799FB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2" name="Isosceles Triangle 681">
                      <a:extLst>
                        <a:ext uri="{FF2B5EF4-FFF2-40B4-BE49-F238E27FC236}">
                          <a16:creationId xmlns:a16="http://schemas.microsoft.com/office/drawing/2014/main" id="{2698B307-787D-41D1-BCCF-DA34E0843A41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3" name="Isosceles Triangle 682">
                      <a:extLst>
                        <a:ext uri="{FF2B5EF4-FFF2-40B4-BE49-F238E27FC236}">
                          <a16:creationId xmlns:a16="http://schemas.microsoft.com/office/drawing/2014/main" id="{C2275440-DAD0-4F6F-A3BA-6923D6A635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4" name="Isosceles Triangle 683">
                      <a:extLst>
                        <a:ext uri="{FF2B5EF4-FFF2-40B4-BE49-F238E27FC236}">
                          <a16:creationId xmlns:a16="http://schemas.microsoft.com/office/drawing/2014/main" id="{1A7C16CA-01BB-46C7-BDA4-3E328AA2F1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71" name="Group 670">
                    <a:extLst>
                      <a:ext uri="{FF2B5EF4-FFF2-40B4-BE49-F238E27FC236}">
                        <a16:creationId xmlns:a16="http://schemas.microsoft.com/office/drawing/2014/main" id="{DB28992E-FAFA-4EFF-8EC5-3B4E23A00173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77" name="Isosceles Triangle 676">
                      <a:extLst>
                        <a:ext uri="{FF2B5EF4-FFF2-40B4-BE49-F238E27FC236}">
                          <a16:creationId xmlns:a16="http://schemas.microsoft.com/office/drawing/2014/main" id="{E4D62A05-0CEB-4FA7-AADA-9C54323823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8" name="Isosceles Triangle 677">
                      <a:extLst>
                        <a:ext uri="{FF2B5EF4-FFF2-40B4-BE49-F238E27FC236}">
                          <a16:creationId xmlns:a16="http://schemas.microsoft.com/office/drawing/2014/main" id="{D946C184-C4A0-4559-8144-84FA96B1ECF2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9" name="Isosceles Triangle 678">
                      <a:extLst>
                        <a:ext uri="{FF2B5EF4-FFF2-40B4-BE49-F238E27FC236}">
                          <a16:creationId xmlns:a16="http://schemas.microsoft.com/office/drawing/2014/main" id="{53C7A719-F463-4B55-826D-822A31D5F2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0" name="Isosceles Triangle 679">
                      <a:extLst>
                        <a:ext uri="{FF2B5EF4-FFF2-40B4-BE49-F238E27FC236}">
                          <a16:creationId xmlns:a16="http://schemas.microsoft.com/office/drawing/2014/main" id="{9F9A67FA-C4F8-419B-8270-72C8F4A5D8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72" name="Group 671">
                    <a:extLst>
                      <a:ext uri="{FF2B5EF4-FFF2-40B4-BE49-F238E27FC236}">
                        <a16:creationId xmlns:a16="http://schemas.microsoft.com/office/drawing/2014/main" id="{6C3893EB-F529-44CB-B8DB-EFD2037AB00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73" name="Isosceles Triangle 672">
                      <a:extLst>
                        <a:ext uri="{FF2B5EF4-FFF2-40B4-BE49-F238E27FC236}">
                          <a16:creationId xmlns:a16="http://schemas.microsoft.com/office/drawing/2014/main" id="{6C3D56C8-E72D-4F0C-A5AA-17596B99AA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4" name="Isosceles Triangle 673">
                      <a:extLst>
                        <a:ext uri="{FF2B5EF4-FFF2-40B4-BE49-F238E27FC236}">
                          <a16:creationId xmlns:a16="http://schemas.microsoft.com/office/drawing/2014/main" id="{87B4090B-83C8-4A6D-9527-674C122022E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5" name="Isosceles Triangle 674">
                      <a:extLst>
                        <a:ext uri="{FF2B5EF4-FFF2-40B4-BE49-F238E27FC236}">
                          <a16:creationId xmlns:a16="http://schemas.microsoft.com/office/drawing/2014/main" id="{45F98F27-CB5F-437D-A999-0A54239B8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6" name="Isosceles Triangle 675">
                      <a:extLst>
                        <a:ext uri="{FF2B5EF4-FFF2-40B4-BE49-F238E27FC236}">
                          <a16:creationId xmlns:a16="http://schemas.microsoft.com/office/drawing/2014/main" id="{FF3B30C9-572C-480C-A4A8-32AC1767A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585" name="Group 584">
                  <a:extLst>
                    <a:ext uri="{FF2B5EF4-FFF2-40B4-BE49-F238E27FC236}">
                      <a16:creationId xmlns:a16="http://schemas.microsoft.com/office/drawing/2014/main" id="{4144D504-9861-4362-9A4B-590772DE1A01}"/>
                    </a:ext>
                  </a:extLst>
                </p:cNvPr>
                <p:cNvGrpSpPr/>
                <p:nvPr/>
              </p:nvGrpSpPr>
              <p:grpSpPr>
                <a:xfrm>
                  <a:off x="2157739" y="-1053054"/>
                  <a:ext cx="4964854" cy="8619243"/>
                  <a:chOff x="795866" y="328273"/>
                  <a:chExt cx="4964854" cy="8619243"/>
                </a:xfrm>
                <a:grpFill/>
              </p:grpSpPr>
              <p:grpSp>
                <p:nvGrpSpPr>
                  <p:cNvPr id="649" name="Group 648">
                    <a:extLst>
                      <a:ext uri="{FF2B5EF4-FFF2-40B4-BE49-F238E27FC236}">
                        <a16:creationId xmlns:a16="http://schemas.microsoft.com/office/drawing/2014/main" id="{8C95F10C-97CE-4300-B546-B751B5DA4980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65" name="Isosceles Triangle 664">
                      <a:extLst>
                        <a:ext uri="{FF2B5EF4-FFF2-40B4-BE49-F238E27FC236}">
                          <a16:creationId xmlns:a16="http://schemas.microsoft.com/office/drawing/2014/main" id="{C8471756-632A-4F78-A68F-CE8F0F2429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6" name="Isosceles Triangle 665">
                      <a:extLst>
                        <a:ext uri="{FF2B5EF4-FFF2-40B4-BE49-F238E27FC236}">
                          <a16:creationId xmlns:a16="http://schemas.microsoft.com/office/drawing/2014/main" id="{78C0BA9A-91AB-4A2A-A7F0-BB3A3F54376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7" name="Isosceles Triangle 666">
                      <a:extLst>
                        <a:ext uri="{FF2B5EF4-FFF2-40B4-BE49-F238E27FC236}">
                          <a16:creationId xmlns:a16="http://schemas.microsoft.com/office/drawing/2014/main" id="{A40B958A-0F3B-4DDA-9FFA-65F2924CF4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8" name="Isosceles Triangle 667">
                      <a:extLst>
                        <a:ext uri="{FF2B5EF4-FFF2-40B4-BE49-F238E27FC236}">
                          <a16:creationId xmlns:a16="http://schemas.microsoft.com/office/drawing/2014/main" id="{D694302F-AB38-41C5-91FA-186650EC2A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50" name="Group 649">
                    <a:extLst>
                      <a:ext uri="{FF2B5EF4-FFF2-40B4-BE49-F238E27FC236}">
                        <a16:creationId xmlns:a16="http://schemas.microsoft.com/office/drawing/2014/main" id="{A9F78651-01BF-43FD-B323-2D47D14E3AB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61" name="Isosceles Triangle 660">
                      <a:extLst>
                        <a:ext uri="{FF2B5EF4-FFF2-40B4-BE49-F238E27FC236}">
                          <a16:creationId xmlns:a16="http://schemas.microsoft.com/office/drawing/2014/main" id="{85FEB31B-189E-4FDB-8EA3-038F10C4EF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2" name="Isosceles Triangle 661">
                      <a:extLst>
                        <a:ext uri="{FF2B5EF4-FFF2-40B4-BE49-F238E27FC236}">
                          <a16:creationId xmlns:a16="http://schemas.microsoft.com/office/drawing/2014/main" id="{C65C7087-0071-4326-A49E-7E33D7A9E9BE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3" name="Isosceles Triangle 662">
                      <a:extLst>
                        <a:ext uri="{FF2B5EF4-FFF2-40B4-BE49-F238E27FC236}">
                          <a16:creationId xmlns:a16="http://schemas.microsoft.com/office/drawing/2014/main" id="{71561423-8587-437A-A2D0-32BF51A421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4" name="Isosceles Triangle 663">
                      <a:extLst>
                        <a:ext uri="{FF2B5EF4-FFF2-40B4-BE49-F238E27FC236}">
                          <a16:creationId xmlns:a16="http://schemas.microsoft.com/office/drawing/2014/main" id="{A5AEF95B-2827-411D-82DA-E998CBDE8F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51" name="Group 650">
                    <a:extLst>
                      <a:ext uri="{FF2B5EF4-FFF2-40B4-BE49-F238E27FC236}">
                        <a16:creationId xmlns:a16="http://schemas.microsoft.com/office/drawing/2014/main" id="{149123F1-0612-419A-A663-D70F405029E8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57" name="Isosceles Triangle 656">
                      <a:extLst>
                        <a:ext uri="{FF2B5EF4-FFF2-40B4-BE49-F238E27FC236}">
                          <a16:creationId xmlns:a16="http://schemas.microsoft.com/office/drawing/2014/main" id="{B5EA1184-ABE2-40B6-AD9C-6E534BAD4F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8" name="Isosceles Triangle 657">
                      <a:extLst>
                        <a:ext uri="{FF2B5EF4-FFF2-40B4-BE49-F238E27FC236}">
                          <a16:creationId xmlns:a16="http://schemas.microsoft.com/office/drawing/2014/main" id="{0D8BFA5B-C2CE-4F9E-8B8D-8989E9091DE1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9" name="Isosceles Triangle 658">
                      <a:extLst>
                        <a:ext uri="{FF2B5EF4-FFF2-40B4-BE49-F238E27FC236}">
                          <a16:creationId xmlns:a16="http://schemas.microsoft.com/office/drawing/2014/main" id="{03E91F9E-9057-47EF-9F68-2484C93B18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0" name="Isosceles Triangle 659">
                      <a:extLst>
                        <a:ext uri="{FF2B5EF4-FFF2-40B4-BE49-F238E27FC236}">
                          <a16:creationId xmlns:a16="http://schemas.microsoft.com/office/drawing/2014/main" id="{4AB04822-BB56-44B1-9C90-F14278DCEA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52" name="Group 651">
                    <a:extLst>
                      <a:ext uri="{FF2B5EF4-FFF2-40B4-BE49-F238E27FC236}">
                        <a16:creationId xmlns:a16="http://schemas.microsoft.com/office/drawing/2014/main" id="{93F06E20-1D52-455C-BB77-6E2DB3DDF9BC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53" name="Isosceles Triangle 652">
                      <a:extLst>
                        <a:ext uri="{FF2B5EF4-FFF2-40B4-BE49-F238E27FC236}">
                          <a16:creationId xmlns:a16="http://schemas.microsoft.com/office/drawing/2014/main" id="{ADF51DFA-E06A-440F-9893-EA07D61BA2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4" name="Isosceles Triangle 653">
                      <a:extLst>
                        <a:ext uri="{FF2B5EF4-FFF2-40B4-BE49-F238E27FC236}">
                          <a16:creationId xmlns:a16="http://schemas.microsoft.com/office/drawing/2014/main" id="{42E3DDFC-65BD-40B3-8CF0-552D1DB1B5C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5" name="Isosceles Triangle 654">
                      <a:extLst>
                        <a:ext uri="{FF2B5EF4-FFF2-40B4-BE49-F238E27FC236}">
                          <a16:creationId xmlns:a16="http://schemas.microsoft.com/office/drawing/2014/main" id="{DAD25ED5-EE0A-4BC0-909A-B2F10DE675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6" name="Isosceles Triangle 655">
                      <a:extLst>
                        <a:ext uri="{FF2B5EF4-FFF2-40B4-BE49-F238E27FC236}">
                          <a16:creationId xmlns:a16="http://schemas.microsoft.com/office/drawing/2014/main" id="{6DBF3293-DAF2-4E0D-9379-F50B2E4FDE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586" name="Group 585">
                  <a:extLst>
                    <a:ext uri="{FF2B5EF4-FFF2-40B4-BE49-F238E27FC236}">
                      <a16:creationId xmlns:a16="http://schemas.microsoft.com/office/drawing/2014/main" id="{4AF00823-E158-4662-ADE8-647B91CC5F35}"/>
                    </a:ext>
                  </a:extLst>
                </p:cNvPr>
                <p:cNvGrpSpPr/>
                <p:nvPr/>
              </p:nvGrpSpPr>
              <p:grpSpPr>
                <a:xfrm>
                  <a:off x="5465143" y="-1053054"/>
                  <a:ext cx="4964854" cy="8619243"/>
                  <a:chOff x="795866" y="328273"/>
                  <a:chExt cx="4964854" cy="8619243"/>
                </a:xfrm>
                <a:grpFill/>
              </p:grpSpPr>
              <p:grpSp>
                <p:nvGrpSpPr>
                  <p:cNvPr id="629" name="Group 628">
                    <a:extLst>
                      <a:ext uri="{FF2B5EF4-FFF2-40B4-BE49-F238E27FC236}">
                        <a16:creationId xmlns:a16="http://schemas.microsoft.com/office/drawing/2014/main" id="{7191C83D-70B4-4288-955C-8122D952B7E0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45" name="Isosceles Triangle 644">
                      <a:extLst>
                        <a:ext uri="{FF2B5EF4-FFF2-40B4-BE49-F238E27FC236}">
                          <a16:creationId xmlns:a16="http://schemas.microsoft.com/office/drawing/2014/main" id="{5CB0A00B-3461-40C7-B0D2-4965AF578C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6" name="Isosceles Triangle 645">
                      <a:extLst>
                        <a:ext uri="{FF2B5EF4-FFF2-40B4-BE49-F238E27FC236}">
                          <a16:creationId xmlns:a16="http://schemas.microsoft.com/office/drawing/2014/main" id="{C2DA0D1D-11E3-48A6-AA4F-194F387EE08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7" name="Isosceles Triangle 646">
                      <a:extLst>
                        <a:ext uri="{FF2B5EF4-FFF2-40B4-BE49-F238E27FC236}">
                          <a16:creationId xmlns:a16="http://schemas.microsoft.com/office/drawing/2014/main" id="{60EBBFA0-BDC2-418F-99A2-FA9945821C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8" name="Isosceles Triangle 647">
                      <a:extLst>
                        <a:ext uri="{FF2B5EF4-FFF2-40B4-BE49-F238E27FC236}">
                          <a16:creationId xmlns:a16="http://schemas.microsoft.com/office/drawing/2014/main" id="{B2D9BAD5-4FF0-4484-AF00-8038929FA3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30" name="Group 629">
                    <a:extLst>
                      <a:ext uri="{FF2B5EF4-FFF2-40B4-BE49-F238E27FC236}">
                        <a16:creationId xmlns:a16="http://schemas.microsoft.com/office/drawing/2014/main" id="{4183BE49-9158-457C-B72D-2F794ECEECA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41" name="Isosceles Triangle 640">
                      <a:extLst>
                        <a:ext uri="{FF2B5EF4-FFF2-40B4-BE49-F238E27FC236}">
                          <a16:creationId xmlns:a16="http://schemas.microsoft.com/office/drawing/2014/main" id="{AE18B4BF-13DB-4D47-8180-7FBB3D8AD8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2" name="Isosceles Triangle 641">
                      <a:extLst>
                        <a:ext uri="{FF2B5EF4-FFF2-40B4-BE49-F238E27FC236}">
                          <a16:creationId xmlns:a16="http://schemas.microsoft.com/office/drawing/2014/main" id="{C340A20B-4210-4CF6-A643-3FC535A3E7F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3" name="Isosceles Triangle 642">
                      <a:extLst>
                        <a:ext uri="{FF2B5EF4-FFF2-40B4-BE49-F238E27FC236}">
                          <a16:creationId xmlns:a16="http://schemas.microsoft.com/office/drawing/2014/main" id="{BFA9694E-2804-4361-BC87-8AC991FC9E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4" name="Isosceles Triangle 643">
                      <a:extLst>
                        <a:ext uri="{FF2B5EF4-FFF2-40B4-BE49-F238E27FC236}">
                          <a16:creationId xmlns:a16="http://schemas.microsoft.com/office/drawing/2014/main" id="{7D713BA3-7A13-4BB8-8315-53E5B1C17F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31" name="Group 630">
                    <a:extLst>
                      <a:ext uri="{FF2B5EF4-FFF2-40B4-BE49-F238E27FC236}">
                        <a16:creationId xmlns:a16="http://schemas.microsoft.com/office/drawing/2014/main" id="{FFD48169-10C6-4B02-B6EE-417CCD91E61C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37" name="Isosceles Triangle 636">
                      <a:extLst>
                        <a:ext uri="{FF2B5EF4-FFF2-40B4-BE49-F238E27FC236}">
                          <a16:creationId xmlns:a16="http://schemas.microsoft.com/office/drawing/2014/main" id="{3F8599BD-AE45-4391-94ED-FEBB575BCA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8" name="Isosceles Triangle 637">
                      <a:extLst>
                        <a:ext uri="{FF2B5EF4-FFF2-40B4-BE49-F238E27FC236}">
                          <a16:creationId xmlns:a16="http://schemas.microsoft.com/office/drawing/2014/main" id="{2CAC0E92-CA67-4308-96B9-C76252C266A3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9" name="Isosceles Triangle 638">
                      <a:extLst>
                        <a:ext uri="{FF2B5EF4-FFF2-40B4-BE49-F238E27FC236}">
                          <a16:creationId xmlns:a16="http://schemas.microsoft.com/office/drawing/2014/main" id="{17BAE0C0-025E-4B4A-965A-8283E337AD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0" name="Isosceles Triangle 639">
                      <a:extLst>
                        <a:ext uri="{FF2B5EF4-FFF2-40B4-BE49-F238E27FC236}">
                          <a16:creationId xmlns:a16="http://schemas.microsoft.com/office/drawing/2014/main" id="{E968E780-EB60-4A59-855D-5E9556A9E2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32" name="Group 631">
                    <a:extLst>
                      <a:ext uri="{FF2B5EF4-FFF2-40B4-BE49-F238E27FC236}">
                        <a16:creationId xmlns:a16="http://schemas.microsoft.com/office/drawing/2014/main" id="{860AD762-6C81-43E2-B6EE-C93B9555504F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33" name="Isosceles Triangle 632">
                      <a:extLst>
                        <a:ext uri="{FF2B5EF4-FFF2-40B4-BE49-F238E27FC236}">
                          <a16:creationId xmlns:a16="http://schemas.microsoft.com/office/drawing/2014/main" id="{8296E9D7-067D-4588-BFE0-242E1014C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4" name="Isosceles Triangle 633">
                      <a:extLst>
                        <a:ext uri="{FF2B5EF4-FFF2-40B4-BE49-F238E27FC236}">
                          <a16:creationId xmlns:a16="http://schemas.microsoft.com/office/drawing/2014/main" id="{EE6EDD00-743A-4F99-8ECC-50A66F433EB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5" name="Isosceles Triangle 634">
                      <a:extLst>
                        <a:ext uri="{FF2B5EF4-FFF2-40B4-BE49-F238E27FC236}">
                          <a16:creationId xmlns:a16="http://schemas.microsoft.com/office/drawing/2014/main" id="{21115647-9DB6-4690-888A-F73C3C7282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6" name="Isosceles Triangle 635">
                      <a:extLst>
                        <a:ext uri="{FF2B5EF4-FFF2-40B4-BE49-F238E27FC236}">
                          <a16:creationId xmlns:a16="http://schemas.microsoft.com/office/drawing/2014/main" id="{DB5F340A-863E-48BB-AF04-EF0B5BA1B3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587" name="Group 586">
                  <a:extLst>
                    <a:ext uri="{FF2B5EF4-FFF2-40B4-BE49-F238E27FC236}">
                      <a16:creationId xmlns:a16="http://schemas.microsoft.com/office/drawing/2014/main" id="{148143DB-C455-4686-A95D-79494C191E68}"/>
                    </a:ext>
                  </a:extLst>
                </p:cNvPr>
                <p:cNvGrpSpPr/>
                <p:nvPr/>
              </p:nvGrpSpPr>
              <p:grpSpPr>
                <a:xfrm>
                  <a:off x="8772548" y="-1053054"/>
                  <a:ext cx="4964854" cy="8619243"/>
                  <a:chOff x="795866" y="328273"/>
                  <a:chExt cx="4964854" cy="8619243"/>
                </a:xfrm>
                <a:grpFill/>
              </p:grpSpPr>
              <p:grpSp>
                <p:nvGrpSpPr>
                  <p:cNvPr id="609" name="Group 608">
                    <a:extLst>
                      <a:ext uri="{FF2B5EF4-FFF2-40B4-BE49-F238E27FC236}">
                        <a16:creationId xmlns:a16="http://schemas.microsoft.com/office/drawing/2014/main" id="{CD1C85C0-DCEC-49F9-9A8D-58E92B5C9B9D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25" name="Isosceles Triangle 624">
                      <a:extLst>
                        <a:ext uri="{FF2B5EF4-FFF2-40B4-BE49-F238E27FC236}">
                          <a16:creationId xmlns:a16="http://schemas.microsoft.com/office/drawing/2014/main" id="{2327C560-011D-4E6E-9C9D-3F232F6793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6" name="Isosceles Triangle 625">
                      <a:extLst>
                        <a:ext uri="{FF2B5EF4-FFF2-40B4-BE49-F238E27FC236}">
                          <a16:creationId xmlns:a16="http://schemas.microsoft.com/office/drawing/2014/main" id="{45B16D58-ACD7-491D-BD6C-DF5558068485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7" name="Isosceles Triangle 626">
                      <a:extLst>
                        <a:ext uri="{FF2B5EF4-FFF2-40B4-BE49-F238E27FC236}">
                          <a16:creationId xmlns:a16="http://schemas.microsoft.com/office/drawing/2014/main" id="{C76C7120-A5F9-4826-9C4B-779F00C5C3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8" name="Isosceles Triangle 627">
                      <a:extLst>
                        <a:ext uri="{FF2B5EF4-FFF2-40B4-BE49-F238E27FC236}">
                          <a16:creationId xmlns:a16="http://schemas.microsoft.com/office/drawing/2014/main" id="{325BF9CE-1124-4499-9887-104DE55A85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10" name="Group 609">
                    <a:extLst>
                      <a:ext uri="{FF2B5EF4-FFF2-40B4-BE49-F238E27FC236}">
                        <a16:creationId xmlns:a16="http://schemas.microsoft.com/office/drawing/2014/main" id="{0794C21B-3D4B-44F4-A182-2FADEE51B9E8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21" name="Isosceles Triangle 620">
                      <a:extLst>
                        <a:ext uri="{FF2B5EF4-FFF2-40B4-BE49-F238E27FC236}">
                          <a16:creationId xmlns:a16="http://schemas.microsoft.com/office/drawing/2014/main" id="{14AB2C09-00E4-4A9B-B8CA-14E4516851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2" name="Isosceles Triangle 621">
                      <a:extLst>
                        <a:ext uri="{FF2B5EF4-FFF2-40B4-BE49-F238E27FC236}">
                          <a16:creationId xmlns:a16="http://schemas.microsoft.com/office/drawing/2014/main" id="{6BDBCA6D-32C9-4503-958E-168F52F8B48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3" name="Isosceles Triangle 622">
                      <a:extLst>
                        <a:ext uri="{FF2B5EF4-FFF2-40B4-BE49-F238E27FC236}">
                          <a16:creationId xmlns:a16="http://schemas.microsoft.com/office/drawing/2014/main" id="{7C57E9C1-A450-43AF-8596-8BFA6363DA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4" name="Isosceles Triangle 623">
                      <a:extLst>
                        <a:ext uri="{FF2B5EF4-FFF2-40B4-BE49-F238E27FC236}">
                          <a16:creationId xmlns:a16="http://schemas.microsoft.com/office/drawing/2014/main" id="{5B91955E-8ABE-413F-9AE5-3D237D065D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11" name="Group 610">
                    <a:extLst>
                      <a:ext uri="{FF2B5EF4-FFF2-40B4-BE49-F238E27FC236}">
                        <a16:creationId xmlns:a16="http://schemas.microsoft.com/office/drawing/2014/main" id="{8AB99171-BDCB-4C8A-B1EB-0BEBF7882DFC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17" name="Isosceles Triangle 616">
                      <a:extLst>
                        <a:ext uri="{FF2B5EF4-FFF2-40B4-BE49-F238E27FC236}">
                          <a16:creationId xmlns:a16="http://schemas.microsoft.com/office/drawing/2014/main" id="{3B359728-F37D-426F-B6B5-2C8916877C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8" name="Isosceles Triangle 617">
                      <a:extLst>
                        <a:ext uri="{FF2B5EF4-FFF2-40B4-BE49-F238E27FC236}">
                          <a16:creationId xmlns:a16="http://schemas.microsoft.com/office/drawing/2014/main" id="{3330F1EE-9FE5-4EC5-8A21-FCB389CC90B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9" name="Isosceles Triangle 618">
                      <a:extLst>
                        <a:ext uri="{FF2B5EF4-FFF2-40B4-BE49-F238E27FC236}">
                          <a16:creationId xmlns:a16="http://schemas.microsoft.com/office/drawing/2014/main" id="{D000D17A-E4CF-466A-A8DD-6CFD4DE41C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0" name="Isosceles Triangle 619">
                      <a:extLst>
                        <a:ext uri="{FF2B5EF4-FFF2-40B4-BE49-F238E27FC236}">
                          <a16:creationId xmlns:a16="http://schemas.microsoft.com/office/drawing/2014/main" id="{E48B4B72-6B5D-404C-8D0A-D23F978ADC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12" name="Group 611">
                    <a:extLst>
                      <a:ext uri="{FF2B5EF4-FFF2-40B4-BE49-F238E27FC236}">
                        <a16:creationId xmlns:a16="http://schemas.microsoft.com/office/drawing/2014/main" id="{5926703D-B6CE-4B32-8640-75D93835655B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13" name="Isosceles Triangle 612">
                      <a:extLst>
                        <a:ext uri="{FF2B5EF4-FFF2-40B4-BE49-F238E27FC236}">
                          <a16:creationId xmlns:a16="http://schemas.microsoft.com/office/drawing/2014/main" id="{AE15A9EA-53FD-4342-AE75-BF09EA9180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4" name="Isosceles Triangle 613">
                      <a:extLst>
                        <a:ext uri="{FF2B5EF4-FFF2-40B4-BE49-F238E27FC236}">
                          <a16:creationId xmlns:a16="http://schemas.microsoft.com/office/drawing/2014/main" id="{1C9EEBC8-1145-41F3-8922-1033D06E0D0A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5" name="Isosceles Triangle 614">
                      <a:extLst>
                        <a:ext uri="{FF2B5EF4-FFF2-40B4-BE49-F238E27FC236}">
                          <a16:creationId xmlns:a16="http://schemas.microsoft.com/office/drawing/2014/main" id="{0EC8EE74-8CD8-43A6-A556-6A22B19303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6" name="Isosceles Triangle 615">
                      <a:extLst>
                        <a:ext uri="{FF2B5EF4-FFF2-40B4-BE49-F238E27FC236}">
                          <a16:creationId xmlns:a16="http://schemas.microsoft.com/office/drawing/2014/main" id="{9D0A5947-DD12-4FFC-8679-17E526AB22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588" name="Group 587">
                  <a:extLst>
                    <a:ext uri="{FF2B5EF4-FFF2-40B4-BE49-F238E27FC236}">
                      <a16:creationId xmlns:a16="http://schemas.microsoft.com/office/drawing/2014/main" id="{893B19AB-4122-4E05-A8AF-5525BE92698C}"/>
                    </a:ext>
                  </a:extLst>
                </p:cNvPr>
                <p:cNvGrpSpPr/>
                <p:nvPr/>
              </p:nvGrpSpPr>
              <p:grpSpPr>
                <a:xfrm>
                  <a:off x="12065000" y="-1053054"/>
                  <a:ext cx="4964854" cy="8619243"/>
                  <a:chOff x="795866" y="328273"/>
                  <a:chExt cx="4964854" cy="8619243"/>
                </a:xfrm>
                <a:grpFill/>
              </p:grpSpPr>
              <p:grpSp>
                <p:nvGrpSpPr>
                  <p:cNvPr id="589" name="Group 588">
                    <a:extLst>
                      <a:ext uri="{FF2B5EF4-FFF2-40B4-BE49-F238E27FC236}">
                        <a16:creationId xmlns:a16="http://schemas.microsoft.com/office/drawing/2014/main" id="{0E09E71D-CB23-4C43-B1C5-3F676F52A785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05" name="Isosceles Triangle 604">
                      <a:extLst>
                        <a:ext uri="{FF2B5EF4-FFF2-40B4-BE49-F238E27FC236}">
                          <a16:creationId xmlns:a16="http://schemas.microsoft.com/office/drawing/2014/main" id="{B0C8C3C2-618E-428B-83DC-835B444D7B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06" name="Isosceles Triangle 605">
                      <a:extLst>
                        <a:ext uri="{FF2B5EF4-FFF2-40B4-BE49-F238E27FC236}">
                          <a16:creationId xmlns:a16="http://schemas.microsoft.com/office/drawing/2014/main" id="{0A2B94AE-5757-451A-8B42-666368F51F7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07" name="Isosceles Triangle 606">
                      <a:extLst>
                        <a:ext uri="{FF2B5EF4-FFF2-40B4-BE49-F238E27FC236}">
                          <a16:creationId xmlns:a16="http://schemas.microsoft.com/office/drawing/2014/main" id="{AAB2328E-C370-476B-92A2-B909C2BEB2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08" name="Isosceles Triangle 607">
                      <a:extLst>
                        <a:ext uri="{FF2B5EF4-FFF2-40B4-BE49-F238E27FC236}">
                          <a16:creationId xmlns:a16="http://schemas.microsoft.com/office/drawing/2014/main" id="{1168F89C-CD66-472D-A276-383D0FCF01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590" name="Group 589">
                    <a:extLst>
                      <a:ext uri="{FF2B5EF4-FFF2-40B4-BE49-F238E27FC236}">
                        <a16:creationId xmlns:a16="http://schemas.microsoft.com/office/drawing/2014/main" id="{7AF6FD6F-94FB-444D-A0E5-7B685AB63BDF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01" name="Isosceles Triangle 600">
                      <a:extLst>
                        <a:ext uri="{FF2B5EF4-FFF2-40B4-BE49-F238E27FC236}">
                          <a16:creationId xmlns:a16="http://schemas.microsoft.com/office/drawing/2014/main" id="{3B97B96F-97DC-4AAE-91F5-7947DE4EC4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02" name="Isosceles Triangle 601">
                      <a:extLst>
                        <a:ext uri="{FF2B5EF4-FFF2-40B4-BE49-F238E27FC236}">
                          <a16:creationId xmlns:a16="http://schemas.microsoft.com/office/drawing/2014/main" id="{D77A0D30-62EB-40CB-933A-FD7FD03BE678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03" name="Isosceles Triangle 602">
                      <a:extLst>
                        <a:ext uri="{FF2B5EF4-FFF2-40B4-BE49-F238E27FC236}">
                          <a16:creationId xmlns:a16="http://schemas.microsoft.com/office/drawing/2014/main" id="{E4651EC0-A4A7-41B7-97DC-26521ECD2D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04" name="Isosceles Triangle 603">
                      <a:extLst>
                        <a:ext uri="{FF2B5EF4-FFF2-40B4-BE49-F238E27FC236}">
                          <a16:creationId xmlns:a16="http://schemas.microsoft.com/office/drawing/2014/main" id="{C2438633-4CC8-4084-A044-BDBEF94F4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591" name="Group 590">
                    <a:extLst>
                      <a:ext uri="{FF2B5EF4-FFF2-40B4-BE49-F238E27FC236}">
                        <a16:creationId xmlns:a16="http://schemas.microsoft.com/office/drawing/2014/main" id="{F9483AAA-DBA7-4F3E-A889-5E0905C5E9F6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597" name="Isosceles Triangle 596">
                      <a:extLst>
                        <a:ext uri="{FF2B5EF4-FFF2-40B4-BE49-F238E27FC236}">
                          <a16:creationId xmlns:a16="http://schemas.microsoft.com/office/drawing/2014/main" id="{93A44E8F-A3BD-4F18-BF77-9ECC1A3036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598" name="Isosceles Triangle 597">
                      <a:extLst>
                        <a:ext uri="{FF2B5EF4-FFF2-40B4-BE49-F238E27FC236}">
                          <a16:creationId xmlns:a16="http://schemas.microsoft.com/office/drawing/2014/main" id="{D256714C-9479-4790-8CDA-322F48E6CF98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599" name="Isosceles Triangle 598">
                      <a:extLst>
                        <a:ext uri="{FF2B5EF4-FFF2-40B4-BE49-F238E27FC236}">
                          <a16:creationId xmlns:a16="http://schemas.microsoft.com/office/drawing/2014/main" id="{47ACF008-C9E8-4A65-AB09-FEAF166BEC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00" name="Isosceles Triangle 599">
                      <a:extLst>
                        <a:ext uri="{FF2B5EF4-FFF2-40B4-BE49-F238E27FC236}">
                          <a16:creationId xmlns:a16="http://schemas.microsoft.com/office/drawing/2014/main" id="{8AD8C8B1-38B7-48D6-8C71-8DF0B137E1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592" name="Group 591">
                    <a:extLst>
                      <a:ext uri="{FF2B5EF4-FFF2-40B4-BE49-F238E27FC236}">
                        <a16:creationId xmlns:a16="http://schemas.microsoft.com/office/drawing/2014/main" id="{4FF599FA-076E-4C00-AFA3-50195FDDA0C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593" name="Isosceles Triangle 592">
                      <a:extLst>
                        <a:ext uri="{FF2B5EF4-FFF2-40B4-BE49-F238E27FC236}">
                          <a16:creationId xmlns:a16="http://schemas.microsoft.com/office/drawing/2014/main" id="{B69AACC2-BFE1-4EAD-8C3D-B83303B804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594" name="Isosceles Triangle 593">
                      <a:extLst>
                        <a:ext uri="{FF2B5EF4-FFF2-40B4-BE49-F238E27FC236}">
                          <a16:creationId xmlns:a16="http://schemas.microsoft.com/office/drawing/2014/main" id="{CE5173D1-2956-4CA5-828D-992B2E45CFD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595" name="Isosceles Triangle 594">
                      <a:extLst>
                        <a:ext uri="{FF2B5EF4-FFF2-40B4-BE49-F238E27FC236}">
                          <a16:creationId xmlns:a16="http://schemas.microsoft.com/office/drawing/2014/main" id="{0065865B-EE59-4BB2-9F86-0B5748FCF2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596" name="Isosceles Triangle 595">
                      <a:extLst>
                        <a:ext uri="{FF2B5EF4-FFF2-40B4-BE49-F238E27FC236}">
                          <a16:creationId xmlns:a16="http://schemas.microsoft.com/office/drawing/2014/main" id="{3766BC6C-F7BE-4580-89E3-512A8C0CFE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31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</p:grpSp>
          <p:grpSp>
            <p:nvGrpSpPr>
              <p:cNvPr id="514" name="Group 513">
                <a:extLst>
                  <a:ext uri="{FF2B5EF4-FFF2-40B4-BE49-F238E27FC236}">
                    <a16:creationId xmlns:a16="http://schemas.microsoft.com/office/drawing/2014/main" id="{DF21609E-8AC7-441B-9EC0-E315C4E345FE}"/>
                  </a:ext>
                </a:extLst>
              </p:cNvPr>
              <p:cNvGrpSpPr/>
              <p:nvPr/>
            </p:nvGrpSpPr>
            <p:grpSpPr>
              <a:xfrm>
                <a:off x="-2458250" y="-641862"/>
                <a:ext cx="20771650" cy="7830349"/>
                <a:chOff x="-2458250" y="-641862"/>
                <a:chExt cx="20771650" cy="7830349"/>
              </a:xfrm>
            </p:grpSpPr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EAFEB550-296D-49D0-8462-D0EAB83F3E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2312624" y="2530273"/>
                  <a:ext cx="20626024" cy="0"/>
                </a:xfrm>
                <a:prstGeom prst="line">
                  <a:avLst/>
                </a:prstGeom>
                <a:ln w="38100" cmpd="sng">
                  <a:solidFill>
                    <a:srgbClr val="92D05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6" name="Straight Connector 515">
                  <a:extLst>
                    <a:ext uri="{FF2B5EF4-FFF2-40B4-BE49-F238E27FC236}">
                      <a16:creationId xmlns:a16="http://schemas.microsoft.com/office/drawing/2014/main" id="{8479812E-72F5-4A05-8369-1F35462C25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2312624" y="3911184"/>
                  <a:ext cx="20626024" cy="0"/>
                </a:xfrm>
                <a:prstGeom prst="line">
                  <a:avLst/>
                </a:prstGeom>
                <a:ln w="38100" cmpd="sng">
                  <a:solidFill>
                    <a:srgbClr val="00B05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grpSp>
              <p:nvGrpSpPr>
                <p:cNvPr id="517" name="Group 516">
                  <a:extLst>
                    <a:ext uri="{FF2B5EF4-FFF2-40B4-BE49-F238E27FC236}">
                      <a16:creationId xmlns:a16="http://schemas.microsoft.com/office/drawing/2014/main" id="{04497091-45F8-4800-AA93-6B496A2EA314}"/>
                    </a:ext>
                  </a:extLst>
                </p:cNvPr>
                <p:cNvGrpSpPr/>
                <p:nvPr/>
              </p:nvGrpSpPr>
              <p:grpSpPr>
                <a:xfrm>
                  <a:off x="-2312624" y="-641862"/>
                  <a:ext cx="20626024" cy="6344270"/>
                  <a:chOff x="-2312624" y="-767602"/>
                  <a:chExt cx="20626024" cy="6344270"/>
                </a:xfrm>
              </p:grpSpPr>
              <p:grpSp>
                <p:nvGrpSpPr>
                  <p:cNvPr id="551" name="Group 550">
                    <a:extLst>
                      <a:ext uri="{FF2B5EF4-FFF2-40B4-BE49-F238E27FC236}">
                        <a16:creationId xmlns:a16="http://schemas.microsoft.com/office/drawing/2014/main" id="{439B4DB3-844F-4780-980C-164D15C8108B}"/>
                      </a:ext>
                    </a:extLst>
                  </p:cNvPr>
                  <p:cNvGrpSpPr/>
                  <p:nvPr/>
                </p:nvGrpSpPr>
                <p:grpSpPr>
                  <a:xfrm>
                    <a:off x="-2312624" y="-181401"/>
                    <a:ext cx="20626024" cy="5758069"/>
                    <a:chOff x="-2312624" y="-346501"/>
                    <a:chExt cx="20626024" cy="5758069"/>
                  </a:xfrm>
                </p:grpSpPr>
                <p:cxnSp>
                  <p:nvCxnSpPr>
                    <p:cNvPr id="578" name="Straight Connector 577">
                      <a:extLst>
                        <a:ext uri="{FF2B5EF4-FFF2-40B4-BE49-F238E27FC236}">
                          <a16:creationId xmlns:a16="http://schemas.microsoft.com/office/drawing/2014/main" id="{0D7BBFFC-07B9-46BE-A53F-8944C37C4923}"/>
                        </a:ext>
                      </a:extLst>
                    </p:cNvPr>
                    <p:cNvCxnSpPr>
                      <a:cxnSpLocks/>
                      <a:stCxn id="685" idx="1"/>
                      <a:endCxn id="656" idx="5"/>
                    </p:cNvCxnSpPr>
                    <p:nvPr/>
                  </p:nvCxnSpPr>
                  <p:spPr>
                    <a:xfrm>
                      <a:off x="1742548" y="-334847"/>
                      <a:ext cx="3310791" cy="5746415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9" name="Straight Connector 578">
                      <a:extLst>
                        <a:ext uri="{FF2B5EF4-FFF2-40B4-BE49-F238E27FC236}">
                          <a16:creationId xmlns:a16="http://schemas.microsoft.com/office/drawing/2014/main" id="{8E9E0A35-4339-473B-AAD0-EBF936F88EC0}"/>
                        </a:ext>
                      </a:extLst>
                    </p:cNvPr>
                    <p:cNvCxnSpPr>
                      <a:cxnSpLocks/>
                      <a:stCxn id="656" idx="5"/>
                      <a:endCxn id="615" idx="1"/>
                    </p:cNvCxnSpPr>
                    <p:nvPr/>
                  </p:nvCxnSpPr>
                  <p:spPr>
                    <a:xfrm>
                      <a:off x="5053339" y="5411568"/>
                      <a:ext cx="4135769" cy="0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0" name="Straight Connector 579">
                      <a:extLst>
                        <a:ext uri="{FF2B5EF4-FFF2-40B4-BE49-F238E27FC236}">
                          <a16:creationId xmlns:a16="http://schemas.microsoft.com/office/drawing/2014/main" id="{718A54C1-D502-4783-922B-7F626C5D10D2}"/>
                        </a:ext>
                      </a:extLst>
                    </p:cNvPr>
                    <p:cNvCxnSpPr>
                      <a:cxnSpLocks/>
                      <a:stCxn id="615" idx="1"/>
                      <a:endCxn id="625" idx="5"/>
                    </p:cNvCxnSpPr>
                    <p:nvPr/>
                  </p:nvCxnSpPr>
                  <p:spPr>
                    <a:xfrm flipV="1">
                      <a:off x="9189108" y="-334847"/>
                      <a:ext cx="3308774" cy="5746415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1" name="Straight Connector 580">
                      <a:extLst>
                        <a:ext uri="{FF2B5EF4-FFF2-40B4-BE49-F238E27FC236}">
                          <a16:creationId xmlns:a16="http://schemas.microsoft.com/office/drawing/2014/main" id="{65B061C8-23C4-475C-9DE3-5970BC68D4DC}"/>
                        </a:ext>
                      </a:extLst>
                    </p:cNvPr>
                    <p:cNvCxnSpPr>
                      <a:cxnSpLocks/>
                      <a:stCxn id="625" idx="5"/>
                      <a:endCxn id="605" idx="5"/>
                    </p:cNvCxnSpPr>
                    <p:nvPr/>
                  </p:nvCxnSpPr>
                  <p:spPr>
                    <a:xfrm>
                      <a:off x="12497882" y="-334847"/>
                      <a:ext cx="3292452" cy="0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2" name="Straight Connector 581">
                      <a:extLst>
                        <a:ext uri="{FF2B5EF4-FFF2-40B4-BE49-F238E27FC236}">
                          <a16:creationId xmlns:a16="http://schemas.microsoft.com/office/drawing/2014/main" id="{40A233FB-5238-4958-AFAB-2A97CB0D37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790334" y="-346501"/>
                      <a:ext cx="2523066" cy="0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3" name="Straight Connector 582">
                      <a:extLst>
                        <a:ext uri="{FF2B5EF4-FFF2-40B4-BE49-F238E27FC236}">
                          <a16:creationId xmlns:a16="http://schemas.microsoft.com/office/drawing/2014/main" id="{99FD3F70-EC7F-4AD6-9CC9-5798F5CB7E1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2312624" y="-334847"/>
                      <a:ext cx="4055172" cy="0"/>
                    </a:xfrm>
                    <a:prstGeom prst="line">
                      <a:avLst/>
                    </a:prstGeom>
                    <a:ln w="57150">
                      <a:solidFill>
                        <a:srgbClr val="C0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52" name="Group 551">
                    <a:extLst>
                      <a:ext uri="{FF2B5EF4-FFF2-40B4-BE49-F238E27FC236}">
                        <a16:creationId xmlns:a16="http://schemas.microsoft.com/office/drawing/2014/main" id="{252A3113-4C30-47D0-835F-A10C421AD3E6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-2312624" y="-630605"/>
                    <a:ext cx="20626024" cy="5763310"/>
                    <a:chOff x="-2312624" y="1084672"/>
                    <a:chExt cx="20626024" cy="5763310"/>
                  </a:xfrm>
                </p:grpSpPr>
                <p:cxnSp>
                  <p:nvCxnSpPr>
                    <p:cNvPr id="573" name="Straight Connector 572">
                      <a:extLst>
                        <a:ext uri="{FF2B5EF4-FFF2-40B4-BE49-F238E27FC236}">
                          <a16:creationId xmlns:a16="http://schemas.microsoft.com/office/drawing/2014/main" id="{7AFE0677-EF67-49A5-9344-A24E480063C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-2312624" y="1101567"/>
                      <a:ext cx="3232212" cy="0"/>
                    </a:xfrm>
                    <a:prstGeom prst="line">
                      <a:avLst/>
                    </a:prstGeom>
                    <a:ln w="57150">
                      <a:solidFill>
                        <a:srgbClr val="FFFF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4" name="Straight Connector 573">
                      <a:extLst>
                        <a:ext uri="{FF2B5EF4-FFF2-40B4-BE49-F238E27FC236}">
                          <a16:creationId xmlns:a16="http://schemas.microsoft.com/office/drawing/2014/main" id="{679B390F-8AB1-424E-B235-17968726F2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19588" y="1101567"/>
                      <a:ext cx="3310791" cy="5746415"/>
                    </a:xfrm>
                    <a:prstGeom prst="line">
                      <a:avLst/>
                    </a:prstGeom>
                    <a:ln w="57150">
                      <a:solidFill>
                        <a:srgbClr val="FFFF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5" name="Straight Connector 574">
                      <a:extLst>
                        <a:ext uri="{FF2B5EF4-FFF2-40B4-BE49-F238E27FC236}">
                          <a16:creationId xmlns:a16="http://schemas.microsoft.com/office/drawing/2014/main" id="{BC81DA1B-F7D4-436F-80B0-D5C98138CDB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230379" y="6847982"/>
                      <a:ext cx="5781689" cy="0"/>
                    </a:xfrm>
                    <a:prstGeom prst="line">
                      <a:avLst/>
                    </a:prstGeom>
                    <a:ln w="57150">
                      <a:solidFill>
                        <a:srgbClr val="FFFF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6" name="Straight Connector 575">
                      <a:extLst>
                        <a:ext uri="{FF2B5EF4-FFF2-40B4-BE49-F238E27FC236}">
                          <a16:creationId xmlns:a16="http://schemas.microsoft.com/office/drawing/2014/main" id="{2188217F-321A-4558-ADA3-E75581CA6A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3320842" y="1084672"/>
                      <a:ext cx="4992558" cy="16895"/>
                    </a:xfrm>
                    <a:prstGeom prst="line">
                      <a:avLst/>
                    </a:prstGeom>
                    <a:ln w="57150">
                      <a:solidFill>
                        <a:srgbClr val="FFFF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7" name="Straight Connector 576">
                      <a:extLst>
                        <a:ext uri="{FF2B5EF4-FFF2-40B4-BE49-F238E27FC236}">
                          <a16:creationId xmlns:a16="http://schemas.microsoft.com/office/drawing/2014/main" id="{E2CDF55A-EAC3-469F-A9FD-6EA47E9520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012068" y="1101567"/>
                      <a:ext cx="3308774" cy="5746415"/>
                    </a:xfrm>
                    <a:prstGeom prst="line">
                      <a:avLst/>
                    </a:prstGeom>
                    <a:ln w="57150">
                      <a:solidFill>
                        <a:srgbClr val="FFFF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53" name="Group 552">
                    <a:extLst>
                      <a:ext uri="{FF2B5EF4-FFF2-40B4-BE49-F238E27FC236}">
                        <a16:creationId xmlns:a16="http://schemas.microsoft.com/office/drawing/2014/main" id="{9F9D8EB0-B83E-475B-84DB-D7A3EFC51B6C}"/>
                      </a:ext>
                    </a:extLst>
                  </p:cNvPr>
                  <p:cNvGrpSpPr/>
                  <p:nvPr/>
                </p:nvGrpSpPr>
                <p:grpSpPr>
                  <a:xfrm>
                    <a:off x="-2312624" y="-358404"/>
                    <a:ext cx="20626024" cy="5746415"/>
                    <a:chOff x="-5580758" y="-334847"/>
                    <a:chExt cx="20626024" cy="5746415"/>
                  </a:xfrm>
                </p:grpSpPr>
                <p:cxnSp>
                  <p:nvCxnSpPr>
                    <p:cNvPr id="568" name="Straight Connector 567">
                      <a:extLst>
                        <a:ext uri="{FF2B5EF4-FFF2-40B4-BE49-F238E27FC236}">
                          <a16:creationId xmlns:a16="http://schemas.microsoft.com/office/drawing/2014/main" id="{E7A1EC8B-BEC4-413E-912C-672DDF28139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742548" y="-334847"/>
                      <a:ext cx="3310791" cy="5746415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9" name="Straight Connector 568">
                      <a:extLst>
                        <a:ext uri="{FF2B5EF4-FFF2-40B4-BE49-F238E27FC236}">
                          <a16:creationId xmlns:a16="http://schemas.microsoft.com/office/drawing/2014/main" id="{F0718DCC-1E98-4298-A666-7D208EC0A5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53339" y="5411568"/>
                      <a:ext cx="4135769" cy="0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0" name="Straight Connector 569">
                      <a:extLst>
                        <a:ext uri="{FF2B5EF4-FFF2-40B4-BE49-F238E27FC236}">
                          <a16:creationId xmlns:a16="http://schemas.microsoft.com/office/drawing/2014/main" id="{CC24019D-8F88-49AF-A038-6DD2054C50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189108" y="-334847"/>
                      <a:ext cx="3308774" cy="5746415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1" name="Straight Connector 570">
                      <a:extLst>
                        <a:ext uri="{FF2B5EF4-FFF2-40B4-BE49-F238E27FC236}">
                          <a16:creationId xmlns:a16="http://schemas.microsoft.com/office/drawing/2014/main" id="{7840134E-A855-434F-B6F2-8232E531C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2497882" y="-334847"/>
                      <a:ext cx="2547384" cy="0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2" name="Straight Connector 571">
                      <a:extLst>
                        <a:ext uri="{FF2B5EF4-FFF2-40B4-BE49-F238E27FC236}">
                          <a16:creationId xmlns:a16="http://schemas.microsoft.com/office/drawing/2014/main" id="{BA905E83-98B5-41BA-B9A5-964E53FF7C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5580758" y="-334847"/>
                      <a:ext cx="7323306" cy="0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54" name="Group 553">
                    <a:extLst>
                      <a:ext uri="{FF2B5EF4-FFF2-40B4-BE49-F238E27FC236}">
                        <a16:creationId xmlns:a16="http://schemas.microsoft.com/office/drawing/2014/main" id="{B89FF1C5-C571-413D-9C83-360F4E14D8C1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-2312624" y="-488154"/>
                    <a:ext cx="20626024" cy="5751518"/>
                    <a:chOff x="-5797271" y="1096464"/>
                    <a:chExt cx="20626024" cy="5751518"/>
                  </a:xfrm>
                </p:grpSpPr>
                <p:cxnSp>
                  <p:nvCxnSpPr>
                    <p:cNvPr id="563" name="Straight Connector 562">
                      <a:extLst>
                        <a:ext uri="{FF2B5EF4-FFF2-40B4-BE49-F238E27FC236}">
                          <a16:creationId xmlns:a16="http://schemas.microsoft.com/office/drawing/2014/main" id="{B4F3D84C-93F5-40FB-9B27-F5EC60659B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-5797271" y="1101567"/>
                      <a:ext cx="6716859" cy="0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4" name="Straight Connector 563">
                      <a:extLst>
                        <a:ext uri="{FF2B5EF4-FFF2-40B4-BE49-F238E27FC236}">
                          <a16:creationId xmlns:a16="http://schemas.microsoft.com/office/drawing/2014/main" id="{4388C949-F6CE-4823-9A99-F4276AFB2E0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19588" y="1101567"/>
                      <a:ext cx="3310791" cy="5746415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5" name="Straight Connector 564">
                      <a:extLst>
                        <a:ext uri="{FF2B5EF4-FFF2-40B4-BE49-F238E27FC236}">
                          <a16:creationId xmlns:a16="http://schemas.microsoft.com/office/drawing/2014/main" id="{FFDD4E0C-D1EE-4194-B29A-BAE3465C8B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230379" y="6847982"/>
                      <a:ext cx="5781689" cy="0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6" name="Straight Connector 565">
                      <a:extLst>
                        <a:ext uri="{FF2B5EF4-FFF2-40B4-BE49-F238E27FC236}">
                          <a16:creationId xmlns:a16="http://schemas.microsoft.com/office/drawing/2014/main" id="{FFD10688-AEE9-4757-98DC-E537EAE1B1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13320842" y="1096464"/>
                      <a:ext cx="1507911" cy="5102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7" name="Straight Connector 566">
                      <a:extLst>
                        <a:ext uri="{FF2B5EF4-FFF2-40B4-BE49-F238E27FC236}">
                          <a16:creationId xmlns:a16="http://schemas.microsoft.com/office/drawing/2014/main" id="{F80903A6-5BF3-4C4B-B439-3E3B69818F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012068" y="1101567"/>
                      <a:ext cx="3308774" cy="5746415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55" name="Group 554">
                    <a:extLst>
                      <a:ext uri="{FF2B5EF4-FFF2-40B4-BE49-F238E27FC236}">
                        <a16:creationId xmlns:a16="http://schemas.microsoft.com/office/drawing/2014/main" id="{1218E375-7C7C-47A3-B3C4-0F3C1C74003B}"/>
                      </a:ext>
                    </a:extLst>
                  </p:cNvPr>
                  <p:cNvGrpSpPr/>
                  <p:nvPr/>
                </p:nvGrpSpPr>
                <p:grpSpPr>
                  <a:xfrm>
                    <a:off x="-2312624" y="-767602"/>
                    <a:ext cx="20626024" cy="5759724"/>
                    <a:chOff x="-2312624" y="-767602"/>
                    <a:chExt cx="20626024" cy="5759724"/>
                  </a:xfrm>
                </p:grpSpPr>
                <p:cxnSp>
                  <p:nvCxnSpPr>
                    <p:cNvPr id="556" name="Straight Connector 555">
                      <a:extLst>
                        <a:ext uri="{FF2B5EF4-FFF2-40B4-BE49-F238E27FC236}">
                          <a16:creationId xmlns:a16="http://schemas.microsoft.com/office/drawing/2014/main" id="{56DAB744-5A99-4DC5-82DF-249344F51EF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6712896" y="2268415"/>
                      <a:ext cx="1600504" cy="0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7" name="Straight Connector 556">
                      <a:extLst>
                        <a:ext uri="{FF2B5EF4-FFF2-40B4-BE49-F238E27FC236}">
                          <a16:creationId xmlns:a16="http://schemas.microsoft.com/office/drawing/2014/main" id="{44889CFB-6031-4906-8B8E-9B0BECF438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018211" y="-767602"/>
                      <a:ext cx="1754077" cy="3044485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8" name="Straight Connector 557">
                      <a:extLst>
                        <a:ext uri="{FF2B5EF4-FFF2-40B4-BE49-F238E27FC236}">
                          <a16:creationId xmlns:a16="http://schemas.microsoft.com/office/drawing/2014/main" id="{F63FD9B8-DC95-4157-85DB-B73739BC001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H="1">
                      <a:off x="9236522" y="-767602"/>
                      <a:ext cx="5781689" cy="0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9" name="Straight Connector 558">
                      <a:extLst>
                        <a:ext uri="{FF2B5EF4-FFF2-40B4-BE49-F238E27FC236}">
                          <a16:creationId xmlns:a16="http://schemas.microsoft.com/office/drawing/2014/main" id="{38F799B3-1FCD-4E07-A861-6896EA393D9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995105" y="4978815"/>
                      <a:ext cx="3932643" cy="13307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0" name="Straight Connector 559">
                      <a:extLst>
                        <a:ext uri="{FF2B5EF4-FFF2-40B4-BE49-F238E27FC236}">
                          <a16:creationId xmlns:a16="http://schemas.microsoft.com/office/drawing/2014/main" id="{1D0137FF-CB20-449A-A3C5-6F3CCF1211E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H="1">
                      <a:off x="5927748" y="-767602"/>
                      <a:ext cx="3308774" cy="5746415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1" name="Straight Connector 560">
                      <a:extLst>
                        <a:ext uri="{FF2B5EF4-FFF2-40B4-BE49-F238E27FC236}">
                          <a16:creationId xmlns:a16="http://schemas.microsoft.com/office/drawing/2014/main" id="{4647C7E7-2CBA-40B6-9DFD-DE27738FC25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342507" y="2097518"/>
                      <a:ext cx="1649306" cy="2881295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2" name="Straight Connector 561">
                      <a:extLst>
                        <a:ext uri="{FF2B5EF4-FFF2-40B4-BE49-F238E27FC236}">
                          <a16:creationId xmlns:a16="http://schemas.microsoft.com/office/drawing/2014/main" id="{6CD9E295-B9EE-4F17-B510-FEAB5C297D7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2312624" y="2105605"/>
                      <a:ext cx="2655131" cy="0"/>
                    </a:xfrm>
                    <a:prstGeom prst="line">
                      <a:avLst/>
                    </a:prstGeom>
                    <a:ln w="57150">
                      <a:solidFill>
                        <a:srgbClr val="FFFF99"/>
                      </a:solidFill>
                      <a:prstDash val="sysDot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18" name="Group 517">
                  <a:extLst>
                    <a:ext uri="{FF2B5EF4-FFF2-40B4-BE49-F238E27FC236}">
                      <a16:creationId xmlns:a16="http://schemas.microsoft.com/office/drawing/2014/main" id="{E0FF8DE3-F62D-4213-8C9A-A7C6AF48C53D}"/>
                    </a:ext>
                  </a:extLst>
                </p:cNvPr>
                <p:cNvGrpSpPr/>
                <p:nvPr/>
              </p:nvGrpSpPr>
              <p:grpSpPr>
                <a:xfrm rot="10800000">
                  <a:off x="-2458250" y="844217"/>
                  <a:ext cx="20626024" cy="5758069"/>
                  <a:chOff x="-2312624" y="-346501"/>
                  <a:chExt cx="20626024" cy="5758069"/>
                </a:xfrm>
              </p:grpSpPr>
              <p:cxnSp>
                <p:nvCxnSpPr>
                  <p:cNvPr id="545" name="Straight Connector 544">
                    <a:extLst>
                      <a:ext uri="{FF2B5EF4-FFF2-40B4-BE49-F238E27FC236}">
                        <a16:creationId xmlns:a16="http://schemas.microsoft.com/office/drawing/2014/main" id="{8D2C8F01-6038-4F81-87D2-163725EC70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42548" y="-334847"/>
                    <a:ext cx="3310791" cy="5746415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6" name="Straight Connector 545">
                    <a:extLst>
                      <a:ext uri="{FF2B5EF4-FFF2-40B4-BE49-F238E27FC236}">
                        <a16:creationId xmlns:a16="http://schemas.microsoft.com/office/drawing/2014/main" id="{F2EB9138-4CBC-417F-AF54-4AD789B0B7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53339" y="5411568"/>
                    <a:ext cx="4135769" cy="0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7" name="Straight Connector 546">
                    <a:extLst>
                      <a:ext uri="{FF2B5EF4-FFF2-40B4-BE49-F238E27FC236}">
                        <a16:creationId xmlns:a16="http://schemas.microsoft.com/office/drawing/2014/main" id="{6A479756-6B8A-495E-8602-B1ADED4FC4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89108" y="-334847"/>
                    <a:ext cx="3308774" cy="5746415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8" name="Straight Connector 547">
                    <a:extLst>
                      <a:ext uri="{FF2B5EF4-FFF2-40B4-BE49-F238E27FC236}">
                        <a16:creationId xmlns:a16="http://schemas.microsoft.com/office/drawing/2014/main" id="{B68F9342-B029-4AA0-98AE-73CCCCED97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497882" y="-334847"/>
                    <a:ext cx="3292452" cy="0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9" name="Straight Connector 548">
                    <a:extLst>
                      <a:ext uri="{FF2B5EF4-FFF2-40B4-BE49-F238E27FC236}">
                        <a16:creationId xmlns:a16="http://schemas.microsoft.com/office/drawing/2014/main" id="{8FF0E3BA-45FE-41AD-A4BA-794E9A9CC4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790334" y="-346501"/>
                    <a:ext cx="2523066" cy="0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0" name="Straight Connector 549">
                    <a:extLst>
                      <a:ext uri="{FF2B5EF4-FFF2-40B4-BE49-F238E27FC236}">
                        <a16:creationId xmlns:a16="http://schemas.microsoft.com/office/drawing/2014/main" id="{3E4AB7F4-E0E8-4774-9BFE-F7334B9158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2312624" y="-334847"/>
                    <a:ext cx="4055172" cy="0"/>
                  </a:xfrm>
                  <a:prstGeom prst="line">
                    <a:avLst/>
                  </a:prstGeom>
                  <a:ln w="50800" cmpd="sng">
                    <a:solidFill>
                      <a:srgbClr val="000066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19" name="Group 518">
                  <a:extLst>
                    <a:ext uri="{FF2B5EF4-FFF2-40B4-BE49-F238E27FC236}">
                      <a16:creationId xmlns:a16="http://schemas.microsoft.com/office/drawing/2014/main" id="{BF054B3E-52BA-4575-85BC-EDB717AC721E}"/>
                    </a:ext>
                  </a:extLst>
                </p:cNvPr>
                <p:cNvGrpSpPr/>
                <p:nvPr/>
              </p:nvGrpSpPr>
              <p:grpSpPr>
                <a:xfrm>
                  <a:off x="-2458250" y="1288180"/>
                  <a:ext cx="20626024" cy="5763310"/>
                  <a:chOff x="-2312624" y="1084672"/>
                  <a:chExt cx="20626024" cy="5763310"/>
                </a:xfrm>
              </p:grpSpPr>
              <p:cxnSp>
                <p:nvCxnSpPr>
                  <p:cNvPr id="540" name="Straight Connector 539">
                    <a:extLst>
                      <a:ext uri="{FF2B5EF4-FFF2-40B4-BE49-F238E27FC236}">
                        <a16:creationId xmlns:a16="http://schemas.microsoft.com/office/drawing/2014/main" id="{E0F0E062-1B58-44E5-B72F-D27A29E2DE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-2312624" y="1101567"/>
                    <a:ext cx="3232212" cy="0"/>
                  </a:xfrm>
                  <a:prstGeom prst="line">
                    <a:avLst/>
                  </a:prstGeom>
                  <a:ln w="50800" cmpd="sng">
                    <a:solidFill>
                      <a:srgbClr val="00CC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1" name="Straight Connector 540">
                    <a:extLst>
                      <a:ext uri="{FF2B5EF4-FFF2-40B4-BE49-F238E27FC236}">
                        <a16:creationId xmlns:a16="http://schemas.microsoft.com/office/drawing/2014/main" id="{029D767E-EE29-41AA-AD9A-05A528578C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919588" y="1101567"/>
                    <a:ext cx="3310791" cy="5746415"/>
                  </a:xfrm>
                  <a:prstGeom prst="line">
                    <a:avLst/>
                  </a:prstGeom>
                  <a:ln w="50800" cmpd="sng">
                    <a:solidFill>
                      <a:srgbClr val="00CC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2" name="Straight Connector 541">
                    <a:extLst>
                      <a:ext uri="{FF2B5EF4-FFF2-40B4-BE49-F238E27FC236}">
                        <a16:creationId xmlns:a16="http://schemas.microsoft.com/office/drawing/2014/main" id="{6DF3DA00-363E-417E-9C08-F9B22FDD20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30379" y="6847982"/>
                    <a:ext cx="5781689" cy="0"/>
                  </a:xfrm>
                  <a:prstGeom prst="line">
                    <a:avLst/>
                  </a:prstGeom>
                  <a:ln w="50800" cmpd="sng">
                    <a:solidFill>
                      <a:srgbClr val="00CC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3" name="Straight Connector 542">
                    <a:extLst>
                      <a:ext uri="{FF2B5EF4-FFF2-40B4-BE49-F238E27FC236}">
                        <a16:creationId xmlns:a16="http://schemas.microsoft.com/office/drawing/2014/main" id="{410241E3-EBE6-45E1-9C22-7B7AB879A8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320842" y="1084672"/>
                    <a:ext cx="4992558" cy="16895"/>
                  </a:xfrm>
                  <a:prstGeom prst="line">
                    <a:avLst/>
                  </a:prstGeom>
                  <a:ln w="50800" cmpd="sng">
                    <a:solidFill>
                      <a:srgbClr val="00CC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4" name="Straight Connector 543">
                    <a:extLst>
                      <a:ext uri="{FF2B5EF4-FFF2-40B4-BE49-F238E27FC236}">
                        <a16:creationId xmlns:a16="http://schemas.microsoft.com/office/drawing/2014/main" id="{10883B9A-B3AB-49C2-9AD8-3913F1EEAA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012068" y="1101567"/>
                    <a:ext cx="3308774" cy="5746415"/>
                  </a:xfrm>
                  <a:prstGeom prst="line">
                    <a:avLst/>
                  </a:prstGeom>
                  <a:ln w="50800" cmpd="sng">
                    <a:solidFill>
                      <a:srgbClr val="00CC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20" name="Group 519">
                  <a:extLst>
                    <a:ext uri="{FF2B5EF4-FFF2-40B4-BE49-F238E27FC236}">
                      <a16:creationId xmlns:a16="http://schemas.microsoft.com/office/drawing/2014/main" id="{B794ACEC-8752-4CC7-882B-4700195D5CDE}"/>
                    </a:ext>
                  </a:extLst>
                </p:cNvPr>
                <p:cNvGrpSpPr/>
                <p:nvPr/>
              </p:nvGrpSpPr>
              <p:grpSpPr>
                <a:xfrm rot="10800000">
                  <a:off x="-2458250" y="1032874"/>
                  <a:ext cx="20626024" cy="5746415"/>
                  <a:chOff x="-5580758" y="-334847"/>
                  <a:chExt cx="20626024" cy="5746415"/>
                </a:xfrm>
              </p:grpSpPr>
              <p:cxnSp>
                <p:nvCxnSpPr>
                  <p:cNvPr id="535" name="Straight Connector 534">
                    <a:extLst>
                      <a:ext uri="{FF2B5EF4-FFF2-40B4-BE49-F238E27FC236}">
                        <a16:creationId xmlns:a16="http://schemas.microsoft.com/office/drawing/2014/main" id="{8D0A4FB5-BC13-48A9-8C02-6F12CD234187}"/>
                      </a:ext>
                    </a:extLst>
                  </p:cNvPr>
                  <p:cNvCxnSpPr/>
                  <p:nvPr/>
                </p:nvCxnSpPr>
                <p:spPr>
                  <a:xfrm>
                    <a:off x="1742548" y="-334847"/>
                    <a:ext cx="3310791" cy="5746415"/>
                  </a:xfrm>
                  <a:prstGeom prst="line">
                    <a:avLst/>
                  </a:prstGeom>
                  <a:ln w="50800" cmpd="sng">
                    <a:solidFill>
                      <a:srgbClr val="0000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6" name="Straight Connector 535">
                    <a:extLst>
                      <a:ext uri="{FF2B5EF4-FFF2-40B4-BE49-F238E27FC236}">
                        <a16:creationId xmlns:a16="http://schemas.microsoft.com/office/drawing/2014/main" id="{2FD2EA94-A28E-416C-9CCC-A3DE730E89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53339" y="5411568"/>
                    <a:ext cx="4135769" cy="0"/>
                  </a:xfrm>
                  <a:prstGeom prst="line">
                    <a:avLst/>
                  </a:prstGeom>
                  <a:ln w="50800" cmpd="sng">
                    <a:solidFill>
                      <a:srgbClr val="0000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7" name="Straight Connector 536">
                    <a:extLst>
                      <a:ext uri="{FF2B5EF4-FFF2-40B4-BE49-F238E27FC236}">
                        <a16:creationId xmlns:a16="http://schemas.microsoft.com/office/drawing/2014/main" id="{122948B6-91DC-40F4-AE1C-1ECEED2956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89108" y="-334847"/>
                    <a:ext cx="3308774" cy="5746415"/>
                  </a:xfrm>
                  <a:prstGeom prst="line">
                    <a:avLst/>
                  </a:prstGeom>
                  <a:ln w="50800" cmpd="sng">
                    <a:solidFill>
                      <a:srgbClr val="0000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8" name="Straight Connector 537">
                    <a:extLst>
                      <a:ext uri="{FF2B5EF4-FFF2-40B4-BE49-F238E27FC236}">
                        <a16:creationId xmlns:a16="http://schemas.microsoft.com/office/drawing/2014/main" id="{D6FBEECF-80DF-44BF-9DB0-72F92D5F8C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497882" y="-334847"/>
                    <a:ext cx="2547384" cy="0"/>
                  </a:xfrm>
                  <a:prstGeom prst="line">
                    <a:avLst/>
                  </a:prstGeom>
                  <a:ln w="50800" cmpd="sng">
                    <a:solidFill>
                      <a:srgbClr val="0000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9" name="Straight Connector 538">
                    <a:extLst>
                      <a:ext uri="{FF2B5EF4-FFF2-40B4-BE49-F238E27FC236}">
                        <a16:creationId xmlns:a16="http://schemas.microsoft.com/office/drawing/2014/main" id="{CE5F173A-E014-47AB-81B7-5C227F513C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5580758" y="-334847"/>
                    <a:ext cx="7323306" cy="0"/>
                  </a:xfrm>
                  <a:prstGeom prst="line">
                    <a:avLst/>
                  </a:prstGeom>
                  <a:ln w="50800" cmpd="sng">
                    <a:solidFill>
                      <a:srgbClr val="0000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21" name="Group 520">
                  <a:extLst>
                    <a:ext uri="{FF2B5EF4-FFF2-40B4-BE49-F238E27FC236}">
                      <a16:creationId xmlns:a16="http://schemas.microsoft.com/office/drawing/2014/main" id="{B984CE2D-AE18-4B26-B311-2FEBF1ABA663}"/>
                    </a:ext>
                  </a:extLst>
                </p:cNvPr>
                <p:cNvGrpSpPr/>
                <p:nvPr/>
              </p:nvGrpSpPr>
              <p:grpSpPr>
                <a:xfrm>
                  <a:off x="-2458250" y="1157521"/>
                  <a:ext cx="20626024" cy="5751518"/>
                  <a:chOff x="-5797271" y="1096464"/>
                  <a:chExt cx="20626024" cy="5751518"/>
                </a:xfrm>
              </p:grpSpPr>
              <p:cxnSp>
                <p:nvCxnSpPr>
                  <p:cNvPr id="530" name="Straight Connector 529">
                    <a:extLst>
                      <a:ext uri="{FF2B5EF4-FFF2-40B4-BE49-F238E27FC236}">
                        <a16:creationId xmlns:a16="http://schemas.microsoft.com/office/drawing/2014/main" id="{750C5250-A377-4CC7-AFA0-8969F3A296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-5797271" y="1101567"/>
                    <a:ext cx="6716859" cy="0"/>
                  </a:xfrm>
                  <a:prstGeom prst="line">
                    <a:avLst/>
                  </a:prstGeom>
                  <a:ln w="50800" cmpd="sng">
                    <a:solidFill>
                      <a:srgbClr val="0099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1" name="Straight Connector 530">
                    <a:extLst>
                      <a:ext uri="{FF2B5EF4-FFF2-40B4-BE49-F238E27FC236}">
                        <a16:creationId xmlns:a16="http://schemas.microsoft.com/office/drawing/2014/main" id="{42A30DC4-6F41-489D-AF92-B2B7580018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919588" y="1101567"/>
                    <a:ext cx="3310791" cy="5746415"/>
                  </a:xfrm>
                  <a:prstGeom prst="line">
                    <a:avLst/>
                  </a:prstGeom>
                  <a:ln w="50800" cmpd="sng">
                    <a:solidFill>
                      <a:srgbClr val="0099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2" name="Straight Connector 531">
                    <a:extLst>
                      <a:ext uri="{FF2B5EF4-FFF2-40B4-BE49-F238E27FC236}">
                        <a16:creationId xmlns:a16="http://schemas.microsoft.com/office/drawing/2014/main" id="{FE37F83E-CD65-447D-8AFC-FCB19F83AB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30379" y="6847982"/>
                    <a:ext cx="5781689" cy="0"/>
                  </a:xfrm>
                  <a:prstGeom prst="line">
                    <a:avLst/>
                  </a:prstGeom>
                  <a:ln w="50800" cmpd="sng">
                    <a:solidFill>
                      <a:srgbClr val="0099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3" name="Straight Connector 532">
                    <a:extLst>
                      <a:ext uri="{FF2B5EF4-FFF2-40B4-BE49-F238E27FC236}">
                        <a16:creationId xmlns:a16="http://schemas.microsoft.com/office/drawing/2014/main" id="{8AB17BB9-0822-4252-A2C0-9FC9B54B7D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13320842" y="1096464"/>
                    <a:ext cx="1507911" cy="5102"/>
                  </a:xfrm>
                  <a:prstGeom prst="line">
                    <a:avLst/>
                  </a:prstGeom>
                  <a:ln w="50800" cmpd="sng">
                    <a:solidFill>
                      <a:srgbClr val="0099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4" name="Straight Connector 533">
                    <a:extLst>
                      <a:ext uri="{FF2B5EF4-FFF2-40B4-BE49-F238E27FC236}">
                        <a16:creationId xmlns:a16="http://schemas.microsoft.com/office/drawing/2014/main" id="{2EDCC297-765E-4C3A-AEA7-AC1BBDCC22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012068" y="1101567"/>
                    <a:ext cx="3308774" cy="5746415"/>
                  </a:xfrm>
                  <a:prstGeom prst="line">
                    <a:avLst/>
                  </a:prstGeom>
                  <a:ln w="50800" cmpd="sng">
                    <a:solidFill>
                      <a:srgbClr val="0099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22" name="Group 521">
                  <a:extLst>
                    <a:ext uri="{FF2B5EF4-FFF2-40B4-BE49-F238E27FC236}">
                      <a16:creationId xmlns:a16="http://schemas.microsoft.com/office/drawing/2014/main" id="{B1E9A0D5-3F2A-4655-9C0D-654FAA5F6FF0}"/>
                    </a:ext>
                  </a:extLst>
                </p:cNvPr>
                <p:cNvGrpSpPr/>
                <p:nvPr/>
              </p:nvGrpSpPr>
              <p:grpSpPr>
                <a:xfrm rot="10800000">
                  <a:off x="-2458250" y="1428763"/>
                  <a:ext cx="20626024" cy="5759724"/>
                  <a:chOff x="-2312624" y="-767602"/>
                  <a:chExt cx="20626024" cy="5759724"/>
                </a:xfrm>
              </p:grpSpPr>
              <p:cxnSp>
                <p:nvCxnSpPr>
                  <p:cNvPr id="523" name="Straight Connector 522">
                    <a:extLst>
                      <a:ext uri="{FF2B5EF4-FFF2-40B4-BE49-F238E27FC236}">
                        <a16:creationId xmlns:a16="http://schemas.microsoft.com/office/drawing/2014/main" id="{0859F3F6-F18C-4840-96D5-BE405A55F7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712896" y="2268415"/>
                    <a:ext cx="1600504" cy="0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4" name="Straight Connector 523">
                    <a:extLst>
                      <a:ext uri="{FF2B5EF4-FFF2-40B4-BE49-F238E27FC236}">
                        <a16:creationId xmlns:a16="http://schemas.microsoft.com/office/drawing/2014/main" id="{034DF860-9A1D-433B-8C15-CBCA1F3BE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018211" y="-767602"/>
                    <a:ext cx="1754077" cy="3044485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5" name="Straight Connector 524">
                    <a:extLst>
                      <a:ext uri="{FF2B5EF4-FFF2-40B4-BE49-F238E27FC236}">
                        <a16:creationId xmlns:a16="http://schemas.microsoft.com/office/drawing/2014/main" id="{019CD3B5-0409-4CB3-A486-C0D2B65F5F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>
                    <a:off x="9236522" y="-767602"/>
                    <a:ext cx="5781689" cy="0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6" name="Straight Connector 525">
                    <a:extLst>
                      <a:ext uri="{FF2B5EF4-FFF2-40B4-BE49-F238E27FC236}">
                        <a16:creationId xmlns:a16="http://schemas.microsoft.com/office/drawing/2014/main" id="{FEE2DF7F-5458-4DC0-AB4D-D4C908675C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95105" y="4978815"/>
                    <a:ext cx="3932643" cy="13307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7" name="Straight Connector 526">
                    <a:extLst>
                      <a:ext uri="{FF2B5EF4-FFF2-40B4-BE49-F238E27FC236}">
                        <a16:creationId xmlns:a16="http://schemas.microsoft.com/office/drawing/2014/main" id="{EE5F5BA1-AA6D-43F6-90ED-7803BFDC28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>
                    <a:off x="5927748" y="-767602"/>
                    <a:ext cx="3308774" cy="5746415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8" name="Straight Connector 527">
                    <a:extLst>
                      <a:ext uri="{FF2B5EF4-FFF2-40B4-BE49-F238E27FC236}">
                        <a16:creationId xmlns:a16="http://schemas.microsoft.com/office/drawing/2014/main" id="{7391B774-208C-439C-B1A5-51AC5E8736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42507" y="2097518"/>
                    <a:ext cx="1649306" cy="2881295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9" name="Straight Connector 528">
                    <a:extLst>
                      <a:ext uri="{FF2B5EF4-FFF2-40B4-BE49-F238E27FC236}">
                        <a16:creationId xmlns:a16="http://schemas.microsoft.com/office/drawing/2014/main" id="{A48ADBCF-1200-4998-9600-C99119B6C4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2312624" y="2105605"/>
                    <a:ext cx="2655131" cy="0"/>
                  </a:xfrm>
                  <a:prstGeom prst="line">
                    <a:avLst/>
                  </a:prstGeom>
                  <a:ln w="50800" cmpd="sng">
                    <a:solidFill>
                      <a:srgbClr val="CCFFFF"/>
                    </a:solidFill>
                    <a:prstDash val="lgDash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cxnSp>
        <p:nvCxnSpPr>
          <p:cNvPr id="693" name="Straight Connector 692">
            <a:extLst>
              <a:ext uri="{FF2B5EF4-FFF2-40B4-BE49-F238E27FC236}">
                <a16:creationId xmlns:a16="http://schemas.microsoft.com/office/drawing/2014/main" id="{B07FE2C5-58F8-457A-AD4E-745E4119D956}"/>
              </a:ext>
            </a:extLst>
          </p:cNvPr>
          <p:cNvCxnSpPr>
            <a:cxnSpLocks/>
          </p:cNvCxnSpPr>
          <p:nvPr/>
        </p:nvCxnSpPr>
        <p:spPr>
          <a:xfrm>
            <a:off x="15766016" y="8991402"/>
            <a:ext cx="2547384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94" name="Rectangle 693">
            <a:extLst>
              <a:ext uri="{FF2B5EF4-FFF2-40B4-BE49-F238E27FC236}">
                <a16:creationId xmlns:a16="http://schemas.microsoft.com/office/drawing/2014/main" id="{9A3B08DC-4706-40E1-B23C-E2EC00CEE696}"/>
              </a:ext>
            </a:extLst>
          </p:cNvPr>
          <p:cNvSpPr/>
          <p:nvPr/>
        </p:nvSpPr>
        <p:spPr>
          <a:xfrm>
            <a:off x="-3073400" y="7827066"/>
            <a:ext cx="21869400" cy="9169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697" name="Group 696">
            <a:extLst>
              <a:ext uri="{FF2B5EF4-FFF2-40B4-BE49-F238E27FC236}">
                <a16:creationId xmlns:a16="http://schemas.microsoft.com/office/drawing/2014/main" id="{1D13F471-F7AA-4F55-8F4B-AC32521D5E66}"/>
              </a:ext>
            </a:extLst>
          </p:cNvPr>
          <p:cNvGrpSpPr/>
          <p:nvPr/>
        </p:nvGrpSpPr>
        <p:grpSpPr>
          <a:xfrm>
            <a:off x="-1149666" y="8172356"/>
            <a:ext cx="18179520" cy="8619243"/>
            <a:chOff x="-1149666" y="-1053054"/>
            <a:chExt cx="18179520" cy="8619243"/>
          </a:xfrm>
          <a:solidFill>
            <a:schemeClr val="bg1"/>
          </a:solidFill>
        </p:grpSpPr>
        <p:grpSp>
          <p:nvGrpSpPr>
            <p:cNvPr id="698" name="Group 697">
              <a:extLst>
                <a:ext uri="{FF2B5EF4-FFF2-40B4-BE49-F238E27FC236}">
                  <a16:creationId xmlns:a16="http://schemas.microsoft.com/office/drawing/2014/main" id="{81AD61B4-0734-46BC-834E-13F84DBAC763}"/>
                </a:ext>
              </a:extLst>
            </p:cNvPr>
            <p:cNvGrpSpPr/>
            <p:nvPr/>
          </p:nvGrpSpPr>
          <p:grpSpPr>
            <a:xfrm>
              <a:off x="-1149666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783" name="Group 782">
                <a:extLst>
                  <a:ext uri="{FF2B5EF4-FFF2-40B4-BE49-F238E27FC236}">
                    <a16:creationId xmlns:a16="http://schemas.microsoft.com/office/drawing/2014/main" id="{BA30C4A2-2C8B-41EC-9165-7D8049D72A1B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99" name="Isosceles Triangle 798">
                  <a:extLst>
                    <a:ext uri="{FF2B5EF4-FFF2-40B4-BE49-F238E27FC236}">
                      <a16:creationId xmlns:a16="http://schemas.microsoft.com/office/drawing/2014/main" id="{8608B000-5C5D-42CA-9FB9-A384B3492FD8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00" name="Isosceles Triangle 799">
                  <a:extLst>
                    <a:ext uri="{FF2B5EF4-FFF2-40B4-BE49-F238E27FC236}">
                      <a16:creationId xmlns:a16="http://schemas.microsoft.com/office/drawing/2014/main" id="{AFD8426A-4AEC-49D9-96A9-4BD75B3D255D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01" name="Isosceles Triangle 800">
                  <a:extLst>
                    <a:ext uri="{FF2B5EF4-FFF2-40B4-BE49-F238E27FC236}">
                      <a16:creationId xmlns:a16="http://schemas.microsoft.com/office/drawing/2014/main" id="{44653E64-E6BD-4054-B9FE-E8D2F843CDBF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02" name="Isosceles Triangle 801">
                  <a:extLst>
                    <a:ext uri="{FF2B5EF4-FFF2-40B4-BE49-F238E27FC236}">
                      <a16:creationId xmlns:a16="http://schemas.microsoft.com/office/drawing/2014/main" id="{115B2466-E767-4CE8-AB7B-8DAF569A83EA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84" name="Group 783">
                <a:extLst>
                  <a:ext uri="{FF2B5EF4-FFF2-40B4-BE49-F238E27FC236}">
                    <a16:creationId xmlns:a16="http://schemas.microsoft.com/office/drawing/2014/main" id="{FBEDFC66-F345-4914-9EB6-AC1C11E815D9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95" name="Isosceles Triangle 794">
                  <a:extLst>
                    <a:ext uri="{FF2B5EF4-FFF2-40B4-BE49-F238E27FC236}">
                      <a16:creationId xmlns:a16="http://schemas.microsoft.com/office/drawing/2014/main" id="{63BBD8D4-D577-43F6-9D43-B242FDF87FD0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6" name="Isosceles Triangle 795">
                  <a:extLst>
                    <a:ext uri="{FF2B5EF4-FFF2-40B4-BE49-F238E27FC236}">
                      <a16:creationId xmlns:a16="http://schemas.microsoft.com/office/drawing/2014/main" id="{DB56A05F-EEA5-40EA-AD91-6B5F2E0173E8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7" name="Isosceles Triangle 796">
                  <a:extLst>
                    <a:ext uri="{FF2B5EF4-FFF2-40B4-BE49-F238E27FC236}">
                      <a16:creationId xmlns:a16="http://schemas.microsoft.com/office/drawing/2014/main" id="{75CD5821-C694-41CE-9549-7F3A999ED2AC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8" name="Isosceles Triangle 797">
                  <a:extLst>
                    <a:ext uri="{FF2B5EF4-FFF2-40B4-BE49-F238E27FC236}">
                      <a16:creationId xmlns:a16="http://schemas.microsoft.com/office/drawing/2014/main" id="{F47BBB0A-48E1-482A-B614-29408C4D6C6D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85" name="Group 784">
                <a:extLst>
                  <a:ext uri="{FF2B5EF4-FFF2-40B4-BE49-F238E27FC236}">
                    <a16:creationId xmlns:a16="http://schemas.microsoft.com/office/drawing/2014/main" id="{C3719C28-5348-4923-A383-3C5357453040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91" name="Isosceles Triangle 790">
                  <a:extLst>
                    <a:ext uri="{FF2B5EF4-FFF2-40B4-BE49-F238E27FC236}">
                      <a16:creationId xmlns:a16="http://schemas.microsoft.com/office/drawing/2014/main" id="{4CE5BA26-317B-4DD7-AD8D-CB2A7C406E06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2" name="Isosceles Triangle 791">
                  <a:extLst>
                    <a:ext uri="{FF2B5EF4-FFF2-40B4-BE49-F238E27FC236}">
                      <a16:creationId xmlns:a16="http://schemas.microsoft.com/office/drawing/2014/main" id="{7FF380F5-282C-4E68-A39D-7B93B6EA7562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3" name="Isosceles Triangle 792">
                  <a:extLst>
                    <a:ext uri="{FF2B5EF4-FFF2-40B4-BE49-F238E27FC236}">
                      <a16:creationId xmlns:a16="http://schemas.microsoft.com/office/drawing/2014/main" id="{9CF1B6DC-FDEE-4AB8-B6F7-FB97758DCB0A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4" name="Isosceles Triangle 793">
                  <a:extLst>
                    <a:ext uri="{FF2B5EF4-FFF2-40B4-BE49-F238E27FC236}">
                      <a16:creationId xmlns:a16="http://schemas.microsoft.com/office/drawing/2014/main" id="{897E56B9-4259-4C18-899C-A5F2E31D5D13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86" name="Group 785">
                <a:extLst>
                  <a:ext uri="{FF2B5EF4-FFF2-40B4-BE49-F238E27FC236}">
                    <a16:creationId xmlns:a16="http://schemas.microsoft.com/office/drawing/2014/main" id="{0D48598F-D37A-4338-883B-7B0D805DE2B5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87" name="Isosceles Triangle 786">
                  <a:extLst>
                    <a:ext uri="{FF2B5EF4-FFF2-40B4-BE49-F238E27FC236}">
                      <a16:creationId xmlns:a16="http://schemas.microsoft.com/office/drawing/2014/main" id="{1C578D0E-CDE7-46E5-BA06-2AC60BB7D19A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33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88" name="Isosceles Triangle 787">
                  <a:extLst>
                    <a:ext uri="{FF2B5EF4-FFF2-40B4-BE49-F238E27FC236}">
                      <a16:creationId xmlns:a16="http://schemas.microsoft.com/office/drawing/2014/main" id="{8A3760B7-6017-4B72-AE6A-309780F4C411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89" name="Isosceles Triangle 788">
                  <a:extLst>
                    <a:ext uri="{FF2B5EF4-FFF2-40B4-BE49-F238E27FC236}">
                      <a16:creationId xmlns:a16="http://schemas.microsoft.com/office/drawing/2014/main" id="{9F9EA7C6-0716-4FB8-9B60-21BB3470EB3F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0" name="Isosceles Triangle 789">
                  <a:extLst>
                    <a:ext uri="{FF2B5EF4-FFF2-40B4-BE49-F238E27FC236}">
                      <a16:creationId xmlns:a16="http://schemas.microsoft.com/office/drawing/2014/main" id="{8AEBFBFD-C24A-44FD-95F6-4ECD23648472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699" name="Group 698">
              <a:extLst>
                <a:ext uri="{FF2B5EF4-FFF2-40B4-BE49-F238E27FC236}">
                  <a16:creationId xmlns:a16="http://schemas.microsoft.com/office/drawing/2014/main" id="{F98404BE-D20E-4066-A069-02A4FC884CFE}"/>
                </a:ext>
              </a:extLst>
            </p:cNvPr>
            <p:cNvGrpSpPr/>
            <p:nvPr/>
          </p:nvGrpSpPr>
          <p:grpSpPr>
            <a:xfrm>
              <a:off x="2157739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763" name="Group 762">
                <a:extLst>
                  <a:ext uri="{FF2B5EF4-FFF2-40B4-BE49-F238E27FC236}">
                    <a16:creationId xmlns:a16="http://schemas.microsoft.com/office/drawing/2014/main" id="{F717F0A7-3577-4461-9E7F-019754E7862E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79" name="Isosceles Triangle 778">
                  <a:extLst>
                    <a:ext uri="{FF2B5EF4-FFF2-40B4-BE49-F238E27FC236}">
                      <a16:creationId xmlns:a16="http://schemas.microsoft.com/office/drawing/2014/main" id="{1FE40E6E-4C22-435C-889E-96639B28E834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80" name="Isosceles Triangle 779">
                  <a:extLst>
                    <a:ext uri="{FF2B5EF4-FFF2-40B4-BE49-F238E27FC236}">
                      <a16:creationId xmlns:a16="http://schemas.microsoft.com/office/drawing/2014/main" id="{AB5B8FE6-010D-4E2F-A628-23DDF705A1AF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81" name="Isosceles Triangle 780">
                  <a:extLst>
                    <a:ext uri="{FF2B5EF4-FFF2-40B4-BE49-F238E27FC236}">
                      <a16:creationId xmlns:a16="http://schemas.microsoft.com/office/drawing/2014/main" id="{30076532-8552-4973-9604-3A0FF0BD5919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82" name="Isosceles Triangle 781">
                  <a:extLst>
                    <a:ext uri="{FF2B5EF4-FFF2-40B4-BE49-F238E27FC236}">
                      <a16:creationId xmlns:a16="http://schemas.microsoft.com/office/drawing/2014/main" id="{CAF989BC-F1F2-449D-B98B-B9E0DC76C854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92D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64" name="Group 763">
                <a:extLst>
                  <a:ext uri="{FF2B5EF4-FFF2-40B4-BE49-F238E27FC236}">
                    <a16:creationId xmlns:a16="http://schemas.microsoft.com/office/drawing/2014/main" id="{CAB813C7-1E41-4023-B831-BF3D38478F0B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75" name="Isosceles Triangle 774">
                  <a:extLst>
                    <a:ext uri="{FF2B5EF4-FFF2-40B4-BE49-F238E27FC236}">
                      <a16:creationId xmlns:a16="http://schemas.microsoft.com/office/drawing/2014/main" id="{32576015-F45D-4ED9-8455-38AE87090B6B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76" name="Isosceles Triangle 775">
                  <a:extLst>
                    <a:ext uri="{FF2B5EF4-FFF2-40B4-BE49-F238E27FC236}">
                      <a16:creationId xmlns:a16="http://schemas.microsoft.com/office/drawing/2014/main" id="{BBD4C172-ADA7-40A7-8AB3-120DF8078BD1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77" name="Isosceles Triangle 776">
                  <a:extLst>
                    <a:ext uri="{FF2B5EF4-FFF2-40B4-BE49-F238E27FC236}">
                      <a16:creationId xmlns:a16="http://schemas.microsoft.com/office/drawing/2014/main" id="{9C05CD2D-88D1-45FC-8824-1AA691B95AD0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78" name="Isosceles Triangle 777">
                  <a:extLst>
                    <a:ext uri="{FF2B5EF4-FFF2-40B4-BE49-F238E27FC236}">
                      <a16:creationId xmlns:a16="http://schemas.microsoft.com/office/drawing/2014/main" id="{9466033F-92C8-4B7E-91D3-B03CC0970699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65" name="Group 764">
                <a:extLst>
                  <a:ext uri="{FF2B5EF4-FFF2-40B4-BE49-F238E27FC236}">
                    <a16:creationId xmlns:a16="http://schemas.microsoft.com/office/drawing/2014/main" id="{5C44F341-2B67-4BA4-9CFE-6D868924790F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71" name="Isosceles Triangle 770">
                  <a:extLst>
                    <a:ext uri="{FF2B5EF4-FFF2-40B4-BE49-F238E27FC236}">
                      <a16:creationId xmlns:a16="http://schemas.microsoft.com/office/drawing/2014/main" id="{6B557D91-E9C3-4492-A958-643FCC7F6CFE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72" name="Isosceles Triangle 771">
                  <a:extLst>
                    <a:ext uri="{FF2B5EF4-FFF2-40B4-BE49-F238E27FC236}">
                      <a16:creationId xmlns:a16="http://schemas.microsoft.com/office/drawing/2014/main" id="{D4E672C7-B3D0-4642-AEAF-69B774464D35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73" name="Isosceles Triangle 772">
                  <a:extLst>
                    <a:ext uri="{FF2B5EF4-FFF2-40B4-BE49-F238E27FC236}">
                      <a16:creationId xmlns:a16="http://schemas.microsoft.com/office/drawing/2014/main" id="{4F955F9C-3D35-4B2A-9FB3-C73433AE4C80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CC99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74" name="Isosceles Triangle 773">
                  <a:extLst>
                    <a:ext uri="{FF2B5EF4-FFF2-40B4-BE49-F238E27FC236}">
                      <a16:creationId xmlns:a16="http://schemas.microsoft.com/office/drawing/2014/main" id="{FBCCE79C-A52F-4232-8554-F0880200DCFF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66" name="Group 765">
                <a:extLst>
                  <a:ext uri="{FF2B5EF4-FFF2-40B4-BE49-F238E27FC236}">
                    <a16:creationId xmlns:a16="http://schemas.microsoft.com/office/drawing/2014/main" id="{38B71A94-D7D3-430A-A16E-DE3F500C3951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67" name="Isosceles Triangle 766">
                  <a:extLst>
                    <a:ext uri="{FF2B5EF4-FFF2-40B4-BE49-F238E27FC236}">
                      <a16:creationId xmlns:a16="http://schemas.microsoft.com/office/drawing/2014/main" id="{5541D09B-A669-4527-96B6-8EA8A8874D98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33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68" name="Isosceles Triangle 767">
                  <a:extLst>
                    <a:ext uri="{FF2B5EF4-FFF2-40B4-BE49-F238E27FC236}">
                      <a16:creationId xmlns:a16="http://schemas.microsoft.com/office/drawing/2014/main" id="{C58BBCE6-44C4-44B8-86BC-313856C86A16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69" name="Isosceles Triangle 768">
                  <a:extLst>
                    <a:ext uri="{FF2B5EF4-FFF2-40B4-BE49-F238E27FC236}">
                      <a16:creationId xmlns:a16="http://schemas.microsoft.com/office/drawing/2014/main" id="{4ADFC952-7A19-4F00-BEC1-0BB204B77404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70" name="Isosceles Triangle 769">
                  <a:extLst>
                    <a:ext uri="{FF2B5EF4-FFF2-40B4-BE49-F238E27FC236}">
                      <a16:creationId xmlns:a16="http://schemas.microsoft.com/office/drawing/2014/main" id="{0778D5B0-7A56-4127-B839-20E7944682EB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7030A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700" name="Group 699">
              <a:extLst>
                <a:ext uri="{FF2B5EF4-FFF2-40B4-BE49-F238E27FC236}">
                  <a16:creationId xmlns:a16="http://schemas.microsoft.com/office/drawing/2014/main" id="{995C41CD-8BD2-4510-9F48-01CA1B55A046}"/>
                </a:ext>
              </a:extLst>
            </p:cNvPr>
            <p:cNvGrpSpPr/>
            <p:nvPr/>
          </p:nvGrpSpPr>
          <p:grpSpPr>
            <a:xfrm>
              <a:off x="5465143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231EC68-AC6D-463B-BC36-5BEF53941F02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59" name="Isosceles Triangle 758">
                  <a:extLst>
                    <a:ext uri="{FF2B5EF4-FFF2-40B4-BE49-F238E27FC236}">
                      <a16:creationId xmlns:a16="http://schemas.microsoft.com/office/drawing/2014/main" id="{8695CD27-8AB8-4CDA-B32D-93E3A2EA9E28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60" name="Isosceles Triangle 759">
                  <a:extLst>
                    <a:ext uri="{FF2B5EF4-FFF2-40B4-BE49-F238E27FC236}">
                      <a16:creationId xmlns:a16="http://schemas.microsoft.com/office/drawing/2014/main" id="{15BC0F80-0D34-463B-89AE-01FAB1F823D2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61" name="Isosceles Triangle 760">
                  <a:extLst>
                    <a:ext uri="{FF2B5EF4-FFF2-40B4-BE49-F238E27FC236}">
                      <a16:creationId xmlns:a16="http://schemas.microsoft.com/office/drawing/2014/main" id="{CEABA892-A01E-44BB-8C0B-1496B11B8825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62" name="Isosceles Triangle 761">
                  <a:extLst>
                    <a:ext uri="{FF2B5EF4-FFF2-40B4-BE49-F238E27FC236}">
                      <a16:creationId xmlns:a16="http://schemas.microsoft.com/office/drawing/2014/main" id="{3C6375D3-10BC-4315-9FE9-5C7C8AD55DAE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D46796F1-D869-4B79-8D9C-8B20A9EC74A4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55" name="Isosceles Triangle 754">
                  <a:extLst>
                    <a:ext uri="{FF2B5EF4-FFF2-40B4-BE49-F238E27FC236}">
                      <a16:creationId xmlns:a16="http://schemas.microsoft.com/office/drawing/2014/main" id="{195C5C86-854D-4EF6-8DF7-E3500107C0D0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6" name="Isosceles Triangle 755">
                  <a:extLst>
                    <a:ext uri="{FF2B5EF4-FFF2-40B4-BE49-F238E27FC236}">
                      <a16:creationId xmlns:a16="http://schemas.microsoft.com/office/drawing/2014/main" id="{E25F4A5E-1D50-4AD2-B2B6-CA145682288B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7" name="Isosceles Triangle 756">
                  <a:extLst>
                    <a:ext uri="{FF2B5EF4-FFF2-40B4-BE49-F238E27FC236}">
                      <a16:creationId xmlns:a16="http://schemas.microsoft.com/office/drawing/2014/main" id="{4D73E4C5-9645-4B1A-B681-B3C5067ACBAC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8" name="Isosceles Triangle 757">
                  <a:extLst>
                    <a:ext uri="{FF2B5EF4-FFF2-40B4-BE49-F238E27FC236}">
                      <a16:creationId xmlns:a16="http://schemas.microsoft.com/office/drawing/2014/main" id="{BC5FAD5B-90D9-46CA-B66B-45F3BCC93E34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0DF39FC-E4C4-4F21-BD20-F1747357BD06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51" name="Isosceles Triangle 750">
                  <a:extLst>
                    <a:ext uri="{FF2B5EF4-FFF2-40B4-BE49-F238E27FC236}">
                      <a16:creationId xmlns:a16="http://schemas.microsoft.com/office/drawing/2014/main" id="{E879F457-22D9-4F63-99C5-6A2672A230C9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00B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2" name="Isosceles Triangle 751">
                  <a:extLst>
                    <a:ext uri="{FF2B5EF4-FFF2-40B4-BE49-F238E27FC236}">
                      <a16:creationId xmlns:a16="http://schemas.microsoft.com/office/drawing/2014/main" id="{9B66F810-3A2C-40C2-907C-732EAAC7C737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3" name="Isosceles Triangle 752">
                  <a:extLst>
                    <a:ext uri="{FF2B5EF4-FFF2-40B4-BE49-F238E27FC236}">
                      <a16:creationId xmlns:a16="http://schemas.microsoft.com/office/drawing/2014/main" id="{BF22984F-9633-4337-B99A-0FA594A75111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4" name="Isosceles Triangle 753">
                  <a:extLst>
                    <a:ext uri="{FF2B5EF4-FFF2-40B4-BE49-F238E27FC236}">
                      <a16:creationId xmlns:a16="http://schemas.microsoft.com/office/drawing/2014/main" id="{C65E9016-2E18-429E-8A12-65822CAD1F44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484A5C15-93B5-40FD-8862-ACD899449526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47" name="Isosceles Triangle 746">
                  <a:extLst>
                    <a:ext uri="{FF2B5EF4-FFF2-40B4-BE49-F238E27FC236}">
                      <a16:creationId xmlns:a16="http://schemas.microsoft.com/office/drawing/2014/main" id="{6FC36EA9-A264-4C16-A0EA-78F3CB2CEF23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33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8" name="Isosceles Triangle 747">
                  <a:extLst>
                    <a:ext uri="{FF2B5EF4-FFF2-40B4-BE49-F238E27FC236}">
                      <a16:creationId xmlns:a16="http://schemas.microsoft.com/office/drawing/2014/main" id="{C51F42C7-565E-4FCF-8CB6-DDC8990055F0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33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9" name="Isosceles Triangle 748">
                  <a:extLst>
                    <a:ext uri="{FF2B5EF4-FFF2-40B4-BE49-F238E27FC236}">
                      <a16:creationId xmlns:a16="http://schemas.microsoft.com/office/drawing/2014/main" id="{C5B1F84C-3049-4E91-B7AC-75FB070AD69D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0" name="Isosceles Triangle 749">
                  <a:extLst>
                    <a:ext uri="{FF2B5EF4-FFF2-40B4-BE49-F238E27FC236}">
                      <a16:creationId xmlns:a16="http://schemas.microsoft.com/office/drawing/2014/main" id="{1141363C-4D11-4967-AA10-F4B07E97C140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00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701" name="Group 700">
              <a:extLst>
                <a:ext uri="{FF2B5EF4-FFF2-40B4-BE49-F238E27FC236}">
                  <a16:creationId xmlns:a16="http://schemas.microsoft.com/office/drawing/2014/main" id="{B2E548B8-C73D-49A1-A7B2-60044AD1718D}"/>
                </a:ext>
              </a:extLst>
            </p:cNvPr>
            <p:cNvGrpSpPr/>
            <p:nvPr/>
          </p:nvGrpSpPr>
          <p:grpSpPr>
            <a:xfrm>
              <a:off x="8772548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723" name="Group 722">
                <a:extLst>
                  <a:ext uri="{FF2B5EF4-FFF2-40B4-BE49-F238E27FC236}">
                    <a16:creationId xmlns:a16="http://schemas.microsoft.com/office/drawing/2014/main" id="{C9F85936-E37B-40C3-B98D-76233E1229FC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39" name="Isosceles Triangle 738">
                  <a:extLst>
                    <a:ext uri="{FF2B5EF4-FFF2-40B4-BE49-F238E27FC236}">
                      <a16:creationId xmlns:a16="http://schemas.microsoft.com/office/drawing/2014/main" id="{CC072106-DCB8-424E-81A9-4C714D08D381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0" name="Isosceles Triangle 739">
                  <a:extLst>
                    <a:ext uri="{FF2B5EF4-FFF2-40B4-BE49-F238E27FC236}">
                      <a16:creationId xmlns:a16="http://schemas.microsoft.com/office/drawing/2014/main" id="{01AC3865-4AFA-438B-99D9-56D1807702ED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1" name="Isosceles Triangle 740">
                  <a:extLst>
                    <a:ext uri="{FF2B5EF4-FFF2-40B4-BE49-F238E27FC236}">
                      <a16:creationId xmlns:a16="http://schemas.microsoft.com/office/drawing/2014/main" id="{4C8245CB-6570-4A46-A40C-EA89B4094CE9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2" name="Isosceles Triangle 741">
                  <a:extLst>
                    <a:ext uri="{FF2B5EF4-FFF2-40B4-BE49-F238E27FC236}">
                      <a16:creationId xmlns:a16="http://schemas.microsoft.com/office/drawing/2014/main" id="{75E85F96-1B2A-4E70-8BB6-0A2D3626CEB4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24" name="Group 723">
                <a:extLst>
                  <a:ext uri="{FF2B5EF4-FFF2-40B4-BE49-F238E27FC236}">
                    <a16:creationId xmlns:a16="http://schemas.microsoft.com/office/drawing/2014/main" id="{CA12C7AB-16A7-4C45-A21F-ECE0196D7A90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35" name="Isosceles Triangle 734">
                  <a:extLst>
                    <a:ext uri="{FF2B5EF4-FFF2-40B4-BE49-F238E27FC236}">
                      <a16:creationId xmlns:a16="http://schemas.microsoft.com/office/drawing/2014/main" id="{0BA25FAC-81C6-47AC-99B6-D1C17DF81771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6" name="Isosceles Triangle 735">
                  <a:extLst>
                    <a:ext uri="{FF2B5EF4-FFF2-40B4-BE49-F238E27FC236}">
                      <a16:creationId xmlns:a16="http://schemas.microsoft.com/office/drawing/2014/main" id="{E6766BD5-9F39-487E-AA4D-659CB99E9E8F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7" name="Isosceles Triangle 736">
                  <a:extLst>
                    <a:ext uri="{FF2B5EF4-FFF2-40B4-BE49-F238E27FC236}">
                      <a16:creationId xmlns:a16="http://schemas.microsoft.com/office/drawing/2014/main" id="{222B9832-9463-4B41-BE18-AEE914F2A4DB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8" name="Isosceles Triangle 737">
                  <a:extLst>
                    <a:ext uri="{FF2B5EF4-FFF2-40B4-BE49-F238E27FC236}">
                      <a16:creationId xmlns:a16="http://schemas.microsoft.com/office/drawing/2014/main" id="{B1EFD514-48F1-454C-8CBC-41BEDD172EBB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25" name="Group 724">
                <a:extLst>
                  <a:ext uri="{FF2B5EF4-FFF2-40B4-BE49-F238E27FC236}">
                    <a16:creationId xmlns:a16="http://schemas.microsoft.com/office/drawing/2014/main" id="{CCBCCA04-2049-4B54-AF88-BB20480E4A50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31" name="Isosceles Triangle 730">
                  <a:extLst>
                    <a:ext uri="{FF2B5EF4-FFF2-40B4-BE49-F238E27FC236}">
                      <a16:creationId xmlns:a16="http://schemas.microsoft.com/office/drawing/2014/main" id="{850A1FD7-E856-471F-BF3E-C5017A457EA9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FFFFCC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2" name="Isosceles Triangle 731">
                  <a:extLst>
                    <a:ext uri="{FF2B5EF4-FFF2-40B4-BE49-F238E27FC236}">
                      <a16:creationId xmlns:a16="http://schemas.microsoft.com/office/drawing/2014/main" id="{A4BA7335-59E8-42EA-806E-ED9A34752220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3" name="Isosceles Triangle 732">
                  <a:extLst>
                    <a:ext uri="{FF2B5EF4-FFF2-40B4-BE49-F238E27FC236}">
                      <a16:creationId xmlns:a16="http://schemas.microsoft.com/office/drawing/2014/main" id="{2261A07C-DDAF-4B43-8275-E22EFF4178FA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4" name="Isosceles Triangle 733">
                  <a:extLst>
                    <a:ext uri="{FF2B5EF4-FFF2-40B4-BE49-F238E27FC236}">
                      <a16:creationId xmlns:a16="http://schemas.microsoft.com/office/drawing/2014/main" id="{F1ED3D0D-12CA-4085-9865-8319E4F4E6E6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26" name="Group 725">
                <a:extLst>
                  <a:ext uri="{FF2B5EF4-FFF2-40B4-BE49-F238E27FC236}">
                    <a16:creationId xmlns:a16="http://schemas.microsoft.com/office/drawing/2014/main" id="{3F47DC42-AEE6-4A1A-9D08-8B2202443A4C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27" name="Isosceles Triangle 726">
                  <a:extLst>
                    <a:ext uri="{FF2B5EF4-FFF2-40B4-BE49-F238E27FC236}">
                      <a16:creationId xmlns:a16="http://schemas.microsoft.com/office/drawing/2014/main" id="{394917DD-F5F6-4256-8406-1117D1D166CE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CCFF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8" name="Isosceles Triangle 727">
                  <a:extLst>
                    <a:ext uri="{FF2B5EF4-FFF2-40B4-BE49-F238E27FC236}">
                      <a16:creationId xmlns:a16="http://schemas.microsoft.com/office/drawing/2014/main" id="{A6A29C3D-411F-47C1-8A77-2108ED672E40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00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9" name="Isosceles Triangle 728">
                  <a:extLst>
                    <a:ext uri="{FF2B5EF4-FFF2-40B4-BE49-F238E27FC236}">
                      <a16:creationId xmlns:a16="http://schemas.microsoft.com/office/drawing/2014/main" id="{F95C3339-C167-45D2-9CF5-04374358AA3D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00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0" name="Isosceles Triangle 729">
                  <a:extLst>
                    <a:ext uri="{FF2B5EF4-FFF2-40B4-BE49-F238E27FC236}">
                      <a16:creationId xmlns:a16="http://schemas.microsoft.com/office/drawing/2014/main" id="{5032BA9A-9BF5-49E5-9E49-652EB2435B59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rgbClr val="00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702" name="Group 701">
              <a:extLst>
                <a:ext uri="{FF2B5EF4-FFF2-40B4-BE49-F238E27FC236}">
                  <a16:creationId xmlns:a16="http://schemas.microsoft.com/office/drawing/2014/main" id="{81485DB0-507B-4772-9AA1-728C476FD6A9}"/>
                </a:ext>
              </a:extLst>
            </p:cNvPr>
            <p:cNvGrpSpPr/>
            <p:nvPr/>
          </p:nvGrpSpPr>
          <p:grpSpPr>
            <a:xfrm>
              <a:off x="12065000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703" name="Group 702">
                <a:extLst>
                  <a:ext uri="{FF2B5EF4-FFF2-40B4-BE49-F238E27FC236}">
                    <a16:creationId xmlns:a16="http://schemas.microsoft.com/office/drawing/2014/main" id="{174568BA-1BD8-4467-9D9E-5702B3E31D84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19" name="Isosceles Triangle 718">
                  <a:extLst>
                    <a:ext uri="{FF2B5EF4-FFF2-40B4-BE49-F238E27FC236}">
                      <a16:creationId xmlns:a16="http://schemas.microsoft.com/office/drawing/2014/main" id="{28BB680C-EF16-4AF7-BC52-04C15986FDB5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0" name="Isosceles Triangle 719">
                  <a:extLst>
                    <a:ext uri="{FF2B5EF4-FFF2-40B4-BE49-F238E27FC236}">
                      <a16:creationId xmlns:a16="http://schemas.microsoft.com/office/drawing/2014/main" id="{5CCFA601-AAB0-40BE-9155-73678D2F0B8A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1" name="Isosceles Triangle 720">
                  <a:extLst>
                    <a:ext uri="{FF2B5EF4-FFF2-40B4-BE49-F238E27FC236}">
                      <a16:creationId xmlns:a16="http://schemas.microsoft.com/office/drawing/2014/main" id="{02DD09BB-958B-4FB6-895D-AFCE0E19872C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2" name="Isosceles Triangle 721">
                  <a:extLst>
                    <a:ext uri="{FF2B5EF4-FFF2-40B4-BE49-F238E27FC236}">
                      <a16:creationId xmlns:a16="http://schemas.microsoft.com/office/drawing/2014/main" id="{9E39E380-DDCE-4A90-A4CA-5C4EC656C4AA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04" name="Group 703">
                <a:extLst>
                  <a:ext uri="{FF2B5EF4-FFF2-40B4-BE49-F238E27FC236}">
                    <a16:creationId xmlns:a16="http://schemas.microsoft.com/office/drawing/2014/main" id="{D6A78EEF-A89D-4924-A7FF-F2262AFB043D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15" name="Isosceles Triangle 714">
                  <a:extLst>
                    <a:ext uri="{FF2B5EF4-FFF2-40B4-BE49-F238E27FC236}">
                      <a16:creationId xmlns:a16="http://schemas.microsoft.com/office/drawing/2014/main" id="{C940403F-23E0-4E66-9E2E-C7238795FB75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6" name="Isosceles Triangle 715">
                  <a:extLst>
                    <a:ext uri="{FF2B5EF4-FFF2-40B4-BE49-F238E27FC236}">
                      <a16:creationId xmlns:a16="http://schemas.microsoft.com/office/drawing/2014/main" id="{51F6C75D-6195-4208-837D-B82AB822623B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7" name="Isosceles Triangle 716">
                  <a:extLst>
                    <a:ext uri="{FF2B5EF4-FFF2-40B4-BE49-F238E27FC236}">
                      <a16:creationId xmlns:a16="http://schemas.microsoft.com/office/drawing/2014/main" id="{762FCF5F-4ADB-4ED7-9CD7-48A2E14972CA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8" name="Isosceles Triangle 717">
                  <a:extLst>
                    <a:ext uri="{FF2B5EF4-FFF2-40B4-BE49-F238E27FC236}">
                      <a16:creationId xmlns:a16="http://schemas.microsoft.com/office/drawing/2014/main" id="{0FC92780-F3B5-40BB-8A35-186283DF8FCF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05" name="Group 704">
                <a:extLst>
                  <a:ext uri="{FF2B5EF4-FFF2-40B4-BE49-F238E27FC236}">
                    <a16:creationId xmlns:a16="http://schemas.microsoft.com/office/drawing/2014/main" id="{2462709F-D178-49D2-9032-734B856335C7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11" name="Isosceles Triangle 710">
                  <a:extLst>
                    <a:ext uri="{FF2B5EF4-FFF2-40B4-BE49-F238E27FC236}">
                      <a16:creationId xmlns:a16="http://schemas.microsoft.com/office/drawing/2014/main" id="{EF4B3E1B-F01F-4FBE-98C7-12F45E942856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2" name="Isosceles Triangle 711">
                  <a:extLst>
                    <a:ext uri="{FF2B5EF4-FFF2-40B4-BE49-F238E27FC236}">
                      <a16:creationId xmlns:a16="http://schemas.microsoft.com/office/drawing/2014/main" id="{C69593E5-37E3-4895-AF73-031045B61AF4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3" name="Isosceles Triangle 712">
                  <a:extLst>
                    <a:ext uri="{FF2B5EF4-FFF2-40B4-BE49-F238E27FC236}">
                      <a16:creationId xmlns:a16="http://schemas.microsoft.com/office/drawing/2014/main" id="{E5B8FF1C-0DD6-4C4A-88A4-4648D688A8B8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4" name="Isosceles Triangle 713">
                  <a:extLst>
                    <a:ext uri="{FF2B5EF4-FFF2-40B4-BE49-F238E27FC236}">
                      <a16:creationId xmlns:a16="http://schemas.microsoft.com/office/drawing/2014/main" id="{4F0F879C-E12E-4915-B4AA-A7EFBD2BB619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06" name="Group 705">
                <a:extLst>
                  <a:ext uri="{FF2B5EF4-FFF2-40B4-BE49-F238E27FC236}">
                    <a16:creationId xmlns:a16="http://schemas.microsoft.com/office/drawing/2014/main" id="{6A35BE46-8F3C-4C98-9FA8-F0174D2BA43F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707" name="Isosceles Triangle 706">
                  <a:extLst>
                    <a:ext uri="{FF2B5EF4-FFF2-40B4-BE49-F238E27FC236}">
                      <a16:creationId xmlns:a16="http://schemas.microsoft.com/office/drawing/2014/main" id="{43597472-3B48-4F9B-8B2E-941BBEBBB0FB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solidFill>
                  <a:srgbClr val="33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8" name="Isosceles Triangle 707">
                  <a:extLst>
                    <a:ext uri="{FF2B5EF4-FFF2-40B4-BE49-F238E27FC236}">
                      <a16:creationId xmlns:a16="http://schemas.microsoft.com/office/drawing/2014/main" id="{20E8C53D-C3B1-4E53-A0E6-583C4641E538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solidFill>
                  <a:srgbClr val="00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9" name="Isosceles Triangle 708">
                  <a:extLst>
                    <a:ext uri="{FF2B5EF4-FFF2-40B4-BE49-F238E27FC236}">
                      <a16:creationId xmlns:a16="http://schemas.microsoft.com/office/drawing/2014/main" id="{14FD59EA-7353-4ABB-AF3A-32CA1D586BCC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solidFill>
                  <a:srgbClr val="00CCFF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0" name="Isosceles Triangle 709">
                  <a:extLst>
                    <a:ext uri="{FF2B5EF4-FFF2-40B4-BE49-F238E27FC236}">
                      <a16:creationId xmlns:a16="http://schemas.microsoft.com/office/drawing/2014/main" id="{1D77523A-6D8A-47A5-AC4D-E3C49B3A65C5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17095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roup 618">
            <a:extLst>
              <a:ext uri="{FF2B5EF4-FFF2-40B4-BE49-F238E27FC236}">
                <a16:creationId xmlns:a16="http://schemas.microsoft.com/office/drawing/2014/main" id="{995864E1-6BC0-41EC-8E71-40D8A0FCD1F8}"/>
              </a:ext>
            </a:extLst>
          </p:cNvPr>
          <p:cNvGrpSpPr/>
          <p:nvPr/>
        </p:nvGrpSpPr>
        <p:grpSpPr>
          <a:xfrm>
            <a:off x="-4304175" y="-621310"/>
            <a:ext cx="20814769" cy="8181221"/>
            <a:chOff x="-4304175" y="-621310"/>
            <a:chExt cx="20814769" cy="8181221"/>
          </a:xfrm>
        </p:grpSpPr>
        <p:grpSp>
          <p:nvGrpSpPr>
            <p:cNvPr id="556" name="Group 555">
              <a:extLst>
                <a:ext uri="{FF2B5EF4-FFF2-40B4-BE49-F238E27FC236}">
                  <a16:creationId xmlns:a16="http://schemas.microsoft.com/office/drawing/2014/main" id="{413B0DEB-CCEC-4257-B646-AD69430D0439}"/>
                </a:ext>
              </a:extLst>
            </p:cNvPr>
            <p:cNvGrpSpPr/>
            <p:nvPr/>
          </p:nvGrpSpPr>
          <p:grpSpPr>
            <a:xfrm>
              <a:off x="-4144901" y="2922079"/>
              <a:ext cx="20626024" cy="1545570"/>
              <a:chOff x="-4144901" y="2922079"/>
              <a:chExt cx="20626024" cy="1545570"/>
            </a:xfrm>
          </p:grpSpPr>
          <p:cxnSp>
            <p:nvCxnSpPr>
              <p:cNvPr id="550" name="Straight Connector 549">
                <a:extLst>
                  <a:ext uri="{FF2B5EF4-FFF2-40B4-BE49-F238E27FC236}">
                    <a16:creationId xmlns:a16="http://schemas.microsoft.com/office/drawing/2014/main" id="{2489D89A-BDA3-49A6-A5F4-DE86DFF3EA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4144901" y="2922079"/>
                <a:ext cx="20626024" cy="0"/>
              </a:xfrm>
              <a:prstGeom prst="line">
                <a:avLst/>
              </a:prstGeom>
              <a:ln w="57150" cmpd="sng">
                <a:solidFill>
                  <a:srgbClr val="92D050"/>
                </a:solidFill>
                <a:prstDash val="sys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1" name="Straight Connector 550">
                <a:extLst>
                  <a:ext uri="{FF2B5EF4-FFF2-40B4-BE49-F238E27FC236}">
                    <a16:creationId xmlns:a16="http://schemas.microsoft.com/office/drawing/2014/main" id="{3093B27A-2FA7-4CBD-8E08-AFD19C27A1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4144901" y="4467649"/>
                <a:ext cx="20626024" cy="0"/>
              </a:xfrm>
              <a:prstGeom prst="line">
                <a:avLst/>
              </a:prstGeom>
              <a:ln w="57150" cmpd="sng">
                <a:solidFill>
                  <a:srgbClr val="00B050"/>
                </a:solidFill>
                <a:prstDash val="soli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8CB82A57-3D0D-46B9-98F8-17460E562494}"/>
                </a:ext>
              </a:extLst>
            </p:cNvPr>
            <p:cNvGrpSpPr/>
            <p:nvPr/>
          </p:nvGrpSpPr>
          <p:grpSpPr>
            <a:xfrm>
              <a:off x="-4304175" y="763155"/>
              <a:ext cx="20639674" cy="6796756"/>
              <a:chOff x="-4304175" y="636155"/>
              <a:chExt cx="20639674" cy="6796756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5EEECBC3-8587-47DE-96A6-9C25359682F4}"/>
                  </a:ext>
                </a:extLst>
              </p:cNvPr>
              <p:cNvGrpSpPr/>
              <p:nvPr/>
            </p:nvGrpSpPr>
            <p:grpSpPr>
              <a:xfrm>
                <a:off x="-4290525" y="830704"/>
                <a:ext cx="20626023" cy="6407655"/>
                <a:chOff x="-4290525" y="830704"/>
                <a:chExt cx="20626023" cy="6407655"/>
              </a:xfrm>
            </p:grpSpPr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379DA536-34B1-4F5A-9CF8-E0BA3A7FC1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4290525" y="856916"/>
                  <a:ext cx="6487625" cy="0"/>
                </a:xfrm>
                <a:prstGeom prst="line">
                  <a:avLst/>
                </a:prstGeom>
                <a:ln w="57150" cmpd="sng">
                  <a:solidFill>
                    <a:srgbClr val="0099FF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6BCB8807-5FF4-4B50-B154-1BC3E3F386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210646" y="830704"/>
                  <a:ext cx="3709930" cy="6396745"/>
                </a:xfrm>
                <a:prstGeom prst="line">
                  <a:avLst/>
                </a:prstGeom>
                <a:ln w="57150" cmpd="sng">
                  <a:solidFill>
                    <a:srgbClr val="0099FF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98662C29-BCE1-488D-B7D0-DD7DD68541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20573" y="7238359"/>
                  <a:ext cx="5422366" cy="0"/>
                </a:xfrm>
                <a:prstGeom prst="line">
                  <a:avLst/>
                </a:prstGeom>
                <a:ln w="57150" cmpd="sng">
                  <a:solidFill>
                    <a:srgbClr val="0099FF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264FCBA1-8F94-442A-B1B4-A5F23D3EB1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50171" y="965345"/>
                  <a:ext cx="1385327" cy="0"/>
                </a:xfrm>
                <a:prstGeom prst="line">
                  <a:avLst/>
                </a:prstGeom>
                <a:ln w="57150" cmpd="sng">
                  <a:solidFill>
                    <a:srgbClr val="0099FF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95EA6C9E-BEDC-4BC3-85D1-1E23CDEA71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335474" y="946179"/>
                  <a:ext cx="3616741" cy="6281268"/>
                </a:xfrm>
                <a:prstGeom prst="line">
                  <a:avLst/>
                </a:prstGeom>
                <a:ln w="57150" cmpd="sng">
                  <a:solidFill>
                    <a:srgbClr val="0099FF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3" name="Group 552">
                <a:extLst>
                  <a:ext uri="{FF2B5EF4-FFF2-40B4-BE49-F238E27FC236}">
                    <a16:creationId xmlns:a16="http://schemas.microsoft.com/office/drawing/2014/main" id="{F134EED6-38FB-4805-9779-423DB436CAA5}"/>
                  </a:ext>
                </a:extLst>
              </p:cNvPr>
              <p:cNvGrpSpPr/>
              <p:nvPr/>
            </p:nvGrpSpPr>
            <p:grpSpPr>
              <a:xfrm rot="10800000">
                <a:off x="-4221499" y="867166"/>
                <a:ext cx="20556997" cy="6462160"/>
                <a:chOff x="-2312625" y="-1060841"/>
                <a:chExt cx="20556997" cy="6462160"/>
              </a:xfrm>
            </p:grpSpPr>
            <p:cxnSp>
              <p:nvCxnSpPr>
                <p:cNvPr id="580" name="Straight Connector 579">
                  <a:extLst>
                    <a:ext uri="{FF2B5EF4-FFF2-40B4-BE49-F238E27FC236}">
                      <a16:creationId xmlns:a16="http://schemas.microsoft.com/office/drawing/2014/main" id="{90DA56B2-CBDA-472F-83CF-58CDB68E3B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1324267" y="-1060841"/>
                  <a:ext cx="3969170" cy="6462160"/>
                </a:xfrm>
                <a:prstGeom prst="line">
                  <a:avLst/>
                </a:prstGeom>
                <a:ln w="57150" cmpd="sng">
                  <a:solidFill>
                    <a:srgbClr val="000066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Straight Connector 580">
                  <a:extLst>
                    <a:ext uri="{FF2B5EF4-FFF2-40B4-BE49-F238E27FC236}">
                      <a16:creationId xmlns:a16="http://schemas.microsoft.com/office/drawing/2014/main" id="{CFDED72E-4CAF-4B98-A848-14A93A53B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5264914" y="5401319"/>
                  <a:ext cx="3728759" cy="0"/>
                </a:xfrm>
                <a:prstGeom prst="line">
                  <a:avLst/>
                </a:prstGeom>
                <a:ln w="57150" cmpd="sng">
                  <a:solidFill>
                    <a:srgbClr val="000066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2" name="Straight Connector 581">
                  <a:extLst>
                    <a:ext uri="{FF2B5EF4-FFF2-40B4-BE49-F238E27FC236}">
                      <a16:creationId xmlns:a16="http://schemas.microsoft.com/office/drawing/2014/main" id="{65D83387-6A17-47EA-9506-E516677A6A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8969964" y="-798550"/>
                  <a:ext cx="3833279" cy="6197629"/>
                </a:xfrm>
                <a:prstGeom prst="line">
                  <a:avLst/>
                </a:prstGeom>
                <a:ln w="57150" cmpd="sng">
                  <a:solidFill>
                    <a:srgbClr val="000066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3" name="Straight Connector 582">
                  <a:extLst>
                    <a:ext uri="{FF2B5EF4-FFF2-40B4-BE49-F238E27FC236}">
                      <a16:creationId xmlns:a16="http://schemas.microsoft.com/office/drawing/2014/main" id="{949BC595-70F7-43B1-A7CB-CFE624F07A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12803242" y="-800058"/>
                  <a:ext cx="5441130" cy="0"/>
                </a:xfrm>
                <a:prstGeom prst="line">
                  <a:avLst/>
                </a:prstGeom>
                <a:ln w="57150" cmpd="sng">
                  <a:solidFill>
                    <a:srgbClr val="000066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Straight Connector 584">
                  <a:extLst>
                    <a:ext uri="{FF2B5EF4-FFF2-40B4-BE49-F238E27FC236}">
                      <a16:creationId xmlns:a16="http://schemas.microsoft.com/office/drawing/2014/main" id="{C5A79D90-F689-4EBA-A0D2-307BD2098C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-2312625" y="-1060840"/>
                  <a:ext cx="3618618" cy="0"/>
                </a:xfrm>
                <a:prstGeom prst="line">
                  <a:avLst/>
                </a:prstGeom>
                <a:ln w="57150" cmpd="sng">
                  <a:solidFill>
                    <a:srgbClr val="000066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4" name="Group 553">
                <a:extLst>
                  <a:ext uri="{FF2B5EF4-FFF2-40B4-BE49-F238E27FC236}">
                    <a16:creationId xmlns:a16="http://schemas.microsoft.com/office/drawing/2014/main" id="{6284F0B5-5C78-41F7-804A-0F19FAD9843C}"/>
                  </a:ext>
                </a:extLst>
              </p:cNvPr>
              <p:cNvGrpSpPr/>
              <p:nvPr/>
            </p:nvGrpSpPr>
            <p:grpSpPr>
              <a:xfrm>
                <a:off x="-4290527" y="804017"/>
                <a:ext cx="20626025" cy="6628894"/>
                <a:chOff x="-2312624" y="600509"/>
                <a:chExt cx="20626025" cy="6628894"/>
              </a:xfrm>
            </p:grpSpPr>
            <p:cxnSp>
              <p:nvCxnSpPr>
                <p:cNvPr id="575" name="Straight Connector 574">
                  <a:extLst>
                    <a:ext uri="{FF2B5EF4-FFF2-40B4-BE49-F238E27FC236}">
                      <a16:creationId xmlns:a16="http://schemas.microsoft.com/office/drawing/2014/main" id="{E86D1204-2A9E-4191-A808-E0DB424B0A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2312624" y="976153"/>
                  <a:ext cx="3112205" cy="0"/>
                </a:xfrm>
                <a:prstGeom prst="line">
                  <a:avLst/>
                </a:prstGeom>
                <a:ln w="57150" cmpd="sng">
                  <a:solidFill>
                    <a:srgbClr val="00CC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6" name="Straight Connector 575">
                  <a:extLst>
                    <a:ext uri="{FF2B5EF4-FFF2-40B4-BE49-F238E27FC236}">
                      <a16:creationId xmlns:a16="http://schemas.microsoft.com/office/drawing/2014/main" id="{4231B051-75AE-4B43-8B84-CDE57495C8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18451" y="952082"/>
                  <a:ext cx="3949645" cy="6277319"/>
                </a:xfrm>
                <a:prstGeom prst="line">
                  <a:avLst/>
                </a:prstGeom>
                <a:ln w="57150" cmpd="sng">
                  <a:solidFill>
                    <a:srgbClr val="00CC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7" name="Straight Connector 576">
                  <a:extLst>
                    <a:ext uri="{FF2B5EF4-FFF2-40B4-BE49-F238E27FC236}">
                      <a16:creationId xmlns:a16="http://schemas.microsoft.com/office/drawing/2014/main" id="{551F6D1D-D57E-4CC2-A52F-BC534F8E3D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68096" y="7229403"/>
                  <a:ext cx="5124352" cy="0"/>
                </a:xfrm>
                <a:prstGeom prst="line">
                  <a:avLst/>
                </a:prstGeom>
                <a:ln w="57150" cmpd="sng">
                  <a:solidFill>
                    <a:srgbClr val="00CC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>
                  <a:extLst>
                    <a:ext uri="{FF2B5EF4-FFF2-40B4-BE49-F238E27FC236}">
                      <a16:creationId xmlns:a16="http://schemas.microsoft.com/office/drawing/2014/main" id="{DA09B593-C047-4BC1-BE3E-5830C7FBB2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844729" y="600509"/>
                  <a:ext cx="4468672" cy="15122"/>
                </a:xfrm>
                <a:prstGeom prst="line">
                  <a:avLst/>
                </a:prstGeom>
                <a:ln w="57150" cmpd="sng">
                  <a:solidFill>
                    <a:srgbClr val="00CC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9" name="Straight Connector 578">
                  <a:extLst>
                    <a:ext uri="{FF2B5EF4-FFF2-40B4-BE49-F238E27FC236}">
                      <a16:creationId xmlns:a16="http://schemas.microsoft.com/office/drawing/2014/main" id="{0CE9CC98-CEF3-45F9-A3DD-3D9F86E223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792448" y="627196"/>
                  <a:ext cx="4047555" cy="6602205"/>
                </a:xfrm>
                <a:prstGeom prst="line">
                  <a:avLst/>
                </a:prstGeom>
                <a:ln w="57150" cmpd="sng">
                  <a:solidFill>
                    <a:srgbClr val="00CC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DE031E0B-EB1D-4E16-A936-CA4041F71767}"/>
                  </a:ext>
                </a:extLst>
              </p:cNvPr>
              <p:cNvGrpSpPr/>
              <p:nvPr/>
            </p:nvGrpSpPr>
            <p:grpSpPr>
              <a:xfrm rot="10800000">
                <a:off x="-4290527" y="636155"/>
                <a:ext cx="20626024" cy="6642845"/>
                <a:chOff x="-5580758" y="-834558"/>
                <a:chExt cx="20626024" cy="6642845"/>
              </a:xfrm>
            </p:grpSpPr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7475B204-FF13-4860-B668-FF8D54246F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1341793" y="-599370"/>
                  <a:ext cx="4055752" cy="6407657"/>
                </a:xfrm>
                <a:prstGeom prst="line">
                  <a:avLst/>
                </a:prstGeom>
                <a:ln w="57150" cmpd="sng">
                  <a:solidFill>
                    <a:srgbClr val="0000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1" name="Straight Connector 570">
                  <a:extLst>
                    <a:ext uri="{FF2B5EF4-FFF2-40B4-BE49-F238E27FC236}">
                      <a16:creationId xmlns:a16="http://schemas.microsoft.com/office/drawing/2014/main" id="{E7FE23AE-2616-4CEA-BA64-D42297A06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5396860" y="5780499"/>
                  <a:ext cx="3441809" cy="13743"/>
                </a:xfrm>
                <a:prstGeom prst="line">
                  <a:avLst/>
                </a:prstGeom>
                <a:ln w="57150" cmpd="sng">
                  <a:solidFill>
                    <a:srgbClr val="0000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2" name="Straight Connector 571">
                  <a:extLst>
                    <a:ext uri="{FF2B5EF4-FFF2-40B4-BE49-F238E27FC236}">
                      <a16:creationId xmlns:a16="http://schemas.microsoft.com/office/drawing/2014/main" id="{75C5CB36-96D4-4043-AB01-0C4049C70E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8873869" y="-821706"/>
                  <a:ext cx="3903999" cy="6615948"/>
                </a:xfrm>
                <a:prstGeom prst="line">
                  <a:avLst/>
                </a:prstGeom>
                <a:ln w="57150" cmpd="sng">
                  <a:solidFill>
                    <a:srgbClr val="0000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Straight Connector 572">
                  <a:extLst>
                    <a:ext uri="{FF2B5EF4-FFF2-40B4-BE49-F238E27FC236}">
                      <a16:creationId xmlns:a16="http://schemas.microsoft.com/office/drawing/2014/main" id="{2E9D8B04-1D5A-44F0-9A71-3EB0FCCB9F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12792215" y="-834558"/>
                  <a:ext cx="2253051" cy="0"/>
                </a:xfrm>
                <a:prstGeom prst="line">
                  <a:avLst/>
                </a:prstGeom>
                <a:ln w="57150" cmpd="sng">
                  <a:solidFill>
                    <a:srgbClr val="0000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E55DCB6B-F657-4C0D-BE91-50AD1DAAB7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-5580758" y="-587018"/>
                  <a:ext cx="6900845" cy="0"/>
                </a:xfrm>
                <a:prstGeom prst="line">
                  <a:avLst/>
                </a:prstGeom>
                <a:ln w="57150" cmpd="sng">
                  <a:solidFill>
                    <a:srgbClr val="0000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1CA465ED-B0B4-437B-8EA0-CDDD5CF5FEE3}"/>
                  </a:ext>
                </a:extLst>
              </p:cNvPr>
              <p:cNvGrpSpPr/>
              <p:nvPr/>
            </p:nvGrpSpPr>
            <p:grpSpPr>
              <a:xfrm rot="10800000">
                <a:off x="-4304175" y="1045875"/>
                <a:ext cx="20639674" cy="6220274"/>
                <a:chOff x="-2312626" y="-1099264"/>
                <a:chExt cx="20639674" cy="6220274"/>
              </a:xfrm>
            </p:grpSpPr>
            <p:cxnSp>
              <p:nvCxnSpPr>
                <p:cNvPr id="558" name="Straight Connector 557">
                  <a:extLst>
                    <a:ext uri="{FF2B5EF4-FFF2-40B4-BE49-F238E27FC236}">
                      <a16:creationId xmlns:a16="http://schemas.microsoft.com/office/drawing/2014/main" id="{657D97FA-F022-48B0-9BF4-C4E139761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16726544" y="2419740"/>
                  <a:ext cx="1600504" cy="0"/>
                </a:xfrm>
                <a:prstGeom prst="line">
                  <a:avLst/>
                </a:prstGeom>
                <a:ln w="57150" cmpd="sng">
                  <a:solidFill>
                    <a:srgbClr val="CCFF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9" name="Straight Connector 558">
                  <a:extLst>
                    <a:ext uri="{FF2B5EF4-FFF2-40B4-BE49-F238E27FC236}">
                      <a16:creationId xmlns:a16="http://schemas.microsoft.com/office/drawing/2014/main" id="{A7F443C0-C4C1-4D35-903D-AA8499F7A3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14394361" y="-1071474"/>
                  <a:ext cx="2400227" cy="3508615"/>
                </a:xfrm>
                <a:prstGeom prst="line">
                  <a:avLst/>
                </a:prstGeom>
                <a:ln w="57150" cmpd="sng">
                  <a:solidFill>
                    <a:srgbClr val="CCFF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0" name="Straight Connector 559">
                  <a:extLst>
                    <a:ext uri="{FF2B5EF4-FFF2-40B4-BE49-F238E27FC236}">
                      <a16:creationId xmlns:a16="http://schemas.microsoft.com/office/drawing/2014/main" id="{324051DA-6BC9-4C6D-BD15-FB96945CE1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9427491" y="-1099264"/>
                  <a:ext cx="4966871" cy="38702"/>
                </a:xfrm>
                <a:prstGeom prst="line">
                  <a:avLst/>
                </a:prstGeom>
                <a:ln w="57150" cmpd="sng">
                  <a:solidFill>
                    <a:srgbClr val="CCFF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>
                  <a:extLst>
                    <a:ext uri="{FF2B5EF4-FFF2-40B4-BE49-F238E27FC236}">
                      <a16:creationId xmlns:a16="http://schemas.microsoft.com/office/drawing/2014/main" id="{6FD6543A-46A0-4A55-86C0-7F2DF80A9A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149272" y="5105717"/>
                  <a:ext cx="3413649" cy="0"/>
                </a:xfrm>
                <a:prstGeom prst="line">
                  <a:avLst/>
                </a:prstGeom>
                <a:ln w="57150" cmpd="sng">
                  <a:solidFill>
                    <a:srgbClr val="CCFF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2" name="Straight Connector 561">
                  <a:extLst>
                    <a:ext uri="{FF2B5EF4-FFF2-40B4-BE49-F238E27FC236}">
                      <a16:creationId xmlns:a16="http://schemas.microsoft.com/office/drawing/2014/main" id="{5D9B0D98-2712-4439-B5BD-C6C12F1365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5562921" y="-1099263"/>
                  <a:ext cx="3864569" cy="6220273"/>
                </a:xfrm>
                <a:prstGeom prst="line">
                  <a:avLst/>
                </a:prstGeom>
                <a:ln w="57150" cmpd="sng">
                  <a:solidFill>
                    <a:srgbClr val="CCFF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3" name="Straight Connector 562">
                  <a:extLst>
                    <a:ext uri="{FF2B5EF4-FFF2-40B4-BE49-F238E27FC236}">
                      <a16:creationId xmlns:a16="http://schemas.microsoft.com/office/drawing/2014/main" id="{4FE5B257-88BE-4FC1-B2DE-EB1CE3F1EF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-86585" y="1680585"/>
                  <a:ext cx="2235858" cy="3327494"/>
                </a:xfrm>
                <a:prstGeom prst="line">
                  <a:avLst/>
                </a:prstGeom>
                <a:ln w="57150" cmpd="sng">
                  <a:solidFill>
                    <a:srgbClr val="CCFF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9A366C88-BBE4-4586-BA52-61F450F528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-2312626" y="1678359"/>
                  <a:ext cx="2285433" cy="0"/>
                </a:xfrm>
                <a:prstGeom prst="line">
                  <a:avLst/>
                </a:prstGeom>
                <a:ln w="57150" cmpd="sng">
                  <a:solidFill>
                    <a:srgbClr val="CCFFFF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BA9280C5-E728-46C3-888F-2CCAF75DA365}"/>
                </a:ext>
              </a:extLst>
            </p:cNvPr>
            <p:cNvGrpSpPr/>
            <p:nvPr/>
          </p:nvGrpSpPr>
          <p:grpSpPr>
            <a:xfrm>
              <a:off x="-4129080" y="-621310"/>
              <a:ext cx="20639674" cy="6796756"/>
              <a:chOff x="-4304175" y="-582400"/>
              <a:chExt cx="20639674" cy="6796756"/>
            </a:xfrm>
          </p:grpSpPr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F537380B-5551-4B68-A4B0-DE1DBE512084}"/>
                  </a:ext>
                </a:extLst>
              </p:cNvPr>
              <p:cNvGrpSpPr/>
              <p:nvPr/>
            </p:nvGrpSpPr>
            <p:grpSpPr>
              <a:xfrm rot="10800000">
                <a:off x="-4304174" y="-387848"/>
                <a:ext cx="20626023" cy="6407655"/>
                <a:chOff x="-4290525" y="830704"/>
                <a:chExt cx="20626023" cy="6407655"/>
              </a:xfrm>
            </p:grpSpPr>
            <p:cxnSp>
              <p:nvCxnSpPr>
                <p:cNvPr id="541" name="Straight Connector 540">
                  <a:extLst>
                    <a:ext uri="{FF2B5EF4-FFF2-40B4-BE49-F238E27FC236}">
                      <a16:creationId xmlns:a16="http://schemas.microsoft.com/office/drawing/2014/main" id="{29F91017-BEAB-4ADD-8A38-FF919698B7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4290525" y="856916"/>
                  <a:ext cx="6487625" cy="0"/>
                </a:xfrm>
                <a:prstGeom prst="line">
                  <a:avLst/>
                </a:prstGeom>
                <a:ln w="57150" cmpd="sng">
                  <a:solidFill>
                    <a:srgbClr val="FFC00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Straight Connector 541">
                  <a:extLst>
                    <a:ext uri="{FF2B5EF4-FFF2-40B4-BE49-F238E27FC236}">
                      <a16:creationId xmlns:a16="http://schemas.microsoft.com/office/drawing/2014/main" id="{C69E3BDB-B3C8-4B98-AE08-391E4678A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210646" y="830704"/>
                  <a:ext cx="3709930" cy="6396745"/>
                </a:xfrm>
                <a:prstGeom prst="line">
                  <a:avLst/>
                </a:prstGeom>
                <a:ln w="57150" cmpd="sng">
                  <a:solidFill>
                    <a:srgbClr val="FFC00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Straight Connector 543">
                  <a:extLst>
                    <a:ext uri="{FF2B5EF4-FFF2-40B4-BE49-F238E27FC236}">
                      <a16:creationId xmlns:a16="http://schemas.microsoft.com/office/drawing/2014/main" id="{3A678FF5-6160-41C2-9321-03EAEC95FE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20573" y="7238359"/>
                  <a:ext cx="5422366" cy="0"/>
                </a:xfrm>
                <a:prstGeom prst="line">
                  <a:avLst/>
                </a:prstGeom>
                <a:ln w="57150" cmpd="sng">
                  <a:solidFill>
                    <a:srgbClr val="FFC00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Straight Connector 544">
                  <a:extLst>
                    <a:ext uri="{FF2B5EF4-FFF2-40B4-BE49-F238E27FC236}">
                      <a16:creationId xmlns:a16="http://schemas.microsoft.com/office/drawing/2014/main" id="{296A0C82-F1D8-422F-8524-745BB0C331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50171" y="965345"/>
                  <a:ext cx="1385327" cy="0"/>
                </a:xfrm>
                <a:prstGeom prst="line">
                  <a:avLst/>
                </a:prstGeom>
                <a:ln w="57150" cmpd="sng">
                  <a:solidFill>
                    <a:srgbClr val="FFC00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6" name="Straight Connector 545">
                  <a:extLst>
                    <a:ext uri="{FF2B5EF4-FFF2-40B4-BE49-F238E27FC236}">
                      <a16:creationId xmlns:a16="http://schemas.microsoft.com/office/drawing/2014/main" id="{6792BD51-5150-4FB8-BBB2-3166820400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335474" y="946179"/>
                  <a:ext cx="3616741" cy="6281268"/>
                </a:xfrm>
                <a:prstGeom prst="line">
                  <a:avLst/>
                </a:prstGeom>
                <a:ln w="57150" cmpd="sng">
                  <a:solidFill>
                    <a:srgbClr val="FFC00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761641E7-66B6-40B5-9FA6-3615EBDD2A95}"/>
                  </a:ext>
                </a:extLst>
              </p:cNvPr>
              <p:cNvGrpSpPr/>
              <p:nvPr/>
            </p:nvGrpSpPr>
            <p:grpSpPr>
              <a:xfrm>
                <a:off x="-4304174" y="-478815"/>
                <a:ext cx="20626023" cy="6462160"/>
                <a:chOff x="-2312625" y="-1060841"/>
                <a:chExt cx="20626023" cy="6462160"/>
              </a:xfrm>
            </p:grpSpPr>
            <p:cxnSp>
              <p:nvCxnSpPr>
                <p:cNvPr id="535" name="Straight Connector 534">
                  <a:extLst>
                    <a:ext uri="{FF2B5EF4-FFF2-40B4-BE49-F238E27FC236}">
                      <a16:creationId xmlns:a16="http://schemas.microsoft.com/office/drawing/2014/main" id="{8F7CE509-0D95-4590-BC6C-8BBC593175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1324267" y="-1060841"/>
                  <a:ext cx="3969170" cy="6462160"/>
                </a:xfrm>
                <a:prstGeom prst="line">
                  <a:avLst/>
                </a:prstGeom>
                <a:ln w="57150" cmpd="sng">
                  <a:solidFill>
                    <a:srgbClr val="C0000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7" name="Straight Connector 536">
                  <a:extLst>
                    <a:ext uri="{FF2B5EF4-FFF2-40B4-BE49-F238E27FC236}">
                      <a16:creationId xmlns:a16="http://schemas.microsoft.com/office/drawing/2014/main" id="{D80D938C-D36B-4486-89AB-E278916513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5264914" y="5401319"/>
                  <a:ext cx="3728759" cy="0"/>
                </a:xfrm>
                <a:prstGeom prst="line">
                  <a:avLst/>
                </a:prstGeom>
                <a:ln w="57150" cmpd="sng">
                  <a:solidFill>
                    <a:srgbClr val="C0000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8" name="Straight Connector 537">
                  <a:extLst>
                    <a:ext uri="{FF2B5EF4-FFF2-40B4-BE49-F238E27FC236}">
                      <a16:creationId xmlns:a16="http://schemas.microsoft.com/office/drawing/2014/main" id="{43049706-A798-4D8F-8F3D-B101A4CDCB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8969964" y="-798550"/>
                  <a:ext cx="3833279" cy="6197629"/>
                </a:xfrm>
                <a:prstGeom prst="line">
                  <a:avLst/>
                </a:prstGeom>
                <a:ln w="57150" cmpd="sng">
                  <a:solidFill>
                    <a:srgbClr val="C0000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9" name="Straight Connector 538">
                  <a:extLst>
                    <a:ext uri="{FF2B5EF4-FFF2-40B4-BE49-F238E27FC236}">
                      <a16:creationId xmlns:a16="http://schemas.microsoft.com/office/drawing/2014/main" id="{3099291C-CFB1-4DBA-9E20-38B79C225B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03243" y="-800058"/>
                  <a:ext cx="5510155" cy="0"/>
                </a:xfrm>
                <a:prstGeom prst="line">
                  <a:avLst/>
                </a:prstGeom>
                <a:ln w="57150" cmpd="sng">
                  <a:solidFill>
                    <a:srgbClr val="C0000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Straight Connector 539">
                  <a:extLst>
                    <a:ext uri="{FF2B5EF4-FFF2-40B4-BE49-F238E27FC236}">
                      <a16:creationId xmlns:a16="http://schemas.microsoft.com/office/drawing/2014/main" id="{6C01CC31-13DE-49AB-AA1B-F630DF513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-2312625" y="-1060840"/>
                  <a:ext cx="3618618" cy="0"/>
                </a:xfrm>
                <a:prstGeom prst="line">
                  <a:avLst/>
                </a:prstGeom>
                <a:ln w="57150" cmpd="sng">
                  <a:solidFill>
                    <a:srgbClr val="C00000"/>
                  </a:solidFill>
                  <a:prstDash val="soli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342A1597-8EB6-4B3A-9E16-1F6D2446D71C}"/>
                  </a:ext>
                </a:extLst>
              </p:cNvPr>
              <p:cNvGrpSpPr/>
              <p:nvPr/>
            </p:nvGrpSpPr>
            <p:grpSpPr>
              <a:xfrm rot="10800000">
                <a:off x="-4304174" y="-582400"/>
                <a:ext cx="20626025" cy="6628894"/>
                <a:chOff x="-2312624" y="600509"/>
                <a:chExt cx="20626025" cy="6628894"/>
              </a:xfrm>
            </p:grpSpPr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49DF5665-15A6-4175-92EF-3B90D8ABF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2312624" y="976153"/>
                  <a:ext cx="3112205" cy="0"/>
                </a:xfrm>
                <a:prstGeom prst="line">
                  <a:avLst/>
                </a:prstGeom>
                <a:ln w="57150" cmpd="sng">
                  <a:solidFill>
                    <a:srgbClr val="FFFF00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Straight Connector 529">
                  <a:extLst>
                    <a:ext uri="{FF2B5EF4-FFF2-40B4-BE49-F238E27FC236}">
                      <a16:creationId xmlns:a16="http://schemas.microsoft.com/office/drawing/2014/main" id="{AB0393D7-4910-4927-BDCD-E552731351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18451" y="952082"/>
                  <a:ext cx="3949645" cy="6277319"/>
                </a:xfrm>
                <a:prstGeom prst="line">
                  <a:avLst/>
                </a:prstGeom>
                <a:ln w="57150" cmpd="sng">
                  <a:solidFill>
                    <a:srgbClr val="FFFF00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Straight Connector 530">
                  <a:extLst>
                    <a:ext uri="{FF2B5EF4-FFF2-40B4-BE49-F238E27FC236}">
                      <a16:creationId xmlns:a16="http://schemas.microsoft.com/office/drawing/2014/main" id="{F68E26BA-7C61-498C-A77E-0AF5677ED9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68096" y="7229403"/>
                  <a:ext cx="5124352" cy="0"/>
                </a:xfrm>
                <a:prstGeom prst="line">
                  <a:avLst/>
                </a:prstGeom>
                <a:ln w="57150" cmpd="sng">
                  <a:solidFill>
                    <a:srgbClr val="FFFF00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2" name="Straight Connector 531">
                  <a:extLst>
                    <a:ext uri="{FF2B5EF4-FFF2-40B4-BE49-F238E27FC236}">
                      <a16:creationId xmlns:a16="http://schemas.microsoft.com/office/drawing/2014/main" id="{DB2FBC32-6582-4ECD-B3F6-FCC922F625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844729" y="600509"/>
                  <a:ext cx="4468672" cy="15122"/>
                </a:xfrm>
                <a:prstGeom prst="line">
                  <a:avLst/>
                </a:prstGeom>
                <a:ln w="57150" cmpd="sng">
                  <a:solidFill>
                    <a:srgbClr val="FFFF00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4" name="Straight Connector 533">
                  <a:extLst>
                    <a:ext uri="{FF2B5EF4-FFF2-40B4-BE49-F238E27FC236}">
                      <a16:creationId xmlns:a16="http://schemas.microsoft.com/office/drawing/2014/main" id="{4E54A1B5-9AEA-47DE-A8CF-1264590FB4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792448" y="627196"/>
                  <a:ext cx="4047555" cy="6602205"/>
                </a:xfrm>
                <a:prstGeom prst="line">
                  <a:avLst/>
                </a:prstGeom>
                <a:ln w="57150" cmpd="sng">
                  <a:solidFill>
                    <a:srgbClr val="FFFF00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2" name="Group 511">
                <a:extLst>
                  <a:ext uri="{FF2B5EF4-FFF2-40B4-BE49-F238E27FC236}">
                    <a16:creationId xmlns:a16="http://schemas.microsoft.com/office/drawing/2014/main" id="{D44E6DF5-53DA-4D44-A8ED-2968722E5189}"/>
                  </a:ext>
                </a:extLst>
              </p:cNvPr>
              <p:cNvGrpSpPr/>
              <p:nvPr/>
            </p:nvGrpSpPr>
            <p:grpSpPr>
              <a:xfrm>
                <a:off x="-4304173" y="-428489"/>
                <a:ext cx="20626024" cy="6642845"/>
                <a:chOff x="-5580758" y="-834558"/>
                <a:chExt cx="20626024" cy="6642845"/>
              </a:xfrm>
            </p:grpSpPr>
            <p:cxnSp>
              <p:nvCxnSpPr>
                <p:cNvPr id="523" name="Straight Connector 522">
                  <a:extLst>
                    <a:ext uri="{FF2B5EF4-FFF2-40B4-BE49-F238E27FC236}">
                      <a16:creationId xmlns:a16="http://schemas.microsoft.com/office/drawing/2014/main" id="{15D15834-6A78-4C63-B974-B6592F31E9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1341793" y="-599370"/>
                  <a:ext cx="4055752" cy="6407657"/>
                </a:xfrm>
                <a:prstGeom prst="line">
                  <a:avLst/>
                </a:prstGeom>
                <a:ln w="57150" cmpd="sng">
                  <a:solidFill>
                    <a:srgbClr val="FF0000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EC7C0D87-DB46-4185-BDAF-02ABC823E8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5396860" y="5780499"/>
                  <a:ext cx="3441809" cy="13743"/>
                </a:xfrm>
                <a:prstGeom prst="line">
                  <a:avLst/>
                </a:prstGeom>
                <a:ln w="57150" cmpd="sng">
                  <a:solidFill>
                    <a:srgbClr val="FF0000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Straight Connector 525">
                  <a:extLst>
                    <a:ext uri="{FF2B5EF4-FFF2-40B4-BE49-F238E27FC236}">
                      <a16:creationId xmlns:a16="http://schemas.microsoft.com/office/drawing/2014/main" id="{F925A160-1B0F-4867-844C-F7819392E6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8873869" y="-821706"/>
                  <a:ext cx="3903999" cy="6615948"/>
                </a:xfrm>
                <a:prstGeom prst="line">
                  <a:avLst/>
                </a:prstGeom>
                <a:ln w="57150" cmpd="sng">
                  <a:solidFill>
                    <a:srgbClr val="FF0000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Straight Connector 526">
                  <a:extLst>
                    <a:ext uri="{FF2B5EF4-FFF2-40B4-BE49-F238E27FC236}">
                      <a16:creationId xmlns:a16="http://schemas.microsoft.com/office/drawing/2014/main" id="{19117C58-04C7-4AAE-B51A-ECD006B0B1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12792215" y="-834558"/>
                  <a:ext cx="2253051" cy="0"/>
                </a:xfrm>
                <a:prstGeom prst="line">
                  <a:avLst/>
                </a:prstGeom>
                <a:ln w="57150" cmpd="sng">
                  <a:solidFill>
                    <a:srgbClr val="FF0000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7F94FF51-8E31-4530-9C38-85FE588C6E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-5580758" y="-587018"/>
                  <a:ext cx="6900845" cy="0"/>
                </a:xfrm>
                <a:prstGeom prst="line">
                  <a:avLst/>
                </a:prstGeom>
                <a:ln w="57150" cmpd="sng">
                  <a:solidFill>
                    <a:srgbClr val="FF0000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3" name="Group 512">
                <a:extLst>
                  <a:ext uri="{FF2B5EF4-FFF2-40B4-BE49-F238E27FC236}">
                    <a16:creationId xmlns:a16="http://schemas.microsoft.com/office/drawing/2014/main" id="{6FE6B67F-CCF8-4FDA-82BB-48EB9BA2A5E0}"/>
                  </a:ext>
                </a:extLst>
              </p:cNvPr>
              <p:cNvGrpSpPr/>
              <p:nvPr/>
            </p:nvGrpSpPr>
            <p:grpSpPr>
              <a:xfrm>
                <a:off x="-4304175" y="-415638"/>
                <a:ext cx="20639674" cy="6220274"/>
                <a:chOff x="-2312626" y="-1099264"/>
                <a:chExt cx="20639674" cy="6220274"/>
              </a:xfrm>
            </p:grpSpPr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7E03DFE3-AFF0-458B-B6C9-5AF29D5995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16726544" y="2419740"/>
                  <a:ext cx="1600504" cy="0"/>
                </a:xfrm>
                <a:prstGeom prst="line">
                  <a:avLst/>
                </a:prstGeom>
                <a:ln w="57150" cmpd="sng">
                  <a:solidFill>
                    <a:srgbClr val="FFFFCC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BA50D5C9-5F35-40E8-90BB-DB90788D0F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14394361" y="-1071474"/>
                  <a:ext cx="2400227" cy="3508615"/>
                </a:xfrm>
                <a:prstGeom prst="line">
                  <a:avLst/>
                </a:prstGeom>
                <a:ln w="57150" cmpd="sng">
                  <a:solidFill>
                    <a:srgbClr val="FFFFCC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6" name="Straight Connector 515">
                  <a:extLst>
                    <a:ext uri="{FF2B5EF4-FFF2-40B4-BE49-F238E27FC236}">
                      <a16:creationId xmlns:a16="http://schemas.microsoft.com/office/drawing/2014/main" id="{1F85D4E6-82E4-47E6-8B27-02C753FB92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9427491" y="-1099264"/>
                  <a:ext cx="4966871" cy="38702"/>
                </a:xfrm>
                <a:prstGeom prst="line">
                  <a:avLst/>
                </a:prstGeom>
                <a:ln w="57150" cmpd="sng">
                  <a:solidFill>
                    <a:srgbClr val="FFFFCC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8" name="Straight Connector 517">
                  <a:extLst>
                    <a:ext uri="{FF2B5EF4-FFF2-40B4-BE49-F238E27FC236}">
                      <a16:creationId xmlns:a16="http://schemas.microsoft.com/office/drawing/2014/main" id="{02405B95-E6DD-4127-B672-11A27844A7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149272" y="5105717"/>
                  <a:ext cx="3413649" cy="0"/>
                </a:xfrm>
                <a:prstGeom prst="line">
                  <a:avLst/>
                </a:prstGeom>
                <a:ln w="57150" cmpd="sng">
                  <a:solidFill>
                    <a:srgbClr val="FFFFCC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>
                  <a:extLst>
                    <a:ext uri="{FF2B5EF4-FFF2-40B4-BE49-F238E27FC236}">
                      <a16:creationId xmlns:a16="http://schemas.microsoft.com/office/drawing/2014/main" id="{06E9B9BE-A79A-4BB3-8B5B-198C26D8BF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5562921" y="-1099263"/>
                  <a:ext cx="3864569" cy="6220273"/>
                </a:xfrm>
                <a:prstGeom prst="line">
                  <a:avLst/>
                </a:prstGeom>
                <a:ln w="57150" cmpd="sng">
                  <a:solidFill>
                    <a:srgbClr val="FFFFCC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0" name="Straight Connector 519">
                  <a:extLst>
                    <a:ext uri="{FF2B5EF4-FFF2-40B4-BE49-F238E27FC236}">
                      <a16:creationId xmlns:a16="http://schemas.microsoft.com/office/drawing/2014/main" id="{AD980EF7-E2EF-4118-9B01-23150A6B18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-86585" y="1680585"/>
                  <a:ext cx="2235858" cy="3327494"/>
                </a:xfrm>
                <a:prstGeom prst="line">
                  <a:avLst/>
                </a:prstGeom>
                <a:ln w="57150" cmpd="sng">
                  <a:solidFill>
                    <a:srgbClr val="FFFFCC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333F9E3C-65EA-46B3-B45F-F5A1574FF6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-2312626" y="1678359"/>
                  <a:ext cx="2285433" cy="0"/>
                </a:xfrm>
                <a:prstGeom prst="line">
                  <a:avLst/>
                </a:prstGeom>
                <a:ln w="57150" cmpd="sng">
                  <a:solidFill>
                    <a:srgbClr val="FFFFCC"/>
                  </a:solidFill>
                  <a:prstDash val="sysDash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A4D0FB4F-F51E-4A76-B7BD-9B6EFCF9DE13}"/>
              </a:ext>
            </a:extLst>
          </p:cNvPr>
          <p:cNvGrpSpPr/>
          <p:nvPr/>
        </p:nvGrpSpPr>
        <p:grpSpPr>
          <a:xfrm>
            <a:off x="-2993760" y="-880622"/>
            <a:ext cx="18179520" cy="8619243"/>
            <a:chOff x="-1149666" y="-1053054"/>
            <a:chExt cx="18179520" cy="8619243"/>
          </a:xfrm>
          <a:solidFill>
            <a:schemeClr val="bg1"/>
          </a:solidFill>
        </p:grpSpPr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76F96489-C4FD-4668-8C0B-22F5FAF208EA}"/>
                </a:ext>
              </a:extLst>
            </p:cNvPr>
            <p:cNvGrpSpPr/>
            <p:nvPr/>
          </p:nvGrpSpPr>
          <p:grpSpPr>
            <a:xfrm>
              <a:off x="-1149666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35679D9E-31F9-454C-BFA0-6469E519D306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61" name="Isosceles Triangle 360">
                  <a:extLst>
                    <a:ext uri="{FF2B5EF4-FFF2-40B4-BE49-F238E27FC236}">
                      <a16:creationId xmlns:a16="http://schemas.microsoft.com/office/drawing/2014/main" id="{15CC894F-B685-42B7-AA0A-207FB7760149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362" name="Isosceles Triangle 361">
                  <a:extLst>
                    <a:ext uri="{FF2B5EF4-FFF2-40B4-BE49-F238E27FC236}">
                      <a16:creationId xmlns:a16="http://schemas.microsoft.com/office/drawing/2014/main" id="{97AA39A2-329A-4473-B263-653E12B25692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3" name="Isosceles Triangle 362">
                  <a:extLst>
                    <a:ext uri="{FF2B5EF4-FFF2-40B4-BE49-F238E27FC236}">
                      <a16:creationId xmlns:a16="http://schemas.microsoft.com/office/drawing/2014/main" id="{78064F2E-9C34-41E6-BA89-AF7D7827631C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4" name="Isosceles Triangle 363">
                  <a:extLst>
                    <a:ext uri="{FF2B5EF4-FFF2-40B4-BE49-F238E27FC236}">
                      <a16:creationId xmlns:a16="http://schemas.microsoft.com/office/drawing/2014/main" id="{945411AD-1912-4DA0-8A64-0AD2CB085A0F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46" name="Group 345">
                <a:extLst>
                  <a:ext uri="{FF2B5EF4-FFF2-40B4-BE49-F238E27FC236}">
                    <a16:creationId xmlns:a16="http://schemas.microsoft.com/office/drawing/2014/main" id="{50B18FF2-FBE3-4F98-A0EF-723CE6CB2DFD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57" name="Isosceles Triangle 356">
                  <a:extLst>
                    <a:ext uri="{FF2B5EF4-FFF2-40B4-BE49-F238E27FC236}">
                      <a16:creationId xmlns:a16="http://schemas.microsoft.com/office/drawing/2014/main" id="{B4E52C6E-7652-4144-A590-2F75DAD3CF5B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8" name="Isosceles Triangle 357">
                  <a:extLst>
                    <a:ext uri="{FF2B5EF4-FFF2-40B4-BE49-F238E27FC236}">
                      <a16:creationId xmlns:a16="http://schemas.microsoft.com/office/drawing/2014/main" id="{2C2FF666-3CCF-476D-B637-48D6D7375BB6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9" name="Isosceles Triangle 358">
                  <a:extLst>
                    <a:ext uri="{FF2B5EF4-FFF2-40B4-BE49-F238E27FC236}">
                      <a16:creationId xmlns:a16="http://schemas.microsoft.com/office/drawing/2014/main" id="{5F792DFE-E19D-4582-81E5-D201B80C6FCA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0" name="Isosceles Triangle 359">
                  <a:extLst>
                    <a:ext uri="{FF2B5EF4-FFF2-40B4-BE49-F238E27FC236}">
                      <a16:creationId xmlns:a16="http://schemas.microsoft.com/office/drawing/2014/main" id="{D24204E5-1DE3-4552-B4D4-6E559E0F40C6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47" name="Group 346">
                <a:extLst>
                  <a:ext uri="{FF2B5EF4-FFF2-40B4-BE49-F238E27FC236}">
                    <a16:creationId xmlns:a16="http://schemas.microsoft.com/office/drawing/2014/main" id="{0CD36724-A689-4CC8-83B9-8B11C7F8851E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53" name="Isosceles Triangle 352">
                  <a:extLst>
                    <a:ext uri="{FF2B5EF4-FFF2-40B4-BE49-F238E27FC236}">
                      <a16:creationId xmlns:a16="http://schemas.microsoft.com/office/drawing/2014/main" id="{E1EB3BDE-93FF-4D59-A641-A73A6B858E3F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4" name="Isosceles Triangle 353">
                  <a:extLst>
                    <a:ext uri="{FF2B5EF4-FFF2-40B4-BE49-F238E27FC236}">
                      <a16:creationId xmlns:a16="http://schemas.microsoft.com/office/drawing/2014/main" id="{F58EBAA1-F8B0-4FC8-BBF4-C3F4A4155E27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5" name="Isosceles Triangle 354">
                  <a:extLst>
                    <a:ext uri="{FF2B5EF4-FFF2-40B4-BE49-F238E27FC236}">
                      <a16:creationId xmlns:a16="http://schemas.microsoft.com/office/drawing/2014/main" id="{D85230E3-32AC-44F7-AB84-946E39E2E7B2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6" name="Isosceles Triangle 355">
                  <a:extLst>
                    <a:ext uri="{FF2B5EF4-FFF2-40B4-BE49-F238E27FC236}">
                      <a16:creationId xmlns:a16="http://schemas.microsoft.com/office/drawing/2014/main" id="{E727865F-3F21-4AEB-9819-6B61E5A7F5A6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DE2D8883-FE14-4A62-B371-79A2790A3DBA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49" name="Isosceles Triangle 348">
                  <a:extLst>
                    <a:ext uri="{FF2B5EF4-FFF2-40B4-BE49-F238E27FC236}">
                      <a16:creationId xmlns:a16="http://schemas.microsoft.com/office/drawing/2014/main" id="{384A9DB4-3D89-49B8-9C73-104047DB9C36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0" name="Isosceles Triangle 349">
                  <a:extLst>
                    <a:ext uri="{FF2B5EF4-FFF2-40B4-BE49-F238E27FC236}">
                      <a16:creationId xmlns:a16="http://schemas.microsoft.com/office/drawing/2014/main" id="{FCDE232B-CA33-4B73-8AC3-1C7049899F27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1" name="Isosceles Triangle 350">
                  <a:extLst>
                    <a:ext uri="{FF2B5EF4-FFF2-40B4-BE49-F238E27FC236}">
                      <a16:creationId xmlns:a16="http://schemas.microsoft.com/office/drawing/2014/main" id="{E0D231D4-8021-4BBE-A8DD-B7A8EB89D964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2" name="Isosceles Triangle 351">
                  <a:extLst>
                    <a:ext uri="{FF2B5EF4-FFF2-40B4-BE49-F238E27FC236}">
                      <a16:creationId xmlns:a16="http://schemas.microsoft.com/office/drawing/2014/main" id="{82C632C6-17DC-4DBC-9355-5C7EFE15A46C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D4B38C95-7C47-4F03-AACA-960DA08AC043}"/>
                </a:ext>
              </a:extLst>
            </p:cNvPr>
            <p:cNvGrpSpPr/>
            <p:nvPr/>
          </p:nvGrpSpPr>
          <p:grpSpPr>
            <a:xfrm>
              <a:off x="2157739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897A0AD0-8EF0-4482-AE6C-3E117DB8DAC2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41" name="Isosceles Triangle 340">
                  <a:extLst>
                    <a:ext uri="{FF2B5EF4-FFF2-40B4-BE49-F238E27FC236}">
                      <a16:creationId xmlns:a16="http://schemas.microsoft.com/office/drawing/2014/main" id="{E01088B4-99FE-44BD-874B-73BEC45E0C7A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2" name="Isosceles Triangle 341">
                  <a:extLst>
                    <a:ext uri="{FF2B5EF4-FFF2-40B4-BE49-F238E27FC236}">
                      <a16:creationId xmlns:a16="http://schemas.microsoft.com/office/drawing/2014/main" id="{24787CA2-578A-438B-B086-3DE44FB23A67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3" name="Isosceles Triangle 342">
                  <a:extLst>
                    <a:ext uri="{FF2B5EF4-FFF2-40B4-BE49-F238E27FC236}">
                      <a16:creationId xmlns:a16="http://schemas.microsoft.com/office/drawing/2014/main" id="{60AE091C-B9E5-49C3-BA0F-096C3ADC4526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4" name="Isosceles Triangle 343">
                  <a:extLst>
                    <a:ext uri="{FF2B5EF4-FFF2-40B4-BE49-F238E27FC236}">
                      <a16:creationId xmlns:a16="http://schemas.microsoft.com/office/drawing/2014/main" id="{852A2669-A517-4719-A911-6537B350D1C8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2913AFBE-884E-42F1-9FDE-963876BE6693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37" name="Isosceles Triangle 336">
                  <a:extLst>
                    <a:ext uri="{FF2B5EF4-FFF2-40B4-BE49-F238E27FC236}">
                      <a16:creationId xmlns:a16="http://schemas.microsoft.com/office/drawing/2014/main" id="{7B404617-D3B7-4E0C-888A-76261DF46581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8" name="Isosceles Triangle 337">
                  <a:extLst>
                    <a:ext uri="{FF2B5EF4-FFF2-40B4-BE49-F238E27FC236}">
                      <a16:creationId xmlns:a16="http://schemas.microsoft.com/office/drawing/2014/main" id="{5ED3B0C8-C043-4BDF-BFCB-344DD10B681E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9" name="Isosceles Triangle 338">
                  <a:extLst>
                    <a:ext uri="{FF2B5EF4-FFF2-40B4-BE49-F238E27FC236}">
                      <a16:creationId xmlns:a16="http://schemas.microsoft.com/office/drawing/2014/main" id="{FDFED965-4557-493E-82F6-6CF0F7CFAB01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0" name="Isosceles Triangle 339">
                  <a:extLst>
                    <a:ext uri="{FF2B5EF4-FFF2-40B4-BE49-F238E27FC236}">
                      <a16:creationId xmlns:a16="http://schemas.microsoft.com/office/drawing/2014/main" id="{E2EAC015-AE9D-4E60-B707-C619434AB593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538F4B08-AE6C-4281-ADB5-310F15255B59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33" name="Isosceles Triangle 332">
                  <a:extLst>
                    <a:ext uri="{FF2B5EF4-FFF2-40B4-BE49-F238E27FC236}">
                      <a16:creationId xmlns:a16="http://schemas.microsoft.com/office/drawing/2014/main" id="{0E145F72-FDAF-47BD-B8F4-31968999D5A2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4" name="Isosceles Triangle 333">
                  <a:extLst>
                    <a:ext uri="{FF2B5EF4-FFF2-40B4-BE49-F238E27FC236}">
                      <a16:creationId xmlns:a16="http://schemas.microsoft.com/office/drawing/2014/main" id="{33CFA182-30FB-428E-82E3-B19225A20A7E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5" name="Isosceles Triangle 334">
                  <a:extLst>
                    <a:ext uri="{FF2B5EF4-FFF2-40B4-BE49-F238E27FC236}">
                      <a16:creationId xmlns:a16="http://schemas.microsoft.com/office/drawing/2014/main" id="{313D5EA0-D286-43CC-8EB1-11CE02C5AD40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6" name="Isosceles Triangle 335">
                  <a:extLst>
                    <a:ext uri="{FF2B5EF4-FFF2-40B4-BE49-F238E27FC236}">
                      <a16:creationId xmlns:a16="http://schemas.microsoft.com/office/drawing/2014/main" id="{A3EB00D0-A0D8-4D42-BEBE-6727FAD14A53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8E3AB818-AEBA-40C7-A51C-1D87F09856EE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29" name="Isosceles Triangle 328">
                  <a:extLst>
                    <a:ext uri="{FF2B5EF4-FFF2-40B4-BE49-F238E27FC236}">
                      <a16:creationId xmlns:a16="http://schemas.microsoft.com/office/drawing/2014/main" id="{5ABD94A7-D945-4091-8F77-2E3137FC8ECF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0" name="Isosceles Triangle 329">
                  <a:extLst>
                    <a:ext uri="{FF2B5EF4-FFF2-40B4-BE49-F238E27FC236}">
                      <a16:creationId xmlns:a16="http://schemas.microsoft.com/office/drawing/2014/main" id="{A46201A9-5768-4EAC-8587-BCE9028BA941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1" name="Isosceles Triangle 330">
                  <a:extLst>
                    <a:ext uri="{FF2B5EF4-FFF2-40B4-BE49-F238E27FC236}">
                      <a16:creationId xmlns:a16="http://schemas.microsoft.com/office/drawing/2014/main" id="{DD4222DC-3ED2-4710-80D3-7519A8BC7DE1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2" name="Isosceles Triangle 331">
                  <a:extLst>
                    <a:ext uri="{FF2B5EF4-FFF2-40B4-BE49-F238E27FC236}">
                      <a16:creationId xmlns:a16="http://schemas.microsoft.com/office/drawing/2014/main" id="{55932D91-7893-47B8-8A2D-17583C7B5693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6012448D-5AC4-4BFB-BFDD-52C242CD2C8A}"/>
                </a:ext>
              </a:extLst>
            </p:cNvPr>
            <p:cNvGrpSpPr/>
            <p:nvPr/>
          </p:nvGrpSpPr>
          <p:grpSpPr>
            <a:xfrm>
              <a:off x="5465143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A933512-236C-408F-86CF-39E180C1E1E2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21" name="Isosceles Triangle 320">
                  <a:extLst>
                    <a:ext uri="{FF2B5EF4-FFF2-40B4-BE49-F238E27FC236}">
                      <a16:creationId xmlns:a16="http://schemas.microsoft.com/office/drawing/2014/main" id="{1294F110-147D-4C3E-BB98-E3319A44A109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22" name="Isosceles Triangle 321">
                  <a:extLst>
                    <a:ext uri="{FF2B5EF4-FFF2-40B4-BE49-F238E27FC236}">
                      <a16:creationId xmlns:a16="http://schemas.microsoft.com/office/drawing/2014/main" id="{9072B187-AFBA-423C-B4C1-3917823203FB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23" name="Isosceles Triangle 322">
                  <a:extLst>
                    <a:ext uri="{FF2B5EF4-FFF2-40B4-BE49-F238E27FC236}">
                      <a16:creationId xmlns:a16="http://schemas.microsoft.com/office/drawing/2014/main" id="{528D7610-90D3-4C9B-9F0F-7321DB8D6772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24" name="Isosceles Triangle 323">
                  <a:extLst>
                    <a:ext uri="{FF2B5EF4-FFF2-40B4-BE49-F238E27FC236}">
                      <a16:creationId xmlns:a16="http://schemas.microsoft.com/office/drawing/2014/main" id="{09074525-1AE3-45BA-89FD-228B53A72D17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769CCEE7-5CD8-49AC-9F0D-F8CF67C505BC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17" name="Isosceles Triangle 316">
                  <a:extLst>
                    <a:ext uri="{FF2B5EF4-FFF2-40B4-BE49-F238E27FC236}">
                      <a16:creationId xmlns:a16="http://schemas.microsoft.com/office/drawing/2014/main" id="{91A4B632-B605-4997-8B7A-06D831D9B208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8" name="Isosceles Triangle 317">
                  <a:extLst>
                    <a:ext uri="{FF2B5EF4-FFF2-40B4-BE49-F238E27FC236}">
                      <a16:creationId xmlns:a16="http://schemas.microsoft.com/office/drawing/2014/main" id="{DAA84CFB-6C4F-40ED-88E9-FE0B98C86972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9" name="Isosceles Triangle 318">
                  <a:extLst>
                    <a:ext uri="{FF2B5EF4-FFF2-40B4-BE49-F238E27FC236}">
                      <a16:creationId xmlns:a16="http://schemas.microsoft.com/office/drawing/2014/main" id="{FB967733-19F1-4C25-81AB-B1F5AF6F32DF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20" name="Isosceles Triangle 319">
                  <a:extLst>
                    <a:ext uri="{FF2B5EF4-FFF2-40B4-BE49-F238E27FC236}">
                      <a16:creationId xmlns:a16="http://schemas.microsoft.com/office/drawing/2014/main" id="{84068EB7-AB2B-4CDD-A247-54AF4C1C210F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34BC11C5-AE46-485E-A29C-D915771E5D14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13" name="Isosceles Triangle 312">
                  <a:extLst>
                    <a:ext uri="{FF2B5EF4-FFF2-40B4-BE49-F238E27FC236}">
                      <a16:creationId xmlns:a16="http://schemas.microsoft.com/office/drawing/2014/main" id="{370356F8-BB73-42B4-8EB1-03D599A0E64F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4" name="Isosceles Triangle 313">
                  <a:extLst>
                    <a:ext uri="{FF2B5EF4-FFF2-40B4-BE49-F238E27FC236}">
                      <a16:creationId xmlns:a16="http://schemas.microsoft.com/office/drawing/2014/main" id="{9C491F13-00A0-424F-A9A2-2EC8B070CB30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5" name="Isosceles Triangle 314">
                  <a:extLst>
                    <a:ext uri="{FF2B5EF4-FFF2-40B4-BE49-F238E27FC236}">
                      <a16:creationId xmlns:a16="http://schemas.microsoft.com/office/drawing/2014/main" id="{436C3886-AC2A-45C7-8B8A-E5CAE8FE61EC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6" name="Isosceles Triangle 315">
                  <a:extLst>
                    <a:ext uri="{FF2B5EF4-FFF2-40B4-BE49-F238E27FC236}">
                      <a16:creationId xmlns:a16="http://schemas.microsoft.com/office/drawing/2014/main" id="{30D172FE-2129-4549-8891-E08924A69436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968814E9-785C-4707-A042-D530379F7677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09" name="Isosceles Triangle 308">
                  <a:extLst>
                    <a:ext uri="{FF2B5EF4-FFF2-40B4-BE49-F238E27FC236}">
                      <a16:creationId xmlns:a16="http://schemas.microsoft.com/office/drawing/2014/main" id="{C8B93E8C-087B-487D-8FD0-3D613B16DC77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0" name="Isosceles Triangle 309">
                  <a:extLst>
                    <a:ext uri="{FF2B5EF4-FFF2-40B4-BE49-F238E27FC236}">
                      <a16:creationId xmlns:a16="http://schemas.microsoft.com/office/drawing/2014/main" id="{453F9D31-FB27-416E-82EC-AB0E0FBC9738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1" name="Isosceles Triangle 310">
                  <a:extLst>
                    <a:ext uri="{FF2B5EF4-FFF2-40B4-BE49-F238E27FC236}">
                      <a16:creationId xmlns:a16="http://schemas.microsoft.com/office/drawing/2014/main" id="{C1B5B120-28A4-404A-BF67-F9D3F3C6C040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2" name="Isosceles Triangle 311">
                  <a:extLst>
                    <a:ext uri="{FF2B5EF4-FFF2-40B4-BE49-F238E27FC236}">
                      <a16:creationId xmlns:a16="http://schemas.microsoft.com/office/drawing/2014/main" id="{B7856687-DC93-4300-B674-D84EC96B3011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D93211CF-4B23-472A-A773-77975F8B969D}"/>
                </a:ext>
              </a:extLst>
            </p:cNvPr>
            <p:cNvGrpSpPr/>
            <p:nvPr/>
          </p:nvGrpSpPr>
          <p:grpSpPr>
            <a:xfrm>
              <a:off x="8772548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9BC78228-4721-4A34-A018-AB79540D82FB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301" name="Isosceles Triangle 300">
                  <a:extLst>
                    <a:ext uri="{FF2B5EF4-FFF2-40B4-BE49-F238E27FC236}">
                      <a16:creationId xmlns:a16="http://schemas.microsoft.com/office/drawing/2014/main" id="{1A256858-B206-4564-91A3-55E5C7A1F9E6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2" name="Isosceles Triangle 301">
                  <a:extLst>
                    <a:ext uri="{FF2B5EF4-FFF2-40B4-BE49-F238E27FC236}">
                      <a16:creationId xmlns:a16="http://schemas.microsoft.com/office/drawing/2014/main" id="{63BD95AF-C853-4406-AD26-E1B19DE4132B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3" name="Isosceles Triangle 302">
                  <a:extLst>
                    <a:ext uri="{FF2B5EF4-FFF2-40B4-BE49-F238E27FC236}">
                      <a16:creationId xmlns:a16="http://schemas.microsoft.com/office/drawing/2014/main" id="{8041B2A3-605F-4291-ABE7-93B926F67716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4" name="Isosceles Triangle 303">
                  <a:extLst>
                    <a:ext uri="{FF2B5EF4-FFF2-40B4-BE49-F238E27FC236}">
                      <a16:creationId xmlns:a16="http://schemas.microsoft.com/office/drawing/2014/main" id="{498962E3-75E3-44C2-B6DA-5E0E57382781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E1A5F7B4-D5C5-4D36-B64D-667FABEC519A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297" name="Isosceles Triangle 296">
                  <a:extLst>
                    <a:ext uri="{FF2B5EF4-FFF2-40B4-BE49-F238E27FC236}">
                      <a16:creationId xmlns:a16="http://schemas.microsoft.com/office/drawing/2014/main" id="{04BD5A98-C35F-4662-BB89-EB9B3AA93626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8" name="Isosceles Triangle 297">
                  <a:extLst>
                    <a:ext uri="{FF2B5EF4-FFF2-40B4-BE49-F238E27FC236}">
                      <a16:creationId xmlns:a16="http://schemas.microsoft.com/office/drawing/2014/main" id="{2D636F02-B657-4FBD-9D5E-A42B794D23CC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9" name="Isosceles Triangle 298">
                  <a:extLst>
                    <a:ext uri="{FF2B5EF4-FFF2-40B4-BE49-F238E27FC236}">
                      <a16:creationId xmlns:a16="http://schemas.microsoft.com/office/drawing/2014/main" id="{6EE214CC-22DD-4375-A725-E554F168915C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0" name="Isosceles Triangle 299">
                  <a:extLst>
                    <a:ext uri="{FF2B5EF4-FFF2-40B4-BE49-F238E27FC236}">
                      <a16:creationId xmlns:a16="http://schemas.microsoft.com/office/drawing/2014/main" id="{DFDC1683-ABCF-447C-A5C2-1BAA5D5D55A7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5B1FE451-81CC-44B4-8793-0DADB492741E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293" name="Isosceles Triangle 292">
                  <a:extLst>
                    <a:ext uri="{FF2B5EF4-FFF2-40B4-BE49-F238E27FC236}">
                      <a16:creationId xmlns:a16="http://schemas.microsoft.com/office/drawing/2014/main" id="{E80038BD-2C79-48E9-8F1A-C775D79BE02A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4" name="Isosceles Triangle 293">
                  <a:extLst>
                    <a:ext uri="{FF2B5EF4-FFF2-40B4-BE49-F238E27FC236}">
                      <a16:creationId xmlns:a16="http://schemas.microsoft.com/office/drawing/2014/main" id="{E019B249-1E9A-4F59-99C6-5B854F7202B8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5" name="Isosceles Triangle 294">
                  <a:extLst>
                    <a:ext uri="{FF2B5EF4-FFF2-40B4-BE49-F238E27FC236}">
                      <a16:creationId xmlns:a16="http://schemas.microsoft.com/office/drawing/2014/main" id="{7479FAE3-7985-4300-90C9-232D8D08252F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6" name="Isosceles Triangle 295">
                  <a:extLst>
                    <a:ext uri="{FF2B5EF4-FFF2-40B4-BE49-F238E27FC236}">
                      <a16:creationId xmlns:a16="http://schemas.microsoft.com/office/drawing/2014/main" id="{1FCA13EA-7FD9-4018-8F76-6083B9BF1CC4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88" name="Group 287">
                <a:extLst>
                  <a:ext uri="{FF2B5EF4-FFF2-40B4-BE49-F238E27FC236}">
                    <a16:creationId xmlns:a16="http://schemas.microsoft.com/office/drawing/2014/main" id="{ACA0FB9A-6C48-4462-8636-848FCF29FD08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289" name="Isosceles Triangle 288">
                  <a:extLst>
                    <a:ext uri="{FF2B5EF4-FFF2-40B4-BE49-F238E27FC236}">
                      <a16:creationId xmlns:a16="http://schemas.microsoft.com/office/drawing/2014/main" id="{73740780-28CB-4986-8565-8A4BDE805B10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0" name="Isosceles Triangle 289">
                  <a:extLst>
                    <a:ext uri="{FF2B5EF4-FFF2-40B4-BE49-F238E27FC236}">
                      <a16:creationId xmlns:a16="http://schemas.microsoft.com/office/drawing/2014/main" id="{7F30C9C2-4135-49A9-8C96-CD7E9EF4950D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1" name="Isosceles Triangle 290">
                  <a:extLst>
                    <a:ext uri="{FF2B5EF4-FFF2-40B4-BE49-F238E27FC236}">
                      <a16:creationId xmlns:a16="http://schemas.microsoft.com/office/drawing/2014/main" id="{9B6B05A0-E6DB-4489-8728-1294DD73BA4F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2" name="Isosceles Triangle 291">
                  <a:extLst>
                    <a:ext uri="{FF2B5EF4-FFF2-40B4-BE49-F238E27FC236}">
                      <a16:creationId xmlns:a16="http://schemas.microsoft.com/office/drawing/2014/main" id="{6F889158-A1EA-4AB9-B9E4-071E8759CB93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9E9CBB2B-17CE-4E7C-8A90-EB355707F668}"/>
                </a:ext>
              </a:extLst>
            </p:cNvPr>
            <p:cNvGrpSpPr/>
            <p:nvPr/>
          </p:nvGrpSpPr>
          <p:grpSpPr>
            <a:xfrm>
              <a:off x="12065000" y="-1053054"/>
              <a:ext cx="4964854" cy="8619243"/>
              <a:chOff x="795866" y="328273"/>
              <a:chExt cx="4964854" cy="8619243"/>
            </a:xfrm>
            <a:grpFill/>
          </p:grpSpPr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8AD3D2EF-078E-4596-95BF-8ABF181D30D3}"/>
                  </a:ext>
                </a:extLst>
              </p:cNvPr>
              <p:cNvGrpSpPr/>
              <p:nvPr/>
            </p:nvGrpSpPr>
            <p:grpSpPr>
              <a:xfrm>
                <a:off x="2448560" y="32827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281" name="Isosceles Triangle 280">
                  <a:extLst>
                    <a:ext uri="{FF2B5EF4-FFF2-40B4-BE49-F238E27FC236}">
                      <a16:creationId xmlns:a16="http://schemas.microsoft.com/office/drawing/2014/main" id="{AC53F0FB-0FF9-4391-9BF0-9BF3D49F8301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82" name="Isosceles Triangle 281">
                  <a:extLst>
                    <a:ext uri="{FF2B5EF4-FFF2-40B4-BE49-F238E27FC236}">
                      <a16:creationId xmlns:a16="http://schemas.microsoft.com/office/drawing/2014/main" id="{DB772C05-9964-4CA5-8014-3736F56CC6C8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83" name="Isosceles Triangle 282">
                  <a:extLst>
                    <a:ext uri="{FF2B5EF4-FFF2-40B4-BE49-F238E27FC236}">
                      <a16:creationId xmlns:a16="http://schemas.microsoft.com/office/drawing/2014/main" id="{2DC3D8B8-8F3A-4D0D-A9AF-5264A92DCEA8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84" name="Isosceles Triangle 283">
                  <a:extLst>
                    <a:ext uri="{FF2B5EF4-FFF2-40B4-BE49-F238E27FC236}">
                      <a16:creationId xmlns:a16="http://schemas.microsoft.com/office/drawing/2014/main" id="{578D42A1-AC93-4164-AA2B-4E69D4A05862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72B53AED-EC6E-4746-AB21-7BEBFF2543D8}"/>
                  </a:ext>
                </a:extLst>
              </p:cNvPr>
              <p:cNvGrpSpPr/>
              <p:nvPr/>
            </p:nvGrpSpPr>
            <p:grpSpPr>
              <a:xfrm flipV="1">
                <a:off x="244856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277" name="Isosceles Triangle 276">
                  <a:extLst>
                    <a:ext uri="{FF2B5EF4-FFF2-40B4-BE49-F238E27FC236}">
                      <a16:creationId xmlns:a16="http://schemas.microsoft.com/office/drawing/2014/main" id="{8A42FB40-9200-4698-A812-07B9D6AC87B1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8" name="Isosceles Triangle 277">
                  <a:extLst>
                    <a:ext uri="{FF2B5EF4-FFF2-40B4-BE49-F238E27FC236}">
                      <a16:creationId xmlns:a16="http://schemas.microsoft.com/office/drawing/2014/main" id="{84566628-A829-41CC-9A45-21BACC2D2BE8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9" name="Isosceles Triangle 278">
                  <a:extLst>
                    <a:ext uri="{FF2B5EF4-FFF2-40B4-BE49-F238E27FC236}">
                      <a16:creationId xmlns:a16="http://schemas.microsoft.com/office/drawing/2014/main" id="{6AFC3FFE-1FFB-4CD7-9E8A-2632D4FC222C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80" name="Isosceles Triangle 279">
                  <a:extLst>
                    <a:ext uri="{FF2B5EF4-FFF2-40B4-BE49-F238E27FC236}">
                      <a16:creationId xmlns:a16="http://schemas.microsoft.com/office/drawing/2014/main" id="{8F8A439E-6F97-4794-8790-B6C055799F07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9D3D8C3D-2ABE-42BE-B785-4B838301560F}"/>
                  </a:ext>
                </a:extLst>
              </p:cNvPr>
              <p:cNvGrpSpPr/>
              <p:nvPr/>
            </p:nvGrpSpPr>
            <p:grpSpPr>
              <a:xfrm>
                <a:off x="802640" y="3193393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273" name="Isosceles Triangle 272">
                  <a:extLst>
                    <a:ext uri="{FF2B5EF4-FFF2-40B4-BE49-F238E27FC236}">
                      <a16:creationId xmlns:a16="http://schemas.microsoft.com/office/drawing/2014/main" id="{C4971EB3-FA68-43AF-8AFF-46FC38D4106F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4" name="Isosceles Triangle 273">
                  <a:extLst>
                    <a:ext uri="{FF2B5EF4-FFF2-40B4-BE49-F238E27FC236}">
                      <a16:creationId xmlns:a16="http://schemas.microsoft.com/office/drawing/2014/main" id="{4BA68423-E0C3-4159-9CB5-3BBF41929166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5" name="Isosceles Triangle 274">
                  <a:extLst>
                    <a:ext uri="{FF2B5EF4-FFF2-40B4-BE49-F238E27FC236}">
                      <a16:creationId xmlns:a16="http://schemas.microsoft.com/office/drawing/2014/main" id="{8E5E1D22-FC3F-44A0-BA1F-F7974019AC8D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6" name="Isosceles Triangle 275">
                  <a:extLst>
                    <a:ext uri="{FF2B5EF4-FFF2-40B4-BE49-F238E27FC236}">
                      <a16:creationId xmlns:a16="http://schemas.microsoft.com/office/drawing/2014/main" id="{6CBDEDF9-0B7C-407B-91C0-F55FE1D63C95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DD382FFE-0FD2-48B8-B9C0-ADB454C10E35}"/>
                  </a:ext>
                </a:extLst>
              </p:cNvPr>
              <p:cNvGrpSpPr/>
              <p:nvPr/>
            </p:nvGrpSpPr>
            <p:grpSpPr>
              <a:xfrm flipV="1">
                <a:off x="795866" y="6074688"/>
                <a:ext cx="3312160" cy="2872828"/>
                <a:chOff x="2448560" y="328273"/>
                <a:chExt cx="3312160" cy="2872828"/>
              </a:xfrm>
              <a:grpFill/>
            </p:grpSpPr>
            <p:sp>
              <p:nvSpPr>
                <p:cNvPr id="269" name="Isosceles Triangle 268">
                  <a:extLst>
                    <a:ext uri="{FF2B5EF4-FFF2-40B4-BE49-F238E27FC236}">
                      <a16:creationId xmlns:a16="http://schemas.microsoft.com/office/drawing/2014/main" id="{94A874D2-0618-4D22-A80D-B5FE00C38481}"/>
                    </a:ext>
                  </a:extLst>
                </p:cNvPr>
                <p:cNvSpPr/>
                <p:nvPr/>
              </p:nvSpPr>
              <p:spPr>
                <a:xfrm>
                  <a:off x="3271520" y="328273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0" name="Isosceles Triangle 269">
                  <a:extLst>
                    <a:ext uri="{FF2B5EF4-FFF2-40B4-BE49-F238E27FC236}">
                      <a16:creationId xmlns:a16="http://schemas.microsoft.com/office/drawing/2014/main" id="{2372BDC8-2109-46E0-AD7F-74FF427E5BFB}"/>
                    </a:ext>
                  </a:extLst>
                </p:cNvPr>
                <p:cNvSpPr/>
                <p:nvPr/>
              </p:nvSpPr>
              <p:spPr>
                <a:xfrm flipV="1">
                  <a:off x="327152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1" name="Isosceles Triangle 270">
                  <a:extLst>
                    <a:ext uri="{FF2B5EF4-FFF2-40B4-BE49-F238E27FC236}">
                      <a16:creationId xmlns:a16="http://schemas.microsoft.com/office/drawing/2014/main" id="{DCB6A5DD-703D-4734-B5FC-D41A37B55414}"/>
                    </a:ext>
                  </a:extLst>
                </p:cNvPr>
                <p:cNvSpPr/>
                <p:nvPr/>
              </p:nvSpPr>
              <p:spPr>
                <a:xfrm>
                  <a:off x="244856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2" name="Isosceles Triangle 271">
                  <a:extLst>
                    <a:ext uri="{FF2B5EF4-FFF2-40B4-BE49-F238E27FC236}">
                      <a16:creationId xmlns:a16="http://schemas.microsoft.com/office/drawing/2014/main" id="{A7029093-5457-4BC9-A7D6-BB8F880CF7C9}"/>
                    </a:ext>
                  </a:extLst>
                </p:cNvPr>
                <p:cNvSpPr/>
                <p:nvPr/>
              </p:nvSpPr>
              <p:spPr>
                <a:xfrm>
                  <a:off x="4094480" y="1764687"/>
                  <a:ext cx="1666240" cy="1436414"/>
                </a:xfrm>
                <a:prstGeom prst="triangl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</p:grp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61C8AA22-5213-466B-9F5C-3C3306D4353E}"/>
              </a:ext>
            </a:extLst>
          </p:cNvPr>
          <p:cNvCxnSpPr>
            <a:cxnSpLocks/>
            <a:stCxn id="316" idx="0"/>
            <a:endCxn id="316" idx="0"/>
          </p:cNvCxnSpPr>
          <p:nvPr/>
        </p:nvCxnSpPr>
        <p:spPr>
          <a:xfrm>
            <a:off x="6106863" y="3420912"/>
            <a:ext cx="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831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roup 163">
            <a:extLst>
              <a:ext uri="{FF2B5EF4-FFF2-40B4-BE49-F238E27FC236}">
                <a16:creationId xmlns:a16="http://schemas.microsoft.com/office/drawing/2014/main" id="{25475520-FEFE-438E-9E59-579F96D8FF9C}"/>
              </a:ext>
            </a:extLst>
          </p:cNvPr>
          <p:cNvGrpSpPr/>
          <p:nvPr/>
        </p:nvGrpSpPr>
        <p:grpSpPr>
          <a:xfrm>
            <a:off x="-7645400" y="-3403600"/>
            <a:ext cx="27355800" cy="14833600"/>
            <a:chOff x="-7645400" y="-3403600"/>
            <a:chExt cx="27355800" cy="1483360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EB65FCB-EE0B-42A4-89E4-3D6F503FBF78}"/>
                </a:ext>
              </a:extLst>
            </p:cNvPr>
            <p:cNvSpPr/>
            <p:nvPr/>
          </p:nvSpPr>
          <p:spPr>
            <a:xfrm>
              <a:off x="-7645400" y="-3403600"/>
              <a:ext cx="27355800" cy="14833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2BDB0D97-56F3-4E10-9271-B84B4E2ABEAB}"/>
                </a:ext>
              </a:extLst>
            </p:cNvPr>
            <p:cNvSpPr txBox="1"/>
            <p:nvPr/>
          </p:nvSpPr>
          <p:spPr>
            <a:xfrm>
              <a:off x="-5727700" y="-2943001"/>
              <a:ext cx="23520400" cy="10156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Star </a:t>
              </a:r>
              <a:r>
                <a:rPr lang="pt-PT" sz="6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6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in </a:t>
              </a:r>
              <a:r>
                <a:rPr lang="pt-PT" sz="60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space</a:t>
              </a:r>
              <a:r>
                <a:rPr lang="pt-PT" sz="6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– </a:t>
              </a:r>
              <a:r>
                <a:rPr lang="pt-PT" sz="6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icosahedron</a:t>
              </a:r>
              <a:r>
                <a:rPr lang="pt-PT" sz="6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pt-PT" sz="6000" dirty="0">
                  <a:latin typeface="Arial" panose="020B0604020202020204" pitchFamily="34" charset="0"/>
                  <a:cs typeface="Arial" panose="020B0604020202020204" pitchFamily="34" charset="0"/>
                </a:rPr>
                <a:t>★ </a:t>
              </a:r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B0CCB602-93E2-458C-87B3-CA76230F7202}"/>
                </a:ext>
              </a:extLst>
            </p:cNvPr>
            <p:cNvSpPr txBox="1"/>
            <p:nvPr/>
          </p:nvSpPr>
          <p:spPr>
            <a:xfrm>
              <a:off x="-6197600" y="-1935787"/>
              <a:ext cx="24460200" cy="10156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Fold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icosahedron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then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two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per </a:t>
              </a:r>
              <a:r>
                <a:rPr lang="pt-PT" sz="40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4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0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with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ctr"/>
              <a:r>
                <a:rPr lang="pt-PT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776" name="TextBox 775">
              <a:extLst>
                <a:ext uri="{FF2B5EF4-FFF2-40B4-BE49-F238E27FC236}">
                  <a16:creationId xmlns:a16="http://schemas.microsoft.com/office/drawing/2014/main" id="{6E80A8AB-5EC6-4573-A9BA-C8355A2ADEA5}"/>
                </a:ext>
              </a:extLst>
            </p:cNvPr>
            <p:cNvSpPr txBox="1"/>
            <p:nvPr/>
          </p:nvSpPr>
          <p:spPr>
            <a:xfrm>
              <a:off x="-5727700" y="9739173"/>
              <a:ext cx="23520400" cy="13234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pt-PT" sz="4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#8.2 </a:t>
              </a:r>
              <a:r>
                <a:rPr lang="pt-PT" sz="40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by</a:t>
              </a:r>
              <a:r>
                <a:rPr lang="pt-PT" sz="4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Pedro PSI – 09</a:t>
              </a:r>
              <a:r>
                <a:rPr lang="pt-PT" sz="4000" b="1" i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pt-PT" sz="4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0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sz="4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40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August</a:t>
              </a:r>
              <a:r>
                <a:rPr lang="pt-PT" sz="4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2020</a:t>
              </a:r>
            </a:p>
            <a:p>
              <a:pPr algn="r"/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pedropsi.github.io/star-</a:t>
              </a:r>
              <a:r>
                <a:rPr lang="pt-PT" sz="4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pt-PT" sz="36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1A579D96-B426-4F49-9370-1F7A8BAD9F54}"/>
                </a:ext>
              </a:extLst>
            </p:cNvPr>
            <p:cNvGrpSpPr/>
            <p:nvPr/>
          </p:nvGrpSpPr>
          <p:grpSpPr>
            <a:xfrm>
              <a:off x="-5727700" y="-953092"/>
              <a:ext cx="23520400" cy="10452692"/>
              <a:chOff x="-5727700" y="-953092"/>
              <a:chExt cx="23520400" cy="10452692"/>
            </a:xfrm>
          </p:grpSpPr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FA51BC16-AB75-47C1-A3D2-49AA7DC83126}"/>
                  </a:ext>
                </a:extLst>
              </p:cNvPr>
              <p:cNvSpPr/>
              <p:nvPr/>
            </p:nvSpPr>
            <p:spPr>
              <a:xfrm>
                <a:off x="-5727700" y="-953092"/>
                <a:ext cx="23520400" cy="1045269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CBF731CF-F322-4B70-A77D-34E4FD04C1F7}"/>
                  </a:ext>
                </a:extLst>
              </p:cNvPr>
              <p:cNvGrpSpPr/>
              <p:nvPr/>
            </p:nvGrpSpPr>
            <p:grpSpPr>
              <a:xfrm>
                <a:off x="-5099046" y="-326383"/>
                <a:ext cx="22263092" cy="9486450"/>
                <a:chOff x="-5099046" y="-326383"/>
                <a:chExt cx="22263092" cy="9486450"/>
              </a:xfrm>
            </p:grpSpPr>
            <p:grpSp>
              <p:nvGrpSpPr>
                <p:cNvPr id="133" name="Group 132">
                  <a:extLst>
                    <a:ext uri="{FF2B5EF4-FFF2-40B4-BE49-F238E27FC236}">
                      <a16:creationId xmlns:a16="http://schemas.microsoft.com/office/drawing/2014/main" id="{840D882B-1B41-43FF-9302-D5CC705C7CAF}"/>
                    </a:ext>
                  </a:extLst>
                </p:cNvPr>
                <p:cNvGrpSpPr/>
                <p:nvPr/>
              </p:nvGrpSpPr>
              <p:grpSpPr>
                <a:xfrm>
                  <a:off x="-4363654" y="317776"/>
                  <a:ext cx="20814769" cy="8181221"/>
                  <a:chOff x="-4363654" y="317776"/>
                  <a:chExt cx="20814769" cy="8181221"/>
                </a:xfrm>
              </p:grpSpPr>
              <p:grpSp>
                <p:nvGrpSpPr>
                  <p:cNvPr id="130" name="Group 129">
                    <a:extLst>
                      <a:ext uri="{FF2B5EF4-FFF2-40B4-BE49-F238E27FC236}">
                        <a16:creationId xmlns:a16="http://schemas.microsoft.com/office/drawing/2014/main" id="{F4B16DF3-B5E6-4B4F-B588-AB087E350E67}"/>
                      </a:ext>
                    </a:extLst>
                  </p:cNvPr>
                  <p:cNvGrpSpPr/>
                  <p:nvPr/>
                </p:nvGrpSpPr>
                <p:grpSpPr>
                  <a:xfrm>
                    <a:off x="-4204380" y="3841710"/>
                    <a:ext cx="20626024" cy="1565025"/>
                    <a:chOff x="-4204380" y="3841710"/>
                    <a:chExt cx="20626024" cy="1565025"/>
                  </a:xfrm>
                </p:grpSpPr>
                <p:cxnSp>
                  <p:nvCxnSpPr>
                    <p:cNvPr id="774" name="Straight Connector 773">
                      <a:extLst>
                        <a:ext uri="{FF2B5EF4-FFF2-40B4-BE49-F238E27FC236}">
                          <a16:creationId xmlns:a16="http://schemas.microsoft.com/office/drawing/2014/main" id="{914EB0F2-8AF9-4388-B7A1-89CEF916727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4204380" y="3841710"/>
                      <a:ext cx="20626024" cy="0"/>
                    </a:xfrm>
                    <a:prstGeom prst="line">
                      <a:avLst/>
                    </a:prstGeom>
                    <a:ln w="57150" cmpd="sng">
                      <a:solidFill>
                        <a:srgbClr val="92D050"/>
                      </a:solidFill>
                      <a:prstDash val="sysDash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5" name="Straight Connector 774">
                      <a:extLst>
                        <a:ext uri="{FF2B5EF4-FFF2-40B4-BE49-F238E27FC236}">
                          <a16:creationId xmlns:a16="http://schemas.microsoft.com/office/drawing/2014/main" id="{AE9E2C3C-EF34-470E-84E5-8A0A681843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4204380" y="5406735"/>
                      <a:ext cx="20626024" cy="0"/>
                    </a:xfrm>
                    <a:prstGeom prst="line">
                      <a:avLst/>
                    </a:prstGeom>
                    <a:ln w="57150" cmpd="sng">
                      <a:solidFill>
                        <a:srgbClr val="00B050"/>
                      </a:solidFill>
                      <a:prstDash val="sysDash"/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CE3CEC64-4531-44AE-A7DE-4D902DDD5227}"/>
                      </a:ext>
                    </a:extLst>
                  </p:cNvPr>
                  <p:cNvGrpSpPr/>
                  <p:nvPr/>
                </p:nvGrpSpPr>
                <p:grpSpPr>
                  <a:xfrm>
                    <a:off x="-4363654" y="1702241"/>
                    <a:ext cx="20639674" cy="6796756"/>
                    <a:chOff x="-4363654" y="1702241"/>
                    <a:chExt cx="20639674" cy="6796756"/>
                  </a:xfrm>
                </p:grpSpPr>
                <p:grpSp>
                  <p:nvGrpSpPr>
                    <p:cNvPr id="742" name="Group 741">
                      <a:extLst>
                        <a:ext uri="{FF2B5EF4-FFF2-40B4-BE49-F238E27FC236}">
                          <a16:creationId xmlns:a16="http://schemas.microsoft.com/office/drawing/2014/main" id="{339C8884-DE2A-4FD3-A77A-73E5AF14F6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4350004" y="1896790"/>
                      <a:ext cx="20626023" cy="6407655"/>
                      <a:chOff x="-4290525" y="830704"/>
                      <a:chExt cx="20626023" cy="6407655"/>
                    </a:xfrm>
                  </p:grpSpPr>
                  <p:cxnSp>
                    <p:nvCxnSpPr>
                      <p:cNvPr id="769" name="Straight Connector 768">
                        <a:extLst>
                          <a:ext uri="{FF2B5EF4-FFF2-40B4-BE49-F238E27FC236}">
                            <a16:creationId xmlns:a16="http://schemas.microsoft.com/office/drawing/2014/main" id="{22E8DC84-598B-4AF4-A114-70D61F367C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4290525" y="856916"/>
                        <a:ext cx="6487625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99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70" name="Straight Connector 769">
                        <a:extLst>
                          <a:ext uri="{FF2B5EF4-FFF2-40B4-BE49-F238E27FC236}">
                            <a16:creationId xmlns:a16="http://schemas.microsoft.com/office/drawing/2014/main" id="{3CBC1EC6-23EE-4377-829B-B16776470E8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2210646" y="830704"/>
                        <a:ext cx="3709930" cy="6396745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99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71" name="Straight Connector 770">
                        <a:extLst>
                          <a:ext uri="{FF2B5EF4-FFF2-40B4-BE49-F238E27FC236}">
                            <a16:creationId xmlns:a16="http://schemas.microsoft.com/office/drawing/2014/main" id="{3936882E-2EDC-4B1F-BFB4-68D7C086B31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920573" y="7238359"/>
                        <a:ext cx="5422366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99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72" name="Straight Connector 771">
                        <a:extLst>
                          <a:ext uri="{FF2B5EF4-FFF2-40B4-BE49-F238E27FC236}">
                            <a16:creationId xmlns:a16="http://schemas.microsoft.com/office/drawing/2014/main" id="{66DA38EC-3B7E-474E-AEA4-2FA52A68CCB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14950171" y="965345"/>
                        <a:ext cx="1385327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99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73" name="Straight Connector 772">
                        <a:extLst>
                          <a:ext uri="{FF2B5EF4-FFF2-40B4-BE49-F238E27FC236}">
                            <a16:creationId xmlns:a16="http://schemas.microsoft.com/office/drawing/2014/main" id="{3F4A62BB-99A2-403F-A9E7-097E6C70A2F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11335474" y="946179"/>
                        <a:ext cx="3616741" cy="6281268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99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43" name="Group 742">
                      <a:extLst>
                        <a:ext uri="{FF2B5EF4-FFF2-40B4-BE49-F238E27FC236}">
                          <a16:creationId xmlns:a16="http://schemas.microsoft.com/office/drawing/2014/main" id="{0926FE42-E98D-453F-8AD4-C1EE35FB7622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-4280978" y="1933252"/>
                      <a:ext cx="20556997" cy="6462160"/>
                      <a:chOff x="-2312625" y="-1060841"/>
                      <a:chExt cx="20556997" cy="6462160"/>
                    </a:xfrm>
                  </p:grpSpPr>
                  <p:cxnSp>
                    <p:nvCxnSpPr>
                      <p:cNvPr id="764" name="Straight Connector 763">
                        <a:extLst>
                          <a:ext uri="{FF2B5EF4-FFF2-40B4-BE49-F238E27FC236}">
                            <a16:creationId xmlns:a16="http://schemas.microsoft.com/office/drawing/2014/main" id="{180F473C-BCC2-4A1D-9B13-DEB520B8877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 flipV="1">
                        <a:off x="1324267" y="-1060841"/>
                        <a:ext cx="3969170" cy="646216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0066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5" name="Straight Connector 764">
                        <a:extLst>
                          <a:ext uri="{FF2B5EF4-FFF2-40B4-BE49-F238E27FC236}">
                            <a16:creationId xmlns:a16="http://schemas.microsoft.com/office/drawing/2014/main" id="{FEE774FE-926C-4D1D-AC50-0C0167D511C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5264914" y="5401319"/>
                        <a:ext cx="3728759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0066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6" name="Straight Connector 765">
                        <a:extLst>
                          <a:ext uri="{FF2B5EF4-FFF2-40B4-BE49-F238E27FC236}">
                            <a16:creationId xmlns:a16="http://schemas.microsoft.com/office/drawing/2014/main" id="{85D500FC-3976-4714-A02B-E4C37E99824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8969964" y="-798550"/>
                        <a:ext cx="3833279" cy="6197629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0066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7" name="Straight Connector 766">
                        <a:extLst>
                          <a:ext uri="{FF2B5EF4-FFF2-40B4-BE49-F238E27FC236}">
                            <a16:creationId xmlns:a16="http://schemas.microsoft.com/office/drawing/2014/main" id="{7FA254D7-0AFE-438D-A66B-F869D8C04D5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12803242" y="-800058"/>
                        <a:ext cx="5441130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0066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8" name="Straight Connector 767">
                        <a:extLst>
                          <a:ext uri="{FF2B5EF4-FFF2-40B4-BE49-F238E27FC236}">
                            <a16:creationId xmlns:a16="http://schemas.microsoft.com/office/drawing/2014/main" id="{E25F3A2B-6FE7-4C05-A92B-1FE68AF6F6C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-2312625" y="-1060840"/>
                        <a:ext cx="3618618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0066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44" name="Group 743">
                      <a:extLst>
                        <a:ext uri="{FF2B5EF4-FFF2-40B4-BE49-F238E27FC236}">
                          <a16:creationId xmlns:a16="http://schemas.microsoft.com/office/drawing/2014/main" id="{A907366A-E7CE-487F-B0B9-5D95B55ED2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4350006" y="1870103"/>
                      <a:ext cx="20626025" cy="6628894"/>
                      <a:chOff x="-2312624" y="600509"/>
                      <a:chExt cx="20626025" cy="6628894"/>
                    </a:xfrm>
                  </p:grpSpPr>
                  <p:cxnSp>
                    <p:nvCxnSpPr>
                      <p:cNvPr id="759" name="Straight Connector 758">
                        <a:extLst>
                          <a:ext uri="{FF2B5EF4-FFF2-40B4-BE49-F238E27FC236}">
                            <a16:creationId xmlns:a16="http://schemas.microsoft.com/office/drawing/2014/main" id="{C4A105B7-1914-4703-A363-DCF05A7AF4A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2312624" y="976153"/>
                        <a:ext cx="3112205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CCFF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0" name="Straight Connector 759">
                        <a:extLst>
                          <a:ext uri="{FF2B5EF4-FFF2-40B4-BE49-F238E27FC236}">
                            <a16:creationId xmlns:a16="http://schemas.microsoft.com/office/drawing/2014/main" id="{909D3468-8FFF-4643-936F-6D026961EB5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718451" y="952082"/>
                        <a:ext cx="3949645" cy="6277319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CCFF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1" name="Straight Connector 760">
                        <a:extLst>
                          <a:ext uri="{FF2B5EF4-FFF2-40B4-BE49-F238E27FC236}">
                            <a16:creationId xmlns:a16="http://schemas.microsoft.com/office/drawing/2014/main" id="{0E0D7D70-1D03-426B-873B-A667775E6CD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668096" y="7229403"/>
                        <a:ext cx="5124352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CCFF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2" name="Straight Connector 761">
                        <a:extLst>
                          <a:ext uri="{FF2B5EF4-FFF2-40B4-BE49-F238E27FC236}">
                            <a16:creationId xmlns:a16="http://schemas.microsoft.com/office/drawing/2014/main" id="{54ADF4A6-6BD4-4BC4-8578-92512910CE9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13844729" y="600509"/>
                        <a:ext cx="4468672" cy="15122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CCFF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3" name="Straight Connector 762">
                        <a:extLst>
                          <a:ext uri="{FF2B5EF4-FFF2-40B4-BE49-F238E27FC236}">
                            <a16:creationId xmlns:a16="http://schemas.microsoft.com/office/drawing/2014/main" id="{7033137C-E0A1-4194-AB18-A4D69B29E01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9792448" y="627196"/>
                        <a:ext cx="4047555" cy="6602205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CCFF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45" name="Group 744">
                      <a:extLst>
                        <a:ext uri="{FF2B5EF4-FFF2-40B4-BE49-F238E27FC236}">
                          <a16:creationId xmlns:a16="http://schemas.microsoft.com/office/drawing/2014/main" id="{0BDF5887-BA36-4693-B264-53221361AAD7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-4350006" y="1702241"/>
                      <a:ext cx="20626024" cy="6642845"/>
                      <a:chOff x="-5580758" y="-834558"/>
                      <a:chExt cx="20626024" cy="6642845"/>
                    </a:xfrm>
                  </p:grpSpPr>
                  <p:cxnSp>
                    <p:nvCxnSpPr>
                      <p:cNvPr id="754" name="Straight Connector 753">
                        <a:extLst>
                          <a:ext uri="{FF2B5EF4-FFF2-40B4-BE49-F238E27FC236}">
                            <a16:creationId xmlns:a16="http://schemas.microsoft.com/office/drawing/2014/main" id="{2B7C67A8-08C0-4DE0-8549-8FE817FF505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 flipV="1">
                        <a:off x="1341793" y="-599370"/>
                        <a:ext cx="4055752" cy="6407657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00FF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5" name="Straight Connector 754">
                        <a:extLst>
                          <a:ext uri="{FF2B5EF4-FFF2-40B4-BE49-F238E27FC236}">
                            <a16:creationId xmlns:a16="http://schemas.microsoft.com/office/drawing/2014/main" id="{BD7CFD88-B185-4C80-8C2F-4796C68281B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 flipV="1">
                        <a:off x="5396860" y="5780499"/>
                        <a:ext cx="3441809" cy="13743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00FF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6" name="Straight Connector 755">
                        <a:extLst>
                          <a:ext uri="{FF2B5EF4-FFF2-40B4-BE49-F238E27FC236}">
                            <a16:creationId xmlns:a16="http://schemas.microsoft.com/office/drawing/2014/main" id="{F27D405D-638A-4515-8BB4-EA1020D1C5F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8873869" y="-821706"/>
                        <a:ext cx="3903999" cy="6615948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00FF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7" name="Straight Connector 756">
                        <a:extLst>
                          <a:ext uri="{FF2B5EF4-FFF2-40B4-BE49-F238E27FC236}">
                            <a16:creationId xmlns:a16="http://schemas.microsoft.com/office/drawing/2014/main" id="{6B0FEEC4-D908-4BFE-84F4-8DB5FCB0277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12792215" y="-834558"/>
                        <a:ext cx="2253051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00FF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8" name="Straight Connector 757">
                        <a:extLst>
                          <a:ext uri="{FF2B5EF4-FFF2-40B4-BE49-F238E27FC236}">
                            <a16:creationId xmlns:a16="http://schemas.microsoft.com/office/drawing/2014/main" id="{3D39A810-47B6-4E4B-B608-4F5D83F8E70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-5580758" y="-587018"/>
                        <a:ext cx="6900845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0000FF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46" name="Group 745">
                      <a:extLst>
                        <a:ext uri="{FF2B5EF4-FFF2-40B4-BE49-F238E27FC236}">
                          <a16:creationId xmlns:a16="http://schemas.microsoft.com/office/drawing/2014/main" id="{C08D1F76-0516-4212-945E-AA5A6A0A0568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-4363654" y="2111961"/>
                      <a:ext cx="20639674" cy="6220274"/>
                      <a:chOff x="-2312626" y="-1099264"/>
                      <a:chExt cx="20639674" cy="6220274"/>
                    </a:xfrm>
                  </p:grpSpPr>
                  <p:cxnSp>
                    <p:nvCxnSpPr>
                      <p:cNvPr id="747" name="Straight Connector 746">
                        <a:extLst>
                          <a:ext uri="{FF2B5EF4-FFF2-40B4-BE49-F238E27FC236}">
                            <a16:creationId xmlns:a16="http://schemas.microsoft.com/office/drawing/2014/main" id="{8AECDFCE-8075-4A40-B3F1-DAAFEC94846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16768670" y="2419740"/>
                        <a:ext cx="1558378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CFF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8" name="Straight Connector 747">
                        <a:extLst>
                          <a:ext uri="{FF2B5EF4-FFF2-40B4-BE49-F238E27FC236}">
                            <a16:creationId xmlns:a16="http://schemas.microsoft.com/office/drawing/2014/main" id="{07788950-8A5A-4E06-A8DD-120074A1D26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 flipV="1">
                        <a:off x="14394361" y="-1071474"/>
                        <a:ext cx="2400227" cy="3508615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CFF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9" name="Straight Connector 748">
                        <a:extLst>
                          <a:ext uri="{FF2B5EF4-FFF2-40B4-BE49-F238E27FC236}">
                            <a16:creationId xmlns:a16="http://schemas.microsoft.com/office/drawing/2014/main" id="{7438EAA4-3774-41DF-B61F-1D303180B9A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 flipV="1">
                        <a:off x="9427491" y="-1099264"/>
                        <a:ext cx="4966871" cy="38702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CFF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0" name="Straight Connector 749">
                        <a:extLst>
                          <a:ext uri="{FF2B5EF4-FFF2-40B4-BE49-F238E27FC236}">
                            <a16:creationId xmlns:a16="http://schemas.microsoft.com/office/drawing/2014/main" id="{627A3413-B350-4753-A082-D6049183790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2149272" y="5105717"/>
                        <a:ext cx="3413649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CFF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1" name="Straight Connector 750">
                        <a:extLst>
                          <a:ext uri="{FF2B5EF4-FFF2-40B4-BE49-F238E27FC236}">
                            <a16:creationId xmlns:a16="http://schemas.microsoft.com/office/drawing/2014/main" id="{CE03EED5-0683-48E2-A3D4-01EF9B700C4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5562921" y="-1099263"/>
                        <a:ext cx="3864569" cy="6220273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CFF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2" name="Straight Connector 751">
                        <a:extLst>
                          <a:ext uri="{FF2B5EF4-FFF2-40B4-BE49-F238E27FC236}">
                            <a16:creationId xmlns:a16="http://schemas.microsoft.com/office/drawing/2014/main" id="{CEA1CAAC-714A-454C-B1E0-BBE6F8A6F0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-86585" y="1680585"/>
                        <a:ext cx="2235858" cy="3327494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CFF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3" name="Straight Connector 752">
                        <a:extLst>
                          <a:ext uri="{FF2B5EF4-FFF2-40B4-BE49-F238E27FC236}">
                            <a16:creationId xmlns:a16="http://schemas.microsoft.com/office/drawing/2014/main" id="{4BF3FF93-E6FB-44CF-A35E-20A5F073131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-2312626" y="1678359"/>
                        <a:ext cx="2285433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CFFFF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5033DD5F-4B82-47E0-A491-72A7F1132775}"/>
                      </a:ext>
                    </a:extLst>
                  </p:cNvPr>
                  <p:cNvGrpSpPr/>
                  <p:nvPr/>
                </p:nvGrpSpPr>
                <p:grpSpPr>
                  <a:xfrm>
                    <a:off x="-4188559" y="317776"/>
                    <a:ext cx="20639674" cy="6796756"/>
                    <a:chOff x="-4188559" y="317776"/>
                    <a:chExt cx="20639674" cy="6796756"/>
                  </a:xfrm>
                </p:grpSpPr>
                <p:grpSp>
                  <p:nvGrpSpPr>
                    <p:cNvPr id="710" name="Group 709">
                      <a:extLst>
                        <a:ext uri="{FF2B5EF4-FFF2-40B4-BE49-F238E27FC236}">
                          <a16:creationId xmlns:a16="http://schemas.microsoft.com/office/drawing/2014/main" id="{5F50AF0A-767D-4309-A5EC-4529DA093450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-4188558" y="512328"/>
                      <a:ext cx="20626023" cy="6407655"/>
                      <a:chOff x="-4290525" y="830704"/>
                      <a:chExt cx="20626023" cy="6407655"/>
                    </a:xfrm>
                  </p:grpSpPr>
                  <p:cxnSp>
                    <p:nvCxnSpPr>
                      <p:cNvPr id="737" name="Straight Connector 736">
                        <a:extLst>
                          <a:ext uri="{FF2B5EF4-FFF2-40B4-BE49-F238E27FC236}">
                            <a16:creationId xmlns:a16="http://schemas.microsoft.com/office/drawing/2014/main" id="{DA6C41A0-F757-4D8B-924F-A408500FEE1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4290525" y="856916"/>
                        <a:ext cx="6487625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C000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8" name="Straight Connector 737">
                        <a:extLst>
                          <a:ext uri="{FF2B5EF4-FFF2-40B4-BE49-F238E27FC236}">
                            <a16:creationId xmlns:a16="http://schemas.microsoft.com/office/drawing/2014/main" id="{301514C7-A61D-45A9-9DD2-6D57AAE868E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2210646" y="830704"/>
                        <a:ext cx="3709930" cy="6396745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C000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9" name="Straight Connector 738">
                        <a:extLst>
                          <a:ext uri="{FF2B5EF4-FFF2-40B4-BE49-F238E27FC236}">
                            <a16:creationId xmlns:a16="http://schemas.microsoft.com/office/drawing/2014/main" id="{2451425A-A52F-4EE5-912C-E20CCB7C361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920573" y="7238359"/>
                        <a:ext cx="5422366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C000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0" name="Straight Connector 739">
                        <a:extLst>
                          <a:ext uri="{FF2B5EF4-FFF2-40B4-BE49-F238E27FC236}">
                            <a16:creationId xmlns:a16="http://schemas.microsoft.com/office/drawing/2014/main" id="{B7B0F5D3-414B-4698-ADFF-723D8B20470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14950171" y="965345"/>
                        <a:ext cx="1385327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C000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1" name="Straight Connector 740">
                        <a:extLst>
                          <a:ext uri="{FF2B5EF4-FFF2-40B4-BE49-F238E27FC236}">
                            <a16:creationId xmlns:a16="http://schemas.microsoft.com/office/drawing/2014/main" id="{033658DB-6C06-49DD-840D-05BE3AE0CFC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11335474" y="946179"/>
                        <a:ext cx="3616741" cy="6281268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C000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11" name="Group 710">
                      <a:extLst>
                        <a:ext uri="{FF2B5EF4-FFF2-40B4-BE49-F238E27FC236}">
                          <a16:creationId xmlns:a16="http://schemas.microsoft.com/office/drawing/2014/main" id="{53EC92F1-226E-44D9-A00D-A212453046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4188558" y="421361"/>
                      <a:ext cx="20626023" cy="6462160"/>
                      <a:chOff x="-2312625" y="-1060841"/>
                      <a:chExt cx="20626023" cy="6462160"/>
                    </a:xfrm>
                  </p:grpSpPr>
                  <p:cxnSp>
                    <p:nvCxnSpPr>
                      <p:cNvPr id="732" name="Straight Connector 731">
                        <a:extLst>
                          <a:ext uri="{FF2B5EF4-FFF2-40B4-BE49-F238E27FC236}">
                            <a16:creationId xmlns:a16="http://schemas.microsoft.com/office/drawing/2014/main" id="{090115E5-C61A-4E82-BF1A-E116D049512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 flipV="1">
                        <a:off x="1324267" y="-1060841"/>
                        <a:ext cx="3969170" cy="646216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00000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3" name="Straight Connector 732">
                        <a:extLst>
                          <a:ext uri="{FF2B5EF4-FFF2-40B4-BE49-F238E27FC236}">
                            <a16:creationId xmlns:a16="http://schemas.microsoft.com/office/drawing/2014/main" id="{1A04B5BD-F637-40EA-8739-AB92149DEF1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5264914" y="5401319"/>
                        <a:ext cx="3728759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00000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4" name="Straight Connector 733">
                        <a:extLst>
                          <a:ext uri="{FF2B5EF4-FFF2-40B4-BE49-F238E27FC236}">
                            <a16:creationId xmlns:a16="http://schemas.microsoft.com/office/drawing/2014/main" id="{646FB3FC-29F4-4631-9512-C23CE73B57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8969964" y="-798550"/>
                        <a:ext cx="3833279" cy="6197629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00000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5" name="Straight Connector 734">
                        <a:extLst>
                          <a:ext uri="{FF2B5EF4-FFF2-40B4-BE49-F238E27FC236}">
                            <a16:creationId xmlns:a16="http://schemas.microsoft.com/office/drawing/2014/main" id="{4FE88DA3-9E0E-47DC-A26B-4B0F5A30A66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2803243" y="-800058"/>
                        <a:ext cx="5510155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00000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6" name="Straight Connector 735">
                        <a:extLst>
                          <a:ext uri="{FF2B5EF4-FFF2-40B4-BE49-F238E27FC236}">
                            <a16:creationId xmlns:a16="http://schemas.microsoft.com/office/drawing/2014/main" id="{4467FC94-83FD-4EA2-A5DF-A4FC96652A9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-2312625" y="-1060840"/>
                        <a:ext cx="3618618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C00000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12" name="Group 711">
                      <a:extLst>
                        <a:ext uri="{FF2B5EF4-FFF2-40B4-BE49-F238E27FC236}">
                          <a16:creationId xmlns:a16="http://schemas.microsoft.com/office/drawing/2014/main" id="{3632C581-AFCB-462D-A53D-FB7779DEE5A0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-4188558" y="317776"/>
                      <a:ext cx="20626025" cy="6628894"/>
                      <a:chOff x="-2312624" y="600509"/>
                      <a:chExt cx="20626025" cy="6628894"/>
                    </a:xfrm>
                  </p:grpSpPr>
                  <p:cxnSp>
                    <p:nvCxnSpPr>
                      <p:cNvPr id="727" name="Straight Connector 726">
                        <a:extLst>
                          <a:ext uri="{FF2B5EF4-FFF2-40B4-BE49-F238E27FC236}">
                            <a16:creationId xmlns:a16="http://schemas.microsoft.com/office/drawing/2014/main" id="{B79C8038-7CA8-42D6-9734-6390F70225B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2312624" y="976153"/>
                        <a:ext cx="3112205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00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8" name="Straight Connector 727">
                        <a:extLst>
                          <a:ext uri="{FF2B5EF4-FFF2-40B4-BE49-F238E27FC236}">
                            <a16:creationId xmlns:a16="http://schemas.microsoft.com/office/drawing/2014/main" id="{F57926F2-4C05-41E5-95D0-0A9DCCEA50C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733596" y="976153"/>
                        <a:ext cx="3934500" cy="6253248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00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9" name="Straight Connector 728">
                        <a:extLst>
                          <a:ext uri="{FF2B5EF4-FFF2-40B4-BE49-F238E27FC236}">
                            <a16:creationId xmlns:a16="http://schemas.microsoft.com/office/drawing/2014/main" id="{D88BB0DC-1D38-43F7-9068-EB48DA7AF1D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668096" y="7229403"/>
                        <a:ext cx="5124352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00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0" name="Straight Connector 729">
                        <a:extLst>
                          <a:ext uri="{FF2B5EF4-FFF2-40B4-BE49-F238E27FC236}">
                            <a16:creationId xmlns:a16="http://schemas.microsoft.com/office/drawing/2014/main" id="{908AB875-37D5-4513-BCAE-5AB2122ACBD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13844729" y="600509"/>
                        <a:ext cx="4468672" cy="15122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00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1" name="Straight Connector 730">
                        <a:extLst>
                          <a:ext uri="{FF2B5EF4-FFF2-40B4-BE49-F238E27FC236}">
                            <a16:creationId xmlns:a16="http://schemas.microsoft.com/office/drawing/2014/main" id="{D810E970-EC97-49B8-9DC1-592F0CDF354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9792448" y="627196"/>
                        <a:ext cx="4047555" cy="6602205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00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13" name="Group 712">
                      <a:extLst>
                        <a:ext uri="{FF2B5EF4-FFF2-40B4-BE49-F238E27FC236}">
                          <a16:creationId xmlns:a16="http://schemas.microsoft.com/office/drawing/2014/main" id="{3D67D8C7-EA40-4C70-B19F-E669F4B7A1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4188557" y="471687"/>
                      <a:ext cx="20626024" cy="6642845"/>
                      <a:chOff x="-5580758" y="-834558"/>
                      <a:chExt cx="20626024" cy="6642845"/>
                    </a:xfrm>
                  </p:grpSpPr>
                  <p:cxnSp>
                    <p:nvCxnSpPr>
                      <p:cNvPr id="722" name="Straight Connector 721">
                        <a:extLst>
                          <a:ext uri="{FF2B5EF4-FFF2-40B4-BE49-F238E27FC236}">
                            <a16:creationId xmlns:a16="http://schemas.microsoft.com/office/drawing/2014/main" id="{B211E91B-AFB9-4BDF-9CF0-23D557B3D02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 flipV="1">
                        <a:off x="1341793" y="-599370"/>
                        <a:ext cx="4055752" cy="6407657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0000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3" name="Straight Connector 722">
                        <a:extLst>
                          <a:ext uri="{FF2B5EF4-FFF2-40B4-BE49-F238E27FC236}">
                            <a16:creationId xmlns:a16="http://schemas.microsoft.com/office/drawing/2014/main" id="{1C5470CF-FAD3-4A5C-8BC5-B24F648ECCC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 flipV="1">
                        <a:off x="5396860" y="5780499"/>
                        <a:ext cx="3441809" cy="13743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0000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4" name="Straight Connector 723">
                        <a:extLst>
                          <a:ext uri="{FF2B5EF4-FFF2-40B4-BE49-F238E27FC236}">
                            <a16:creationId xmlns:a16="http://schemas.microsoft.com/office/drawing/2014/main" id="{9DBCF689-3936-4772-9845-6BEB860959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8873869" y="-821706"/>
                        <a:ext cx="3903999" cy="6615948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0000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5" name="Straight Connector 724">
                        <a:extLst>
                          <a:ext uri="{FF2B5EF4-FFF2-40B4-BE49-F238E27FC236}">
                            <a16:creationId xmlns:a16="http://schemas.microsoft.com/office/drawing/2014/main" id="{76649760-40BE-4FE7-A6C3-AEB01FB804D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12792215" y="-834558"/>
                        <a:ext cx="2253051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0000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6" name="Straight Connector 725">
                        <a:extLst>
                          <a:ext uri="{FF2B5EF4-FFF2-40B4-BE49-F238E27FC236}">
                            <a16:creationId xmlns:a16="http://schemas.microsoft.com/office/drawing/2014/main" id="{FCBA2034-EEF7-45E0-9B70-EE694474FCB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-5580758" y="-587018"/>
                        <a:ext cx="6900845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0000"/>
                        </a:solidFill>
                        <a:prstDash val="sysDash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14" name="Group 713">
                      <a:extLst>
                        <a:ext uri="{FF2B5EF4-FFF2-40B4-BE49-F238E27FC236}">
                          <a16:creationId xmlns:a16="http://schemas.microsoft.com/office/drawing/2014/main" id="{EFB2E252-1C2C-4BD2-925E-ACCD67A40D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4188559" y="484538"/>
                      <a:ext cx="20639674" cy="6220274"/>
                      <a:chOff x="-2312626" y="-1099264"/>
                      <a:chExt cx="20639674" cy="6220274"/>
                    </a:xfrm>
                  </p:grpSpPr>
                  <p:cxnSp>
                    <p:nvCxnSpPr>
                      <p:cNvPr id="715" name="Straight Connector 714">
                        <a:extLst>
                          <a:ext uri="{FF2B5EF4-FFF2-40B4-BE49-F238E27FC236}">
                            <a16:creationId xmlns:a16="http://schemas.microsoft.com/office/drawing/2014/main" id="{E7CACAE8-FE98-47A6-AB15-FDFD1BC1817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16726544" y="2419740"/>
                        <a:ext cx="1600504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CC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6" name="Straight Connector 715">
                        <a:extLst>
                          <a:ext uri="{FF2B5EF4-FFF2-40B4-BE49-F238E27FC236}">
                            <a16:creationId xmlns:a16="http://schemas.microsoft.com/office/drawing/2014/main" id="{1D1F72B4-603F-40EA-9E20-CA6A3B5F2AD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 flipV="1">
                        <a:off x="14394361" y="-1071474"/>
                        <a:ext cx="2400227" cy="3508615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CC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7" name="Straight Connector 716">
                        <a:extLst>
                          <a:ext uri="{FF2B5EF4-FFF2-40B4-BE49-F238E27FC236}">
                            <a16:creationId xmlns:a16="http://schemas.microsoft.com/office/drawing/2014/main" id="{25437BD1-EFDF-4CD3-B696-CB1A7FB4C24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 flipV="1">
                        <a:off x="9427491" y="-1099264"/>
                        <a:ext cx="4966871" cy="38702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CC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8" name="Straight Connector 717">
                        <a:extLst>
                          <a:ext uri="{FF2B5EF4-FFF2-40B4-BE49-F238E27FC236}">
                            <a16:creationId xmlns:a16="http://schemas.microsoft.com/office/drawing/2014/main" id="{A8CCEDAD-6A70-47DB-8CED-6A60A16406F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2149272" y="5105717"/>
                        <a:ext cx="3413649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CC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9" name="Straight Connector 718">
                        <a:extLst>
                          <a:ext uri="{FF2B5EF4-FFF2-40B4-BE49-F238E27FC236}">
                            <a16:creationId xmlns:a16="http://schemas.microsoft.com/office/drawing/2014/main" id="{408C1D87-AF41-4B43-BC97-7F265931454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 flipH="1">
                        <a:off x="5562921" y="-1099263"/>
                        <a:ext cx="3864569" cy="6220273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CC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0" name="Straight Connector 719">
                        <a:extLst>
                          <a:ext uri="{FF2B5EF4-FFF2-40B4-BE49-F238E27FC236}">
                            <a16:creationId xmlns:a16="http://schemas.microsoft.com/office/drawing/2014/main" id="{2F3F6042-6377-4C2C-80E9-E5FB7FC7886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-86584" y="1680585"/>
                        <a:ext cx="2275966" cy="3423346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CC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1" name="Straight Connector 720">
                        <a:extLst>
                          <a:ext uri="{FF2B5EF4-FFF2-40B4-BE49-F238E27FC236}">
                            <a16:creationId xmlns:a16="http://schemas.microsoft.com/office/drawing/2014/main" id="{4239358E-9457-41D7-A4BB-817751E776B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2312626" y="1678359"/>
                        <a:ext cx="2234337" cy="0"/>
                      </a:xfrm>
                      <a:prstGeom prst="line">
                        <a:avLst/>
                      </a:prstGeom>
                      <a:ln w="57150" cmpd="sng">
                        <a:solidFill>
                          <a:srgbClr val="FFFFCC"/>
                        </a:solidFill>
                        <a:prstDash val="solid"/>
                      </a:ln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grpSp>
              <p:nvGrpSpPr>
                <p:cNvPr id="480" name="Group 479">
                  <a:extLst>
                    <a:ext uri="{FF2B5EF4-FFF2-40B4-BE49-F238E27FC236}">
                      <a16:creationId xmlns:a16="http://schemas.microsoft.com/office/drawing/2014/main" id="{3C15F855-75AA-44E7-8D70-B95FE3631F3A}"/>
                    </a:ext>
                  </a:extLst>
                </p:cNvPr>
                <p:cNvGrpSpPr/>
                <p:nvPr/>
              </p:nvGrpSpPr>
              <p:grpSpPr>
                <a:xfrm>
                  <a:off x="16419932" y="-326383"/>
                  <a:ext cx="744114" cy="9486450"/>
                  <a:chOff x="16615596" y="-1362744"/>
                  <a:chExt cx="744114" cy="9486450"/>
                </a:xfrm>
              </p:grpSpPr>
              <p:sp>
                <p:nvSpPr>
                  <p:cNvPr id="494" name="TextBox 493">
                    <a:extLst>
                      <a:ext uri="{FF2B5EF4-FFF2-40B4-BE49-F238E27FC236}">
                        <a16:creationId xmlns:a16="http://schemas.microsoft.com/office/drawing/2014/main" id="{D20E37DF-D40A-4101-95D2-0582DFD49514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-1362744"/>
                    <a:ext cx="615874" cy="101566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FF0000"/>
                        </a:solidFill>
                      </a:rPr>
                      <a:t>B</a:t>
                    </a:r>
                    <a:endParaRPr lang="pt-PT" sz="14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495" name="TextBox 494">
                    <a:extLst>
                      <a:ext uri="{FF2B5EF4-FFF2-40B4-BE49-F238E27FC236}">
                        <a16:creationId xmlns:a16="http://schemas.microsoft.com/office/drawing/2014/main" id="{58C058C2-1FBF-4D62-8579-C140C030276B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-576055"/>
                    <a:ext cx="651140" cy="101566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C00000"/>
                        </a:solidFill>
                      </a:rPr>
                      <a:t>A</a:t>
                    </a:r>
                    <a:endParaRPr lang="pt-PT" sz="1400" b="1" dirty="0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496" name="TextBox 495">
                    <a:extLst>
                      <a:ext uri="{FF2B5EF4-FFF2-40B4-BE49-F238E27FC236}">
                        <a16:creationId xmlns:a16="http://schemas.microsoft.com/office/drawing/2014/main" id="{191456F5-F7FC-4041-80A3-68B783D34CA7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93904"/>
                    <a:ext cx="670376" cy="101566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33CCFF"/>
                        </a:solidFill>
                      </a:rPr>
                      <a:t>D</a:t>
                    </a:r>
                    <a:endParaRPr lang="pt-PT" sz="1400" b="1" dirty="0">
                      <a:solidFill>
                        <a:srgbClr val="33CCFF"/>
                      </a:solidFill>
                    </a:endParaRPr>
                  </a:p>
                </p:txBody>
              </p:sp>
              <p:sp>
                <p:nvSpPr>
                  <p:cNvPr id="497" name="TextBox 496">
                    <a:extLst>
                      <a:ext uri="{FF2B5EF4-FFF2-40B4-BE49-F238E27FC236}">
                        <a16:creationId xmlns:a16="http://schemas.microsoft.com/office/drawing/2014/main" id="{69A14B0C-6BB9-4FC6-A9C3-5469E7C21939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783206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0099FF"/>
                        </a:solidFill>
                      </a:rPr>
                      <a:t>C</a:t>
                    </a:r>
                    <a:endParaRPr lang="pt-PT" sz="1400" b="1" dirty="0">
                      <a:solidFill>
                        <a:srgbClr val="0099FF"/>
                      </a:solidFill>
                    </a:endParaRPr>
                  </a:p>
                </p:txBody>
              </p:sp>
              <p:sp>
                <p:nvSpPr>
                  <p:cNvPr id="498" name="TextBox 497">
                    <a:extLst>
                      <a:ext uri="{FF2B5EF4-FFF2-40B4-BE49-F238E27FC236}">
                        <a16:creationId xmlns:a16="http://schemas.microsoft.com/office/drawing/2014/main" id="{6B8049E4-F9DF-41AA-A242-CF1079F07DE8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1998640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92D050"/>
                        </a:solidFill>
                      </a:rPr>
                      <a:t>F</a:t>
                    </a:r>
                    <a:endParaRPr lang="pt-PT" sz="1400" b="1" dirty="0">
                      <a:solidFill>
                        <a:srgbClr val="92D050"/>
                      </a:solidFill>
                    </a:endParaRPr>
                  </a:p>
                </p:txBody>
              </p:sp>
              <p:sp>
                <p:nvSpPr>
                  <p:cNvPr id="499" name="TextBox 498">
                    <a:extLst>
                      <a:ext uri="{FF2B5EF4-FFF2-40B4-BE49-F238E27FC236}">
                        <a16:creationId xmlns:a16="http://schemas.microsoft.com/office/drawing/2014/main" id="{BFB3771A-355E-4237-896F-D32E402ECEED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2685508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FFFF99"/>
                        </a:solidFill>
                      </a:rPr>
                      <a:t>E</a:t>
                    </a:r>
                    <a:endParaRPr lang="pt-PT" sz="1400" b="1" dirty="0">
                      <a:solidFill>
                        <a:srgbClr val="FFFF99"/>
                      </a:solidFill>
                    </a:endParaRPr>
                  </a:p>
                </p:txBody>
              </p:sp>
              <p:sp>
                <p:nvSpPr>
                  <p:cNvPr id="500" name="TextBox 499">
                    <a:extLst>
                      <a:ext uri="{FF2B5EF4-FFF2-40B4-BE49-F238E27FC236}">
                        <a16:creationId xmlns:a16="http://schemas.microsoft.com/office/drawing/2014/main" id="{0D2C1B91-243B-4147-9F92-B1339623BC76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3571079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00B050"/>
                        </a:solidFill>
                      </a:rPr>
                      <a:t>H</a:t>
                    </a:r>
                    <a:endParaRPr lang="pt-PT" sz="1400" b="1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501" name="TextBox 500">
                    <a:extLst>
                      <a:ext uri="{FF2B5EF4-FFF2-40B4-BE49-F238E27FC236}">
                        <a16:creationId xmlns:a16="http://schemas.microsoft.com/office/drawing/2014/main" id="{A1070EE4-3F5D-41EB-A7E3-943C4DCBCD6E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4205025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CCFFFF"/>
                        </a:solidFill>
                      </a:rPr>
                      <a:t>G</a:t>
                    </a:r>
                    <a:endParaRPr lang="pt-PT" sz="1400" b="1" dirty="0">
                      <a:solidFill>
                        <a:srgbClr val="CCFFFF"/>
                      </a:solidFill>
                    </a:endParaRPr>
                  </a:p>
                </p:txBody>
              </p:sp>
              <p:sp>
                <p:nvSpPr>
                  <p:cNvPr id="502" name="TextBox 501">
                    <a:extLst>
                      <a:ext uri="{FF2B5EF4-FFF2-40B4-BE49-F238E27FC236}">
                        <a16:creationId xmlns:a16="http://schemas.microsoft.com/office/drawing/2014/main" id="{CD2AEE85-F22C-4EB2-BEA3-AABDC811CC20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4930768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FFFF00"/>
                        </a:solidFill>
                      </a:rPr>
                      <a:t>J</a:t>
                    </a:r>
                    <a:endParaRPr lang="pt-PT" sz="1400" b="1" dirty="0">
                      <a:solidFill>
                        <a:srgbClr val="FFFF00"/>
                      </a:solidFill>
                    </a:endParaRPr>
                  </a:p>
                </p:txBody>
              </p:sp>
              <p:sp>
                <p:nvSpPr>
                  <p:cNvPr id="503" name="TextBox 502">
                    <a:extLst>
                      <a:ext uri="{FF2B5EF4-FFF2-40B4-BE49-F238E27FC236}">
                        <a16:creationId xmlns:a16="http://schemas.microsoft.com/office/drawing/2014/main" id="{8FFAA181-2969-4EB0-A2B7-ECF941711542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5574056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FFC000"/>
                        </a:solidFill>
                      </a:rPr>
                      <a:t>I</a:t>
                    </a:r>
                    <a:endParaRPr lang="pt-PT" sz="1400" b="1" dirty="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504" name="TextBox 503">
                    <a:extLst>
                      <a:ext uri="{FF2B5EF4-FFF2-40B4-BE49-F238E27FC236}">
                        <a16:creationId xmlns:a16="http://schemas.microsoft.com/office/drawing/2014/main" id="{AA63DDB9-2E37-4B27-A965-6F1C74F48EC1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6408079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6600FF"/>
                        </a:solidFill>
                      </a:rPr>
                      <a:t>L</a:t>
                    </a:r>
                    <a:endParaRPr lang="pt-PT" sz="1400" b="1" dirty="0">
                      <a:solidFill>
                        <a:srgbClr val="6600FF"/>
                      </a:solidFill>
                    </a:endParaRPr>
                  </a:p>
                </p:txBody>
              </p:sp>
              <p:sp>
                <p:nvSpPr>
                  <p:cNvPr id="505" name="TextBox 504">
                    <a:extLst>
                      <a:ext uri="{FF2B5EF4-FFF2-40B4-BE49-F238E27FC236}">
                        <a16:creationId xmlns:a16="http://schemas.microsoft.com/office/drawing/2014/main" id="{1BFF096E-26DA-4464-ADBE-4260DAB67427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5596" y="7108043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PT" sz="6000" b="1" dirty="0">
                        <a:solidFill>
                          <a:srgbClr val="002060"/>
                        </a:solidFill>
                      </a:rPr>
                      <a:t>K</a:t>
                    </a:r>
                    <a:endParaRPr lang="pt-PT" sz="1400" b="1" dirty="0">
                      <a:solidFill>
                        <a:srgbClr val="002060"/>
                      </a:solidFill>
                    </a:endParaRPr>
                  </a:p>
                </p:txBody>
              </p:sp>
            </p:grpSp>
            <p:grpSp>
              <p:nvGrpSpPr>
                <p:cNvPr id="481" name="Group 480">
                  <a:extLst>
                    <a:ext uri="{FF2B5EF4-FFF2-40B4-BE49-F238E27FC236}">
                      <a16:creationId xmlns:a16="http://schemas.microsoft.com/office/drawing/2014/main" id="{715BFC2C-0260-4F4E-9F76-67F6C4CAD46E}"/>
                    </a:ext>
                  </a:extLst>
                </p:cNvPr>
                <p:cNvGrpSpPr/>
                <p:nvPr/>
              </p:nvGrpSpPr>
              <p:grpSpPr>
                <a:xfrm>
                  <a:off x="-5099046" y="-326383"/>
                  <a:ext cx="783537" cy="9333209"/>
                  <a:chOff x="-5622370" y="-1246014"/>
                  <a:chExt cx="783537" cy="9333209"/>
                </a:xfrm>
              </p:grpSpPr>
              <p:sp>
                <p:nvSpPr>
                  <p:cNvPr id="482" name="TextBox 481">
                    <a:extLst>
                      <a:ext uri="{FF2B5EF4-FFF2-40B4-BE49-F238E27FC236}">
                        <a16:creationId xmlns:a16="http://schemas.microsoft.com/office/drawing/2014/main" id="{1A56E3B4-A832-448B-A935-E2ADD0ABF18D}"/>
                      </a:ext>
                    </a:extLst>
                  </p:cNvPr>
                  <p:cNvSpPr txBox="1"/>
                  <p:nvPr/>
                </p:nvSpPr>
                <p:spPr>
                  <a:xfrm>
                    <a:off x="-5494129" y="-498456"/>
                    <a:ext cx="615873" cy="101566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FF0000"/>
                        </a:solidFill>
                      </a:rPr>
                      <a:t>B</a:t>
                    </a:r>
                    <a:endParaRPr lang="pt-PT" sz="14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483" name="TextBox 482">
                    <a:extLst>
                      <a:ext uri="{FF2B5EF4-FFF2-40B4-BE49-F238E27FC236}">
                        <a16:creationId xmlns:a16="http://schemas.microsoft.com/office/drawing/2014/main" id="{D1917669-3ECF-4F09-8F68-0CBBCEBFFCB1}"/>
                      </a:ext>
                    </a:extLst>
                  </p:cNvPr>
                  <p:cNvSpPr txBox="1"/>
                  <p:nvPr/>
                </p:nvSpPr>
                <p:spPr>
                  <a:xfrm>
                    <a:off x="-5529395" y="-1246014"/>
                    <a:ext cx="651139" cy="101566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C00000"/>
                        </a:solidFill>
                      </a:rPr>
                      <a:t>A</a:t>
                    </a:r>
                    <a:endParaRPr lang="pt-PT" sz="1400" b="1" dirty="0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484" name="TextBox 483">
                    <a:extLst>
                      <a:ext uri="{FF2B5EF4-FFF2-40B4-BE49-F238E27FC236}">
                        <a16:creationId xmlns:a16="http://schemas.microsoft.com/office/drawing/2014/main" id="{CB454A1C-BE81-453B-922C-8E6156CE30E6}"/>
                      </a:ext>
                    </a:extLst>
                  </p:cNvPr>
                  <p:cNvSpPr txBox="1"/>
                  <p:nvPr/>
                </p:nvSpPr>
                <p:spPr>
                  <a:xfrm>
                    <a:off x="-5526189" y="958033"/>
                    <a:ext cx="670376" cy="101566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33CCFF"/>
                        </a:solidFill>
                      </a:rPr>
                      <a:t>D</a:t>
                    </a:r>
                    <a:endParaRPr lang="pt-PT" sz="1400" b="1" dirty="0">
                      <a:solidFill>
                        <a:srgbClr val="33CCFF"/>
                      </a:solidFill>
                    </a:endParaRPr>
                  </a:p>
                </p:txBody>
              </p:sp>
              <p:sp>
                <p:nvSpPr>
                  <p:cNvPr id="485" name="TextBox 484">
                    <a:extLst>
                      <a:ext uri="{FF2B5EF4-FFF2-40B4-BE49-F238E27FC236}">
                        <a16:creationId xmlns:a16="http://schemas.microsoft.com/office/drawing/2014/main" id="{C9EA23C2-6A0D-4B15-849C-B64DB120BBA6}"/>
                      </a:ext>
                    </a:extLst>
                  </p:cNvPr>
                  <p:cNvSpPr txBox="1"/>
                  <p:nvPr/>
                </p:nvSpPr>
                <p:spPr>
                  <a:xfrm>
                    <a:off x="-5599927" y="267392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0099FF"/>
                        </a:solidFill>
                      </a:rPr>
                      <a:t>C</a:t>
                    </a:r>
                    <a:endParaRPr lang="pt-PT" sz="1400" b="1" dirty="0">
                      <a:solidFill>
                        <a:srgbClr val="0099FF"/>
                      </a:solidFill>
                    </a:endParaRPr>
                  </a:p>
                </p:txBody>
              </p:sp>
              <p:sp>
                <p:nvSpPr>
                  <p:cNvPr id="486" name="TextBox 485">
                    <a:extLst>
                      <a:ext uri="{FF2B5EF4-FFF2-40B4-BE49-F238E27FC236}">
                        <a16:creationId xmlns:a16="http://schemas.microsoft.com/office/drawing/2014/main" id="{F651E5BA-3C2B-43A6-8EF2-04A11EC8C22A}"/>
                      </a:ext>
                    </a:extLst>
                  </p:cNvPr>
                  <p:cNvSpPr txBox="1"/>
                  <p:nvPr/>
                </p:nvSpPr>
                <p:spPr>
                  <a:xfrm>
                    <a:off x="-5622370" y="2509906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92D050"/>
                        </a:solidFill>
                      </a:rPr>
                      <a:t>F</a:t>
                    </a:r>
                    <a:endParaRPr lang="pt-PT" sz="1400" b="1" dirty="0">
                      <a:solidFill>
                        <a:srgbClr val="92D050"/>
                      </a:solidFill>
                    </a:endParaRPr>
                  </a:p>
                </p:txBody>
              </p:sp>
              <p:sp>
                <p:nvSpPr>
                  <p:cNvPr id="487" name="TextBox 486">
                    <a:extLst>
                      <a:ext uri="{FF2B5EF4-FFF2-40B4-BE49-F238E27FC236}">
                        <a16:creationId xmlns:a16="http://schemas.microsoft.com/office/drawing/2014/main" id="{77376D24-BC3B-4BA3-8D72-A8743CC7E429}"/>
                      </a:ext>
                    </a:extLst>
                  </p:cNvPr>
                  <p:cNvSpPr txBox="1"/>
                  <p:nvPr/>
                </p:nvSpPr>
                <p:spPr>
                  <a:xfrm>
                    <a:off x="-5622370" y="1784012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FFFF99"/>
                        </a:solidFill>
                      </a:rPr>
                      <a:t>E</a:t>
                    </a:r>
                    <a:endParaRPr lang="pt-PT" sz="1400" b="1" dirty="0">
                      <a:solidFill>
                        <a:srgbClr val="FFFF99"/>
                      </a:solidFill>
                    </a:endParaRPr>
                  </a:p>
                </p:txBody>
              </p:sp>
              <p:sp>
                <p:nvSpPr>
                  <p:cNvPr id="488" name="TextBox 487">
                    <a:extLst>
                      <a:ext uri="{FF2B5EF4-FFF2-40B4-BE49-F238E27FC236}">
                        <a16:creationId xmlns:a16="http://schemas.microsoft.com/office/drawing/2014/main" id="{3705CC97-D61B-407B-987A-8B0A1ED52124}"/>
                      </a:ext>
                    </a:extLst>
                  </p:cNvPr>
                  <p:cNvSpPr txBox="1"/>
                  <p:nvPr/>
                </p:nvSpPr>
                <p:spPr>
                  <a:xfrm>
                    <a:off x="-5622370" y="4027394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00B050"/>
                        </a:solidFill>
                      </a:rPr>
                      <a:t>H</a:t>
                    </a:r>
                    <a:endParaRPr lang="pt-PT" sz="1400" b="1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489" name="TextBox 488">
                    <a:extLst>
                      <a:ext uri="{FF2B5EF4-FFF2-40B4-BE49-F238E27FC236}">
                        <a16:creationId xmlns:a16="http://schemas.microsoft.com/office/drawing/2014/main" id="{1AD7046E-B636-4BE1-9E0B-F7156A07B029}"/>
                      </a:ext>
                    </a:extLst>
                  </p:cNvPr>
                  <p:cNvSpPr txBox="1"/>
                  <p:nvPr/>
                </p:nvSpPr>
                <p:spPr>
                  <a:xfrm>
                    <a:off x="-5622370" y="3259979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CCFFFF"/>
                        </a:solidFill>
                      </a:rPr>
                      <a:t>G</a:t>
                    </a:r>
                    <a:endParaRPr lang="pt-PT" sz="1400" b="1" dirty="0">
                      <a:solidFill>
                        <a:srgbClr val="CCFFFF"/>
                      </a:solidFill>
                    </a:endParaRPr>
                  </a:p>
                </p:txBody>
              </p:sp>
              <p:sp>
                <p:nvSpPr>
                  <p:cNvPr id="490" name="TextBox 489">
                    <a:extLst>
                      <a:ext uri="{FF2B5EF4-FFF2-40B4-BE49-F238E27FC236}">
                        <a16:creationId xmlns:a16="http://schemas.microsoft.com/office/drawing/2014/main" id="{4901C4E3-0F34-4E58-B86E-33C89924E1D1}"/>
                      </a:ext>
                    </a:extLst>
                  </p:cNvPr>
                  <p:cNvSpPr txBox="1"/>
                  <p:nvPr/>
                </p:nvSpPr>
                <p:spPr>
                  <a:xfrm>
                    <a:off x="-5582947" y="5717457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FFFF00"/>
                        </a:solidFill>
                      </a:rPr>
                      <a:t>J</a:t>
                    </a:r>
                    <a:endParaRPr lang="pt-PT" sz="1400" b="1" dirty="0">
                      <a:solidFill>
                        <a:srgbClr val="FFFF00"/>
                      </a:solidFill>
                    </a:endParaRPr>
                  </a:p>
                </p:txBody>
              </p:sp>
              <p:sp>
                <p:nvSpPr>
                  <p:cNvPr id="491" name="TextBox 490">
                    <a:extLst>
                      <a:ext uri="{FF2B5EF4-FFF2-40B4-BE49-F238E27FC236}">
                        <a16:creationId xmlns:a16="http://schemas.microsoft.com/office/drawing/2014/main" id="{C172172A-6D7A-4B68-AC9F-0932483FA7FE}"/>
                      </a:ext>
                    </a:extLst>
                  </p:cNvPr>
                  <p:cNvSpPr txBox="1"/>
                  <p:nvPr/>
                </p:nvSpPr>
                <p:spPr>
                  <a:xfrm>
                    <a:off x="-5622370" y="5104398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FFC000"/>
                        </a:solidFill>
                      </a:rPr>
                      <a:t>I</a:t>
                    </a:r>
                    <a:endParaRPr lang="pt-PT" sz="1400" b="1" dirty="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492" name="TextBox 491">
                    <a:extLst>
                      <a:ext uri="{FF2B5EF4-FFF2-40B4-BE49-F238E27FC236}">
                        <a16:creationId xmlns:a16="http://schemas.microsoft.com/office/drawing/2014/main" id="{5A1A3884-C323-41EB-AC1F-A6A72963F657}"/>
                      </a:ext>
                    </a:extLst>
                  </p:cNvPr>
                  <p:cNvSpPr txBox="1"/>
                  <p:nvPr/>
                </p:nvSpPr>
                <p:spPr>
                  <a:xfrm>
                    <a:off x="-5622370" y="7071532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6600FF"/>
                        </a:solidFill>
                      </a:rPr>
                      <a:t>L</a:t>
                    </a:r>
                    <a:endParaRPr lang="pt-PT" sz="1400" b="1" dirty="0">
                      <a:solidFill>
                        <a:srgbClr val="6600FF"/>
                      </a:solidFill>
                    </a:endParaRPr>
                  </a:p>
                </p:txBody>
              </p:sp>
              <p:sp>
                <p:nvSpPr>
                  <p:cNvPr id="493" name="TextBox 492">
                    <a:extLst>
                      <a:ext uri="{FF2B5EF4-FFF2-40B4-BE49-F238E27FC236}">
                        <a16:creationId xmlns:a16="http://schemas.microsoft.com/office/drawing/2014/main" id="{AD6AA197-CAAB-442C-8FE4-1391CB1DBDA2}"/>
                      </a:ext>
                    </a:extLst>
                  </p:cNvPr>
                  <p:cNvSpPr txBox="1"/>
                  <p:nvPr/>
                </p:nvSpPr>
                <p:spPr>
                  <a:xfrm>
                    <a:off x="-5622370" y="6504146"/>
                    <a:ext cx="744114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pt-PT" sz="6000" b="1" dirty="0">
                        <a:solidFill>
                          <a:srgbClr val="002060"/>
                        </a:solidFill>
                      </a:rPr>
                      <a:t>K</a:t>
                    </a:r>
                    <a:endParaRPr lang="pt-PT" sz="1400" b="1" dirty="0">
                      <a:solidFill>
                        <a:srgbClr val="002060"/>
                      </a:solidFill>
                    </a:endParaRPr>
                  </a:p>
                </p:txBody>
              </p:sp>
            </p:grp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4C5DA9C8-AC62-41FA-9C65-A745AE98A47A}"/>
                  </a:ext>
                </a:extLst>
              </p:cNvPr>
              <p:cNvGrpSpPr/>
              <p:nvPr/>
            </p:nvGrpSpPr>
            <p:grpSpPr>
              <a:xfrm>
                <a:off x="-3053239" y="58464"/>
                <a:ext cx="18179520" cy="8619243"/>
                <a:chOff x="-3053239" y="58464"/>
                <a:chExt cx="18179520" cy="8619243"/>
              </a:xfrm>
            </p:grpSpPr>
            <p:grpSp>
              <p:nvGrpSpPr>
                <p:cNvPr id="601" name="Group 600">
                  <a:extLst>
                    <a:ext uri="{FF2B5EF4-FFF2-40B4-BE49-F238E27FC236}">
                      <a16:creationId xmlns:a16="http://schemas.microsoft.com/office/drawing/2014/main" id="{D860CFE3-26A2-4165-AE80-7B531DE93BE6}"/>
                    </a:ext>
                  </a:extLst>
                </p:cNvPr>
                <p:cNvGrpSpPr/>
                <p:nvPr/>
              </p:nvGrpSpPr>
              <p:grpSpPr>
                <a:xfrm>
                  <a:off x="-3053239" y="58464"/>
                  <a:ext cx="4964854" cy="8619243"/>
                  <a:chOff x="795866" y="328273"/>
                  <a:chExt cx="4964854" cy="8619243"/>
                </a:xfrm>
                <a:solidFill>
                  <a:schemeClr val="bg1"/>
                </a:solidFill>
              </p:grpSpPr>
              <p:grpSp>
                <p:nvGrpSpPr>
                  <p:cNvPr id="687" name="Group 686">
                    <a:extLst>
                      <a:ext uri="{FF2B5EF4-FFF2-40B4-BE49-F238E27FC236}">
                        <a16:creationId xmlns:a16="http://schemas.microsoft.com/office/drawing/2014/main" id="{F3F799B4-C3AC-4182-AA02-A20B55DEA23A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703" name="Isosceles Triangle 702">
                      <a:extLst>
                        <a:ext uri="{FF2B5EF4-FFF2-40B4-BE49-F238E27FC236}">
                          <a16:creationId xmlns:a16="http://schemas.microsoft.com/office/drawing/2014/main" id="{BC4FAE06-F9E7-4D9A-8756-C58DD175C6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 dirty="0"/>
                    </a:p>
                  </p:txBody>
                </p:sp>
                <p:sp>
                  <p:nvSpPr>
                    <p:cNvPr id="704" name="Isosceles Triangle 703">
                      <a:extLst>
                        <a:ext uri="{FF2B5EF4-FFF2-40B4-BE49-F238E27FC236}">
                          <a16:creationId xmlns:a16="http://schemas.microsoft.com/office/drawing/2014/main" id="{8DB7BA03-EF15-41C2-8448-B5D72D633A7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705" name="Isosceles Triangle 704">
                      <a:extLst>
                        <a:ext uri="{FF2B5EF4-FFF2-40B4-BE49-F238E27FC236}">
                          <a16:creationId xmlns:a16="http://schemas.microsoft.com/office/drawing/2014/main" id="{0DB64779-6F01-4F91-AC0C-CCE0291C59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706" name="Isosceles Triangle 705">
                      <a:extLst>
                        <a:ext uri="{FF2B5EF4-FFF2-40B4-BE49-F238E27FC236}">
                          <a16:creationId xmlns:a16="http://schemas.microsoft.com/office/drawing/2014/main" id="{2407B616-89DC-402F-93BB-5EFC375660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88" name="Group 687">
                    <a:extLst>
                      <a:ext uri="{FF2B5EF4-FFF2-40B4-BE49-F238E27FC236}">
                        <a16:creationId xmlns:a16="http://schemas.microsoft.com/office/drawing/2014/main" id="{ED9BFB68-2463-4E0B-AA27-C7C03FD5F1DD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99" name="Isosceles Triangle 698">
                      <a:extLst>
                        <a:ext uri="{FF2B5EF4-FFF2-40B4-BE49-F238E27FC236}">
                          <a16:creationId xmlns:a16="http://schemas.microsoft.com/office/drawing/2014/main" id="{A441BFF6-AC12-4117-B724-322ED392DE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700" name="Isosceles Triangle 699">
                      <a:extLst>
                        <a:ext uri="{FF2B5EF4-FFF2-40B4-BE49-F238E27FC236}">
                          <a16:creationId xmlns:a16="http://schemas.microsoft.com/office/drawing/2014/main" id="{A2BB4981-ECF7-4650-BB1F-1889ABD91051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701" name="Isosceles Triangle 700">
                      <a:extLst>
                        <a:ext uri="{FF2B5EF4-FFF2-40B4-BE49-F238E27FC236}">
                          <a16:creationId xmlns:a16="http://schemas.microsoft.com/office/drawing/2014/main" id="{0DE86612-B9CC-4203-AD4E-B4DD0D2612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702" name="Isosceles Triangle 701">
                      <a:extLst>
                        <a:ext uri="{FF2B5EF4-FFF2-40B4-BE49-F238E27FC236}">
                          <a16:creationId xmlns:a16="http://schemas.microsoft.com/office/drawing/2014/main" id="{C1E3A63C-F306-4268-8D6D-C4C7B35B4A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89" name="Group 688">
                    <a:extLst>
                      <a:ext uri="{FF2B5EF4-FFF2-40B4-BE49-F238E27FC236}">
                        <a16:creationId xmlns:a16="http://schemas.microsoft.com/office/drawing/2014/main" id="{6F9430B5-507F-4666-BD73-2D29B8C3CA36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95" name="Isosceles Triangle 694">
                      <a:extLst>
                        <a:ext uri="{FF2B5EF4-FFF2-40B4-BE49-F238E27FC236}">
                          <a16:creationId xmlns:a16="http://schemas.microsoft.com/office/drawing/2014/main" id="{32908CA3-E62F-4293-A470-34E75719FD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96" name="Isosceles Triangle 695">
                      <a:extLst>
                        <a:ext uri="{FF2B5EF4-FFF2-40B4-BE49-F238E27FC236}">
                          <a16:creationId xmlns:a16="http://schemas.microsoft.com/office/drawing/2014/main" id="{BC1674F0-7E73-40F9-8962-0C02CBAC545A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97" name="Isosceles Triangle 696">
                      <a:extLst>
                        <a:ext uri="{FF2B5EF4-FFF2-40B4-BE49-F238E27FC236}">
                          <a16:creationId xmlns:a16="http://schemas.microsoft.com/office/drawing/2014/main" id="{96329EE9-E8C9-414C-8845-D159335600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98" name="Isosceles Triangle 697">
                      <a:extLst>
                        <a:ext uri="{FF2B5EF4-FFF2-40B4-BE49-F238E27FC236}">
                          <a16:creationId xmlns:a16="http://schemas.microsoft.com/office/drawing/2014/main" id="{B65C7E33-D072-41E7-8F3C-48ECCC905D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90" name="Group 689">
                    <a:extLst>
                      <a:ext uri="{FF2B5EF4-FFF2-40B4-BE49-F238E27FC236}">
                        <a16:creationId xmlns:a16="http://schemas.microsoft.com/office/drawing/2014/main" id="{F2261E63-A2D5-4E40-8731-9CF925F08B72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91" name="Isosceles Triangle 690">
                      <a:extLst>
                        <a:ext uri="{FF2B5EF4-FFF2-40B4-BE49-F238E27FC236}">
                          <a16:creationId xmlns:a16="http://schemas.microsoft.com/office/drawing/2014/main" id="{2708B1DD-B83B-4509-9A0E-46C30EDE94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92" name="Isosceles Triangle 691">
                      <a:extLst>
                        <a:ext uri="{FF2B5EF4-FFF2-40B4-BE49-F238E27FC236}">
                          <a16:creationId xmlns:a16="http://schemas.microsoft.com/office/drawing/2014/main" id="{CBE98521-3C74-4E8A-99C5-55498819073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93" name="Isosceles Triangle 692">
                      <a:extLst>
                        <a:ext uri="{FF2B5EF4-FFF2-40B4-BE49-F238E27FC236}">
                          <a16:creationId xmlns:a16="http://schemas.microsoft.com/office/drawing/2014/main" id="{07871926-46AF-48AD-89B8-A5F52301B6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94" name="Isosceles Triangle 693">
                      <a:extLst>
                        <a:ext uri="{FF2B5EF4-FFF2-40B4-BE49-F238E27FC236}">
                          <a16:creationId xmlns:a16="http://schemas.microsoft.com/office/drawing/2014/main" id="{01D66C0A-0B92-4843-BEBB-98F4C738F1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602" name="Group 601">
                  <a:extLst>
                    <a:ext uri="{FF2B5EF4-FFF2-40B4-BE49-F238E27FC236}">
                      <a16:creationId xmlns:a16="http://schemas.microsoft.com/office/drawing/2014/main" id="{1544C858-2F21-4A92-AD05-B402502D72A5}"/>
                    </a:ext>
                  </a:extLst>
                </p:cNvPr>
                <p:cNvGrpSpPr/>
                <p:nvPr/>
              </p:nvGrpSpPr>
              <p:grpSpPr>
                <a:xfrm>
                  <a:off x="254166" y="58464"/>
                  <a:ext cx="4964854" cy="8619243"/>
                  <a:chOff x="795866" y="328273"/>
                  <a:chExt cx="4964854" cy="8619243"/>
                </a:xfrm>
                <a:solidFill>
                  <a:schemeClr val="bg1"/>
                </a:solidFill>
              </p:grpSpPr>
              <p:grpSp>
                <p:nvGrpSpPr>
                  <p:cNvPr id="667" name="Group 666">
                    <a:extLst>
                      <a:ext uri="{FF2B5EF4-FFF2-40B4-BE49-F238E27FC236}">
                        <a16:creationId xmlns:a16="http://schemas.microsoft.com/office/drawing/2014/main" id="{A06F0ADD-0399-44F7-B1EB-753057B56467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83" name="Isosceles Triangle 682">
                      <a:extLst>
                        <a:ext uri="{FF2B5EF4-FFF2-40B4-BE49-F238E27FC236}">
                          <a16:creationId xmlns:a16="http://schemas.microsoft.com/office/drawing/2014/main" id="{44E7C0FF-6542-4FA2-A2A4-4DA7F8A48F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4" name="Isosceles Triangle 683">
                      <a:extLst>
                        <a:ext uri="{FF2B5EF4-FFF2-40B4-BE49-F238E27FC236}">
                          <a16:creationId xmlns:a16="http://schemas.microsoft.com/office/drawing/2014/main" id="{6ACB8DDF-B070-4D8E-8123-6283827E76E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5" name="Isosceles Triangle 684">
                      <a:extLst>
                        <a:ext uri="{FF2B5EF4-FFF2-40B4-BE49-F238E27FC236}">
                          <a16:creationId xmlns:a16="http://schemas.microsoft.com/office/drawing/2014/main" id="{0BEA3833-C284-49C3-9540-BF60E441BB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6" name="Isosceles Triangle 685">
                      <a:extLst>
                        <a:ext uri="{FF2B5EF4-FFF2-40B4-BE49-F238E27FC236}">
                          <a16:creationId xmlns:a16="http://schemas.microsoft.com/office/drawing/2014/main" id="{76E3DFEE-FCD5-410F-AE1F-1C5BE504F1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68" name="Group 667">
                    <a:extLst>
                      <a:ext uri="{FF2B5EF4-FFF2-40B4-BE49-F238E27FC236}">
                        <a16:creationId xmlns:a16="http://schemas.microsoft.com/office/drawing/2014/main" id="{E86C435A-2470-4F93-8B5E-875B8B883601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79" name="Isosceles Triangle 678">
                      <a:extLst>
                        <a:ext uri="{FF2B5EF4-FFF2-40B4-BE49-F238E27FC236}">
                          <a16:creationId xmlns:a16="http://schemas.microsoft.com/office/drawing/2014/main" id="{F66455E1-446D-4442-B18D-6FA5B9D39E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0" name="Isosceles Triangle 679">
                      <a:extLst>
                        <a:ext uri="{FF2B5EF4-FFF2-40B4-BE49-F238E27FC236}">
                          <a16:creationId xmlns:a16="http://schemas.microsoft.com/office/drawing/2014/main" id="{387E4C8F-5933-42A3-A3FF-1FE97CC9BB3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1" name="Isosceles Triangle 680">
                      <a:extLst>
                        <a:ext uri="{FF2B5EF4-FFF2-40B4-BE49-F238E27FC236}">
                          <a16:creationId xmlns:a16="http://schemas.microsoft.com/office/drawing/2014/main" id="{8E09BD0F-A130-46B4-A6DE-DF2C7F3931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82" name="Isosceles Triangle 681">
                      <a:extLst>
                        <a:ext uri="{FF2B5EF4-FFF2-40B4-BE49-F238E27FC236}">
                          <a16:creationId xmlns:a16="http://schemas.microsoft.com/office/drawing/2014/main" id="{DEF0A73B-D7CF-48CB-ACB5-B317E6C798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69" name="Group 668">
                    <a:extLst>
                      <a:ext uri="{FF2B5EF4-FFF2-40B4-BE49-F238E27FC236}">
                        <a16:creationId xmlns:a16="http://schemas.microsoft.com/office/drawing/2014/main" id="{B67A6F4F-48E9-40DA-A89C-88741D75D566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75" name="Isosceles Triangle 674">
                      <a:extLst>
                        <a:ext uri="{FF2B5EF4-FFF2-40B4-BE49-F238E27FC236}">
                          <a16:creationId xmlns:a16="http://schemas.microsoft.com/office/drawing/2014/main" id="{CBB2EB2A-0BE2-4CFC-A211-3DAC9D36B8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6" name="Isosceles Triangle 675">
                      <a:extLst>
                        <a:ext uri="{FF2B5EF4-FFF2-40B4-BE49-F238E27FC236}">
                          <a16:creationId xmlns:a16="http://schemas.microsoft.com/office/drawing/2014/main" id="{50E1544D-5BA1-4FF7-92B1-5B4A3AF83AD2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7" name="Isosceles Triangle 676">
                      <a:extLst>
                        <a:ext uri="{FF2B5EF4-FFF2-40B4-BE49-F238E27FC236}">
                          <a16:creationId xmlns:a16="http://schemas.microsoft.com/office/drawing/2014/main" id="{371CEF41-9DB0-4E04-9F82-059A134F53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8" name="Isosceles Triangle 677">
                      <a:extLst>
                        <a:ext uri="{FF2B5EF4-FFF2-40B4-BE49-F238E27FC236}">
                          <a16:creationId xmlns:a16="http://schemas.microsoft.com/office/drawing/2014/main" id="{31504638-F982-43C4-88E0-64F379E94E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70" name="Group 669">
                    <a:extLst>
                      <a:ext uri="{FF2B5EF4-FFF2-40B4-BE49-F238E27FC236}">
                        <a16:creationId xmlns:a16="http://schemas.microsoft.com/office/drawing/2014/main" id="{BC902D4E-3AE6-4A9F-B564-D2ABDD1EFDB0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71" name="Isosceles Triangle 670">
                      <a:extLst>
                        <a:ext uri="{FF2B5EF4-FFF2-40B4-BE49-F238E27FC236}">
                          <a16:creationId xmlns:a16="http://schemas.microsoft.com/office/drawing/2014/main" id="{522E8471-17BF-4916-86A3-77E30373BE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2" name="Isosceles Triangle 671">
                      <a:extLst>
                        <a:ext uri="{FF2B5EF4-FFF2-40B4-BE49-F238E27FC236}">
                          <a16:creationId xmlns:a16="http://schemas.microsoft.com/office/drawing/2014/main" id="{97D6154E-3E72-439B-A46B-8665B4B6D804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3" name="Isosceles Triangle 672">
                      <a:extLst>
                        <a:ext uri="{FF2B5EF4-FFF2-40B4-BE49-F238E27FC236}">
                          <a16:creationId xmlns:a16="http://schemas.microsoft.com/office/drawing/2014/main" id="{4493F977-D48E-4FB5-80B1-1018716AEA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74" name="Isosceles Triangle 673">
                      <a:extLst>
                        <a:ext uri="{FF2B5EF4-FFF2-40B4-BE49-F238E27FC236}">
                          <a16:creationId xmlns:a16="http://schemas.microsoft.com/office/drawing/2014/main" id="{C8790788-0B83-46A0-B239-1D098E5FFF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603" name="Group 602">
                  <a:extLst>
                    <a:ext uri="{FF2B5EF4-FFF2-40B4-BE49-F238E27FC236}">
                      <a16:creationId xmlns:a16="http://schemas.microsoft.com/office/drawing/2014/main" id="{3867045A-BF83-4C7E-AFAC-F21F23B57B1A}"/>
                    </a:ext>
                  </a:extLst>
                </p:cNvPr>
                <p:cNvGrpSpPr/>
                <p:nvPr/>
              </p:nvGrpSpPr>
              <p:grpSpPr>
                <a:xfrm>
                  <a:off x="3561570" y="58464"/>
                  <a:ext cx="4964854" cy="8619243"/>
                  <a:chOff x="795866" y="328273"/>
                  <a:chExt cx="4964854" cy="8619243"/>
                </a:xfrm>
                <a:solidFill>
                  <a:schemeClr val="bg1"/>
                </a:solidFill>
              </p:grpSpPr>
              <p:grpSp>
                <p:nvGrpSpPr>
                  <p:cNvPr id="647" name="Group 646">
                    <a:extLst>
                      <a:ext uri="{FF2B5EF4-FFF2-40B4-BE49-F238E27FC236}">
                        <a16:creationId xmlns:a16="http://schemas.microsoft.com/office/drawing/2014/main" id="{607F0792-0381-4C76-98D1-51A8303382FD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63" name="Isosceles Triangle 662">
                      <a:extLst>
                        <a:ext uri="{FF2B5EF4-FFF2-40B4-BE49-F238E27FC236}">
                          <a16:creationId xmlns:a16="http://schemas.microsoft.com/office/drawing/2014/main" id="{1007D7B0-3BA6-4844-85F5-A28963757E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4" name="Isosceles Triangle 663">
                      <a:extLst>
                        <a:ext uri="{FF2B5EF4-FFF2-40B4-BE49-F238E27FC236}">
                          <a16:creationId xmlns:a16="http://schemas.microsoft.com/office/drawing/2014/main" id="{9B1C4E49-63A5-49F9-831D-7FF0237EB5C5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5" name="Isosceles Triangle 664">
                      <a:extLst>
                        <a:ext uri="{FF2B5EF4-FFF2-40B4-BE49-F238E27FC236}">
                          <a16:creationId xmlns:a16="http://schemas.microsoft.com/office/drawing/2014/main" id="{7170ED05-D97E-48AA-AE9B-C97C563C2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6" name="Isosceles Triangle 665">
                      <a:extLst>
                        <a:ext uri="{FF2B5EF4-FFF2-40B4-BE49-F238E27FC236}">
                          <a16:creationId xmlns:a16="http://schemas.microsoft.com/office/drawing/2014/main" id="{B03D0678-3491-4ED0-B7F2-AA3D8EB262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48" name="Group 647">
                    <a:extLst>
                      <a:ext uri="{FF2B5EF4-FFF2-40B4-BE49-F238E27FC236}">
                        <a16:creationId xmlns:a16="http://schemas.microsoft.com/office/drawing/2014/main" id="{40BD778E-952E-4F64-9B98-84E4EBFD20F2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59" name="Isosceles Triangle 658">
                      <a:extLst>
                        <a:ext uri="{FF2B5EF4-FFF2-40B4-BE49-F238E27FC236}">
                          <a16:creationId xmlns:a16="http://schemas.microsoft.com/office/drawing/2014/main" id="{FB733B8A-7DE5-4EEA-9AC3-763DCC4AD1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0" name="Isosceles Triangle 659">
                      <a:extLst>
                        <a:ext uri="{FF2B5EF4-FFF2-40B4-BE49-F238E27FC236}">
                          <a16:creationId xmlns:a16="http://schemas.microsoft.com/office/drawing/2014/main" id="{E6AA7863-21A1-4ABA-95B8-9FA9AF3700BE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1" name="Isosceles Triangle 660">
                      <a:extLst>
                        <a:ext uri="{FF2B5EF4-FFF2-40B4-BE49-F238E27FC236}">
                          <a16:creationId xmlns:a16="http://schemas.microsoft.com/office/drawing/2014/main" id="{EB356F1F-0990-47B8-A420-9798F11D26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62" name="Isosceles Triangle 661">
                      <a:extLst>
                        <a:ext uri="{FF2B5EF4-FFF2-40B4-BE49-F238E27FC236}">
                          <a16:creationId xmlns:a16="http://schemas.microsoft.com/office/drawing/2014/main" id="{9547E3C4-CC39-4043-BB76-5214B01E70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49" name="Group 648">
                    <a:extLst>
                      <a:ext uri="{FF2B5EF4-FFF2-40B4-BE49-F238E27FC236}">
                        <a16:creationId xmlns:a16="http://schemas.microsoft.com/office/drawing/2014/main" id="{EAB45B28-E99C-47FB-B224-A996E78FCA9E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55" name="Isosceles Triangle 654">
                      <a:extLst>
                        <a:ext uri="{FF2B5EF4-FFF2-40B4-BE49-F238E27FC236}">
                          <a16:creationId xmlns:a16="http://schemas.microsoft.com/office/drawing/2014/main" id="{09E6C0FA-E285-4B2E-829F-75EF9DC936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6" name="Isosceles Triangle 655">
                      <a:extLst>
                        <a:ext uri="{FF2B5EF4-FFF2-40B4-BE49-F238E27FC236}">
                          <a16:creationId xmlns:a16="http://schemas.microsoft.com/office/drawing/2014/main" id="{3DA17670-91C2-4905-BD31-35B4FA7B8EF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7" name="Isosceles Triangle 656">
                      <a:extLst>
                        <a:ext uri="{FF2B5EF4-FFF2-40B4-BE49-F238E27FC236}">
                          <a16:creationId xmlns:a16="http://schemas.microsoft.com/office/drawing/2014/main" id="{B9436054-407F-43BD-9EF8-DEE508827A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8" name="Isosceles Triangle 657">
                      <a:extLst>
                        <a:ext uri="{FF2B5EF4-FFF2-40B4-BE49-F238E27FC236}">
                          <a16:creationId xmlns:a16="http://schemas.microsoft.com/office/drawing/2014/main" id="{A4419838-A674-47FD-A48A-B5906AE908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50" name="Group 649">
                    <a:extLst>
                      <a:ext uri="{FF2B5EF4-FFF2-40B4-BE49-F238E27FC236}">
                        <a16:creationId xmlns:a16="http://schemas.microsoft.com/office/drawing/2014/main" id="{2185A3AB-E11D-4935-9934-623218B1DB7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51" name="Isosceles Triangle 650">
                      <a:extLst>
                        <a:ext uri="{FF2B5EF4-FFF2-40B4-BE49-F238E27FC236}">
                          <a16:creationId xmlns:a16="http://schemas.microsoft.com/office/drawing/2014/main" id="{AF49A8E6-ED3B-42F4-B86D-C0648904EE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2" name="Isosceles Triangle 651">
                      <a:extLst>
                        <a:ext uri="{FF2B5EF4-FFF2-40B4-BE49-F238E27FC236}">
                          <a16:creationId xmlns:a16="http://schemas.microsoft.com/office/drawing/2014/main" id="{E73E3931-36CD-434F-AFBE-DD6B526D0B1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3" name="Isosceles Triangle 652">
                      <a:extLst>
                        <a:ext uri="{FF2B5EF4-FFF2-40B4-BE49-F238E27FC236}">
                          <a16:creationId xmlns:a16="http://schemas.microsoft.com/office/drawing/2014/main" id="{BD4B76C4-71AB-4E10-9025-2F885E2DBD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54" name="Isosceles Triangle 653">
                      <a:extLst>
                        <a:ext uri="{FF2B5EF4-FFF2-40B4-BE49-F238E27FC236}">
                          <a16:creationId xmlns:a16="http://schemas.microsoft.com/office/drawing/2014/main" id="{38A32457-AFDB-4313-8460-518196ECD9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604" name="Group 603">
                  <a:extLst>
                    <a:ext uri="{FF2B5EF4-FFF2-40B4-BE49-F238E27FC236}">
                      <a16:creationId xmlns:a16="http://schemas.microsoft.com/office/drawing/2014/main" id="{9438B691-4D1D-451D-ACF8-3A4D21C5C57D}"/>
                    </a:ext>
                  </a:extLst>
                </p:cNvPr>
                <p:cNvGrpSpPr/>
                <p:nvPr/>
              </p:nvGrpSpPr>
              <p:grpSpPr>
                <a:xfrm>
                  <a:off x="6868975" y="58464"/>
                  <a:ext cx="4964854" cy="8619243"/>
                  <a:chOff x="795866" y="328273"/>
                  <a:chExt cx="4964854" cy="8619243"/>
                </a:xfrm>
                <a:solidFill>
                  <a:schemeClr val="bg1"/>
                </a:solidFill>
              </p:grpSpPr>
              <p:grpSp>
                <p:nvGrpSpPr>
                  <p:cNvPr id="627" name="Group 626">
                    <a:extLst>
                      <a:ext uri="{FF2B5EF4-FFF2-40B4-BE49-F238E27FC236}">
                        <a16:creationId xmlns:a16="http://schemas.microsoft.com/office/drawing/2014/main" id="{F41D372D-44E1-41E0-B6ED-6605B6743A74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43" name="Isosceles Triangle 642">
                      <a:extLst>
                        <a:ext uri="{FF2B5EF4-FFF2-40B4-BE49-F238E27FC236}">
                          <a16:creationId xmlns:a16="http://schemas.microsoft.com/office/drawing/2014/main" id="{D55A264C-C29A-4D97-85D3-F60752443B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4" name="Isosceles Triangle 643">
                      <a:extLst>
                        <a:ext uri="{FF2B5EF4-FFF2-40B4-BE49-F238E27FC236}">
                          <a16:creationId xmlns:a16="http://schemas.microsoft.com/office/drawing/2014/main" id="{C56DF479-24F3-4D61-92D7-291A30250203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5" name="Isosceles Triangle 644">
                      <a:extLst>
                        <a:ext uri="{FF2B5EF4-FFF2-40B4-BE49-F238E27FC236}">
                          <a16:creationId xmlns:a16="http://schemas.microsoft.com/office/drawing/2014/main" id="{96A06FC5-C34A-44AC-9C2E-6B38B26548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6" name="Isosceles Triangle 645">
                      <a:extLst>
                        <a:ext uri="{FF2B5EF4-FFF2-40B4-BE49-F238E27FC236}">
                          <a16:creationId xmlns:a16="http://schemas.microsoft.com/office/drawing/2014/main" id="{FC4471BF-AEBF-4D29-AC15-7EF367DC69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28" name="Group 627">
                    <a:extLst>
                      <a:ext uri="{FF2B5EF4-FFF2-40B4-BE49-F238E27FC236}">
                        <a16:creationId xmlns:a16="http://schemas.microsoft.com/office/drawing/2014/main" id="{985F57C7-760C-4975-91AC-F03AA8D1100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39" name="Isosceles Triangle 638">
                      <a:extLst>
                        <a:ext uri="{FF2B5EF4-FFF2-40B4-BE49-F238E27FC236}">
                          <a16:creationId xmlns:a16="http://schemas.microsoft.com/office/drawing/2014/main" id="{B8970AC1-F4FD-453D-A197-67EF959B83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0" name="Isosceles Triangle 639">
                      <a:extLst>
                        <a:ext uri="{FF2B5EF4-FFF2-40B4-BE49-F238E27FC236}">
                          <a16:creationId xmlns:a16="http://schemas.microsoft.com/office/drawing/2014/main" id="{6CF0EBA4-3465-4891-9CF4-FD33E332969A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1" name="Isosceles Triangle 640">
                      <a:extLst>
                        <a:ext uri="{FF2B5EF4-FFF2-40B4-BE49-F238E27FC236}">
                          <a16:creationId xmlns:a16="http://schemas.microsoft.com/office/drawing/2014/main" id="{9116E332-15C4-4C58-8B82-DD8E7D2C2B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42" name="Isosceles Triangle 641">
                      <a:extLst>
                        <a:ext uri="{FF2B5EF4-FFF2-40B4-BE49-F238E27FC236}">
                          <a16:creationId xmlns:a16="http://schemas.microsoft.com/office/drawing/2014/main" id="{101275F7-0885-4E3A-8E13-203DA29914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 dirty="0"/>
                    </a:p>
                  </p:txBody>
                </p:sp>
              </p:grpSp>
              <p:grpSp>
                <p:nvGrpSpPr>
                  <p:cNvPr id="629" name="Group 628">
                    <a:extLst>
                      <a:ext uri="{FF2B5EF4-FFF2-40B4-BE49-F238E27FC236}">
                        <a16:creationId xmlns:a16="http://schemas.microsoft.com/office/drawing/2014/main" id="{CC99B335-F819-4A25-8F98-767D0027E6CD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35" name="Isosceles Triangle 634">
                      <a:extLst>
                        <a:ext uri="{FF2B5EF4-FFF2-40B4-BE49-F238E27FC236}">
                          <a16:creationId xmlns:a16="http://schemas.microsoft.com/office/drawing/2014/main" id="{9DC24365-A68E-4037-BCA0-5E665FFAD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6" name="Isosceles Triangle 635">
                      <a:extLst>
                        <a:ext uri="{FF2B5EF4-FFF2-40B4-BE49-F238E27FC236}">
                          <a16:creationId xmlns:a16="http://schemas.microsoft.com/office/drawing/2014/main" id="{CC99686B-A500-4EFB-84A7-AB95FC4C6551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7" name="Isosceles Triangle 636">
                      <a:extLst>
                        <a:ext uri="{FF2B5EF4-FFF2-40B4-BE49-F238E27FC236}">
                          <a16:creationId xmlns:a16="http://schemas.microsoft.com/office/drawing/2014/main" id="{F399E888-296B-4CA1-A585-D98AAE9076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8" name="Isosceles Triangle 637">
                      <a:extLst>
                        <a:ext uri="{FF2B5EF4-FFF2-40B4-BE49-F238E27FC236}">
                          <a16:creationId xmlns:a16="http://schemas.microsoft.com/office/drawing/2014/main" id="{5DB4D51C-CA25-41B3-94A4-A3C716F7F8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30" name="Group 629">
                    <a:extLst>
                      <a:ext uri="{FF2B5EF4-FFF2-40B4-BE49-F238E27FC236}">
                        <a16:creationId xmlns:a16="http://schemas.microsoft.com/office/drawing/2014/main" id="{383007A0-DD0E-4969-822C-56D30A8DF90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31" name="Isosceles Triangle 630">
                      <a:extLst>
                        <a:ext uri="{FF2B5EF4-FFF2-40B4-BE49-F238E27FC236}">
                          <a16:creationId xmlns:a16="http://schemas.microsoft.com/office/drawing/2014/main" id="{6D05043A-62BF-4875-BAC4-C3125F115A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2" name="Isosceles Triangle 631">
                      <a:extLst>
                        <a:ext uri="{FF2B5EF4-FFF2-40B4-BE49-F238E27FC236}">
                          <a16:creationId xmlns:a16="http://schemas.microsoft.com/office/drawing/2014/main" id="{F551FB00-60DA-4486-900C-D586572217D3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3" name="Isosceles Triangle 632">
                      <a:extLst>
                        <a:ext uri="{FF2B5EF4-FFF2-40B4-BE49-F238E27FC236}">
                          <a16:creationId xmlns:a16="http://schemas.microsoft.com/office/drawing/2014/main" id="{2CD4D831-1146-4C50-9C3D-4FA65A8DFA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34" name="Isosceles Triangle 633">
                      <a:extLst>
                        <a:ext uri="{FF2B5EF4-FFF2-40B4-BE49-F238E27FC236}">
                          <a16:creationId xmlns:a16="http://schemas.microsoft.com/office/drawing/2014/main" id="{5DE4B67F-2EFB-4946-BC05-9F2891E2E0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605" name="Group 604">
                  <a:extLst>
                    <a:ext uri="{FF2B5EF4-FFF2-40B4-BE49-F238E27FC236}">
                      <a16:creationId xmlns:a16="http://schemas.microsoft.com/office/drawing/2014/main" id="{C0F1686B-AAAB-4A47-BE48-D1277C27797D}"/>
                    </a:ext>
                  </a:extLst>
                </p:cNvPr>
                <p:cNvGrpSpPr/>
                <p:nvPr/>
              </p:nvGrpSpPr>
              <p:grpSpPr>
                <a:xfrm>
                  <a:off x="10161427" y="58464"/>
                  <a:ext cx="4964854" cy="8619243"/>
                  <a:chOff x="795866" y="328273"/>
                  <a:chExt cx="4964854" cy="8619243"/>
                </a:xfrm>
                <a:solidFill>
                  <a:schemeClr val="bg1"/>
                </a:solidFill>
              </p:grpSpPr>
              <p:grpSp>
                <p:nvGrpSpPr>
                  <p:cNvPr id="606" name="Group 605">
                    <a:extLst>
                      <a:ext uri="{FF2B5EF4-FFF2-40B4-BE49-F238E27FC236}">
                        <a16:creationId xmlns:a16="http://schemas.microsoft.com/office/drawing/2014/main" id="{C0D9BAC4-DF5E-47CB-B124-D456BF7A53C1}"/>
                      </a:ext>
                    </a:extLst>
                  </p:cNvPr>
                  <p:cNvGrpSpPr/>
                  <p:nvPr/>
                </p:nvGrpSpPr>
                <p:grpSpPr>
                  <a:xfrm>
                    <a:off x="2448560" y="32827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23" name="Isosceles Triangle 622">
                      <a:extLst>
                        <a:ext uri="{FF2B5EF4-FFF2-40B4-BE49-F238E27FC236}">
                          <a16:creationId xmlns:a16="http://schemas.microsoft.com/office/drawing/2014/main" id="{4A3C6CEE-5592-4BF4-9368-5BA7C338EF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4" name="Isosceles Triangle 623">
                      <a:extLst>
                        <a:ext uri="{FF2B5EF4-FFF2-40B4-BE49-F238E27FC236}">
                          <a16:creationId xmlns:a16="http://schemas.microsoft.com/office/drawing/2014/main" id="{B57039BE-57AE-4EF4-BB49-0083406147D2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5" name="Isosceles Triangle 624">
                      <a:extLst>
                        <a:ext uri="{FF2B5EF4-FFF2-40B4-BE49-F238E27FC236}">
                          <a16:creationId xmlns:a16="http://schemas.microsoft.com/office/drawing/2014/main" id="{08D7225A-34B1-4814-BA69-DCE18D87C6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6" name="Isosceles Triangle 625">
                      <a:extLst>
                        <a:ext uri="{FF2B5EF4-FFF2-40B4-BE49-F238E27FC236}">
                          <a16:creationId xmlns:a16="http://schemas.microsoft.com/office/drawing/2014/main" id="{5264AAAB-0526-4558-A7F7-48C39E301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07" name="Group 606">
                    <a:extLst>
                      <a:ext uri="{FF2B5EF4-FFF2-40B4-BE49-F238E27FC236}">
                        <a16:creationId xmlns:a16="http://schemas.microsoft.com/office/drawing/2014/main" id="{8832D904-9395-414B-90EE-637893D0568C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44856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18" name="Isosceles Triangle 617">
                      <a:extLst>
                        <a:ext uri="{FF2B5EF4-FFF2-40B4-BE49-F238E27FC236}">
                          <a16:creationId xmlns:a16="http://schemas.microsoft.com/office/drawing/2014/main" id="{A710F6CC-2EC0-4135-A29B-BB61029A2E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0" name="Isosceles Triangle 619">
                      <a:extLst>
                        <a:ext uri="{FF2B5EF4-FFF2-40B4-BE49-F238E27FC236}">
                          <a16:creationId xmlns:a16="http://schemas.microsoft.com/office/drawing/2014/main" id="{F7A56D0D-5B53-4734-8E98-576592BB7DE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1" name="Isosceles Triangle 620">
                      <a:extLst>
                        <a:ext uri="{FF2B5EF4-FFF2-40B4-BE49-F238E27FC236}">
                          <a16:creationId xmlns:a16="http://schemas.microsoft.com/office/drawing/2014/main" id="{5D20F9E4-82CA-43DB-9C2C-132E1F1A56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22" name="Isosceles Triangle 621">
                      <a:extLst>
                        <a:ext uri="{FF2B5EF4-FFF2-40B4-BE49-F238E27FC236}">
                          <a16:creationId xmlns:a16="http://schemas.microsoft.com/office/drawing/2014/main" id="{1858F716-046F-4EDB-ACC2-6A67A7A7CC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08" name="Group 607">
                    <a:extLst>
                      <a:ext uri="{FF2B5EF4-FFF2-40B4-BE49-F238E27FC236}">
                        <a16:creationId xmlns:a16="http://schemas.microsoft.com/office/drawing/2014/main" id="{719C0D04-D0EC-441C-BA01-0B7791A81F9E}"/>
                      </a:ext>
                    </a:extLst>
                  </p:cNvPr>
                  <p:cNvGrpSpPr/>
                  <p:nvPr/>
                </p:nvGrpSpPr>
                <p:grpSpPr>
                  <a:xfrm>
                    <a:off x="802640" y="3193393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14" name="Isosceles Triangle 613">
                      <a:extLst>
                        <a:ext uri="{FF2B5EF4-FFF2-40B4-BE49-F238E27FC236}">
                          <a16:creationId xmlns:a16="http://schemas.microsoft.com/office/drawing/2014/main" id="{8512A57D-51F6-428A-8B40-0DD3BA487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5" name="Isosceles Triangle 614">
                      <a:extLst>
                        <a:ext uri="{FF2B5EF4-FFF2-40B4-BE49-F238E27FC236}">
                          <a16:creationId xmlns:a16="http://schemas.microsoft.com/office/drawing/2014/main" id="{6DC159D2-8D34-40BE-9C5D-3162A5AC2FE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6" name="Isosceles Triangle 615">
                      <a:extLst>
                        <a:ext uri="{FF2B5EF4-FFF2-40B4-BE49-F238E27FC236}">
                          <a16:creationId xmlns:a16="http://schemas.microsoft.com/office/drawing/2014/main" id="{C9C0F2CC-1ACE-462B-906F-A66EBDB5CD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7" name="Isosceles Triangle 616">
                      <a:extLst>
                        <a:ext uri="{FF2B5EF4-FFF2-40B4-BE49-F238E27FC236}">
                          <a16:creationId xmlns:a16="http://schemas.microsoft.com/office/drawing/2014/main" id="{88A21C71-1D49-4014-8DCC-A163FF8F72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609" name="Group 608">
                    <a:extLst>
                      <a:ext uri="{FF2B5EF4-FFF2-40B4-BE49-F238E27FC236}">
                        <a16:creationId xmlns:a16="http://schemas.microsoft.com/office/drawing/2014/main" id="{6F30BB1D-8AC0-4894-92AB-E098E542FCA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95866" y="6074688"/>
                    <a:ext cx="3312160" cy="2872828"/>
                    <a:chOff x="2448560" y="328273"/>
                    <a:chExt cx="3312160" cy="2872828"/>
                  </a:xfrm>
                  <a:grpFill/>
                </p:grpSpPr>
                <p:sp>
                  <p:nvSpPr>
                    <p:cNvPr id="610" name="Isosceles Triangle 609">
                      <a:extLst>
                        <a:ext uri="{FF2B5EF4-FFF2-40B4-BE49-F238E27FC236}">
                          <a16:creationId xmlns:a16="http://schemas.microsoft.com/office/drawing/2014/main" id="{2D981E07-2374-4927-A3CA-E2F8F70220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1520" y="328273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1" name="Isosceles Triangle 610">
                      <a:extLst>
                        <a:ext uri="{FF2B5EF4-FFF2-40B4-BE49-F238E27FC236}">
                          <a16:creationId xmlns:a16="http://schemas.microsoft.com/office/drawing/2014/main" id="{4D5390D7-3BE2-46CD-9500-2150AF086DCE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27152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2" name="Isosceles Triangle 611">
                      <a:extLst>
                        <a:ext uri="{FF2B5EF4-FFF2-40B4-BE49-F238E27FC236}">
                          <a16:creationId xmlns:a16="http://schemas.microsoft.com/office/drawing/2014/main" id="{EE0BC71E-36FD-476B-ADEB-A0848EE995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4856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613" name="Isosceles Triangle 612">
                      <a:extLst>
                        <a:ext uri="{FF2B5EF4-FFF2-40B4-BE49-F238E27FC236}">
                          <a16:creationId xmlns:a16="http://schemas.microsoft.com/office/drawing/2014/main" id="{3F024A71-8430-4C75-9365-81A8EA3893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480" y="1764687"/>
                      <a:ext cx="1666240" cy="1436414"/>
                    </a:xfrm>
                    <a:prstGeom prst="triangle">
                      <a:avLst/>
                    </a:prstGeom>
                    <a:grpFill/>
                    <a:ln w="19050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</p:grp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180EE448-0519-4E27-8A7A-8A399340A620}"/>
                  </a:ext>
                </a:extLst>
              </p:cNvPr>
              <p:cNvGrpSpPr/>
              <p:nvPr/>
            </p:nvGrpSpPr>
            <p:grpSpPr>
              <a:xfrm>
                <a:off x="-3046465" y="2923584"/>
                <a:ext cx="18172746" cy="2881295"/>
                <a:chOff x="-3046465" y="2923584"/>
                <a:chExt cx="18172746" cy="2881295"/>
              </a:xfrm>
            </p:grpSpPr>
            <p:cxnSp>
              <p:nvCxnSpPr>
                <p:cNvPr id="778" name="Straight Connector 777">
                  <a:extLst>
                    <a:ext uri="{FF2B5EF4-FFF2-40B4-BE49-F238E27FC236}">
                      <a16:creationId xmlns:a16="http://schemas.microsoft.com/office/drawing/2014/main" id="{ACA2DC39-41BA-4BD6-AFA3-CD3CCD565120}"/>
                    </a:ext>
                  </a:extLst>
                </p:cNvPr>
                <p:cNvCxnSpPr>
                  <a:cxnSpLocks/>
                  <a:stCxn id="626" idx="4"/>
                  <a:endCxn id="695" idx="0"/>
                </p:cNvCxnSpPr>
                <p:nvPr/>
              </p:nvCxnSpPr>
              <p:spPr>
                <a:xfrm flipH="1" flipV="1">
                  <a:off x="-1390385" y="2923584"/>
                  <a:ext cx="16516666" cy="7708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0" name="Straight Connector 779">
                  <a:extLst>
                    <a:ext uri="{FF2B5EF4-FFF2-40B4-BE49-F238E27FC236}">
                      <a16:creationId xmlns:a16="http://schemas.microsoft.com/office/drawing/2014/main" id="{567F7450-F778-4D66-8DEC-391F564D9CB8}"/>
                    </a:ext>
                  </a:extLst>
                </p:cNvPr>
                <p:cNvCxnSpPr>
                  <a:cxnSpLocks/>
                  <a:stCxn id="617" idx="4"/>
                  <a:endCxn id="697" idx="2"/>
                </p:cNvCxnSpPr>
                <p:nvPr/>
              </p:nvCxnSpPr>
              <p:spPr>
                <a:xfrm flipH="1">
                  <a:off x="-3046465" y="5796412"/>
                  <a:ext cx="16526826" cy="0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1" name="Straight Connector 780">
                  <a:extLst>
                    <a:ext uri="{FF2B5EF4-FFF2-40B4-BE49-F238E27FC236}">
                      <a16:creationId xmlns:a16="http://schemas.microsoft.com/office/drawing/2014/main" id="{AB92FC7A-8646-4F56-BEBE-EF2C39746DDE}"/>
                    </a:ext>
                  </a:extLst>
                </p:cNvPr>
                <p:cNvCxnSpPr>
                  <a:cxnSpLocks/>
                  <a:stCxn id="621" idx="2"/>
                  <a:endCxn id="616" idx="2"/>
                </p:cNvCxnSpPr>
                <p:nvPr/>
              </p:nvCxnSpPr>
              <p:spPr>
                <a:xfrm flipH="1">
                  <a:off x="10168201" y="2923584"/>
                  <a:ext cx="1645920" cy="2872828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2" name="Straight Connector 781">
                  <a:extLst>
                    <a:ext uri="{FF2B5EF4-FFF2-40B4-BE49-F238E27FC236}">
                      <a16:creationId xmlns:a16="http://schemas.microsoft.com/office/drawing/2014/main" id="{278C62FD-3479-45D8-B9E2-EA76631EFDF4}"/>
                    </a:ext>
                  </a:extLst>
                </p:cNvPr>
                <p:cNvCxnSpPr>
                  <a:cxnSpLocks/>
                  <a:stCxn id="635" idx="0"/>
                  <a:endCxn id="633" idx="2"/>
                </p:cNvCxnSpPr>
                <p:nvPr/>
              </p:nvCxnSpPr>
              <p:spPr>
                <a:xfrm flipH="1">
                  <a:off x="6868975" y="2923584"/>
                  <a:ext cx="1662854" cy="2881295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3" name="Straight Connector 782">
                  <a:extLst>
                    <a:ext uri="{FF2B5EF4-FFF2-40B4-BE49-F238E27FC236}">
                      <a16:creationId xmlns:a16="http://schemas.microsoft.com/office/drawing/2014/main" id="{9A051F06-7BD9-461A-8E4C-C1D00C9F48E0}"/>
                    </a:ext>
                  </a:extLst>
                </p:cNvPr>
                <p:cNvCxnSpPr>
                  <a:cxnSpLocks/>
                  <a:stCxn id="665" idx="2"/>
                  <a:endCxn id="657" idx="2"/>
                </p:cNvCxnSpPr>
                <p:nvPr/>
              </p:nvCxnSpPr>
              <p:spPr>
                <a:xfrm flipH="1">
                  <a:off x="3568344" y="2931292"/>
                  <a:ext cx="1645920" cy="2865120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4" name="Straight Connector 783">
                  <a:extLst>
                    <a:ext uri="{FF2B5EF4-FFF2-40B4-BE49-F238E27FC236}">
                      <a16:creationId xmlns:a16="http://schemas.microsoft.com/office/drawing/2014/main" id="{DFA40FD7-1A63-4997-AED9-A3FA8A87EE99}"/>
                    </a:ext>
                  </a:extLst>
                </p:cNvPr>
                <p:cNvCxnSpPr>
                  <a:cxnSpLocks/>
                  <a:stCxn id="675" idx="0"/>
                  <a:endCxn id="673" idx="2"/>
                </p:cNvCxnSpPr>
                <p:nvPr/>
              </p:nvCxnSpPr>
              <p:spPr>
                <a:xfrm flipH="1">
                  <a:off x="254166" y="2923584"/>
                  <a:ext cx="1662854" cy="2881295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5" name="Straight Connector 784">
                  <a:extLst>
                    <a:ext uri="{FF2B5EF4-FFF2-40B4-BE49-F238E27FC236}">
                      <a16:creationId xmlns:a16="http://schemas.microsoft.com/office/drawing/2014/main" id="{4AF52F7F-ED24-4F79-95B9-43981463B757}"/>
                    </a:ext>
                  </a:extLst>
                </p:cNvPr>
                <p:cNvCxnSpPr>
                  <a:cxnSpLocks/>
                  <a:stCxn id="614" idx="0"/>
                  <a:endCxn id="613" idx="4"/>
                </p:cNvCxnSpPr>
                <p:nvPr/>
              </p:nvCxnSpPr>
              <p:spPr>
                <a:xfrm>
                  <a:off x="11824281" y="2923584"/>
                  <a:ext cx="1649306" cy="2881295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6" name="Straight Connector 785">
                  <a:extLst>
                    <a:ext uri="{FF2B5EF4-FFF2-40B4-BE49-F238E27FC236}">
                      <a16:creationId xmlns:a16="http://schemas.microsoft.com/office/drawing/2014/main" id="{8702476D-B0DA-4004-88A8-EC37236338F4}"/>
                    </a:ext>
                  </a:extLst>
                </p:cNvPr>
                <p:cNvCxnSpPr>
                  <a:cxnSpLocks/>
                  <a:stCxn id="635" idx="0"/>
                  <a:endCxn id="612" idx="2"/>
                </p:cNvCxnSpPr>
                <p:nvPr/>
              </p:nvCxnSpPr>
              <p:spPr>
                <a:xfrm>
                  <a:off x="8531829" y="2923584"/>
                  <a:ext cx="1629598" cy="2881295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7" name="Straight Connector 786">
                  <a:extLst>
                    <a:ext uri="{FF2B5EF4-FFF2-40B4-BE49-F238E27FC236}">
                      <a16:creationId xmlns:a16="http://schemas.microsoft.com/office/drawing/2014/main" id="{969B8428-FCD3-4EDB-8041-02BC7A310385}"/>
                    </a:ext>
                  </a:extLst>
                </p:cNvPr>
                <p:cNvCxnSpPr>
                  <a:cxnSpLocks/>
                  <a:stCxn id="665" idx="2"/>
                  <a:endCxn id="637" idx="2"/>
                </p:cNvCxnSpPr>
                <p:nvPr/>
              </p:nvCxnSpPr>
              <p:spPr>
                <a:xfrm>
                  <a:off x="5214264" y="2931292"/>
                  <a:ext cx="1661485" cy="2865120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8" name="Straight Connector 787">
                  <a:extLst>
                    <a:ext uri="{FF2B5EF4-FFF2-40B4-BE49-F238E27FC236}">
                      <a16:creationId xmlns:a16="http://schemas.microsoft.com/office/drawing/2014/main" id="{7BC35ABD-4B9C-4116-B919-79DF15004421}"/>
                    </a:ext>
                  </a:extLst>
                </p:cNvPr>
                <p:cNvCxnSpPr>
                  <a:cxnSpLocks/>
                  <a:stCxn id="706" idx="4"/>
                  <a:endCxn id="674" idx="4"/>
                </p:cNvCxnSpPr>
                <p:nvPr/>
              </p:nvCxnSpPr>
              <p:spPr>
                <a:xfrm>
                  <a:off x="1911615" y="2931292"/>
                  <a:ext cx="1654711" cy="2873587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9" name="Straight Connector 788">
                  <a:extLst>
                    <a:ext uri="{FF2B5EF4-FFF2-40B4-BE49-F238E27FC236}">
                      <a16:creationId xmlns:a16="http://schemas.microsoft.com/office/drawing/2014/main" id="{667F96CF-39A5-4B9B-9A21-F3F33C55DDE4}"/>
                    </a:ext>
                  </a:extLst>
                </p:cNvPr>
                <p:cNvCxnSpPr>
                  <a:cxnSpLocks/>
                  <a:stCxn id="695" idx="0"/>
                  <a:endCxn id="698" idx="4"/>
                </p:cNvCxnSpPr>
                <p:nvPr/>
              </p:nvCxnSpPr>
              <p:spPr>
                <a:xfrm>
                  <a:off x="-1390385" y="2923584"/>
                  <a:ext cx="1656080" cy="2872828"/>
                </a:xfrm>
                <a:prstGeom prst="line">
                  <a:avLst/>
                </a:prstGeom>
                <a:ln w="76200" cap="rnd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lg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8" name="Straight Connector 477">
                <a:extLst>
                  <a:ext uri="{FF2B5EF4-FFF2-40B4-BE49-F238E27FC236}">
                    <a16:creationId xmlns:a16="http://schemas.microsoft.com/office/drawing/2014/main" id="{026DC2AB-83C0-4AB3-B868-815F3801239A}"/>
                  </a:ext>
                </a:extLst>
              </p:cNvPr>
              <p:cNvCxnSpPr>
                <a:cxnSpLocks/>
                <a:stCxn id="658" idx="0"/>
                <a:endCxn id="658" idx="0"/>
              </p:cNvCxnSpPr>
              <p:nvPr/>
            </p:nvCxnSpPr>
            <p:spPr>
              <a:xfrm>
                <a:off x="6047384" y="4359998"/>
                <a:ext cx="0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Straight Connector 505">
                <a:extLst>
                  <a:ext uri="{FF2B5EF4-FFF2-40B4-BE49-F238E27FC236}">
                    <a16:creationId xmlns:a16="http://schemas.microsoft.com/office/drawing/2014/main" id="{E605C165-DB2F-4DB6-9DC8-0FA18D9CFE1F}"/>
                  </a:ext>
                </a:extLst>
              </p:cNvPr>
              <p:cNvCxnSpPr>
                <a:cxnSpLocks/>
                <a:stCxn id="671" idx="0"/>
                <a:endCxn id="673" idx="0"/>
              </p:cNvCxnSpPr>
              <p:nvPr/>
            </p:nvCxnSpPr>
            <p:spPr>
              <a:xfrm flipH="1" flipV="1">
                <a:off x="1087286" y="7241293"/>
                <a:ext cx="822960" cy="1436414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Straight Connector 506">
                <a:extLst>
                  <a:ext uri="{FF2B5EF4-FFF2-40B4-BE49-F238E27FC236}">
                    <a16:creationId xmlns:a16="http://schemas.microsoft.com/office/drawing/2014/main" id="{9FB799BF-93F4-45BF-BEBE-66FBEC0AA68B}"/>
                  </a:ext>
                </a:extLst>
              </p:cNvPr>
              <p:cNvCxnSpPr>
                <a:cxnSpLocks/>
                <a:stCxn id="643" idx="0"/>
                <a:endCxn id="663" idx="0"/>
              </p:cNvCxnSpPr>
              <p:nvPr/>
            </p:nvCxnSpPr>
            <p:spPr>
              <a:xfrm flipH="1">
                <a:off x="6870344" y="58464"/>
                <a:ext cx="3307405" cy="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Straight Connector 507">
                <a:extLst>
                  <a:ext uri="{FF2B5EF4-FFF2-40B4-BE49-F238E27FC236}">
                    <a16:creationId xmlns:a16="http://schemas.microsoft.com/office/drawing/2014/main" id="{EA3AB84F-8AAD-4B09-BDA4-8D3CDC0875E8}"/>
                  </a:ext>
                </a:extLst>
              </p:cNvPr>
              <p:cNvCxnSpPr>
                <a:cxnSpLocks/>
                <a:stCxn id="614" idx="0"/>
                <a:endCxn id="643" idx="0"/>
              </p:cNvCxnSpPr>
              <p:nvPr/>
            </p:nvCxnSpPr>
            <p:spPr>
              <a:xfrm flipH="1" flipV="1">
                <a:off x="10177749" y="58464"/>
                <a:ext cx="1646532" cy="286512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Straight Connector 516">
                <a:extLst>
                  <a:ext uri="{FF2B5EF4-FFF2-40B4-BE49-F238E27FC236}">
                    <a16:creationId xmlns:a16="http://schemas.microsoft.com/office/drawing/2014/main" id="{02531F50-A055-455D-A427-70D5AC07F89F}"/>
                  </a:ext>
                </a:extLst>
              </p:cNvPr>
              <p:cNvCxnSpPr>
                <a:cxnSpLocks/>
                <a:stCxn id="614" idx="0"/>
                <a:endCxn id="616" idx="0"/>
              </p:cNvCxnSpPr>
              <p:nvPr/>
            </p:nvCxnSpPr>
            <p:spPr>
              <a:xfrm flipH="1">
                <a:off x="11001321" y="2923584"/>
                <a:ext cx="822960" cy="1436414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Straight Connector 521">
                <a:extLst>
                  <a:ext uri="{FF2B5EF4-FFF2-40B4-BE49-F238E27FC236}">
                    <a16:creationId xmlns:a16="http://schemas.microsoft.com/office/drawing/2014/main" id="{F979DCA3-7ED5-44FC-A7CE-F92786F0A569}"/>
                  </a:ext>
                </a:extLst>
              </p:cNvPr>
              <p:cNvCxnSpPr>
                <a:cxnSpLocks/>
                <a:stCxn id="616" idx="0"/>
                <a:endCxn id="645" idx="0"/>
              </p:cNvCxnSpPr>
              <p:nvPr/>
            </p:nvCxnSpPr>
            <p:spPr>
              <a:xfrm flipH="1" flipV="1">
                <a:off x="9354789" y="1494878"/>
                <a:ext cx="1646532" cy="286512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Straight Connector 524">
                <a:extLst>
                  <a:ext uri="{FF2B5EF4-FFF2-40B4-BE49-F238E27FC236}">
                    <a16:creationId xmlns:a16="http://schemas.microsoft.com/office/drawing/2014/main" id="{67E5CA02-4F8E-40A6-B132-A5FC17DB04E6}"/>
                  </a:ext>
                </a:extLst>
              </p:cNvPr>
              <p:cNvCxnSpPr>
                <a:cxnSpLocks/>
                <a:stCxn id="645" idx="0"/>
                <a:endCxn id="645" idx="2"/>
              </p:cNvCxnSpPr>
              <p:nvPr/>
            </p:nvCxnSpPr>
            <p:spPr>
              <a:xfrm flipH="1">
                <a:off x="8521669" y="1494878"/>
                <a:ext cx="833120" cy="1436414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Straight Connector 532">
                <a:extLst>
                  <a:ext uri="{FF2B5EF4-FFF2-40B4-BE49-F238E27FC236}">
                    <a16:creationId xmlns:a16="http://schemas.microsoft.com/office/drawing/2014/main" id="{833EE939-00FD-4E8A-BAAC-FBD48CF2D54D}"/>
                  </a:ext>
                </a:extLst>
              </p:cNvPr>
              <p:cNvCxnSpPr>
                <a:cxnSpLocks/>
                <a:stCxn id="645" idx="2"/>
                <a:endCxn id="662" idx="2"/>
              </p:cNvCxnSpPr>
              <p:nvPr/>
            </p:nvCxnSpPr>
            <p:spPr>
              <a:xfrm flipH="1" flipV="1">
                <a:off x="6860184" y="2923584"/>
                <a:ext cx="1661485" cy="7708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Straight Connector 535">
                <a:extLst>
                  <a:ext uri="{FF2B5EF4-FFF2-40B4-BE49-F238E27FC236}">
                    <a16:creationId xmlns:a16="http://schemas.microsoft.com/office/drawing/2014/main" id="{2D559B30-0F44-44B2-8C86-2D79DFE0B759}"/>
                  </a:ext>
                </a:extLst>
              </p:cNvPr>
              <p:cNvCxnSpPr>
                <a:cxnSpLocks/>
                <a:stCxn id="663" idx="0"/>
                <a:endCxn id="665" idx="0"/>
              </p:cNvCxnSpPr>
              <p:nvPr/>
            </p:nvCxnSpPr>
            <p:spPr>
              <a:xfrm flipH="1">
                <a:off x="6047384" y="58464"/>
                <a:ext cx="822960" cy="1436414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Straight Connector 542">
                <a:extLst>
                  <a:ext uri="{FF2B5EF4-FFF2-40B4-BE49-F238E27FC236}">
                    <a16:creationId xmlns:a16="http://schemas.microsoft.com/office/drawing/2014/main" id="{770E7CAF-6829-4641-A5B7-526602F70CC2}"/>
                  </a:ext>
                </a:extLst>
              </p:cNvPr>
              <p:cNvCxnSpPr>
                <a:cxnSpLocks/>
                <a:stCxn id="666" idx="2"/>
                <a:endCxn id="663" idx="2"/>
              </p:cNvCxnSpPr>
              <p:nvPr/>
            </p:nvCxnSpPr>
            <p:spPr>
              <a:xfrm flipH="1" flipV="1">
                <a:off x="6037224" y="1494878"/>
                <a:ext cx="822960" cy="1436414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Straight Connector 546">
                <a:extLst>
                  <a:ext uri="{FF2B5EF4-FFF2-40B4-BE49-F238E27FC236}">
                    <a16:creationId xmlns:a16="http://schemas.microsoft.com/office/drawing/2014/main" id="{1F396650-0C36-4E70-9F11-025FE0560D87}"/>
                  </a:ext>
                </a:extLst>
              </p:cNvPr>
              <p:cNvCxnSpPr>
                <a:cxnSpLocks/>
                <a:stCxn id="610" idx="0"/>
                <a:endCxn id="691" idx="0"/>
              </p:cNvCxnSpPr>
              <p:nvPr/>
            </p:nvCxnSpPr>
            <p:spPr>
              <a:xfrm flipH="1">
                <a:off x="-1397159" y="8677707"/>
                <a:ext cx="13214666" cy="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Straight Connector 547">
                <a:extLst>
                  <a:ext uri="{FF2B5EF4-FFF2-40B4-BE49-F238E27FC236}">
                    <a16:creationId xmlns:a16="http://schemas.microsoft.com/office/drawing/2014/main" id="{3A08C59F-9CDC-4D78-92AB-7B1E348FB158}"/>
                  </a:ext>
                </a:extLst>
              </p:cNvPr>
              <p:cNvCxnSpPr>
                <a:cxnSpLocks/>
                <a:stCxn id="674" idx="0"/>
                <a:endCxn id="673" idx="0"/>
              </p:cNvCxnSpPr>
              <p:nvPr/>
            </p:nvCxnSpPr>
            <p:spPr>
              <a:xfrm flipH="1">
                <a:off x="1087286" y="7241293"/>
                <a:ext cx="1645920" cy="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Straight Connector 551">
                <a:extLst>
                  <a:ext uri="{FF2B5EF4-FFF2-40B4-BE49-F238E27FC236}">
                    <a16:creationId xmlns:a16="http://schemas.microsoft.com/office/drawing/2014/main" id="{36757738-B9CA-45FE-80D3-E970BC6DD72E}"/>
                  </a:ext>
                </a:extLst>
              </p:cNvPr>
              <p:cNvCxnSpPr>
                <a:cxnSpLocks/>
                <a:stCxn id="653" idx="2"/>
                <a:endCxn id="674" idx="0"/>
              </p:cNvCxnSpPr>
              <p:nvPr/>
            </p:nvCxnSpPr>
            <p:spPr>
              <a:xfrm flipH="1">
                <a:off x="2733206" y="5804879"/>
                <a:ext cx="828364" cy="1436414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Straight Connector 583">
                <a:extLst>
                  <a:ext uri="{FF2B5EF4-FFF2-40B4-BE49-F238E27FC236}">
                    <a16:creationId xmlns:a16="http://schemas.microsoft.com/office/drawing/2014/main" id="{B00871E9-BA75-4F8C-B943-4FDBA8C58C0E}"/>
                  </a:ext>
                </a:extLst>
              </p:cNvPr>
              <p:cNvCxnSpPr>
                <a:cxnSpLocks/>
                <a:stCxn id="682" idx="2"/>
                <a:endCxn id="681" idx="2"/>
              </p:cNvCxnSpPr>
              <p:nvPr/>
            </p:nvCxnSpPr>
            <p:spPr>
              <a:xfrm flipH="1">
                <a:off x="1906860" y="2923584"/>
                <a:ext cx="1645920" cy="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Straight Connector 585">
                <a:extLst>
                  <a:ext uri="{FF2B5EF4-FFF2-40B4-BE49-F238E27FC236}">
                    <a16:creationId xmlns:a16="http://schemas.microsoft.com/office/drawing/2014/main" id="{656B2B83-0EBC-498E-812A-7B24CFD0CE25}"/>
                  </a:ext>
                </a:extLst>
              </p:cNvPr>
              <p:cNvCxnSpPr>
                <a:cxnSpLocks/>
                <a:stCxn id="675" idx="0"/>
                <a:endCxn id="677" idx="0"/>
              </p:cNvCxnSpPr>
              <p:nvPr/>
            </p:nvCxnSpPr>
            <p:spPr>
              <a:xfrm flipH="1">
                <a:off x="1094060" y="2923584"/>
                <a:ext cx="822960" cy="1436414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Connector 586">
                <a:extLst>
                  <a:ext uri="{FF2B5EF4-FFF2-40B4-BE49-F238E27FC236}">
                    <a16:creationId xmlns:a16="http://schemas.microsoft.com/office/drawing/2014/main" id="{6292FA1C-43FA-4013-8B1B-5139D1AB39C5}"/>
                  </a:ext>
                </a:extLst>
              </p:cNvPr>
              <p:cNvCxnSpPr>
                <a:cxnSpLocks/>
                <a:stCxn id="675" idx="2"/>
                <a:endCxn id="678" idx="0"/>
              </p:cNvCxnSpPr>
              <p:nvPr/>
            </p:nvCxnSpPr>
            <p:spPr>
              <a:xfrm>
                <a:off x="1083900" y="4359998"/>
                <a:ext cx="1656080" cy="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Straight Connector 587">
                <a:extLst>
                  <a:ext uri="{FF2B5EF4-FFF2-40B4-BE49-F238E27FC236}">
                    <a16:creationId xmlns:a16="http://schemas.microsoft.com/office/drawing/2014/main" id="{C52315C2-C085-43B9-BFB8-16437130F305}"/>
                  </a:ext>
                </a:extLst>
              </p:cNvPr>
              <p:cNvCxnSpPr>
                <a:cxnSpLocks/>
                <a:endCxn id="653" idx="2"/>
              </p:cNvCxnSpPr>
              <p:nvPr/>
            </p:nvCxnSpPr>
            <p:spPr>
              <a:xfrm>
                <a:off x="2750140" y="4368086"/>
                <a:ext cx="811430" cy="1436793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" name="Straight Connector 588">
                <a:extLst>
                  <a:ext uri="{FF2B5EF4-FFF2-40B4-BE49-F238E27FC236}">
                    <a16:creationId xmlns:a16="http://schemas.microsoft.com/office/drawing/2014/main" id="{47CF8C98-B830-48E4-8ECE-5F5A123C38BD}"/>
                  </a:ext>
                </a:extLst>
              </p:cNvPr>
              <p:cNvCxnSpPr>
                <a:cxnSpLocks/>
                <a:stCxn id="680" idx="0"/>
                <a:endCxn id="654" idx="2"/>
              </p:cNvCxnSpPr>
              <p:nvPr/>
            </p:nvCxnSpPr>
            <p:spPr>
              <a:xfrm>
                <a:off x="3562940" y="2923584"/>
                <a:ext cx="1644550" cy="2881295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" name="Straight Connector 589">
                <a:extLst>
                  <a:ext uri="{FF2B5EF4-FFF2-40B4-BE49-F238E27FC236}">
                    <a16:creationId xmlns:a16="http://schemas.microsoft.com/office/drawing/2014/main" id="{0DAAE643-D87D-4F7B-B199-97934CFFE503}"/>
                  </a:ext>
                </a:extLst>
              </p:cNvPr>
              <p:cNvCxnSpPr>
                <a:cxnSpLocks/>
                <a:stCxn id="674" idx="4"/>
                <a:endCxn id="654" idx="2"/>
              </p:cNvCxnSpPr>
              <p:nvPr/>
            </p:nvCxnSpPr>
            <p:spPr>
              <a:xfrm>
                <a:off x="3566326" y="5804879"/>
                <a:ext cx="1641164" cy="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Straight Connector 590">
                <a:extLst>
                  <a:ext uri="{FF2B5EF4-FFF2-40B4-BE49-F238E27FC236}">
                    <a16:creationId xmlns:a16="http://schemas.microsoft.com/office/drawing/2014/main" id="{33FCD957-3F75-45B1-961E-F6B384D61A88}"/>
                  </a:ext>
                </a:extLst>
              </p:cNvPr>
              <p:cNvCxnSpPr>
                <a:cxnSpLocks/>
                <a:stCxn id="655" idx="4"/>
                <a:endCxn id="654" idx="2"/>
              </p:cNvCxnSpPr>
              <p:nvPr/>
            </p:nvCxnSpPr>
            <p:spPr>
              <a:xfrm flipH="1">
                <a:off x="5207490" y="4359998"/>
                <a:ext cx="850054" cy="1444881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Straight Connector 591">
                <a:extLst>
                  <a:ext uri="{FF2B5EF4-FFF2-40B4-BE49-F238E27FC236}">
                    <a16:creationId xmlns:a16="http://schemas.microsoft.com/office/drawing/2014/main" id="{F753BA80-2F02-442D-B814-D21AE068354E}"/>
                  </a:ext>
                </a:extLst>
              </p:cNvPr>
              <p:cNvCxnSpPr>
                <a:cxnSpLocks/>
                <a:stCxn id="658" idx="0"/>
                <a:endCxn id="637" idx="2"/>
              </p:cNvCxnSpPr>
              <p:nvPr/>
            </p:nvCxnSpPr>
            <p:spPr>
              <a:xfrm>
                <a:off x="6047384" y="4359998"/>
                <a:ext cx="828365" cy="1436414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3" name="Straight Connector 592">
                <a:extLst>
                  <a:ext uri="{FF2B5EF4-FFF2-40B4-BE49-F238E27FC236}">
                    <a16:creationId xmlns:a16="http://schemas.microsoft.com/office/drawing/2014/main" id="{35E4EB97-39D0-42E3-8633-406410AC3A25}"/>
                  </a:ext>
                </a:extLst>
              </p:cNvPr>
              <p:cNvCxnSpPr>
                <a:cxnSpLocks/>
                <a:stCxn id="633" idx="2"/>
                <a:endCxn id="634" idx="2"/>
              </p:cNvCxnSpPr>
              <p:nvPr/>
            </p:nvCxnSpPr>
            <p:spPr>
              <a:xfrm>
                <a:off x="6868975" y="5804879"/>
                <a:ext cx="1645920" cy="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" name="Straight Connector 593">
                <a:extLst>
                  <a:ext uri="{FF2B5EF4-FFF2-40B4-BE49-F238E27FC236}">
                    <a16:creationId xmlns:a16="http://schemas.microsoft.com/office/drawing/2014/main" id="{8D173488-A654-481E-909F-31CF58C78A57}"/>
                  </a:ext>
                </a:extLst>
              </p:cNvPr>
              <p:cNvCxnSpPr>
                <a:cxnSpLocks/>
                <a:stCxn id="634" idx="2"/>
                <a:endCxn id="634" idx="0"/>
              </p:cNvCxnSpPr>
              <p:nvPr/>
            </p:nvCxnSpPr>
            <p:spPr>
              <a:xfrm>
                <a:off x="8514895" y="5804879"/>
                <a:ext cx="833120" cy="1436414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Straight Connector 594">
                <a:extLst>
                  <a:ext uri="{FF2B5EF4-FFF2-40B4-BE49-F238E27FC236}">
                    <a16:creationId xmlns:a16="http://schemas.microsoft.com/office/drawing/2014/main" id="{AEF5D547-8CB7-416C-8C42-489F96EA6292}"/>
                  </a:ext>
                </a:extLst>
              </p:cNvPr>
              <p:cNvCxnSpPr>
                <a:cxnSpLocks/>
                <a:stCxn id="634" idx="0"/>
                <a:endCxn id="631" idx="0"/>
              </p:cNvCxnSpPr>
              <p:nvPr/>
            </p:nvCxnSpPr>
            <p:spPr>
              <a:xfrm flipH="1">
                <a:off x="8525055" y="7241293"/>
                <a:ext cx="822960" cy="1436414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" name="Straight Connector 595">
                <a:extLst>
                  <a:ext uri="{FF2B5EF4-FFF2-40B4-BE49-F238E27FC236}">
                    <a16:creationId xmlns:a16="http://schemas.microsoft.com/office/drawing/2014/main" id="{CBB891EC-D977-47F8-B12B-B69A2481E94D}"/>
                  </a:ext>
                </a:extLst>
              </p:cNvPr>
              <p:cNvCxnSpPr>
                <a:cxnSpLocks/>
                <a:stCxn id="623" idx="0"/>
                <a:endCxn id="703" idx="0"/>
              </p:cNvCxnSpPr>
              <p:nvPr/>
            </p:nvCxnSpPr>
            <p:spPr>
              <a:xfrm flipH="1">
                <a:off x="255535" y="58464"/>
                <a:ext cx="13214666" cy="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" name="Straight Connector 596">
                <a:extLst>
                  <a:ext uri="{FF2B5EF4-FFF2-40B4-BE49-F238E27FC236}">
                    <a16:creationId xmlns:a16="http://schemas.microsoft.com/office/drawing/2014/main" id="{2F499B47-9E0C-4890-B3DB-A3860B52F919}"/>
                  </a:ext>
                </a:extLst>
              </p:cNvPr>
              <p:cNvCxnSpPr>
                <a:cxnSpLocks/>
                <a:stCxn id="703" idx="0"/>
                <a:endCxn id="697" idx="2"/>
              </p:cNvCxnSpPr>
              <p:nvPr/>
            </p:nvCxnSpPr>
            <p:spPr>
              <a:xfrm flipH="1">
                <a:off x="-3046465" y="58464"/>
                <a:ext cx="3302000" cy="5737948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" name="Straight Connector 597">
                <a:extLst>
                  <a:ext uri="{FF2B5EF4-FFF2-40B4-BE49-F238E27FC236}">
                    <a16:creationId xmlns:a16="http://schemas.microsoft.com/office/drawing/2014/main" id="{A73B38BF-4EFA-4450-8098-9E4FDDFC91D9}"/>
                  </a:ext>
                </a:extLst>
              </p:cNvPr>
              <p:cNvCxnSpPr>
                <a:cxnSpLocks/>
                <a:stCxn id="693" idx="2"/>
                <a:endCxn id="691" idx="0"/>
              </p:cNvCxnSpPr>
              <p:nvPr/>
            </p:nvCxnSpPr>
            <p:spPr>
              <a:xfrm>
                <a:off x="-3053239" y="5804879"/>
                <a:ext cx="1656080" cy="2872828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Straight Connector 598">
                <a:extLst>
                  <a:ext uri="{FF2B5EF4-FFF2-40B4-BE49-F238E27FC236}">
                    <a16:creationId xmlns:a16="http://schemas.microsoft.com/office/drawing/2014/main" id="{8E44408F-DAA0-430D-86D6-128E09564A9C}"/>
                  </a:ext>
                </a:extLst>
              </p:cNvPr>
              <p:cNvCxnSpPr>
                <a:cxnSpLocks/>
                <a:stCxn id="610" idx="0"/>
                <a:endCxn id="622" idx="4"/>
              </p:cNvCxnSpPr>
              <p:nvPr/>
            </p:nvCxnSpPr>
            <p:spPr>
              <a:xfrm flipV="1">
                <a:off x="11817507" y="2923584"/>
                <a:ext cx="3308774" cy="5754123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Straight Connector 599">
                <a:extLst>
                  <a:ext uri="{FF2B5EF4-FFF2-40B4-BE49-F238E27FC236}">
                    <a16:creationId xmlns:a16="http://schemas.microsoft.com/office/drawing/2014/main" id="{E20AC2F5-4A06-4D34-8038-B36474DA5B41}"/>
                  </a:ext>
                </a:extLst>
              </p:cNvPr>
              <p:cNvCxnSpPr>
                <a:cxnSpLocks/>
                <a:stCxn id="622" idx="4"/>
                <a:endCxn id="623" idx="0"/>
              </p:cNvCxnSpPr>
              <p:nvPr/>
            </p:nvCxnSpPr>
            <p:spPr>
              <a:xfrm flipH="1" flipV="1">
                <a:off x="13470201" y="58464"/>
                <a:ext cx="1656080" cy="2865120"/>
              </a:xfrm>
              <a:prstGeom prst="line">
                <a:avLst/>
              </a:prstGeom>
              <a:ln w="101600" cap="rnd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25946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7E9566-4804-4142-85D8-54A3DF46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025365" y="2025368"/>
            <a:ext cx="6910665" cy="2859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45212D-E412-4E5E-B293-C15C72183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85324" y="2025368"/>
            <a:ext cx="6910665" cy="2859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B9F007-AF32-4A72-AFA5-040118182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96013" y="2025368"/>
            <a:ext cx="6910665" cy="28599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48477A-1611-4429-9CAB-CE0B79CF1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306701" y="2025368"/>
            <a:ext cx="6910665" cy="285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8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71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52</cp:revision>
  <cp:lastPrinted>2020-08-09T10:55:33Z</cp:lastPrinted>
  <dcterms:created xsi:type="dcterms:W3CDTF">2020-08-02T21:26:23Z</dcterms:created>
  <dcterms:modified xsi:type="dcterms:W3CDTF">2020-08-09T21:59:50Z</dcterms:modified>
</cp:coreProperties>
</file>