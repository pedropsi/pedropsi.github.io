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9" r:id="rId3"/>
    <p:sldId id="276" r:id="rId4"/>
    <p:sldId id="278" r:id="rId5"/>
    <p:sldId id="266" r:id="rId6"/>
    <p:sldId id="274" r:id="rId7"/>
    <p:sldId id="265" r:id="rId8"/>
    <p:sldId id="270" r:id="rId9"/>
    <p:sldId id="271" r:id="rId10"/>
    <p:sldId id="272" r:id="rId11"/>
    <p:sldId id="269" r:id="rId12"/>
    <p:sldId id="267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4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4B183"/>
    <a:srgbClr val="FBE5D6"/>
    <a:srgbClr val="FF9933"/>
    <a:srgbClr val="000000"/>
    <a:srgbClr val="F0F0F0"/>
    <a:srgbClr val="E6E6E6"/>
    <a:srgbClr val="EAEAEA"/>
    <a:srgbClr val="BDE4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50" autoAdjust="0"/>
    <p:restoredTop sz="94660"/>
  </p:normalViewPr>
  <p:slideViewPr>
    <p:cSldViewPr snapToGrid="0" showGuides="1">
      <p:cViewPr>
        <p:scale>
          <a:sx n="10" d="100"/>
          <a:sy n="10" d="100"/>
        </p:scale>
        <p:origin x="2280" y="1108"/>
      </p:cViewPr>
      <p:guideLst>
        <p:guide orient="horz" pos="2160"/>
        <p:guide pos="44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4B10-A2C1-480D-B251-528130543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B82A1-D82B-4FB8-91DE-E3F29354B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BA038-E56C-491C-8747-439B2899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01/01/2021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D5525-D998-41F4-B0F3-931A94D1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C1DF3-2D23-46E3-80BB-53C7697A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298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3FBB-DD6B-4046-8577-8728074E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2C797-7B07-4DAC-B981-D8350363C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7DC9E-AFCF-4383-B004-0B8712E3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01/01/2021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77D46-19D6-429A-8E9A-94740866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8C9A6-009C-4E35-B529-DD083CD1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2379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C681-665A-4C52-8EFF-88CE04DB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B42AC-278C-4667-82F7-D0CD66533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3A54-76F3-4B89-8CF3-F0007BBF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01/01/2021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FC969-E8AE-481A-B33A-25DD2F0B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02219-0684-4125-B75A-9366C711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748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609D-F2FA-4949-8AB6-CC05FB54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24E51-044E-46CE-B23B-07E1DD642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41A9A-21DD-4F01-95F4-F53E66876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B5CE7-8FEA-458A-B8B8-46A62473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01/01/2021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A60D3-EA55-43C3-8905-086738AA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37640-E0E3-4D5F-AF75-B26249A4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711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99A6-D916-4F1F-AD4D-E04AA8C9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1B0E8-E6D5-48AF-8568-A4E0C880F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893AE-2BFF-45E7-9C2B-92B638966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657D34-A81E-4DBA-AFFE-8EAAC7919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0DFA3-C31B-4E90-965F-C8BDA9DD9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D4CD-1A09-49E5-B497-FC6DA8D6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01/01/2021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3DECC-5BC8-4A04-8CED-C6F4404D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16E1B-2D94-409D-B419-304E8750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324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C630-C7BE-4CC3-A305-2BF36536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D2241-1E0A-45D4-920E-F0EBC57CF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01/01/2021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5483F-C326-40DD-9D94-8672EF11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BB58C-EF52-4DEA-9101-B7D34421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657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A637A-58E1-468D-804C-CE510F94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01/01/2021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447C9-8771-4468-B64A-3F70625A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C8BAA-F480-4277-BC34-9482482E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956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F407-6941-4BDC-A4F1-1DB206D4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CF04-F806-4B37-94D9-5EDF02D8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32CEB-35E8-42ED-9D40-321BBB365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D8A2D-DAE5-499E-ADDA-2A7A9720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01/01/2021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2D464-6F70-4345-BCB1-479BDE3E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D21D1-700C-4F4B-B048-A1369ECA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309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156F-92CD-499E-BAFC-DDACD4EF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8423F-09E2-4FE5-B215-45699FD0D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33CF3-821E-4B4B-83B6-C10BC34F7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99669-7653-4CDB-8B9F-32DCA9AC5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01/01/2021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CB413-4EDD-463D-BC35-18722607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F1CD3-AD2E-4C43-B49B-5E740D2D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1262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0870-AAC7-418F-BD40-F2EE9D50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A2F20-8B54-4F21-9459-34AA30ABD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0B1A6-F31E-4753-B411-161284B1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01/01/2021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F1758-CF69-4E0E-B381-5544F77E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04C2A-69B7-405F-8562-2AEE9EB8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451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DD701F-FD77-4FCC-96E1-0478B151D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75123-8982-4FD7-856B-F84EA8071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8B2D-B1DC-4FB8-BBEB-F8D0B8FA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01/01/2021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E78BF-9806-42E5-AD85-573B9F6D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D1086-8FDB-4215-AC17-3E1F0C16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913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9FA83-7235-4693-BB5D-1126828C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BDCBD-62F2-4DC4-8EA9-55C691CE4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C5C98-8165-4822-8209-32DD1FEF1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CB7C4-9810-433B-A50A-DC01EC0EDDAD}" type="datetimeFigureOut">
              <a:rPr lang="pt-PT" smtClean="0"/>
              <a:t>01/01/2021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10151-340E-4249-BBCB-AF2D8E315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6F5F8-94C2-4578-9119-2C5BA200E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847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04A89A1-FFC0-43BD-8DCB-A1BAC5A02658}"/>
              </a:ext>
            </a:extLst>
          </p:cNvPr>
          <p:cNvSpPr/>
          <p:nvPr/>
        </p:nvSpPr>
        <p:spPr>
          <a:xfrm>
            <a:off x="-9536660" y="-19174445"/>
            <a:ext cx="33208420" cy="383488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0480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7F9788E-7247-4D7B-98EF-88AFB4B2E715}"/>
              </a:ext>
            </a:extLst>
          </p:cNvPr>
          <p:cNvGrpSpPr/>
          <p:nvPr/>
        </p:nvGrpSpPr>
        <p:grpSpPr>
          <a:xfrm>
            <a:off x="-7292855" y="-17671762"/>
            <a:ext cx="28720810" cy="5288319"/>
            <a:chOff x="2366784" y="-5824827"/>
            <a:chExt cx="28720810" cy="5288319"/>
          </a:xfrm>
        </p:grpSpPr>
        <p:sp>
          <p:nvSpPr>
            <p:cNvPr id="1343" name="TextBox 1342">
              <a:extLst>
                <a:ext uri="{FF2B5EF4-FFF2-40B4-BE49-F238E27FC236}">
                  <a16:creationId xmlns:a16="http://schemas.microsoft.com/office/drawing/2014/main" id="{1A8A8220-FF45-4082-996D-5F495D8EDE37}"/>
                </a:ext>
              </a:extLst>
            </p:cNvPr>
            <p:cNvSpPr txBox="1"/>
            <p:nvPr/>
          </p:nvSpPr>
          <p:spPr>
            <a:xfrm>
              <a:off x="3461657" y="-5824827"/>
              <a:ext cx="2693815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600" b="1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Fractal star </a:t>
              </a:r>
              <a:r>
                <a:rPr lang="pt-PT" sz="16600" b="1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16600" b="1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</a:t>
              </a:r>
              <a:r>
                <a:rPr lang="pt-PT" sz="16600" dirty="0">
                  <a:solidFill>
                    <a:srgbClr val="002060"/>
                  </a:solidFill>
                </a:rPr>
                <a:t> ★</a:t>
              </a:r>
              <a:endParaRPr lang="pt-PT" sz="16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4" name="TextBox 1343">
              <a:extLst>
                <a:ext uri="{FF2B5EF4-FFF2-40B4-BE49-F238E27FC236}">
                  <a16:creationId xmlns:a16="http://schemas.microsoft.com/office/drawing/2014/main" id="{01AB2A76-9CC6-46A8-98CF-66596E29D7BE}"/>
                </a:ext>
              </a:extLst>
            </p:cNvPr>
            <p:cNvSpPr txBox="1"/>
            <p:nvPr/>
          </p:nvSpPr>
          <p:spPr>
            <a:xfrm>
              <a:off x="2366784" y="-3337275"/>
              <a:ext cx="28720810" cy="280076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8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8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8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8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8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two</a:t>
              </a:r>
              <a:r>
                <a:rPr lang="pt-PT" sz="8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per </a:t>
              </a:r>
              <a:r>
                <a:rPr lang="pt-PT" sz="8800" b="1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8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8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8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8800" b="1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8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ctr"/>
              <a:r>
                <a:rPr lang="pt-PT" sz="8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8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8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containing</a:t>
              </a:r>
              <a:r>
                <a:rPr lang="pt-PT" sz="8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8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8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D4670AC3-0CAE-4ACC-A2C7-662E3A12B120}"/>
              </a:ext>
            </a:extLst>
          </p:cNvPr>
          <p:cNvSpPr/>
          <p:nvPr/>
        </p:nvSpPr>
        <p:spPr>
          <a:xfrm>
            <a:off x="4651128" y="16254585"/>
            <a:ext cx="14776545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11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5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#25 by Pedro PSI – 21</a:t>
            </a:r>
            <a:r>
              <a:rPr lang="en-US" sz="5400" b="1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5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December 2020</a:t>
            </a:r>
          </a:p>
          <a:p>
            <a:pPr algn="r"/>
            <a:r>
              <a:rPr lang="pt-PT" sz="54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pedropsi.github.io/star-battle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BF5058-FF8C-45A3-BFC1-20B5F1453BC9}"/>
              </a:ext>
            </a:extLst>
          </p:cNvPr>
          <p:cNvGrpSpPr/>
          <p:nvPr/>
        </p:nvGrpSpPr>
        <p:grpSpPr>
          <a:xfrm>
            <a:off x="-5235450" y="-8827862"/>
            <a:ext cx="24606000" cy="24701583"/>
            <a:chOff x="-5235450" y="-8827862"/>
            <a:chExt cx="24606000" cy="24701583"/>
          </a:xfrm>
        </p:grpSpPr>
        <p:sp>
          <p:nvSpPr>
            <p:cNvPr id="1342" name="Rectangle 1341">
              <a:extLst>
                <a:ext uri="{FF2B5EF4-FFF2-40B4-BE49-F238E27FC236}">
                  <a16:creationId xmlns:a16="http://schemas.microsoft.com/office/drawing/2014/main" id="{C0471182-3D89-4837-BB3E-D58704F012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5235450" y="-8780071"/>
              <a:ext cx="24606000" cy="24606000"/>
            </a:xfrm>
            <a:prstGeom prst="rect">
              <a:avLst/>
            </a:prstGeom>
            <a:solidFill>
              <a:schemeClr val="bg1"/>
            </a:solidFill>
            <a:ln w="304800" cap="rnd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577663D-5AC7-4A33-8ED6-5CF0864186A8}"/>
                </a:ext>
              </a:extLst>
            </p:cNvPr>
            <p:cNvGrpSpPr/>
            <p:nvPr/>
          </p:nvGrpSpPr>
          <p:grpSpPr>
            <a:xfrm>
              <a:off x="-5140989" y="-8815681"/>
              <a:ext cx="24409400" cy="24605588"/>
              <a:chOff x="-5140989" y="-8815681"/>
              <a:chExt cx="24409400" cy="24605588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5AF9A804-730E-4AD3-9FA6-F6B9D25683DC}"/>
                  </a:ext>
                </a:extLst>
              </p:cNvPr>
              <p:cNvGrpSpPr/>
              <p:nvPr/>
            </p:nvGrpSpPr>
            <p:grpSpPr>
              <a:xfrm>
                <a:off x="4012878" y="419077"/>
                <a:ext cx="6102350" cy="6151397"/>
                <a:chOff x="4012878" y="419077"/>
                <a:chExt cx="6102350" cy="6151397"/>
              </a:xfrm>
            </p:grpSpPr>
            <p:grpSp>
              <p:nvGrpSpPr>
                <p:cNvPr id="710" name="Group 709">
                  <a:extLst>
                    <a:ext uri="{FF2B5EF4-FFF2-40B4-BE49-F238E27FC236}">
                      <a16:creationId xmlns:a16="http://schemas.microsoft.com/office/drawing/2014/main" id="{0BB288DA-A51A-4D01-9F6E-32FBFBDDF05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538523" y="1958203"/>
                  <a:ext cx="3051175" cy="3075699"/>
                  <a:chOff x="4086225" y="206982"/>
                  <a:chExt cx="6102350" cy="6096000"/>
                </a:xfrm>
                <a:noFill/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61C145E3-B7DD-4E36-9A4D-C1A3DF9EB721}"/>
                      </a:ext>
                    </a:extLst>
                  </p:cNvPr>
                  <p:cNvSpPr/>
                  <p:nvPr/>
                </p:nvSpPr>
                <p:spPr>
                  <a:xfrm>
                    <a:off x="4848225" y="3254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93" name="Rectangle 792">
                    <a:extLst>
                      <a:ext uri="{FF2B5EF4-FFF2-40B4-BE49-F238E27FC236}">
                        <a16:creationId xmlns:a16="http://schemas.microsoft.com/office/drawing/2014/main" id="{B744CF7E-586C-4671-B87E-35F7416AE21B}"/>
                      </a:ext>
                    </a:extLst>
                  </p:cNvPr>
                  <p:cNvSpPr/>
                  <p:nvPr/>
                </p:nvSpPr>
                <p:spPr>
                  <a:xfrm>
                    <a:off x="4848225" y="4016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94" name="Rectangle 793">
                    <a:extLst>
                      <a:ext uri="{FF2B5EF4-FFF2-40B4-BE49-F238E27FC236}">
                        <a16:creationId xmlns:a16="http://schemas.microsoft.com/office/drawing/2014/main" id="{1EC17B87-F428-484D-910E-5592194145BF}"/>
                      </a:ext>
                    </a:extLst>
                  </p:cNvPr>
                  <p:cNvSpPr/>
                  <p:nvPr/>
                </p:nvSpPr>
                <p:spPr>
                  <a:xfrm>
                    <a:off x="5610225" y="477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95" name="Rectangle 794">
                    <a:extLst>
                      <a:ext uri="{FF2B5EF4-FFF2-40B4-BE49-F238E27FC236}">
                        <a16:creationId xmlns:a16="http://schemas.microsoft.com/office/drawing/2014/main" id="{6D144AD6-68F7-46FF-BBF4-42403001DE7E}"/>
                      </a:ext>
                    </a:extLst>
                  </p:cNvPr>
                  <p:cNvSpPr/>
                  <p:nvPr/>
                </p:nvSpPr>
                <p:spPr>
                  <a:xfrm>
                    <a:off x="5610225" y="5540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71A6C602-2DF8-49AB-9069-2F8D9BAE66B9}"/>
                      </a:ext>
                    </a:extLst>
                  </p:cNvPr>
                  <p:cNvSpPr/>
                  <p:nvPr/>
                </p:nvSpPr>
                <p:spPr>
                  <a:xfrm>
                    <a:off x="4848225" y="477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9373E612-3096-4A5C-9899-07EF17783A42}"/>
                      </a:ext>
                    </a:extLst>
                  </p:cNvPr>
                  <p:cNvSpPr/>
                  <p:nvPr/>
                </p:nvSpPr>
                <p:spPr>
                  <a:xfrm>
                    <a:off x="4848225" y="5540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98" name="Rectangle 797">
                    <a:extLst>
                      <a:ext uri="{FF2B5EF4-FFF2-40B4-BE49-F238E27FC236}">
                        <a16:creationId xmlns:a16="http://schemas.microsoft.com/office/drawing/2014/main" id="{7948CCC9-920B-4C3A-9CD7-A546D0579318}"/>
                      </a:ext>
                    </a:extLst>
                  </p:cNvPr>
                  <p:cNvSpPr/>
                  <p:nvPr/>
                </p:nvSpPr>
                <p:spPr>
                  <a:xfrm>
                    <a:off x="4086225" y="3254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99" name="Rectangle 798">
                    <a:extLst>
                      <a:ext uri="{FF2B5EF4-FFF2-40B4-BE49-F238E27FC236}">
                        <a16:creationId xmlns:a16="http://schemas.microsoft.com/office/drawing/2014/main" id="{54ED2B3A-8EFD-4009-905B-D7FF398070C7}"/>
                      </a:ext>
                    </a:extLst>
                  </p:cNvPr>
                  <p:cNvSpPr/>
                  <p:nvPr/>
                </p:nvSpPr>
                <p:spPr>
                  <a:xfrm>
                    <a:off x="4086225" y="4016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00" name="Rectangle 799">
                    <a:extLst>
                      <a:ext uri="{FF2B5EF4-FFF2-40B4-BE49-F238E27FC236}">
                        <a16:creationId xmlns:a16="http://schemas.microsoft.com/office/drawing/2014/main" id="{2FDB9783-52BE-4EC3-88E7-9BAD91E58013}"/>
                      </a:ext>
                    </a:extLst>
                  </p:cNvPr>
                  <p:cNvSpPr/>
                  <p:nvPr/>
                </p:nvSpPr>
                <p:spPr>
                  <a:xfrm>
                    <a:off x="4086225" y="477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01" name="Rectangle 800">
                    <a:extLst>
                      <a:ext uri="{FF2B5EF4-FFF2-40B4-BE49-F238E27FC236}">
                        <a16:creationId xmlns:a16="http://schemas.microsoft.com/office/drawing/2014/main" id="{99B3A195-6CD7-40FE-AA37-21C6DF8EAEFA}"/>
                      </a:ext>
                    </a:extLst>
                  </p:cNvPr>
                  <p:cNvSpPr/>
                  <p:nvPr/>
                </p:nvSpPr>
                <p:spPr>
                  <a:xfrm>
                    <a:off x="4086225" y="5540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02" name="Rectangle 801">
                    <a:extLst>
                      <a:ext uri="{FF2B5EF4-FFF2-40B4-BE49-F238E27FC236}">
                        <a16:creationId xmlns:a16="http://schemas.microsoft.com/office/drawing/2014/main" id="{4DC01552-D142-49EC-A83B-3B45632C9EAF}"/>
                      </a:ext>
                    </a:extLst>
                  </p:cNvPr>
                  <p:cNvSpPr/>
                  <p:nvPr/>
                </p:nvSpPr>
                <p:spPr>
                  <a:xfrm>
                    <a:off x="6372225" y="477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03" name="Rectangle 802">
                    <a:extLst>
                      <a:ext uri="{FF2B5EF4-FFF2-40B4-BE49-F238E27FC236}">
                        <a16:creationId xmlns:a16="http://schemas.microsoft.com/office/drawing/2014/main" id="{257BFB99-FFF8-44C1-8BCA-7431532F6B8A}"/>
                      </a:ext>
                    </a:extLst>
                  </p:cNvPr>
                  <p:cNvSpPr/>
                  <p:nvPr/>
                </p:nvSpPr>
                <p:spPr>
                  <a:xfrm>
                    <a:off x="6372225" y="5540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04" name="Rectangle 803">
                    <a:extLst>
                      <a:ext uri="{FF2B5EF4-FFF2-40B4-BE49-F238E27FC236}">
                        <a16:creationId xmlns:a16="http://schemas.microsoft.com/office/drawing/2014/main" id="{D5C16162-E72C-4876-878A-EAF7043B49A8}"/>
                      </a:ext>
                    </a:extLst>
                  </p:cNvPr>
                  <p:cNvSpPr/>
                  <p:nvPr/>
                </p:nvSpPr>
                <p:spPr>
                  <a:xfrm>
                    <a:off x="5610225" y="206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05" name="Rectangle 804">
                    <a:extLst>
                      <a:ext uri="{FF2B5EF4-FFF2-40B4-BE49-F238E27FC236}">
                        <a16:creationId xmlns:a16="http://schemas.microsoft.com/office/drawing/2014/main" id="{F0CB7B0F-8D95-45AB-902A-C7BF77BFF965}"/>
                      </a:ext>
                    </a:extLst>
                  </p:cNvPr>
                  <p:cNvSpPr/>
                  <p:nvPr/>
                </p:nvSpPr>
                <p:spPr>
                  <a:xfrm>
                    <a:off x="4848225" y="206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06" name="Rectangle 805">
                    <a:extLst>
                      <a:ext uri="{FF2B5EF4-FFF2-40B4-BE49-F238E27FC236}">
                        <a16:creationId xmlns:a16="http://schemas.microsoft.com/office/drawing/2014/main" id="{1B86E680-41A9-46B2-9E29-2BE2D4319743}"/>
                      </a:ext>
                    </a:extLst>
                  </p:cNvPr>
                  <p:cNvSpPr/>
                  <p:nvPr/>
                </p:nvSpPr>
                <p:spPr>
                  <a:xfrm>
                    <a:off x="5610225" y="96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07" name="Rectangle 806">
                    <a:extLst>
                      <a:ext uri="{FF2B5EF4-FFF2-40B4-BE49-F238E27FC236}">
                        <a16:creationId xmlns:a16="http://schemas.microsoft.com/office/drawing/2014/main" id="{4A1A74DA-25BE-46A4-9810-E1FD505CA901}"/>
                      </a:ext>
                    </a:extLst>
                  </p:cNvPr>
                  <p:cNvSpPr/>
                  <p:nvPr/>
                </p:nvSpPr>
                <p:spPr>
                  <a:xfrm>
                    <a:off x="4848225" y="96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08" name="Rectangle 807">
                    <a:extLst>
                      <a:ext uri="{FF2B5EF4-FFF2-40B4-BE49-F238E27FC236}">
                        <a16:creationId xmlns:a16="http://schemas.microsoft.com/office/drawing/2014/main" id="{BD2F3A70-7666-4729-99DB-8C68531BC93A}"/>
                      </a:ext>
                    </a:extLst>
                  </p:cNvPr>
                  <p:cNvSpPr/>
                  <p:nvPr/>
                </p:nvSpPr>
                <p:spPr>
                  <a:xfrm>
                    <a:off x="4848225" y="1730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09" name="Rectangle 808">
                    <a:extLst>
                      <a:ext uri="{FF2B5EF4-FFF2-40B4-BE49-F238E27FC236}">
                        <a16:creationId xmlns:a16="http://schemas.microsoft.com/office/drawing/2014/main" id="{727E990D-A369-49B5-8449-234BF6EC7F26}"/>
                      </a:ext>
                    </a:extLst>
                  </p:cNvPr>
                  <p:cNvSpPr/>
                  <p:nvPr/>
                </p:nvSpPr>
                <p:spPr>
                  <a:xfrm>
                    <a:off x="4086225" y="206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10" name="Rectangle 809">
                    <a:extLst>
                      <a:ext uri="{FF2B5EF4-FFF2-40B4-BE49-F238E27FC236}">
                        <a16:creationId xmlns:a16="http://schemas.microsoft.com/office/drawing/2014/main" id="{D6CD37D3-C5A6-4B3F-B258-EB68D6EED082}"/>
                      </a:ext>
                    </a:extLst>
                  </p:cNvPr>
                  <p:cNvSpPr/>
                  <p:nvPr/>
                </p:nvSpPr>
                <p:spPr>
                  <a:xfrm>
                    <a:off x="4086225" y="96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11" name="Rectangle 810">
                    <a:extLst>
                      <a:ext uri="{FF2B5EF4-FFF2-40B4-BE49-F238E27FC236}">
                        <a16:creationId xmlns:a16="http://schemas.microsoft.com/office/drawing/2014/main" id="{A6D3046F-C9B9-406C-B866-2298A8DF08C5}"/>
                      </a:ext>
                    </a:extLst>
                  </p:cNvPr>
                  <p:cNvSpPr/>
                  <p:nvPr/>
                </p:nvSpPr>
                <p:spPr>
                  <a:xfrm>
                    <a:off x="4086225" y="1730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12" name="Rectangle 811">
                    <a:extLst>
                      <a:ext uri="{FF2B5EF4-FFF2-40B4-BE49-F238E27FC236}">
                        <a16:creationId xmlns:a16="http://schemas.microsoft.com/office/drawing/2014/main" id="{568C700E-A163-45D6-8261-C4F907D1BCBA}"/>
                      </a:ext>
                    </a:extLst>
                  </p:cNvPr>
                  <p:cNvSpPr/>
                  <p:nvPr/>
                </p:nvSpPr>
                <p:spPr>
                  <a:xfrm>
                    <a:off x="4848225" y="2492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13" name="Rectangle 812">
                    <a:extLst>
                      <a:ext uri="{FF2B5EF4-FFF2-40B4-BE49-F238E27FC236}">
                        <a16:creationId xmlns:a16="http://schemas.microsoft.com/office/drawing/2014/main" id="{69AB187E-9B97-480E-92F9-992004F0C3A4}"/>
                      </a:ext>
                    </a:extLst>
                  </p:cNvPr>
                  <p:cNvSpPr/>
                  <p:nvPr/>
                </p:nvSpPr>
                <p:spPr>
                  <a:xfrm>
                    <a:off x="4086225" y="2492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14" name="Rectangle 813">
                    <a:extLst>
                      <a:ext uri="{FF2B5EF4-FFF2-40B4-BE49-F238E27FC236}">
                        <a16:creationId xmlns:a16="http://schemas.microsoft.com/office/drawing/2014/main" id="{B6851E0F-36F0-4E64-B625-281283AE101D}"/>
                      </a:ext>
                    </a:extLst>
                  </p:cNvPr>
                  <p:cNvSpPr/>
                  <p:nvPr/>
                </p:nvSpPr>
                <p:spPr>
                  <a:xfrm>
                    <a:off x="6372225" y="206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15" name="Rectangle 814">
                    <a:extLst>
                      <a:ext uri="{FF2B5EF4-FFF2-40B4-BE49-F238E27FC236}">
                        <a16:creationId xmlns:a16="http://schemas.microsoft.com/office/drawing/2014/main" id="{5A435648-758D-4AAD-8ECE-C386E0E2390F}"/>
                      </a:ext>
                    </a:extLst>
                  </p:cNvPr>
                  <p:cNvSpPr/>
                  <p:nvPr/>
                </p:nvSpPr>
                <p:spPr>
                  <a:xfrm>
                    <a:off x="6372225" y="96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16" name="Rectangle 815">
                    <a:extLst>
                      <a:ext uri="{FF2B5EF4-FFF2-40B4-BE49-F238E27FC236}">
                        <a16:creationId xmlns:a16="http://schemas.microsoft.com/office/drawing/2014/main" id="{10FFD43A-FB63-4C25-BD91-049B9978B46E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3254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17" name="Rectangle 816">
                    <a:extLst>
                      <a:ext uri="{FF2B5EF4-FFF2-40B4-BE49-F238E27FC236}">
                        <a16:creationId xmlns:a16="http://schemas.microsoft.com/office/drawing/2014/main" id="{6DCE5D73-5243-48C8-AE1A-B01681AE6F63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4016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18" name="Rectangle 817">
                    <a:extLst>
                      <a:ext uri="{FF2B5EF4-FFF2-40B4-BE49-F238E27FC236}">
                        <a16:creationId xmlns:a16="http://schemas.microsoft.com/office/drawing/2014/main" id="{3051BA38-2316-4D5A-BBBF-251D0E37F3DB}"/>
                      </a:ext>
                    </a:extLst>
                  </p:cNvPr>
                  <p:cNvSpPr/>
                  <p:nvPr/>
                </p:nvSpPr>
                <p:spPr>
                  <a:xfrm flipH="1">
                    <a:off x="7902575" y="477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19" name="Rectangle 818">
                    <a:extLst>
                      <a:ext uri="{FF2B5EF4-FFF2-40B4-BE49-F238E27FC236}">
                        <a16:creationId xmlns:a16="http://schemas.microsoft.com/office/drawing/2014/main" id="{CAC9B58B-657B-4FD1-BE89-994ADBEFBC5D}"/>
                      </a:ext>
                    </a:extLst>
                  </p:cNvPr>
                  <p:cNvSpPr/>
                  <p:nvPr/>
                </p:nvSpPr>
                <p:spPr>
                  <a:xfrm flipH="1">
                    <a:off x="7902575" y="5540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20" name="Rectangle 819">
                    <a:extLst>
                      <a:ext uri="{FF2B5EF4-FFF2-40B4-BE49-F238E27FC236}">
                        <a16:creationId xmlns:a16="http://schemas.microsoft.com/office/drawing/2014/main" id="{6F1048ED-889B-462D-A6AE-E592E427E2BF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477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21" name="Rectangle 820">
                    <a:extLst>
                      <a:ext uri="{FF2B5EF4-FFF2-40B4-BE49-F238E27FC236}">
                        <a16:creationId xmlns:a16="http://schemas.microsoft.com/office/drawing/2014/main" id="{08E962AA-CA4A-4E93-AA32-43CA3DDF3815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5540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22" name="Rectangle 821">
                    <a:extLst>
                      <a:ext uri="{FF2B5EF4-FFF2-40B4-BE49-F238E27FC236}">
                        <a16:creationId xmlns:a16="http://schemas.microsoft.com/office/drawing/2014/main" id="{11A81524-C941-4F97-A003-C3E6094FE3BE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3254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23" name="Rectangle 822">
                    <a:extLst>
                      <a:ext uri="{FF2B5EF4-FFF2-40B4-BE49-F238E27FC236}">
                        <a16:creationId xmlns:a16="http://schemas.microsoft.com/office/drawing/2014/main" id="{5E6E0C36-CC83-4AE2-BC85-494F31922A46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4016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24" name="Rectangle 823">
                    <a:extLst>
                      <a:ext uri="{FF2B5EF4-FFF2-40B4-BE49-F238E27FC236}">
                        <a16:creationId xmlns:a16="http://schemas.microsoft.com/office/drawing/2014/main" id="{9137BDFE-0986-413B-9E0D-687EAAC4C8E6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477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25" name="Rectangle 824">
                    <a:extLst>
                      <a:ext uri="{FF2B5EF4-FFF2-40B4-BE49-F238E27FC236}">
                        <a16:creationId xmlns:a16="http://schemas.microsoft.com/office/drawing/2014/main" id="{7D0DE89C-90F4-410B-A82E-A6AEC03BD15B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5540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26" name="Rectangle 825">
                    <a:extLst>
                      <a:ext uri="{FF2B5EF4-FFF2-40B4-BE49-F238E27FC236}">
                        <a16:creationId xmlns:a16="http://schemas.microsoft.com/office/drawing/2014/main" id="{24254EFC-6894-4BAC-BEA2-4814A7B8E820}"/>
                      </a:ext>
                    </a:extLst>
                  </p:cNvPr>
                  <p:cNvSpPr/>
                  <p:nvPr/>
                </p:nvSpPr>
                <p:spPr>
                  <a:xfrm flipH="1">
                    <a:off x="7140575" y="477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27" name="Rectangle 826">
                    <a:extLst>
                      <a:ext uri="{FF2B5EF4-FFF2-40B4-BE49-F238E27FC236}">
                        <a16:creationId xmlns:a16="http://schemas.microsoft.com/office/drawing/2014/main" id="{848588AE-ADE2-440F-B39A-0D78D42A7A09}"/>
                      </a:ext>
                    </a:extLst>
                  </p:cNvPr>
                  <p:cNvSpPr/>
                  <p:nvPr/>
                </p:nvSpPr>
                <p:spPr>
                  <a:xfrm flipH="1">
                    <a:off x="7140575" y="5540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28" name="Rectangle 827">
                    <a:extLst>
                      <a:ext uri="{FF2B5EF4-FFF2-40B4-BE49-F238E27FC236}">
                        <a16:creationId xmlns:a16="http://schemas.microsoft.com/office/drawing/2014/main" id="{EF680D6B-178B-4D31-8BE3-9871740CFBCE}"/>
                      </a:ext>
                    </a:extLst>
                  </p:cNvPr>
                  <p:cNvSpPr/>
                  <p:nvPr/>
                </p:nvSpPr>
                <p:spPr>
                  <a:xfrm flipH="1">
                    <a:off x="7902575" y="206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29" name="Rectangle 828">
                    <a:extLst>
                      <a:ext uri="{FF2B5EF4-FFF2-40B4-BE49-F238E27FC236}">
                        <a16:creationId xmlns:a16="http://schemas.microsoft.com/office/drawing/2014/main" id="{3E35EAA6-9B5F-44DD-88D0-B643F1F4085E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206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30" name="Rectangle 829">
                    <a:extLst>
                      <a:ext uri="{FF2B5EF4-FFF2-40B4-BE49-F238E27FC236}">
                        <a16:creationId xmlns:a16="http://schemas.microsoft.com/office/drawing/2014/main" id="{008EDC37-BDC9-40ED-88F5-66FD58AC7DCA}"/>
                      </a:ext>
                    </a:extLst>
                  </p:cNvPr>
                  <p:cNvSpPr/>
                  <p:nvPr/>
                </p:nvSpPr>
                <p:spPr>
                  <a:xfrm flipH="1">
                    <a:off x="7902575" y="96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31" name="Rectangle 830">
                    <a:extLst>
                      <a:ext uri="{FF2B5EF4-FFF2-40B4-BE49-F238E27FC236}">
                        <a16:creationId xmlns:a16="http://schemas.microsoft.com/office/drawing/2014/main" id="{E0F73D0C-1980-4585-BA6D-A70A7323FCC8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96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62759AD9-48AF-4F3C-9F93-9FCE6CB7A0CE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1730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33" name="Rectangle 832">
                    <a:extLst>
                      <a:ext uri="{FF2B5EF4-FFF2-40B4-BE49-F238E27FC236}">
                        <a16:creationId xmlns:a16="http://schemas.microsoft.com/office/drawing/2014/main" id="{7E375260-CB10-4323-9039-EDC45FB588F0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206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34" name="Rectangle 833">
                    <a:extLst>
                      <a:ext uri="{FF2B5EF4-FFF2-40B4-BE49-F238E27FC236}">
                        <a16:creationId xmlns:a16="http://schemas.microsoft.com/office/drawing/2014/main" id="{CD4A81B5-30AE-4595-AA6E-8B352C1405C9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96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35" name="Rectangle 834">
                    <a:extLst>
                      <a:ext uri="{FF2B5EF4-FFF2-40B4-BE49-F238E27FC236}">
                        <a16:creationId xmlns:a16="http://schemas.microsoft.com/office/drawing/2014/main" id="{AEA916CD-2E6E-42F3-8BEA-D0C779DCC7E8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1730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C4D9D2E2-2F3F-4203-A03D-A5DDCFAC0C45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2492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E6C1CFB7-AC66-4150-B44D-AB0F5F1A3A12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2492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38" name="Rectangle 837">
                    <a:extLst>
                      <a:ext uri="{FF2B5EF4-FFF2-40B4-BE49-F238E27FC236}">
                        <a16:creationId xmlns:a16="http://schemas.microsoft.com/office/drawing/2014/main" id="{43AB6611-1104-4459-A55C-B9BB8A24931E}"/>
                      </a:ext>
                    </a:extLst>
                  </p:cNvPr>
                  <p:cNvSpPr/>
                  <p:nvPr/>
                </p:nvSpPr>
                <p:spPr>
                  <a:xfrm flipH="1">
                    <a:off x="7140575" y="206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39" name="Rectangle 838">
                    <a:extLst>
                      <a:ext uri="{FF2B5EF4-FFF2-40B4-BE49-F238E27FC236}">
                        <a16:creationId xmlns:a16="http://schemas.microsoft.com/office/drawing/2014/main" id="{4CF81C1E-7691-4C5F-88FA-6B72EA7E8A28}"/>
                      </a:ext>
                    </a:extLst>
                  </p:cNvPr>
                  <p:cNvSpPr/>
                  <p:nvPr/>
                </p:nvSpPr>
                <p:spPr>
                  <a:xfrm flipH="1">
                    <a:off x="7140575" y="968982"/>
                    <a:ext cx="762000" cy="762000"/>
                  </a:xfrm>
                  <a:prstGeom prst="rect">
                    <a:avLst/>
                  </a:prstGeom>
                  <a:grpFill/>
                  <a:ln w="1905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406" name="Group 405">
                  <a:extLst>
                    <a:ext uri="{FF2B5EF4-FFF2-40B4-BE49-F238E27FC236}">
                      <a16:creationId xmlns:a16="http://schemas.microsoft.com/office/drawing/2014/main" id="{8F558AA5-FCF8-4240-A47F-076D22DB9EB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012878" y="419077"/>
                  <a:ext cx="6102350" cy="6151397"/>
                  <a:chOff x="4086225" y="206982"/>
                  <a:chExt cx="6102350" cy="6096000"/>
                </a:xfrm>
                <a:noFill/>
              </p:grpSpPr>
              <p:sp>
                <p:nvSpPr>
                  <p:cNvPr id="461" name="Rectangle 460">
                    <a:extLst>
                      <a:ext uri="{FF2B5EF4-FFF2-40B4-BE49-F238E27FC236}">
                        <a16:creationId xmlns:a16="http://schemas.microsoft.com/office/drawing/2014/main" id="{D999DF44-EDA9-4968-88A8-792EE1C8B82C}"/>
                      </a:ext>
                    </a:extLst>
                  </p:cNvPr>
                  <p:cNvSpPr/>
                  <p:nvPr/>
                </p:nvSpPr>
                <p:spPr>
                  <a:xfrm>
                    <a:off x="4848225" y="3254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2" name="Rectangle 461">
                    <a:extLst>
                      <a:ext uri="{FF2B5EF4-FFF2-40B4-BE49-F238E27FC236}">
                        <a16:creationId xmlns:a16="http://schemas.microsoft.com/office/drawing/2014/main" id="{47ADF172-6785-492A-9837-19CDFBBED4E3}"/>
                      </a:ext>
                    </a:extLst>
                  </p:cNvPr>
                  <p:cNvSpPr/>
                  <p:nvPr/>
                </p:nvSpPr>
                <p:spPr>
                  <a:xfrm>
                    <a:off x="4848225" y="401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3" name="Rectangle 462">
                    <a:extLst>
                      <a:ext uri="{FF2B5EF4-FFF2-40B4-BE49-F238E27FC236}">
                        <a16:creationId xmlns:a16="http://schemas.microsoft.com/office/drawing/2014/main" id="{8D240BC6-8D72-4B57-A20D-EE6FE8584B4E}"/>
                      </a:ext>
                    </a:extLst>
                  </p:cNvPr>
                  <p:cNvSpPr/>
                  <p:nvPr/>
                </p:nvSpPr>
                <p:spPr>
                  <a:xfrm>
                    <a:off x="5610225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4" name="Rectangle 463">
                    <a:extLst>
                      <a:ext uri="{FF2B5EF4-FFF2-40B4-BE49-F238E27FC236}">
                        <a16:creationId xmlns:a16="http://schemas.microsoft.com/office/drawing/2014/main" id="{A9921B7D-B2C1-476B-94EF-5A5AA8FB8A83}"/>
                      </a:ext>
                    </a:extLst>
                  </p:cNvPr>
                  <p:cNvSpPr/>
                  <p:nvPr/>
                </p:nvSpPr>
                <p:spPr>
                  <a:xfrm>
                    <a:off x="5610225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5" name="Rectangle 464">
                    <a:extLst>
                      <a:ext uri="{FF2B5EF4-FFF2-40B4-BE49-F238E27FC236}">
                        <a16:creationId xmlns:a16="http://schemas.microsoft.com/office/drawing/2014/main" id="{D91D5460-83F6-4623-B26F-14859E13E151}"/>
                      </a:ext>
                    </a:extLst>
                  </p:cNvPr>
                  <p:cNvSpPr/>
                  <p:nvPr/>
                </p:nvSpPr>
                <p:spPr>
                  <a:xfrm>
                    <a:off x="4848225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6" name="Rectangle 465">
                    <a:extLst>
                      <a:ext uri="{FF2B5EF4-FFF2-40B4-BE49-F238E27FC236}">
                        <a16:creationId xmlns:a16="http://schemas.microsoft.com/office/drawing/2014/main" id="{E6F8692B-D124-4EA6-8AFE-2A4B58FB0941}"/>
                      </a:ext>
                    </a:extLst>
                  </p:cNvPr>
                  <p:cNvSpPr/>
                  <p:nvPr/>
                </p:nvSpPr>
                <p:spPr>
                  <a:xfrm>
                    <a:off x="4848225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7" name="Rectangle 466">
                    <a:extLst>
                      <a:ext uri="{FF2B5EF4-FFF2-40B4-BE49-F238E27FC236}">
                        <a16:creationId xmlns:a16="http://schemas.microsoft.com/office/drawing/2014/main" id="{D06C4F05-6499-4D2F-A66C-0E1545035568}"/>
                      </a:ext>
                    </a:extLst>
                  </p:cNvPr>
                  <p:cNvSpPr/>
                  <p:nvPr/>
                </p:nvSpPr>
                <p:spPr>
                  <a:xfrm>
                    <a:off x="4086225" y="3254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8" name="Rectangle 467">
                    <a:extLst>
                      <a:ext uri="{FF2B5EF4-FFF2-40B4-BE49-F238E27FC236}">
                        <a16:creationId xmlns:a16="http://schemas.microsoft.com/office/drawing/2014/main" id="{1D4DDCE2-E88A-4ED2-951A-DB97DB9B9527}"/>
                      </a:ext>
                    </a:extLst>
                  </p:cNvPr>
                  <p:cNvSpPr/>
                  <p:nvPr/>
                </p:nvSpPr>
                <p:spPr>
                  <a:xfrm>
                    <a:off x="4086225" y="401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9" name="Rectangle 468">
                    <a:extLst>
                      <a:ext uri="{FF2B5EF4-FFF2-40B4-BE49-F238E27FC236}">
                        <a16:creationId xmlns:a16="http://schemas.microsoft.com/office/drawing/2014/main" id="{491CAE15-DF6C-4D1F-A2BB-CA41657DC03E}"/>
                      </a:ext>
                    </a:extLst>
                  </p:cNvPr>
                  <p:cNvSpPr/>
                  <p:nvPr/>
                </p:nvSpPr>
                <p:spPr>
                  <a:xfrm>
                    <a:off x="4086225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0" name="Rectangle 469">
                    <a:extLst>
                      <a:ext uri="{FF2B5EF4-FFF2-40B4-BE49-F238E27FC236}">
                        <a16:creationId xmlns:a16="http://schemas.microsoft.com/office/drawing/2014/main" id="{EEB32282-FF37-403A-A7F1-938301B5D34E}"/>
                      </a:ext>
                    </a:extLst>
                  </p:cNvPr>
                  <p:cNvSpPr/>
                  <p:nvPr/>
                </p:nvSpPr>
                <p:spPr>
                  <a:xfrm>
                    <a:off x="4086225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1" name="Rectangle 470">
                    <a:extLst>
                      <a:ext uri="{FF2B5EF4-FFF2-40B4-BE49-F238E27FC236}">
                        <a16:creationId xmlns:a16="http://schemas.microsoft.com/office/drawing/2014/main" id="{E069A9A8-11AE-44FE-893E-18F7AA62968F}"/>
                      </a:ext>
                    </a:extLst>
                  </p:cNvPr>
                  <p:cNvSpPr/>
                  <p:nvPr/>
                </p:nvSpPr>
                <p:spPr>
                  <a:xfrm>
                    <a:off x="6372225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2" name="Rectangle 471">
                    <a:extLst>
                      <a:ext uri="{FF2B5EF4-FFF2-40B4-BE49-F238E27FC236}">
                        <a16:creationId xmlns:a16="http://schemas.microsoft.com/office/drawing/2014/main" id="{AB3B5962-6340-4BC0-964C-BEE9A5982DF0}"/>
                      </a:ext>
                    </a:extLst>
                  </p:cNvPr>
                  <p:cNvSpPr/>
                  <p:nvPr/>
                </p:nvSpPr>
                <p:spPr>
                  <a:xfrm>
                    <a:off x="6372225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3" name="Rectangle 472">
                    <a:extLst>
                      <a:ext uri="{FF2B5EF4-FFF2-40B4-BE49-F238E27FC236}">
                        <a16:creationId xmlns:a16="http://schemas.microsoft.com/office/drawing/2014/main" id="{30A181CD-17F4-4A61-8389-AE1872510275}"/>
                      </a:ext>
                    </a:extLst>
                  </p:cNvPr>
                  <p:cNvSpPr/>
                  <p:nvPr/>
                </p:nvSpPr>
                <p:spPr>
                  <a:xfrm>
                    <a:off x="5610225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4" name="Rectangle 473">
                    <a:extLst>
                      <a:ext uri="{FF2B5EF4-FFF2-40B4-BE49-F238E27FC236}">
                        <a16:creationId xmlns:a16="http://schemas.microsoft.com/office/drawing/2014/main" id="{A174F700-DD8F-4EC7-9E3F-4C874B595CE1}"/>
                      </a:ext>
                    </a:extLst>
                  </p:cNvPr>
                  <p:cNvSpPr/>
                  <p:nvPr/>
                </p:nvSpPr>
                <p:spPr>
                  <a:xfrm>
                    <a:off x="4848225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5" name="Rectangle 474">
                    <a:extLst>
                      <a:ext uri="{FF2B5EF4-FFF2-40B4-BE49-F238E27FC236}">
                        <a16:creationId xmlns:a16="http://schemas.microsoft.com/office/drawing/2014/main" id="{42477D7B-FCB2-4944-A1E1-131444E85B0A}"/>
                      </a:ext>
                    </a:extLst>
                  </p:cNvPr>
                  <p:cNvSpPr/>
                  <p:nvPr/>
                </p:nvSpPr>
                <p:spPr>
                  <a:xfrm>
                    <a:off x="5610225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6" name="Rectangle 475">
                    <a:extLst>
                      <a:ext uri="{FF2B5EF4-FFF2-40B4-BE49-F238E27FC236}">
                        <a16:creationId xmlns:a16="http://schemas.microsoft.com/office/drawing/2014/main" id="{13E4D043-8073-44D9-AFA0-07118AE9FCCC}"/>
                      </a:ext>
                    </a:extLst>
                  </p:cNvPr>
                  <p:cNvSpPr/>
                  <p:nvPr/>
                </p:nvSpPr>
                <p:spPr>
                  <a:xfrm>
                    <a:off x="4848225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7" name="Rectangle 476">
                    <a:extLst>
                      <a:ext uri="{FF2B5EF4-FFF2-40B4-BE49-F238E27FC236}">
                        <a16:creationId xmlns:a16="http://schemas.microsoft.com/office/drawing/2014/main" id="{7D0B6822-DD5B-4F24-AF6B-80ACFFD131A8}"/>
                      </a:ext>
                    </a:extLst>
                  </p:cNvPr>
                  <p:cNvSpPr/>
                  <p:nvPr/>
                </p:nvSpPr>
                <p:spPr>
                  <a:xfrm>
                    <a:off x="4848225" y="173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8" name="Rectangle 477">
                    <a:extLst>
                      <a:ext uri="{FF2B5EF4-FFF2-40B4-BE49-F238E27FC236}">
                        <a16:creationId xmlns:a16="http://schemas.microsoft.com/office/drawing/2014/main" id="{BAFB35C6-5AC1-4913-87FB-1F12BFDF068A}"/>
                      </a:ext>
                    </a:extLst>
                  </p:cNvPr>
                  <p:cNvSpPr/>
                  <p:nvPr/>
                </p:nvSpPr>
                <p:spPr>
                  <a:xfrm>
                    <a:off x="4086225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9" name="Rectangle 478">
                    <a:extLst>
                      <a:ext uri="{FF2B5EF4-FFF2-40B4-BE49-F238E27FC236}">
                        <a16:creationId xmlns:a16="http://schemas.microsoft.com/office/drawing/2014/main" id="{18E72DC2-B94B-4A5B-9F6E-57396D786AF2}"/>
                      </a:ext>
                    </a:extLst>
                  </p:cNvPr>
                  <p:cNvSpPr/>
                  <p:nvPr/>
                </p:nvSpPr>
                <p:spPr>
                  <a:xfrm>
                    <a:off x="4086225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80" name="Rectangle 479">
                    <a:extLst>
                      <a:ext uri="{FF2B5EF4-FFF2-40B4-BE49-F238E27FC236}">
                        <a16:creationId xmlns:a16="http://schemas.microsoft.com/office/drawing/2014/main" id="{4D145738-420A-4F2D-98A8-6DE2176C7BFD}"/>
                      </a:ext>
                    </a:extLst>
                  </p:cNvPr>
                  <p:cNvSpPr/>
                  <p:nvPr/>
                </p:nvSpPr>
                <p:spPr>
                  <a:xfrm>
                    <a:off x="4086225" y="173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81" name="Rectangle 480">
                    <a:extLst>
                      <a:ext uri="{FF2B5EF4-FFF2-40B4-BE49-F238E27FC236}">
                        <a16:creationId xmlns:a16="http://schemas.microsoft.com/office/drawing/2014/main" id="{38BCB338-0A8B-4AC1-854C-E604E4B7CE2F}"/>
                      </a:ext>
                    </a:extLst>
                  </p:cNvPr>
                  <p:cNvSpPr/>
                  <p:nvPr/>
                </p:nvSpPr>
                <p:spPr>
                  <a:xfrm>
                    <a:off x="4848225" y="2492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82" name="Rectangle 481">
                    <a:extLst>
                      <a:ext uri="{FF2B5EF4-FFF2-40B4-BE49-F238E27FC236}">
                        <a16:creationId xmlns:a16="http://schemas.microsoft.com/office/drawing/2014/main" id="{8F5D2735-E61B-4C44-A158-55C3317515D7}"/>
                      </a:ext>
                    </a:extLst>
                  </p:cNvPr>
                  <p:cNvSpPr/>
                  <p:nvPr/>
                </p:nvSpPr>
                <p:spPr>
                  <a:xfrm>
                    <a:off x="4086225" y="2492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83" name="Rectangle 482">
                    <a:extLst>
                      <a:ext uri="{FF2B5EF4-FFF2-40B4-BE49-F238E27FC236}">
                        <a16:creationId xmlns:a16="http://schemas.microsoft.com/office/drawing/2014/main" id="{C0D6DA80-7FDA-41E4-AF48-245EC5E1A622}"/>
                      </a:ext>
                    </a:extLst>
                  </p:cNvPr>
                  <p:cNvSpPr/>
                  <p:nvPr/>
                </p:nvSpPr>
                <p:spPr>
                  <a:xfrm>
                    <a:off x="6372225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84" name="Rectangle 483">
                    <a:extLst>
                      <a:ext uri="{FF2B5EF4-FFF2-40B4-BE49-F238E27FC236}">
                        <a16:creationId xmlns:a16="http://schemas.microsoft.com/office/drawing/2014/main" id="{20A18304-261E-4300-B6E6-288599B05F66}"/>
                      </a:ext>
                    </a:extLst>
                  </p:cNvPr>
                  <p:cNvSpPr/>
                  <p:nvPr/>
                </p:nvSpPr>
                <p:spPr>
                  <a:xfrm>
                    <a:off x="6372225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85" name="Rectangle 484">
                    <a:extLst>
                      <a:ext uri="{FF2B5EF4-FFF2-40B4-BE49-F238E27FC236}">
                        <a16:creationId xmlns:a16="http://schemas.microsoft.com/office/drawing/2014/main" id="{DB00C29A-9342-4B32-9087-B20BCE216064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3254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86" name="Rectangle 485">
                    <a:extLst>
                      <a:ext uri="{FF2B5EF4-FFF2-40B4-BE49-F238E27FC236}">
                        <a16:creationId xmlns:a16="http://schemas.microsoft.com/office/drawing/2014/main" id="{3AFAA686-8D1A-4251-A91F-21AFDC3AD395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401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87" name="Rectangle 486">
                    <a:extLst>
                      <a:ext uri="{FF2B5EF4-FFF2-40B4-BE49-F238E27FC236}">
                        <a16:creationId xmlns:a16="http://schemas.microsoft.com/office/drawing/2014/main" id="{CEAAD249-A0FD-413F-ACCE-2EE049C44AC3}"/>
                      </a:ext>
                    </a:extLst>
                  </p:cNvPr>
                  <p:cNvSpPr/>
                  <p:nvPr/>
                </p:nvSpPr>
                <p:spPr>
                  <a:xfrm flipH="1">
                    <a:off x="7902575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88" name="Rectangle 487">
                    <a:extLst>
                      <a:ext uri="{FF2B5EF4-FFF2-40B4-BE49-F238E27FC236}">
                        <a16:creationId xmlns:a16="http://schemas.microsoft.com/office/drawing/2014/main" id="{9662C599-9F78-4423-960E-72120EE6F3EB}"/>
                      </a:ext>
                    </a:extLst>
                  </p:cNvPr>
                  <p:cNvSpPr/>
                  <p:nvPr/>
                </p:nvSpPr>
                <p:spPr>
                  <a:xfrm flipH="1">
                    <a:off x="7902575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89" name="Rectangle 488">
                    <a:extLst>
                      <a:ext uri="{FF2B5EF4-FFF2-40B4-BE49-F238E27FC236}">
                        <a16:creationId xmlns:a16="http://schemas.microsoft.com/office/drawing/2014/main" id="{11FA18E8-5F67-4097-B003-F1AA42B8F5DC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90" name="Rectangle 489">
                    <a:extLst>
                      <a:ext uri="{FF2B5EF4-FFF2-40B4-BE49-F238E27FC236}">
                        <a16:creationId xmlns:a16="http://schemas.microsoft.com/office/drawing/2014/main" id="{8F127112-999A-4DF9-85ED-23D5BE5BC82F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91" name="Rectangle 490">
                    <a:extLst>
                      <a:ext uri="{FF2B5EF4-FFF2-40B4-BE49-F238E27FC236}">
                        <a16:creationId xmlns:a16="http://schemas.microsoft.com/office/drawing/2014/main" id="{A770D042-9FA1-4552-8CD0-9CA332BDC437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3254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92" name="Rectangle 491">
                    <a:extLst>
                      <a:ext uri="{FF2B5EF4-FFF2-40B4-BE49-F238E27FC236}">
                        <a16:creationId xmlns:a16="http://schemas.microsoft.com/office/drawing/2014/main" id="{0BB563A1-3EC5-435E-BFD7-224A7B544E6C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401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93" name="Rectangle 492">
                    <a:extLst>
                      <a:ext uri="{FF2B5EF4-FFF2-40B4-BE49-F238E27FC236}">
                        <a16:creationId xmlns:a16="http://schemas.microsoft.com/office/drawing/2014/main" id="{E4CE4047-4A13-443D-AFFF-AFB836CA8A2D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94" name="Rectangle 493">
                    <a:extLst>
                      <a:ext uri="{FF2B5EF4-FFF2-40B4-BE49-F238E27FC236}">
                        <a16:creationId xmlns:a16="http://schemas.microsoft.com/office/drawing/2014/main" id="{BC862F6F-FBC3-44D9-B1E5-CEDBDAA21577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95" name="Rectangle 494">
                    <a:extLst>
                      <a:ext uri="{FF2B5EF4-FFF2-40B4-BE49-F238E27FC236}">
                        <a16:creationId xmlns:a16="http://schemas.microsoft.com/office/drawing/2014/main" id="{E9529E71-BD66-4B10-BF5E-794046AB4912}"/>
                      </a:ext>
                    </a:extLst>
                  </p:cNvPr>
                  <p:cNvSpPr/>
                  <p:nvPr/>
                </p:nvSpPr>
                <p:spPr>
                  <a:xfrm flipH="1">
                    <a:off x="7140575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96" name="Rectangle 495">
                    <a:extLst>
                      <a:ext uri="{FF2B5EF4-FFF2-40B4-BE49-F238E27FC236}">
                        <a16:creationId xmlns:a16="http://schemas.microsoft.com/office/drawing/2014/main" id="{F75C49F0-4FC6-4107-8928-CFB0D0DAE37C}"/>
                      </a:ext>
                    </a:extLst>
                  </p:cNvPr>
                  <p:cNvSpPr/>
                  <p:nvPr/>
                </p:nvSpPr>
                <p:spPr>
                  <a:xfrm flipH="1">
                    <a:off x="7140575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97" name="Rectangle 496">
                    <a:extLst>
                      <a:ext uri="{FF2B5EF4-FFF2-40B4-BE49-F238E27FC236}">
                        <a16:creationId xmlns:a16="http://schemas.microsoft.com/office/drawing/2014/main" id="{2CD4A9FC-2D08-4391-98BE-EB597D626AD8}"/>
                      </a:ext>
                    </a:extLst>
                  </p:cNvPr>
                  <p:cNvSpPr/>
                  <p:nvPr/>
                </p:nvSpPr>
                <p:spPr>
                  <a:xfrm flipH="1">
                    <a:off x="7902575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98" name="Rectangle 497">
                    <a:extLst>
                      <a:ext uri="{FF2B5EF4-FFF2-40B4-BE49-F238E27FC236}">
                        <a16:creationId xmlns:a16="http://schemas.microsoft.com/office/drawing/2014/main" id="{43191073-A58A-4D35-9F06-DFE321790D87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99" name="Rectangle 498">
                    <a:extLst>
                      <a:ext uri="{FF2B5EF4-FFF2-40B4-BE49-F238E27FC236}">
                        <a16:creationId xmlns:a16="http://schemas.microsoft.com/office/drawing/2014/main" id="{1420F036-1A40-44D6-964E-0F6BEDB8436D}"/>
                      </a:ext>
                    </a:extLst>
                  </p:cNvPr>
                  <p:cNvSpPr/>
                  <p:nvPr/>
                </p:nvSpPr>
                <p:spPr>
                  <a:xfrm flipH="1">
                    <a:off x="7902575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0" name="Rectangle 499">
                    <a:extLst>
                      <a:ext uri="{FF2B5EF4-FFF2-40B4-BE49-F238E27FC236}">
                        <a16:creationId xmlns:a16="http://schemas.microsoft.com/office/drawing/2014/main" id="{8B12A95B-D555-4739-9CD7-CFECEA29CD07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1" name="Rectangle 500">
                    <a:extLst>
                      <a:ext uri="{FF2B5EF4-FFF2-40B4-BE49-F238E27FC236}">
                        <a16:creationId xmlns:a16="http://schemas.microsoft.com/office/drawing/2014/main" id="{E565AD34-1C25-43E9-80D3-4FFB831775F7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173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2" name="Rectangle 501">
                    <a:extLst>
                      <a:ext uri="{FF2B5EF4-FFF2-40B4-BE49-F238E27FC236}">
                        <a16:creationId xmlns:a16="http://schemas.microsoft.com/office/drawing/2014/main" id="{025AE32E-7972-4E75-9189-4613A88DF08B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3" name="Rectangle 502">
                    <a:extLst>
                      <a:ext uri="{FF2B5EF4-FFF2-40B4-BE49-F238E27FC236}">
                        <a16:creationId xmlns:a16="http://schemas.microsoft.com/office/drawing/2014/main" id="{929881FA-895A-41A9-A94E-8D8DEF74E67F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4" name="Rectangle 503">
                    <a:extLst>
                      <a:ext uri="{FF2B5EF4-FFF2-40B4-BE49-F238E27FC236}">
                        <a16:creationId xmlns:a16="http://schemas.microsoft.com/office/drawing/2014/main" id="{5FDE9F53-BEBF-4614-A9C5-71659ACD0D1E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173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5" name="Rectangle 504">
                    <a:extLst>
                      <a:ext uri="{FF2B5EF4-FFF2-40B4-BE49-F238E27FC236}">
                        <a16:creationId xmlns:a16="http://schemas.microsoft.com/office/drawing/2014/main" id="{3F424F67-FF28-4E7A-BC61-F8195013749C}"/>
                      </a:ext>
                    </a:extLst>
                  </p:cNvPr>
                  <p:cNvSpPr/>
                  <p:nvPr/>
                </p:nvSpPr>
                <p:spPr>
                  <a:xfrm flipH="1">
                    <a:off x="8664575" y="2492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6" name="Rectangle 505">
                    <a:extLst>
                      <a:ext uri="{FF2B5EF4-FFF2-40B4-BE49-F238E27FC236}">
                        <a16:creationId xmlns:a16="http://schemas.microsoft.com/office/drawing/2014/main" id="{67CA43B0-B40E-4151-B107-1F666E83FD8C}"/>
                      </a:ext>
                    </a:extLst>
                  </p:cNvPr>
                  <p:cNvSpPr/>
                  <p:nvPr/>
                </p:nvSpPr>
                <p:spPr>
                  <a:xfrm flipH="1">
                    <a:off x="9426575" y="2492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7" name="Rectangle 506">
                    <a:extLst>
                      <a:ext uri="{FF2B5EF4-FFF2-40B4-BE49-F238E27FC236}">
                        <a16:creationId xmlns:a16="http://schemas.microsoft.com/office/drawing/2014/main" id="{FC4F0417-613A-4F36-9A10-E9DE81B98D24}"/>
                      </a:ext>
                    </a:extLst>
                  </p:cNvPr>
                  <p:cNvSpPr/>
                  <p:nvPr/>
                </p:nvSpPr>
                <p:spPr>
                  <a:xfrm flipH="1">
                    <a:off x="7140575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8" name="Rectangle 507">
                    <a:extLst>
                      <a:ext uri="{FF2B5EF4-FFF2-40B4-BE49-F238E27FC236}">
                        <a16:creationId xmlns:a16="http://schemas.microsoft.com/office/drawing/2014/main" id="{0A27FA1F-8A2E-4B49-B726-1A747FBE9531}"/>
                      </a:ext>
                    </a:extLst>
                  </p:cNvPr>
                  <p:cNvSpPr/>
                  <p:nvPr/>
                </p:nvSpPr>
                <p:spPr>
                  <a:xfrm flipH="1">
                    <a:off x="7140575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909" name="Group 908">
                <a:extLst>
                  <a:ext uri="{FF2B5EF4-FFF2-40B4-BE49-F238E27FC236}">
                    <a16:creationId xmlns:a16="http://schemas.microsoft.com/office/drawing/2014/main" id="{C25CE8F6-BA7C-49C6-A744-955522508AD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61591" y="-2659177"/>
                <a:ext cx="12204700" cy="12302796"/>
                <a:chOff x="4086225" y="206982"/>
                <a:chExt cx="6102350" cy="6096000"/>
              </a:xfrm>
              <a:noFill/>
            </p:grpSpPr>
            <p:sp>
              <p:nvSpPr>
                <p:cNvPr id="959" name="Rectangle 958">
                  <a:extLst>
                    <a:ext uri="{FF2B5EF4-FFF2-40B4-BE49-F238E27FC236}">
                      <a16:creationId xmlns:a16="http://schemas.microsoft.com/office/drawing/2014/main" id="{6D42D8B6-EEC8-4FE6-99FA-FFB627BC587C}"/>
                    </a:ext>
                  </a:extLst>
                </p:cNvPr>
                <p:cNvSpPr/>
                <p:nvPr/>
              </p:nvSpPr>
              <p:spPr>
                <a:xfrm>
                  <a:off x="4848225" y="3254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60" name="Rectangle 959">
                  <a:extLst>
                    <a:ext uri="{FF2B5EF4-FFF2-40B4-BE49-F238E27FC236}">
                      <a16:creationId xmlns:a16="http://schemas.microsoft.com/office/drawing/2014/main" id="{629A0BE4-E80B-4CF5-803A-C80ECB467DFD}"/>
                    </a:ext>
                  </a:extLst>
                </p:cNvPr>
                <p:cNvSpPr/>
                <p:nvPr/>
              </p:nvSpPr>
              <p:spPr>
                <a:xfrm>
                  <a:off x="4848225" y="4016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61" name="Rectangle 960">
                  <a:extLst>
                    <a:ext uri="{FF2B5EF4-FFF2-40B4-BE49-F238E27FC236}">
                      <a16:creationId xmlns:a16="http://schemas.microsoft.com/office/drawing/2014/main" id="{1927E1CD-DC64-45C4-9FB6-1C6C5EC978F5}"/>
                    </a:ext>
                  </a:extLst>
                </p:cNvPr>
                <p:cNvSpPr/>
                <p:nvPr/>
              </p:nvSpPr>
              <p:spPr>
                <a:xfrm>
                  <a:off x="5610225" y="477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62" name="Rectangle 961">
                  <a:extLst>
                    <a:ext uri="{FF2B5EF4-FFF2-40B4-BE49-F238E27FC236}">
                      <a16:creationId xmlns:a16="http://schemas.microsoft.com/office/drawing/2014/main" id="{BE122C90-8C08-4A18-AB95-28EBFD5CCCA4}"/>
                    </a:ext>
                  </a:extLst>
                </p:cNvPr>
                <p:cNvSpPr/>
                <p:nvPr/>
              </p:nvSpPr>
              <p:spPr>
                <a:xfrm>
                  <a:off x="5610225" y="5540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63" name="Rectangle 962">
                  <a:extLst>
                    <a:ext uri="{FF2B5EF4-FFF2-40B4-BE49-F238E27FC236}">
                      <a16:creationId xmlns:a16="http://schemas.microsoft.com/office/drawing/2014/main" id="{096EAAC0-D55E-4374-8179-9932ECD97A9D}"/>
                    </a:ext>
                  </a:extLst>
                </p:cNvPr>
                <p:cNvSpPr/>
                <p:nvPr/>
              </p:nvSpPr>
              <p:spPr>
                <a:xfrm>
                  <a:off x="4848225" y="477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64" name="Rectangle 963">
                  <a:extLst>
                    <a:ext uri="{FF2B5EF4-FFF2-40B4-BE49-F238E27FC236}">
                      <a16:creationId xmlns:a16="http://schemas.microsoft.com/office/drawing/2014/main" id="{A7EDC5A0-5733-4ACF-B42C-A382CD76D974}"/>
                    </a:ext>
                  </a:extLst>
                </p:cNvPr>
                <p:cNvSpPr/>
                <p:nvPr/>
              </p:nvSpPr>
              <p:spPr>
                <a:xfrm>
                  <a:off x="4848225" y="5540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65" name="Rectangle 964">
                  <a:extLst>
                    <a:ext uri="{FF2B5EF4-FFF2-40B4-BE49-F238E27FC236}">
                      <a16:creationId xmlns:a16="http://schemas.microsoft.com/office/drawing/2014/main" id="{D3DEBCB4-86DA-4B38-A1B6-56455FFB0A1E}"/>
                    </a:ext>
                  </a:extLst>
                </p:cNvPr>
                <p:cNvSpPr/>
                <p:nvPr/>
              </p:nvSpPr>
              <p:spPr>
                <a:xfrm>
                  <a:off x="4086225" y="3254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66" name="Rectangle 965">
                  <a:extLst>
                    <a:ext uri="{FF2B5EF4-FFF2-40B4-BE49-F238E27FC236}">
                      <a16:creationId xmlns:a16="http://schemas.microsoft.com/office/drawing/2014/main" id="{69207F24-0D16-4B0F-946B-C330134AF3FC}"/>
                    </a:ext>
                  </a:extLst>
                </p:cNvPr>
                <p:cNvSpPr/>
                <p:nvPr/>
              </p:nvSpPr>
              <p:spPr>
                <a:xfrm>
                  <a:off x="4086225" y="4016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67" name="Rectangle 966">
                  <a:extLst>
                    <a:ext uri="{FF2B5EF4-FFF2-40B4-BE49-F238E27FC236}">
                      <a16:creationId xmlns:a16="http://schemas.microsoft.com/office/drawing/2014/main" id="{B6A9BC48-7810-47AF-AE55-75D7CE7D9446}"/>
                    </a:ext>
                  </a:extLst>
                </p:cNvPr>
                <p:cNvSpPr/>
                <p:nvPr/>
              </p:nvSpPr>
              <p:spPr>
                <a:xfrm>
                  <a:off x="4086225" y="477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68" name="Rectangle 967">
                  <a:extLst>
                    <a:ext uri="{FF2B5EF4-FFF2-40B4-BE49-F238E27FC236}">
                      <a16:creationId xmlns:a16="http://schemas.microsoft.com/office/drawing/2014/main" id="{7DB17F05-168E-42CC-92CD-8090BAE130D0}"/>
                    </a:ext>
                  </a:extLst>
                </p:cNvPr>
                <p:cNvSpPr/>
                <p:nvPr/>
              </p:nvSpPr>
              <p:spPr>
                <a:xfrm>
                  <a:off x="4086225" y="5540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69" name="Rectangle 968">
                  <a:extLst>
                    <a:ext uri="{FF2B5EF4-FFF2-40B4-BE49-F238E27FC236}">
                      <a16:creationId xmlns:a16="http://schemas.microsoft.com/office/drawing/2014/main" id="{AAB49187-6C46-479B-A816-12ED9D275B82}"/>
                    </a:ext>
                  </a:extLst>
                </p:cNvPr>
                <p:cNvSpPr/>
                <p:nvPr/>
              </p:nvSpPr>
              <p:spPr>
                <a:xfrm>
                  <a:off x="6372225" y="477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70" name="Rectangle 969">
                  <a:extLst>
                    <a:ext uri="{FF2B5EF4-FFF2-40B4-BE49-F238E27FC236}">
                      <a16:creationId xmlns:a16="http://schemas.microsoft.com/office/drawing/2014/main" id="{66F4589E-E2F3-4ACC-A715-703AB2B422B6}"/>
                    </a:ext>
                  </a:extLst>
                </p:cNvPr>
                <p:cNvSpPr/>
                <p:nvPr/>
              </p:nvSpPr>
              <p:spPr>
                <a:xfrm>
                  <a:off x="6372225" y="5540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71" name="Rectangle 970">
                  <a:extLst>
                    <a:ext uri="{FF2B5EF4-FFF2-40B4-BE49-F238E27FC236}">
                      <a16:creationId xmlns:a16="http://schemas.microsoft.com/office/drawing/2014/main" id="{788F9806-669D-4E7F-ACDC-7E890CC8BB0C}"/>
                    </a:ext>
                  </a:extLst>
                </p:cNvPr>
                <p:cNvSpPr/>
                <p:nvPr/>
              </p:nvSpPr>
              <p:spPr>
                <a:xfrm>
                  <a:off x="5610225" y="206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72" name="Rectangle 971">
                  <a:extLst>
                    <a:ext uri="{FF2B5EF4-FFF2-40B4-BE49-F238E27FC236}">
                      <a16:creationId xmlns:a16="http://schemas.microsoft.com/office/drawing/2014/main" id="{D4F40F09-CCFB-41C5-8EAA-3E6C013E136E}"/>
                    </a:ext>
                  </a:extLst>
                </p:cNvPr>
                <p:cNvSpPr/>
                <p:nvPr/>
              </p:nvSpPr>
              <p:spPr>
                <a:xfrm>
                  <a:off x="4848225" y="206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73" name="Rectangle 972">
                  <a:extLst>
                    <a:ext uri="{FF2B5EF4-FFF2-40B4-BE49-F238E27FC236}">
                      <a16:creationId xmlns:a16="http://schemas.microsoft.com/office/drawing/2014/main" id="{0F11FD62-E9C1-4CE8-B3EA-64952D56D3DF}"/>
                    </a:ext>
                  </a:extLst>
                </p:cNvPr>
                <p:cNvSpPr/>
                <p:nvPr/>
              </p:nvSpPr>
              <p:spPr>
                <a:xfrm>
                  <a:off x="5610225" y="96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74" name="Rectangle 973">
                  <a:extLst>
                    <a:ext uri="{FF2B5EF4-FFF2-40B4-BE49-F238E27FC236}">
                      <a16:creationId xmlns:a16="http://schemas.microsoft.com/office/drawing/2014/main" id="{585340B2-F9F2-485A-99C2-3FE38D02A870}"/>
                    </a:ext>
                  </a:extLst>
                </p:cNvPr>
                <p:cNvSpPr/>
                <p:nvPr/>
              </p:nvSpPr>
              <p:spPr>
                <a:xfrm>
                  <a:off x="4848225" y="96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75" name="Rectangle 974">
                  <a:extLst>
                    <a:ext uri="{FF2B5EF4-FFF2-40B4-BE49-F238E27FC236}">
                      <a16:creationId xmlns:a16="http://schemas.microsoft.com/office/drawing/2014/main" id="{256BBDC8-0F30-4CFD-947D-5456ACFDCCBD}"/>
                    </a:ext>
                  </a:extLst>
                </p:cNvPr>
                <p:cNvSpPr/>
                <p:nvPr/>
              </p:nvSpPr>
              <p:spPr>
                <a:xfrm>
                  <a:off x="4848225" y="1730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76" name="Rectangle 975">
                  <a:extLst>
                    <a:ext uri="{FF2B5EF4-FFF2-40B4-BE49-F238E27FC236}">
                      <a16:creationId xmlns:a16="http://schemas.microsoft.com/office/drawing/2014/main" id="{78F0A0BE-55B0-4FD6-826A-5DA82C85FB4A}"/>
                    </a:ext>
                  </a:extLst>
                </p:cNvPr>
                <p:cNvSpPr/>
                <p:nvPr/>
              </p:nvSpPr>
              <p:spPr>
                <a:xfrm>
                  <a:off x="4086225" y="206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77" name="Rectangle 976">
                  <a:extLst>
                    <a:ext uri="{FF2B5EF4-FFF2-40B4-BE49-F238E27FC236}">
                      <a16:creationId xmlns:a16="http://schemas.microsoft.com/office/drawing/2014/main" id="{0625662E-6243-4951-8378-2E60E1D13876}"/>
                    </a:ext>
                  </a:extLst>
                </p:cNvPr>
                <p:cNvSpPr/>
                <p:nvPr/>
              </p:nvSpPr>
              <p:spPr>
                <a:xfrm>
                  <a:off x="4086225" y="96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78" name="Rectangle 977">
                  <a:extLst>
                    <a:ext uri="{FF2B5EF4-FFF2-40B4-BE49-F238E27FC236}">
                      <a16:creationId xmlns:a16="http://schemas.microsoft.com/office/drawing/2014/main" id="{DA8501A2-63EC-49D9-9DFB-E724884A67BC}"/>
                    </a:ext>
                  </a:extLst>
                </p:cNvPr>
                <p:cNvSpPr/>
                <p:nvPr/>
              </p:nvSpPr>
              <p:spPr>
                <a:xfrm>
                  <a:off x="4086225" y="1730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79" name="Rectangle 978">
                  <a:extLst>
                    <a:ext uri="{FF2B5EF4-FFF2-40B4-BE49-F238E27FC236}">
                      <a16:creationId xmlns:a16="http://schemas.microsoft.com/office/drawing/2014/main" id="{009C0EC5-78AB-4F7B-A44C-4657B7BD68DC}"/>
                    </a:ext>
                  </a:extLst>
                </p:cNvPr>
                <p:cNvSpPr/>
                <p:nvPr/>
              </p:nvSpPr>
              <p:spPr>
                <a:xfrm>
                  <a:off x="4848225" y="2492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80" name="Rectangle 979">
                  <a:extLst>
                    <a:ext uri="{FF2B5EF4-FFF2-40B4-BE49-F238E27FC236}">
                      <a16:creationId xmlns:a16="http://schemas.microsoft.com/office/drawing/2014/main" id="{1E0E3627-80DC-4AA0-8C8E-1EEF98DC114F}"/>
                    </a:ext>
                  </a:extLst>
                </p:cNvPr>
                <p:cNvSpPr/>
                <p:nvPr/>
              </p:nvSpPr>
              <p:spPr>
                <a:xfrm>
                  <a:off x="4086225" y="2492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81" name="Rectangle 980">
                  <a:extLst>
                    <a:ext uri="{FF2B5EF4-FFF2-40B4-BE49-F238E27FC236}">
                      <a16:creationId xmlns:a16="http://schemas.microsoft.com/office/drawing/2014/main" id="{3E7279E7-C4D1-4015-AC50-4DECB64BE713}"/>
                    </a:ext>
                  </a:extLst>
                </p:cNvPr>
                <p:cNvSpPr/>
                <p:nvPr/>
              </p:nvSpPr>
              <p:spPr>
                <a:xfrm>
                  <a:off x="6372225" y="206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82" name="Rectangle 981">
                  <a:extLst>
                    <a:ext uri="{FF2B5EF4-FFF2-40B4-BE49-F238E27FC236}">
                      <a16:creationId xmlns:a16="http://schemas.microsoft.com/office/drawing/2014/main" id="{7255008E-6AE8-4FB1-B099-3D5D26BFA836}"/>
                    </a:ext>
                  </a:extLst>
                </p:cNvPr>
                <p:cNvSpPr/>
                <p:nvPr/>
              </p:nvSpPr>
              <p:spPr>
                <a:xfrm>
                  <a:off x="6372225" y="96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83" name="Rectangle 982">
                  <a:extLst>
                    <a:ext uri="{FF2B5EF4-FFF2-40B4-BE49-F238E27FC236}">
                      <a16:creationId xmlns:a16="http://schemas.microsoft.com/office/drawing/2014/main" id="{107531A4-A445-45E3-80FD-6891F0C296BB}"/>
                    </a:ext>
                  </a:extLst>
                </p:cNvPr>
                <p:cNvSpPr/>
                <p:nvPr/>
              </p:nvSpPr>
              <p:spPr>
                <a:xfrm flipH="1">
                  <a:off x="8664575" y="3254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84" name="Rectangle 983">
                  <a:extLst>
                    <a:ext uri="{FF2B5EF4-FFF2-40B4-BE49-F238E27FC236}">
                      <a16:creationId xmlns:a16="http://schemas.microsoft.com/office/drawing/2014/main" id="{5731113C-C0D9-4ED1-B86C-D8C1CE4176DD}"/>
                    </a:ext>
                  </a:extLst>
                </p:cNvPr>
                <p:cNvSpPr/>
                <p:nvPr/>
              </p:nvSpPr>
              <p:spPr>
                <a:xfrm flipH="1">
                  <a:off x="8664575" y="4016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85" name="Rectangle 984">
                  <a:extLst>
                    <a:ext uri="{FF2B5EF4-FFF2-40B4-BE49-F238E27FC236}">
                      <a16:creationId xmlns:a16="http://schemas.microsoft.com/office/drawing/2014/main" id="{9CC98195-A7CC-4706-8751-47BC1601B3BC}"/>
                    </a:ext>
                  </a:extLst>
                </p:cNvPr>
                <p:cNvSpPr/>
                <p:nvPr/>
              </p:nvSpPr>
              <p:spPr>
                <a:xfrm flipH="1">
                  <a:off x="7902575" y="477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86" name="Rectangle 985">
                  <a:extLst>
                    <a:ext uri="{FF2B5EF4-FFF2-40B4-BE49-F238E27FC236}">
                      <a16:creationId xmlns:a16="http://schemas.microsoft.com/office/drawing/2014/main" id="{FAF95200-0CB2-4F18-997F-E38B07CD296A}"/>
                    </a:ext>
                  </a:extLst>
                </p:cNvPr>
                <p:cNvSpPr/>
                <p:nvPr/>
              </p:nvSpPr>
              <p:spPr>
                <a:xfrm flipH="1">
                  <a:off x="7902575" y="5540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87" name="Rectangle 986">
                  <a:extLst>
                    <a:ext uri="{FF2B5EF4-FFF2-40B4-BE49-F238E27FC236}">
                      <a16:creationId xmlns:a16="http://schemas.microsoft.com/office/drawing/2014/main" id="{280CA222-5351-47B0-AC84-9D5F3C7CEB6F}"/>
                    </a:ext>
                  </a:extLst>
                </p:cNvPr>
                <p:cNvSpPr/>
                <p:nvPr/>
              </p:nvSpPr>
              <p:spPr>
                <a:xfrm flipH="1">
                  <a:off x="8664575" y="477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88" name="Rectangle 987">
                  <a:extLst>
                    <a:ext uri="{FF2B5EF4-FFF2-40B4-BE49-F238E27FC236}">
                      <a16:creationId xmlns:a16="http://schemas.microsoft.com/office/drawing/2014/main" id="{0986120D-EA1E-4821-8B1D-410886FDA959}"/>
                    </a:ext>
                  </a:extLst>
                </p:cNvPr>
                <p:cNvSpPr/>
                <p:nvPr/>
              </p:nvSpPr>
              <p:spPr>
                <a:xfrm flipH="1">
                  <a:off x="8664575" y="5540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89" name="Rectangle 988">
                  <a:extLst>
                    <a:ext uri="{FF2B5EF4-FFF2-40B4-BE49-F238E27FC236}">
                      <a16:creationId xmlns:a16="http://schemas.microsoft.com/office/drawing/2014/main" id="{0907100B-73CC-4123-B694-1AEC77ACA3F9}"/>
                    </a:ext>
                  </a:extLst>
                </p:cNvPr>
                <p:cNvSpPr/>
                <p:nvPr/>
              </p:nvSpPr>
              <p:spPr>
                <a:xfrm flipH="1">
                  <a:off x="9426575" y="3254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90" name="Rectangle 989">
                  <a:extLst>
                    <a:ext uri="{FF2B5EF4-FFF2-40B4-BE49-F238E27FC236}">
                      <a16:creationId xmlns:a16="http://schemas.microsoft.com/office/drawing/2014/main" id="{E2D0A0C7-5E49-4501-B54A-FA6603B8DA29}"/>
                    </a:ext>
                  </a:extLst>
                </p:cNvPr>
                <p:cNvSpPr/>
                <p:nvPr/>
              </p:nvSpPr>
              <p:spPr>
                <a:xfrm flipH="1">
                  <a:off x="9426575" y="4016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91" name="Rectangle 990">
                  <a:extLst>
                    <a:ext uri="{FF2B5EF4-FFF2-40B4-BE49-F238E27FC236}">
                      <a16:creationId xmlns:a16="http://schemas.microsoft.com/office/drawing/2014/main" id="{8AD214EC-6487-4ED6-9313-0040FBE2D250}"/>
                    </a:ext>
                  </a:extLst>
                </p:cNvPr>
                <p:cNvSpPr/>
                <p:nvPr/>
              </p:nvSpPr>
              <p:spPr>
                <a:xfrm flipH="1">
                  <a:off x="9426575" y="477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92" name="Rectangle 991">
                  <a:extLst>
                    <a:ext uri="{FF2B5EF4-FFF2-40B4-BE49-F238E27FC236}">
                      <a16:creationId xmlns:a16="http://schemas.microsoft.com/office/drawing/2014/main" id="{402E2BBC-FC49-43D3-BB40-820FB5E19077}"/>
                    </a:ext>
                  </a:extLst>
                </p:cNvPr>
                <p:cNvSpPr/>
                <p:nvPr/>
              </p:nvSpPr>
              <p:spPr>
                <a:xfrm flipH="1">
                  <a:off x="9426575" y="5540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93" name="Rectangle 992">
                  <a:extLst>
                    <a:ext uri="{FF2B5EF4-FFF2-40B4-BE49-F238E27FC236}">
                      <a16:creationId xmlns:a16="http://schemas.microsoft.com/office/drawing/2014/main" id="{56EF1AFA-6EAE-4D23-A304-1E92F18CFD7F}"/>
                    </a:ext>
                  </a:extLst>
                </p:cNvPr>
                <p:cNvSpPr/>
                <p:nvPr/>
              </p:nvSpPr>
              <p:spPr>
                <a:xfrm flipH="1">
                  <a:off x="7140575" y="477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94" name="Rectangle 993">
                  <a:extLst>
                    <a:ext uri="{FF2B5EF4-FFF2-40B4-BE49-F238E27FC236}">
                      <a16:creationId xmlns:a16="http://schemas.microsoft.com/office/drawing/2014/main" id="{2C6642E8-DB8D-4AA9-9D81-002702E20FD3}"/>
                    </a:ext>
                  </a:extLst>
                </p:cNvPr>
                <p:cNvSpPr/>
                <p:nvPr/>
              </p:nvSpPr>
              <p:spPr>
                <a:xfrm flipH="1">
                  <a:off x="7140575" y="5540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95" name="Rectangle 994">
                  <a:extLst>
                    <a:ext uri="{FF2B5EF4-FFF2-40B4-BE49-F238E27FC236}">
                      <a16:creationId xmlns:a16="http://schemas.microsoft.com/office/drawing/2014/main" id="{F45CDF8C-A79C-4559-A1F1-C1C3308BE01E}"/>
                    </a:ext>
                  </a:extLst>
                </p:cNvPr>
                <p:cNvSpPr/>
                <p:nvPr/>
              </p:nvSpPr>
              <p:spPr>
                <a:xfrm flipH="1">
                  <a:off x="7902575" y="206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96" name="Rectangle 995">
                  <a:extLst>
                    <a:ext uri="{FF2B5EF4-FFF2-40B4-BE49-F238E27FC236}">
                      <a16:creationId xmlns:a16="http://schemas.microsoft.com/office/drawing/2014/main" id="{F8F30038-8A14-40EE-9A92-3124BD6AC7B2}"/>
                    </a:ext>
                  </a:extLst>
                </p:cNvPr>
                <p:cNvSpPr/>
                <p:nvPr/>
              </p:nvSpPr>
              <p:spPr>
                <a:xfrm flipH="1">
                  <a:off x="8664575" y="206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97" name="Rectangle 996">
                  <a:extLst>
                    <a:ext uri="{FF2B5EF4-FFF2-40B4-BE49-F238E27FC236}">
                      <a16:creationId xmlns:a16="http://schemas.microsoft.com/office/drawing/2014/main" id="{2381F69E-A343-4D3E-9C43-EDCF84A1A4BE}"/>
                    </a:ext>
                  </a:extLst>
                </p:cNvPr>
                <p:cNvSpPr/>
                <p:nvPr/>
              </p:nvSpPr>
              <p:spPr>
                <a:xfrm flipH="1">
                  <a:off x="7902575" y="96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98" name="Rectangle 997">
                  <a:extLst>
                    <a:ext uri="{FF2B5EF4-FFF2-40B4-BE49-F238E27FC236}">
                      <a16:creationId xmlns:a16="http://schemas.microsoft.com/office/drawing/2014/main" id="{A232AFB8-D70B-41FA-9A95-46757FF53C4D}"/>
                    </a:ext>
                  </a:extLst>
                </p:cNvPr>
                <p:cNvSpPr/>
                <p:nvPr/>
              </p:nvSpPr>
              <p:spPr>
                <a:xfrm flipH="1">
                  <a:off x="8664575" y="96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99" name="Rectangle 998">
                  <a:extLst>
                    <a:ext uri="{FF2B5EF4-FFF2-40B4-BE49-F238E27FC236}">
                      <a16:creationId xmlns:a16="http://schemas.microsoft.com/office/drawing/2014/main" id="{D7D8DF75-996D-4DF6-BBDA-101FD5C9D376}"/>
                    </a:ext>
                  </a:extLst>
                </p:cNvPr>
                <p:cNvSpPr/>
                <p:nvPr/>
              </p:nvSpPr>
              <p:spPr>
                <a:xfrm flipH="1">
                  <a:off x="8664575" y="1730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00" name="Rectangle 999">
                  <a:extLst>
                    <a:ext uri="{FF2B5EF4-FFF2-40B4-BE49-F238E27FC236}">
                      <a16:creationId xmlns:a16="http://schemas.microsoft.com/office/drawing/2014/main" id="{7E3E76B0-231D-4C2D-86D3-CAB041ABF0D2}"/>
                    </a:ext>
                  </a:extLst>
                </p:cNvPr>
                <p:cNvSpPr/>
                <p:nvPr/>
              </p:nvSpPr>
              <p:spPr>
                <a:xfrm flipH="1">
                  <a:off x="9426575" y="206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01" name="Rectangle 1000">
                  <a:extLst>
                    <a:ext uri="{FF2B5EF4-FFF2-40B4-BE49-F238E27FC236}">
                      <a16:creationId xmlns:a16="http://schemas.microsoft.com/office/drawing/2014/main" id="{8815A25F-C70A-4F13-AECC-3B4B1E5089F1}"/>
                    </a:ext>
                  </a:extLst>
                </p:cNvPr>
                <p:cNvSpPr/>
                <p:nvPr/>
              </p:nvSpPr>
              <p:spPr>
                <a:xfrm flipH="1">
                  <a:off x="9426575" y="96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02" name="Rectangle 1001">
                  <a:extLst>
                    <a:ext uri="{FF2B5EF4-FFF2-40B4-BE49-F238E27FC236}">
                      <a16:creationId xmlns:a16="http://schemas.microsoft.com/office/drawing/2014/main" id="{A27CF9CA-FC39-411F-93A7-BF8EFA0F188C}"/>
                    </a:ext>
                  </a:extLst>
                </p:cNvPr>
                <p:cNvSpPr/>
                <p:nvPr/>
              </p:nvSpPr>
              <p:spPr>
                <a:xfrm flipH="1">
                  <a:off x="9426575" y="1730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03" name="Rectangle 1002">
                  <a:extLst>
                    <a:ext uri="{FF2B5EF4-FFF2-40B4-BE49-F238E27FC236}">
                      <a16:creationId xmlns:a16="http://schemas.microsoft.com/office/drawing/2014/main" id="{57A35F18-7F6E-4BEF-A5CF-488814CFF549}"/>
                    </a:ext>
                  </a:extLst>
                </p:cNvPr>
                <p:cNvSpPr/>
                <p:nvPr/>
              </p:nvSpPr>
              <p:spPr>
                <a:xfrm flipH="1">
                  <a:off x="8664575" y="2492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04" name="Rectangle 1003">
                  <a:extLst>
                    <a:ext uri="{FF2B5EF4-FFF2-40B4-BE49-F238E27FC236}">
                      <a16:creationId xmlns:a16="http://schemas.microsoft.com/office/drawing/2014/main" id="{512B44A7-1041-4F71-BE09-26D1D8367BEA}"/>
                    </a:ext>
                  </a:extLst>
                </p:cNvPr>
                <p:cNvSpPr/>
                <p:nvPr/>
              </p:nvSpPr>
              <p:spPr>
                <a:xfrm flipH="1">
                  <a:off x="9426575" y="2492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05" name="Rectangle 1004">
                  <a:extLst>
                    <a:ext uri="{FF2B5EF4-FFF2-40B4-BE49-F238E27FC236}">
                      <a16:creationId xmlns:a16="http://schemas.microsoft.com/office/drawing/2014/main" id="{8ED1EF5B-FEC5-44D2-9ADE-7EF9C953EFAE}"/>
                    </a:ext>
                  </a:extLst>
                </p:cNvPr>
                <p:cNvSpPr/>
                <p:nvPr/>
              </p:nvSpPr>
              <p:spPr>
                <a:xfrm flipH="1">
                  <a:off x="7140575" y="206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06" name="Rectangle 1005">
                  <a:extLst>
                    <a:ext uri="{FF2B5EF4-FFF2-40B4-BE49-F238E27FC236}">
                      <a16:creationId xmlns:a16="http://schemas.microsoft.com/office/drawing/2014/main" id="{ED8A73A1-D8C1-4873-9F3F-09BA14C31904}"/>
                    </a:ext>
                  </a:extLst>
                </p:cNvPr>
                <p:cNvSpPr/>
                <p:nvPr/>
              </p:nvSpPr>
              <p:spPr>
                <a:xfrm flipH="1">
                  <a:off x="7140575" y="968982"/>
                  <a:ext cx="762000" cy="762000"/>
                </a:xfrm>
                <a:prstGeom prst="rect">
                  <a:avLst/>
                </a:prstGeom>
                <a:grpFill/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910" name="Group 909">
                <a:extLst>
                  <a:ext uri="{FF2B5EF4-FFF2-40B4-BE49-F238E27FC236}">
                    <a16:creationId xmlns:a16="http://schemas.microsoft.com/office/drawing/2014/main" id="{352BB84C-EC6B-47D7-BB6A-08D9F057130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5140989" y="-8815681"/>
                <a:ext cx="24409400" cy="24605588"/>
                <a:chOff x="4086225" y="206982"/>
                <a:chExt cx="6102350" cy="6096000"/>
              </a:xfrm>
              <a:noFill/>
            </p:grpSpPr>
            <p:sp>
              <p:nvSpPr>
                <p:cNvPr id="911" name="Rectangle 910">
                  <a:extLst>
                    <a:ext uri="{FF2B5EF4-FFF2-40B4-BE49-F238E27FC236}">
                      <a16:creationId xmlns:a16="http://schemas.microsoft.com/office/drawing/2014/main" id="{60DC2979-6D49-4A1C-9946-697225C859CA}"/>
                    </a:ext>
                  </a:extLst>
                </p:cNvPr>
                <p:cNvSpPr/>
                <p:nvPr/>
              </p:nvSpPr>
              <p:spPr>
                <a:xfrm>
                  <a:off x="4848225" y="3254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12" name="Rectangle 911">
                  <a:extLst>
                    <a:ext uri="{FF2B5EF4-FFF2-40B4-BE49-F238E27FC236}">
                      <a16:creationId xmlns:a16="http://schemas.microsoft.com/office/drawing/2014/main" id="{4E993A7D-5B15-4F84-B795-6734761C6690}"/>
                    </a:ext>
                  </a:extLst>
                </p:cNvPr>
                <p:cNvSpPr/>
                <p:nvPr/>
              </p:nvSpPr>
              <p:spPr>
                <a:xfrm>
                  <a:off x="4848225" y="4016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13" name="Rectangle 912">
                  <a:extLst>
                    <a:ext uri="{FF2B5EF4-FFF2-40B4-BE49-F238E27FC236}">
                      <a16:creationId xmlns:a16="http://schemas.microsoft.com/office/drawing/2014/main" id="{60D002FD-4266-4F1B-8567-2F5272571607}"/>
                    </a:ext>
                  </a:extLst>
                </p:cNvPr>
                <p:cNvSpPr/>
                <p:nvPr/>
              </p:nvSpPr>
              <p:spPr>
                <a:xfrm>
                  <a:off x="5610225" y="477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14" name="Rectangle 913">
                  <a:extLst>
                    <a:ext uri="{FF2B5EF4-FFF2-40B4-BE49-F238E27FC236}">
                      <a16:creationId xmlns:a16="http://schemas.microsoft.com/office/drawing/2014/main" id="{63417482-83AE-4176-BFA5-719856643CE0}"/>
                    </a:ext>
                  </a:extLst>
                </p:cNvPr>
                <p:cNvSpPr/>
                <p:nvPr/>
              </p:nvSpPr>
              <p:spPr>
                <a:xfrm>
                  <a:off x="5610225" y="5540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15" name="Rectangle 914">
                  <a:extLst>
                    <a:ext uri="{FF2B5EF4-FFF2-40B4-BE49-F238E27FC236}">
                      <a16:creationId xmlns:a16="http://schemas.microsoft.com/office/drawing/2014/main" id="{227B3999-E955-429D-9A69-A356DC0B4DC5}"/>
                    </a:ext>
                  </a:extLst>
                </p:cNvPr>
                <p:cNvSpPr/>
                <p:nvPr/>
              </p:nvSpPr>
              <p:spPr>
                <a:xfrm>
                  <a:off x="4848225" y="477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16" name="Rectangle 915">
                  <a:extLst>
                    <a:ext uri="{FF2B5EF4-FFF2-40B4-BE49-F238E27FC236}">
                      <a16:creationId xmlns:a16="http://schemas.microsoft.com/office/drawing/2014/main" id="{727623A5-0B5B-4C27-B070-16AB2AE2A7C5}"/>
                    </a:ext>
                  </a:extLst>
                </p:cNvPr>
                <p:cNvSpPr/>
                <p:nvPr/>
              </p:nvSpPr>
              <p:spPr>
                <a:xfrm>
                  <a:off x="4848225" y="5540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17" name="Rectangle 916">
                  <a:extLst>
                    <a:ext uri="{FF2B5EF4-FFF2-40B4-BE49-F238E27FC236}">
                      <a16:creationId xmlns:a16="http://schemas.microsoft.com/office/drawing/2014/main" id="{C191BD9C-8C8D-4FB2-8175-2C18FD5398DA}"/>
                    </a:ext>
                  </a:extLst>
                </p:cNvPr>
                <p:cNvSpPr/>
                <p:nvPr/>
              </p:nvSpPr>
              <p:spPr>
                <a:xfrm>
                  <a:off x="4086225" y="3254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18" name="Rectangle 917">
                  <a:extLst>
                    <a:ext uri="{FF2B5EF4-FFF2-40B4-BE49-F238E27FC236}">
                      <a16:creationId xmlns:a16="http://schemas.microsoft.com/office/drawing/2014/main" id="{555386F5-8AB6-458C-A7D3-1567FC5486AC}"/>
                    </a:ext>
                  </a:extLst>
                </p:cNvPr>
                <p:cNvSpPr/>
                <p:nvPr/>
              </p:nvSpPr>
              <p:spPr>
                <a:xfrm>
                  <a:off x="4086225" y="4016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19" name="Rectangle 918">
                  <a:extLst>
                    <a:ext uri="{FF2B5EF4-FFF2-40B4-BE49-F238E27FC236}">
                      <a16:creationId xmlns:a16="http://schemas.microsoft.com/office/drawing/2014/main" id="{88BD2792-0D3A-44A3-B0AE-E707690585AF}"/>
                    </a:ext>
                  </a:extLst>
                </p:cNvPr>
                <p:cNvSpPr/>
                <p:nvPr/>
              </p:nvSpPr>
              <p:spPr>
                <a:xfrm>
                  <a:off x="4086225" y="477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0" name="Rectangle 919">
                  <a:extLst>
                    <a:ext uri="{FF2B5EF4-FFF2-40B4-BE49-F238E27FC236}">
                      <a16:creationId xmlns:a16="http://schemas.microsoft.com/office/drawing/2014/main" id="{D6C3FADB-36F8-48A8-8FC4-E0EC9DF0B6D2}"/>
                    </a:ext>
                  </a:extLst>
                </p:cNvPr>
                <p:cNvSpPr/>
                <p:nvPr/>
              </p:nvSpPr>
              <p:spPr>
                <a:xfrm>
                  <a:off x="4086225" y="5540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1" name="Rectangle 920">
                  <a:extLst>
                    <a:ext uri="{FF2B5EF4-FFF2-40B4-BE49-F238E27FC236}">
                      <a16:creationId xmlns:a16="http://schemas.microsoft.com/office/drawing/2014/main" id="{B9C83D62-342A-43BE-B12A-6DD5974046E7}"/>
                    </a:ext>
                  </a:extLst>
                </p:cNvPr>
                <p:cNvSpPr/>
                <p:nvPr/>
              </p:nvSpPr>
              <p:spPr>
                <a:xfrm>
                  <a:off x="6372225" y="477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2" name="Rectangle 921">
                  <a:extLst>
                    <a:ext uri="{FF2B5EF4-FFF2-40B4-BE49-F238E27FC236}">
                      <a16:creationId xmlns:a16="http://schemas.microsoft.com/office/drawing/2014/main" id="{2AE63F2F-DB79-40E0-AC3C-AEDB6C6568EE}"/>
                    </a:ext>
                  </a:extLst>
                </p:cNvPr>
                <p:cNvSpPr/>
                <p:nvPr/>
              </p:nvSpPr>
              <p:spPr>
                <a:xfrm>
                  <a:off x="6372225" y="5540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3" name="Rectangle 922">
                  <a:extLst>
                    <a:ext uri="{FF2B5EF4-FFF2-40B4-BE49-F238E27FC236}">
                      <a16:creationId xmlns:a16="http://schemas.microsoft.com/office/drawing/2014/main" id="{7D367553-719E-4964-9F5F-B386AC4ADA32}"/>
                    </a:ext>
                  </a:extLst>
                </p:cNvPr>
                <p:cNvSpPr/>
                <p:nvPr/>
              </p:nvSpPr>
              <p:spPr>
                <a:xfrm>
                  <a:off x="5610225" y="206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4" name="Rectangle 923">
                  <a:extLst>
                    <a:ext uri="{FF2B5EF4-FFF2-40B4-BE49-F238E27FC236}">
                      <a16:creationId xmlns:a16="http://schemas.microsoft.com/office/drawing/2014/main" id="{A197DD5C-4044-4484-88B1-A766DF2AD265}"/>
                    </a:ext>
                  </a:extLst>
                </p:cNvPr>
                <p:cNvSpPr/>
                <p:nvPr/>
              </p:nvSpPr>
              <p:spPr>
                <a:xfrm>
                  <a:off x="4848225" y="206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5" name="Rectangle 924">
                  <a:extLst>
                    <a:ext uri="{FF2B5EF4-FFF2-40B4-BE49-F238E27FC236}">
                      <a16:creationId xmlns:a16="http://schemas.microsoft.com/office/drawing/2014/main" id="{ACCC0888-5055-4F05-B2E1-66CB52EB0AC8}"/>
                    </a:ext>
                  </a:extLst>
                </p:cNvPr>
                <p:cNvSpPr/>
                <p:nvPr/>
              </p:nvSpPr>
              <p:spPr>
                <a:xfrm>
                  <a:off x="5610225" y="96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6" name="Rectangle 925">
                  <a:extLst>
                    <a:ext uri="{FF2B5EF4-FFF2-40B4-BE49-F238E27FC236}">
                      <a16:creationId xmlns:a16="http://schemas.microsoft.com/office/drawing/2014/main" id="{CDE64653-4D39-4BAD-B86A-09F386A3E59F}"/>
                    </a:ext>
                  </a:extLst>
                </p:cNvPr>
                <p:cNvSpPr/>
                <p:nvPr/>
              </p:nvSpPr>
              <p:spPr>
                <a:xfrm>
                  <a:off x="4848225" y="96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7" name="Rectangle 926">
                  <a:extLst>
                    <a:ext uri="{FF2B5EF4-FFF2-40B4-BE49-F238E27FC236}">
                      <a16:creationId xmlns:a16="http://schemas.microsoft.com/office/drawing/2014/main" id="{F6F98608-0A66-481B-B718-4D37A203E36E}"/>
                    </a:ext>
                  </a:extLst>
                </p:cNvPr>
                <p:cNvSpPr/>
                <p:nvPr/>
              </p:nvSpPr>
              <p:spPr>
                <a:xfrm>
                  <a:off x="4848225" y="1730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8" name="Rectangle 927">
                  <a:extLst>
                    <a:ext uri="{FF2B5EF4-FFF2-40B4-BE49-F238E27FC236}">
                      <a16:creationId xmlns:a16="http://schemas.microsoft.com/office/drawing/2014/main" id="{D5165406-7446-4447-A464-B31B725A9485}"/>
                    </a:ext>
                  </a:extLst>
                </p:cNvPr>
                <p:cNvSpPr/>
                <p:nvPr/>
              </p:nvSpPr>
              <p:spPr>
                <a:xfrm>
                  <a:off x="4086225" y="206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9" name="Rectangle 928">
                  <a:extLst>
                    <a:ext uri="{FF2B5EF4-FFF2-40B4-BE49-F238E27FC236}">
                      <a16:creationId xmlns:a16="http://schemas.microsoft.com/office/drawing/2014/main" id="{E770E5AD-4D36-41FF-A787-EB46245DC301}"/>
                    </a:ext>
                  </a:extLst>
                </p:cNvPr>
                <p:cNvSpPr/>
                <p:nvPr/>
              </p:nvSpPr>
              <p:spPr>
                <a:xfrm>
                  <a:off x="4086225" y="96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30" name="Rectangle 929">
                  <a:extLst>
                    <a:ext uri="{FF2B5EF4-FFF2-40B4-BE49-F238E27FC236}">
                      <a16:creationId xmlns:a16="http://schemas.microsoft.com/office/drawing/2014/main" id="{7D72814F-8515-4FC2-9E65-C5072FB06543}"/>
                    </a:ext>
                  </a:extLst>
                </p:cNvPr>
                <p:cNvSpPr/>
                <p:nvPr/>
              </p:nvSpPr>
              <p:spPr>
                <a:xfrm>
                  <a:off x="4086225" y="1730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31" name="Rectangle 930">
                  <a:extLst>
                    <a:ext uri="{FF2B5EF4-FFF2-40B4-BE49-F238E27FC236}">
                      <a16:creationId xmlns:a16="http://schemas.microsoft.com/office/drawing/2014/main" id="{05ADEE5C-7DC9-4E54-A2EB-F5EED5B5C291}"/>
                    </a:ext>
                  </a:extLst>
                </p:cNvPr>
                <p:cNvSpPr/>
                <p:nvPr/>
              </p:nvSpPr>
              <p:spPr>
                <a:xfrm>
                  <a:off x="4848225" y="2492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32" name="Rectangle 931">
                  <a:extLst>
                    <a:ext uri="{FF2B5EF4-FFF2-40B4-BE49-F238E27FC236}">
                      <a16:creationId xmlns:a16="http://schemas.microsoft.com/office/drawing/2014/main" id="{030BF6E2-66F3-4CBB-AB53-9D93BBC0A7F1}"/>
                    </a:ext>
                  </a:extLst>
                </p:cNvPr>
                <p:cNvSpPr/>
                <p:nvPr/>
              </p:nvSpPr>
              <p:spPr>
                <a:xfrm>
                  <a:off x="4086225" y="2492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33" name="Rectangle 932">
                  <a:extLst>
                    <a:ext uri="{FF2B5EF4-FFF2-40B4-BE49-F238E27FC236}">
                      <a16:creationId xmlns:a16="http://schemas.microsoft.com/office/drawing/2014/main" id="{EA916129-DFEF-492D-BDC7-45A49F71D4C9}"/>
                    </a:ext>
                  </a:extLst>
                </p:cNvPr>
                <p:cNvSpPr/>
                <p:nvPr/>
              </p:nvSpPr>
              <p:spPr>
                <a:xfrm>
                  <a:off x="6372225" y="206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34" name="Rectangle 933">
                  <a:extLst>
                    <a:ext uri="{FF2B5EF4-FFF2-40B4-BE49-F238E27FC236}">
                      <a16:creationId xmlns:a16="http://schemas.microsoft.com/office/drawing/2014/main" id="{B68E9B8C-A110-481C-A9D9-A7442A8A12FF}"/>
                    </a:ext>
                  </a:extLst>
                </p:cNvPr>
                <p:cNvSpPr/>
                <p:nvPr/>
              </p:nvSpPr>
              <p:spPr>
                <a:xfrm>
                  <a:off x="6372225" y="96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35" name="Rectangle 934">
                  <a:extLst>
                    <a:ext uri="{FF2B5EF4-FFF2-40B4-BE49-F238E27FC236}">
                      <a16:creationId xmlns:a16="http://schemas.microsoft.com/office/drawing/2014/main" id="{D87EADC0-ABF0-404D-A097-3AAD0F0FFCAF}"/>
                    </a:ext>
                  </a:extLst>
                </p:cNvPr>
                <p:cNvSpPr/>
                <p:nvPr/>
              </p:nvSpPr>
              <p:spPr>
                <a:xfrm flipH="1">
                  <a:off x="8664575" y="3254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36" name="Rectangle 935">
                  <a:extLst>
                    <a:ext uri="{FF2B5EF4-FFF2-40B4-BE49-F238E27FC236}">
                      <a16:creationId xmlns:a16="http://schemas.microsoft.com/office/drawing/2014/main" id="{8BA17B03-013D-4C42-AE3F-CEA4EB7FDCCA}"/>
                    </a:ext>
                  </a:extLst>
                </p:cNvPr>
                <p:cNvSpPr/>
                <p:nvPr/>
              </p:nvSpPr>
              <p:spPr>
                <a:xfrm flipH="1">
                  <a:off x="8664575" y="4016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37" name="Rectangle 936">
                  <a:extLst>
                    <a:ext uri="{FF2B5EF4-FFF2-40B4-BE49-F238E27FC236}">
                      <a16:creationId xmlns:a16="http://schemas.microsoft.com/office/drawing/2014/main" id="{2589217C-7E4E-478B-9508-5E38176820F4}"/>
                    </a:ext>
                  </a:extLst>
                </p:cNvPr>
                <p:cNvSpPr/>
                <p:nvPr/>
              </p:nvSpPr>
              <p:spPr>
                <a:xfrm flipH="1">
                  <a:off x="7902575" y="477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38" name="Rectangle 937">
                  <a:extLst>
                    <a:ext uri="{FF2B5EF4-FFF2-40B4-BE49-F238E27FC236}">
                      <a16:creationId xmlns:a16="http://schemas.microsoft.com/office/drawing/2014/main" id="{A6D3B882-94B9-4FC6-81F9-CB70FD4ADF39}"/>
                    </a:ext>
                  </a:extLst>
                </p:cNvPr>
                <p:cNvSpPr/>
                <p:nvPr/>
              </p:nvSpPr>
              <p:spPr>
                <a:xfrm flipH="1">
                  <a:off x="7902575" y="5540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39" name="Rectangle 938">
                  <a:extLst>
                    <a:ext uri="{FF2B5EF4-FFF2-40B4-BE49-F238E27FC236}">
                      <a16:creationId xmlns:a16="http://schemas.microsoft.com/office/drawing/2014/main" id="{9230EF27-E4EF-4BF2-B191-203D4390FF04}"/>
                    </a:ext>
                  </a:extLst>
                </p:cNvPr>
                <p:cNvSpPr/>
                <p:nvPr/>
              </p:nvSpPr>
              <p:spPr>
                <a:xfrm flipH="1">
                  <a:off x="8664575" y="477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40" name="Rectangle 939">
                  <a:extLst>
                    <a:ext uri="{FF2B5EF4-FFF2-40B4-BE49-F238E27FC236}">
                      <a16:creationId xmlns:a16="http://schemas.microsoft.com/office/drawing/2014/main" id="{B9570F16-62B5-43C0-8E8B-EE5965F45183}"/>
                    </a:ext>
                  </a:extLst>
                </p:cNvPr>
                <p:cNvSpPr/>
                <p:nvPr/>
              </p:nvSpPr>
              <p:spPr>
                <a:xfrm flipH="1">
                  <a:off x="8664575" y="5540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41" name="Rectangle 940">
                  <a:extLst>
                    <a:ext uri="{FF2B5EF4-FFF2-40B4-BE49-F238E27FC236}">
                      <a16:creationId xmlns:a16="http://schemas.microsoft.com/office/drawing/2014/main" id="{9140D7F0-8A21-4988-B072-1F829EF83827}"/>
                    </a:ext>
                  </a:extLst>
                </p:cNvPr>
                <p:cNvSpPr/>
                <p:nvPr/>
              </p:nvSpPr>
              <p:spPr>
                <a:xfrm flipH="1">
                  <a:off x="9426575" y="3254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42" name="Rectangle 941">
                  <a:extLst>
                    <a:ext uri="{FF2B5EF4-FFF2-40B4-BE49-F238E27FC236}">
                      <a16:creationId xmlns:a16="http://schemas.microsoft.com/office/drawing/2014/main" id="{E7BCB1D9-E1D0-46B6-A28D-E375BAF41EBE}"/>
                    </a:ext>
                  </a:extLst>
                </p:cNvPr>
                <p:cNvSpPr/>
                <p:nvPr/>
              </p:nvSpPr>
              <p:spPr>
                <a:xfrm flipH="1">
                  <a:off x="9426575" y="4016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43" name="Rectangle 942">
                  <a:extLst>
                    <a:ext uri="{FF2B5EF4-FFF2-40B4-BE49-F238E27FC236}">
                      <a16:creationId xmlns:a16="http://schemas.microsoft.com/office/drawing/2014/main" id="{B15E2123-858B-4AA7-B2DC-867472739CE3}"/>
                    </a:ext>
                  </a:extLst>
                </p:cNvPr>
                <p:cNvSpPr/>
                <p:nvPr/>
              </p:nvSpPr>
              <p:spPr>
                <a:xfrm flipH="1">
                  <a:off x="9426575" y="477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44" name="Rectangle 943">
                  <a:extLst>
                    <a:ext uri="{FF2B5EF4-FFF2-40B4-BE49-F238E27FC236}">
                      <a16:creationId xmlns:a16="http://schemas.microsoft.com/office/drawing/2014/main" id="{7E904093-D6FB-4C44-B447-287FDF5604AE}"/>
                    </a:ext>
                  </a:extLst>
                </p:cNvPr>
                <p:cNvSpPr/>
                <p:nvPr/>
              </p:nvSpPr>
              <p:spPr>
                <a:xfrm flipH="1">
                  <a:off x="9426575" y="5540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45" name="Rectangle 944">
                  <a:extLst>
                    <a:ext uri="{FF2B5EF4-FFF2-40B4-BE49-F238E27FC236}">
                      <a16:creationId xmlns:a16="http://schemas.microsoft.com/office/drawing/2014/main" id="{4B3DD255-F6CD-4EE4-A409-A8662C4C78FB}"/>
                    </a:ext>
                  </a:extLst>
                </p:cNvPr>
                <p:cNvSpPr/>
                <p:nvPr/>
              </p:nvSpPr>
              <p:spPr>
                <a:xfrm flipH="1">
                  <a:off x="7140575" y="477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46" name="Rectangle 945">
                  <a:extLst>
                    <a:ext uri="{FF2B5EF4-FFF2-40B4-BE49-F238E27FC236}">
                      <a16:creationId xmlns:a16="http://schemas.microsoft.com/office/drawing/2014/main" id="{0DC4CB4A-2452-4D4C-BD87-D63DE01F6CA2}"/>
                    </a:ext>
                  </a:extLst>
                </p:cNvPr>
                <p:cNvSpPr/>
                <p:nvPr/>
              </p:nvSpPr>
              <p:spPr>
                <a:xfrm flipH="1">
                  <a:off x="7140575" y="5540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47" name="Rectangle 946">
                  <a:extLst>
                    <a:ext uri="{FF2B5EF4-FFF2-40B4-BE49-F238E27FC236}">
                      <a16:creationId xmlns:a16="http://schemas.microsoft.com/office/drawing/2014/main" id="{F90981EA-968F-41FD-821D-0C2DA3EDB63A}"/>
                    </a:ext>
                  </a:extLst>
                </p:cNvPr>
                <p:cNvSpPr/>
                <p:nvPr/>
              </p:nvSpPr>
              <p:spPr>
                <a:xfrm flipH="1">
                  <a:off x="7902575" y="206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48" name="Rectangle 947">
                  <a:extLst>
                    <a:ext uri="{FF2B5EF4-FFF2-40B4-BE49-F238E27FC236}">
                      <a16:creationId xmlns:a16="http://schemas.microsoft.com/office/drawing/2014/main" id="{603E3D56-F051-44C4-A15E-440ED0B42581}"/>
                    </a:ext>
                  </a:extLst>
                </p:cNvPr>
                <p:cNvSpPr/>
                <p:nvPr/>
              </p:nvSpPr>
              <p:spPr>
                <a:xfrm flipH="1">
                  <a:off x="8664575" y="206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49" name="Rectangle 948">
                  <a:extLst>
                    <a:ext uri="{FF2B5EF4-FFF2-40B4-BE49-F238E27FC236}">
                      <a16:creationId xmlns:a16="http://schemas.microsoft.com/office/drawing/2014/main" id="{3059C9E9-9B57-4144-9D0B-6879B6230500}"/>
                    </a:ext>
                  </a:extLst>
                </p:cNvPr>
                <p:cNvSpPr/>
                <p:nvPr/>
              </p:nvSpPr>
              <p:spPr>
                <a:xfrm flipH="1">
                  <a:off x="7902575" y="96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50" name="Rectangle 949">
                  <a:extLst>
                    <a:ext uri="{FF2B5EF4-FFF2-40B4-BE49-F238E27FC236}">
                      <a16:creationId xmlns:a16="http://schemas.microsoft.com/office/drawing/2014/main" id="{4E7533EF-D546-4563-88ED-DB0E9151F192}"/>
                    </a:ext>
                  </a:extLst>
                </p:cNvPr>
                <p:cNvSpPr/>
                <p:nvPr/>
              </p:nvSpPr>
              <p:spPr>
                <a:xfrm flipH="1">
                  <a:off x="8664575" y="96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51" name="Rectangle 950">
                  <a:extLst>
                    <a:ext uri="{FF2B5EF4-FFF2-40B4-BE49-F238E27FC236}">
                      <a16:creationId xmlns:a16="http://schemas.microsoft.com/office/drawing/2014/main" id="{51AEABD4-CC67-40E0-A7E2-D8FFCA3B9BDC}"/>
                    </a:ext>
                  </a:extLst>
                </p:cNvPr>
                <p:cNvSpPr/>
                <p:nvPr/>
              </p:nvSpPr>
              <p:spPr>
                <a:xfrm flipH="1">
                  <a:off x="8664575" y="1730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52" name="Rectangle 951">
                  <a:extLst>
                    <a:ext uri="{FF2B5EF4-FFF2-40B4-BE49-F238E27FC236}">
                      <a16:creationId xmlns:a16="http://schemas.microsoft.com/office/drawing/2014/main" id="{B12596C0-FBBA-4C30-B1E0-9C417AAC8927}"/>
                    </a:ext>
                  </a:extLst>
                </p:cNvPr>
                <p:cNvSpPr/>
                <p:nvPr/>
              </p:nvSpPr>
              <p:spPr>
                <a:xfrm flipH="1">
                  <a:off x="9426575" y="206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53" name="Rectangle 952">
                  <a:extLst>
                    <a:ext uri="{FF2B5EF4-FFF2-40B4-BE49-F238E27FC236}">
                      <a16:creationId xmlns:a16="http://schemas.microsoft.com/office/drawing/2014/main" id="{55A99960-9FED-4AFF-A748-BD51B55EE53E}"/>
                    </a:ext>
                  </a:extLst>
                </p:cNvPr>
                <p:cNvSpPr/>
                <p:nvPr/>
              </p:nvSpPr>
              <p:spPr>
                <a:xfrm flipH="1">
                  <a:off x="9426575" y="96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54" name="Rectangle 953">
                  <a:extLst>
                    <a:ext uri="{FF2B5EF4-FFF2-40B4-BE49-F238E27FC236}">
                      <a16:creationId xmlns:a16="http://schemas.microsoft.com/office/drawing/2014/main" id="{73C7D6D9-EFC8-4A2F-A657-E791CCCA2443}"/>
                    </a:ext>
                  </a:extLst>
                </p:cNvPr>
                <p:cNvSpPr/>
                <p:nvPr/>
              </p:nvSpPr>
              <p:spPr>
                <a:xfrm flipH="1">
                  <a:off x="9426575" y="1730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55" name="Rectangle 954">
                  <a:extLst>
                    <a:ext uri="{FF2B5EF4-FFF2-40B4-BE49-F238E27FC236}">
                      <a16:creationId xmlns:a16="http://schemas.microsoft.com/office/drawing/2014/main" id="{AA5D8CE3-EBCE-43EC-8C97-1824DE5AC0FA}"/>
                    </a:ext>
                  </a:extLst>
                </p:cNvPr>
                <p:cNvSpPr/>
                <p:nvPr/>
              </p:nvSpPr>
              <p:spPr>
                <a:xfrm flipH="1">
                  <a:off x="8664575" y="2492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56" name="Rectangle 955">
                  <a:extLst>
                    <a:ext uri="{FF2B5EF4-FFF2-40B4-BE49-F238E27FC236}">
                      <a16:creationId xmlns:a16="http://schemas.microsoft.com/office/drawing/2014/main" id="{07DA33FB-37DA-4D4E-BFEF-DA438C7EB390}"/>
                    </a:ext>
                  </a:extLst>
                </p:cNvPr>
                <p:cNvSpPr/>
                <p:nvPr/>
              </p:nvSpPr>
              <p:spPr>
                <a:xfrm flipH="1">
                  <a:off x="9426575" y="2492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57" name="Rectangle 956">
                  <a:extLst>
                    <a:ext uri="{FF2B5EF4-FFF2-40B4-BE49-F238E27FC236}">
                      <a16:creationId xmlns:a16="http://schemas.microsoft.com/office/drawing/2014/main" id="{BE0C5741-D2F4-4833-8211-E218C5785892}"/>
                    </a:ext>
                  </a:extLst>
                </p:cNvPr>
                <p:cNvSpPr/>
                <p:nvPr/>
              </p:nvSpPr>
              <p:spPr>
                <a:xfrm flipH="1">
                  <a:off x="7140575" y="206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58" name="Rectangle 957">
                  <a:extLst>
                    <a:ext uri="{FF2B5EF4-FFF2-40B4-BE49-F238E27FC236}">
                      <a16:creationId xmlns:a16="http://schemas.microsoft.com/office/drawing/2014/main" id="{7F0D101F-607E-454C-A2C8-012C3163D337}"/>
                    </a:ext>
                  </a:extLst>
                </p:cNvPr>
                <p:cNvSpPr/>
                <p:nvPr/>
              </p:nvSpPr>
              <p:spPr>
                <a:xfrm flipH="1">
                  <a:off x="7140575" y="968982"/>
                  <a:ext cx="762000" cy="762000"/>
                </a:xfrm>
                <a:prstGeom prst="rect">
                  <a:avLst/>
                </a:prstGeom>
                <a:grpFill/>
                <a:ln w="152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093431C5-65FA-48BD-9B59-99320362134C}"/>
                  </a:ext>
                </a:extLst>
              </p:cNvPr>
              <p:cNvGrpSpPr/>
              <p:nvPr/>
            </p:nvGrpSpPr>
            <p:grpSpPr>
              <a:xfrm>
                <a:off x="6297347" y="2728915"/>
                <a:ext cx="1533600" cy="1533600"/>
                <a:chOff x="6297347" y="2728915"/>
                <a:chExt cx="1533600" cy="1533600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5FF2BE0D-E8CA-4FB6-BB0C-B70F9AE3D56C}"/>
                    </a:ext>
                  </a:extLst>
                </p:cNvPr>
                <p:cNvGrpSpPr/>
                <p:nvPr/>
              </p:nvGrpSpPr>
              <p:grpSpPr>
                <a:xfrm>
                  <a:off x="6872468" y="3304493"/>
                  <a:ext cx="383400" cy="383400"/>
                  <a:chOff x="6872468" y="3304493"/>
                  <a:chExt cx="383400" cy="383400"/>
                </a:xfrm>
              </p:grpSpPr>
              <p:grpSp>
                <p:nvGrpSpPr>
                  <p:cNvPr id="1108" name="Group 1107">
                    <a:extLst>
                      <a:ext uri="{FF2B5EF4-FFF2-40B4-BE49-F238E27FC236}">
                        <a16:creationId xmlns:a16="http://schemas.microsoft.com/office/drawing/2014/main" id="{AA7F0E4C-075C-43E6-B3CD-4C242D55F80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6968322" y="3400423"/>
                    <a:ext cx="191700" cy="191700"/>
                    <a:chOff x="4086225" y="206982"/>
                    <a:chExt cx="6102350" cy="6096000"/>
                  </a:xfrm>
                  <a:noFill/>
                </p:grpSpPr>
                <p:sp>
                  <p:nvSpPr>
                    <p:cNvPr id="1158" name="Rectangle 1157">
                      <a:extLst>
                        <a:ext uri="{FF2B5EF4-FFF2-40B4-BE49-F238E27FC236}">
                          <a16:creationId xmlns:a16="http://schemas.microsoft.com/office/drawing/2014/main" id="{B880700E-A28A-4FD8-841E-368C9378FF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3254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59" name="Rectangle 1158">
                      <a:extLst>
                        <a:ext uri="{FF2B5EF4-FFF2-40B4-BE49-F238E27FC236}">
                          <a16:creationId xmlns:a16="http://schemas.microsoft.com/office/drawing/2014/main" id="{28ADD50B-7DD5-428F-A8E5-54E2EEB736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4016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60" name="Rectangle 1159">
                      <a:extLst>
                        <a:ext uri="{FF2B5EF4-FFF2-40B4-BE49-F238E27FC236}">
                          <a16:creationId xmlns:a16="http://schemas.microsoft.com/office/drawing/2014/main" id="{7B45A41F-B14D-44A3-91C3-350AD4DA54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477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61" name="Rectangle 1160">
                      <a:extLst>
                        <a:ext uri="{FF2B5EF4-FFF2-40B4-BE49-F238E27FC236}">
                          <a16:creationId xmlns:a16="http://schemas.microsoft.com/office/drawing/2014/main" id="{84E355F2-E53C-4CB0-BFCF-62D59125A0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5540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62" name="Rectangle 1161">
                      <a:extLst>
                        <a:ext uri="{FF2B5EF4-FFF2-40B4-BE49-F238E27FC236}">
                          <a16:creationId xmlns:a16="http://schemas.microsoft.com/office/drawing/2014/main" id="{684A4966-2804-46DE-AE54-A88CA4D706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477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63" name="Rectangle 1162">
                      <a:extLst>
                        <a:ext uri="{FF2B5EF4-FFF2-40B4-BE49-F238E27FC236}">
                          <a16:creationId xmlns:a16="http://schemas.microsoft.com/office/drawing/2014/main" id="{47BE6E9F-58A6-4142-B41F-B971F0BD5D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5540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64" name="Rectangle 1163">
                      <a:extLst>
                        <a:ext uri="{FF2B5EF4-FFF2-40B4-BE49-F238E27FC236}">
                          <a16:creationId xmlns:a16="http://schemas.microsoft.com/office/drawing/2014/main" id="{F4FDC240-491D-4373-BF07-383F7A1652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3254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65" name="Rectangle 1164">
                      <a:extLst>
                        <a:ext uri="{FF2B5EF4-FFF2-40B4-BE49-F238E27FC236}">
                          <a16:creationId xmlns:a16="http://schemas.microsoft.com/office/drawing/2014/main" id="{5BE94B8A-5273-406C-BBF8-ACE098A3F8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4016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66" name="Rectangle 1165">
                      <a:extLst>
                        <a:ext uri="{FF2B5EF4-FFF2-40B4-BE49-F238E27FC236}">
                          <a16:creationId xmlns:a16="http://schemas.microsoft.com/office/drawing/2014/main" id="{84CAB1A4-E124-4966-8A8D-EFF3133713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477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67" name="Rectangle 1166">
                      <a:extLst>
                        <a:ext uri="{FF2B5EF4-FFF2-40B4-BE49-F238E27FC236}">
                          <a16:creationId xmlns:a16="http://schemas.microsoft.com/office/drawing/2014/main" id="{517D076A-7284-4533-B81B-B92064DEA1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5540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68" name="Rectangle 1167">
                      <a:extLst>
                        <a:ext uri="{FF2B5EF4-FFF2-40B4-BE49-F238E27FC236}">
                          <a16:creationId xmlns:a16="http://schemas.microsoft.com/office/drawing/2014/main" id="{2AB1A0B6-1682-49F3-AD50-81313AEFB5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477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69" name="Rectangle 1168">
                      <a:extLst>
                        <a:ext uri="{FF2B5EF4-FFF2-40B4-BE49-F238E27FC236}">
                          <a16:creationId xmlns:a16="http://schemas.microsoft.com/office/drawing/2014/main" id="{59C5AF48-20F5-48BB-8872-DC9705881F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5540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70" name="Rectangle 1169">
                      <a:extLst>
                        <a:ext uri="{FF2B5EF4-FFF2-40B4-BE49-F238E27FC236}">
                          <a16:creationId xmlns:a16="http://schemas.microsoft.com/office/drawing/2014/main" id="{FEBA6A57-9422-4FE1-BF5A-9A7AB0F374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206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71" name="Rectangle 1170">
                      <a:extLst>
                        <a:ext uri="{FF2B5EF4-FFF2-40B4-BE49-F238E27FC236}">
                          <a16:creationId xmlns:a16="http://schemas.microsoft.com/office/drawing/2014/main" id="{A80D26B7-00A1-4812-8928-F0E1851635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206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72" name="Rectangle 1171">
                      <a:extLst>
                        <a:ext uri="{FF2B5EF4-FFF2-40B4-BE49-F238E27FC236}">
                          <a16:creationId xmlns:a16="http://schemas.microsoft.com/office/drawing/2014/main" id="{E50E80F8-4281-4582-8F36-E44E577267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96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73" name="Rectangle 1172">
                      <a:extLst>
                        <a:ext uri="{FF2B5EF4-FFF2-40B4-BE49-F238E27FC236}">
                          <a16:creationId xmlns:a16="http://schemas.microsoft.com/office/drawing/2014/main" id="{470B8AF1-CAB0-4A8E-94A3-49A4894C38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96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74" name="Rectangle 1173">
                      <a:extLst>
                        <a:ext uri="{FF2B5EF4-FFF2-40B4-BE49-F238E27FC236}">
                          <a16:creationId xmlns:a16="http://schemas.microsoft.com/office/drawing/2014/main" id="{C2C6568A-563D-46E5-B1F7-E35651ED0C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1730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75" name="Rectangle 1174">
                      <a:extLst>
                        <a:ext uri="{FF2B5EF4-FFF2-40B4-BE49-F238E27FC236}">
                          <a16:creationId xmlns:a16="http://schemas.microsoft.com/office/drawing/2014/main" id="{D1E29C61-EC0D-447A-8629-311D6F4E5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206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76" name="Rectangle 1175">
                      <a:extLst>
                        <a:ext uri="{FF2B5EF4-FFF2-40B4-BE49-F238E27FC236}">
                          <a16:creationId xmlns:a16="http://schemas.microsoft.com/office/drawing/2014/main" id="{5FE5E514-F689-4FF1-B426-8FE9CCC03F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96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77" name="Rectangle 1176">
                      <a:extLst>
                        <a:ext uri="{FF2B5EF4-FFF2-40B4-BE49-F238E27FC236}">
                          <a16:creationId xmlns:a16="http://schemas.microsoft.com/office/drawing/2014/main" id="{15CC1665-10C6-4D00-BF9D-9DEDD68479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1730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78" name="Rectangle 1177">
                      <a:extLst>
                        <a:ext uri="{FF2B5EF4-FFF2-40B4-BE49-F238E27FC236}">
                          <a16:creationId xmlns:a16="http://schemas.microsoft.com/office/drawing/2014/main" id="{7DC85D95-955B-4F7E-8A95-9A6E3E74FD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2492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79" name="Rectangle 1178">
                      <a:extLst>
                        <a:ext uri="{FF2B5EF4-FFF2-40B4-BE49-F238E27FC236}">
                          <a16:creationId xmlns:a16="http://schemas.microsoft.com/office/drawing/2014/main" id="{C5E6EC39-0103-4AEE-AC6F-989B0D795F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2492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80" name="Rectangle 1179">
                      <a:extLst>
                        <a:ext uri="{FF2B5EF4-FFF2-40B4-BE49-F238E27FC236}">
                          <a16:creationId xmlns:a16="http://schemas.microsoft.com/office/drawing/2014/main" id="{7DE9491C-1317-4E8C-AB90-751F34E659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206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81" name="Rectangle 1180">
                      <a:extLst>
                        <a:ext uri="{FF2B5EF4-FFF2-40B4-BE49-F238E27FC236}">
                          <a16:creationId xmlns:a16="http://schemas.microsoft.com/office/drawing/2014/main" id="{D754A90F-B825-4368-9531-EC79F86B2A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96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82" name="Rectangle 1181">
                      <a:extLst>
                        <a:ext uri="{FF2B5EF4-FFF2-40B4-BE49-F238E27FC236}">
                          <a16:creationId xmlns:a16="http://schemas.microsoft.com/office/drawing/2014/main" id="{C84DE109-1C92-43A4-8BA2-55BA5375AA9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3254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83" name="Rectangle 1182">
                      <a:extLst>
                        <a:ext uri="{FF2B5EF4-FFF2-40B4-BE49-F238E27FC236}">
                          <a16:creationId xmlns:a16="http://schemas.microsoft.com/office/drawing/2014/main" id="{9836C6B4-B1C3-4C8A-AA6A-278225398D4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4016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84" name="Rectangle 1183">
                      <a:extLst>
                        <a:ext uri="{FF2B5EF4-FFF2-40B4-BE49-F238E27FC236}">
                          <a16:creationId xmlns:a16="http://schemas.microsoft.com/office/drawing/2014/main" id="{15253B28-3128-41CE-9AC3-1F53D52EA27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477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85" name="Rectangle 1184">
                      <a:extLst>
                        <a:ext uri="{FF2B5EF4-FFF2-40B4-BE49-F238E27FC236}">
                          <a16:creationId xmlns:a16="http://schemas.microsoft.com/office/drawing/2014/main" id="{3E3B5CC8-9099-49B4-B343-1CC627B7D1F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5540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86" name="Rectangle 1185">
                      <a:extLst>
                        <a:ext uri="{FF2B5EF4-FFF2-40B4-BE49-F238E27FC236}">
                          <a16:creationId xmlns:a16="http://schemas.microsoft.com/office/drawing/2014/main" id="{F54E82F6-4C13-4E66-85FB-74A0F1FE4F5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477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87" name="Rectangle 1186">
                      <a:extLst>
                        <a:ext uri="{FF2B5EF4-FFF2-40B4-BE49-F238E27FC236}">
                          <a16:creationId xmlns:a16="http://schemas.microsoft.com/office/drawing/2014/main" id="{6EA6ADD1-6201-4070-AB19-B4E32391A6A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5540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88" name="Rectangle 1187">
                      <a:extLst>
                        <a:ext uri="{FF2B5EF4-FFF2-40B4-BE49-F238E27FC236}">
                          <a16:creationId xmlns:a16="http://schemas.microsoft.com/office/drawing/2014/main" id="{E6AD164D-8499-47E9-A30A-386D9D885B7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3254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89" name="Rectangle 1188">
                      <a:extLst>
                        <a:ext uri="{FF2B5EF4-FFF2-40B4-BE49-F238E27FC236}">
                          <a16:creationId xmlns:a16="http://schemas.microsoft.com/office/drawing/2014/main" id="{94D56102-8703-490E-B94C-6F4B2274CD8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4016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90" name="Rectangle 1189">
                      <a:extLst>
                        <a:ext uri="{FF2B5EF4-FFF2-40B4-BE49-F238E27FC236}">
                          <a16:creationId xmlns:a16="http://schemas.microsoft.com/office/drawing/2014/main" id="{5F907223-C06C-4792-AC81-B58921463DF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477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91" name="Rectangle 1190">
                      <a:extLst>
                        <a:ext uri="{FF2B5EF4-FFF2-40B4-BE49-F238E27FC236}">
                          <a16:creationId xmlns:a16="http://schemas.microsoft.com/office/drawing/2014/main" id="{8D80F501-D5FE-48C2-B230-D02BE20DCBE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5540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92" name="Rectangle 1191">
                      <a:extLst>
                        <a:ext uri="{FF2B5EF4-FFF2-40B4-BE49-F238E27FC236}">
                          <a16:creationId xmlns:a16="http://schemas.microsoft.com/office/drawing/2014/main" id="{97EA007F-1669-431A-A531-099057085C5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477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93" name="Rectangle 1192">
                      <a:extLst>
                        <a:ext uri="{FF2B5EF4-FFF2-40B4-BE49-F238E27FC236}">
                          <a16:creationId xmlns:a16="http://schemas.microsoft.com/office/drawing/2014/main" id="{A23CCD31-E7A4-4DA8-B2C9-58E00858986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5540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94" name="Rectangle 1193">
                      <a:extLst>
                        <a:ext uri="{FF2B5EF4-FFF2-40B4-BE49-F238E27FC236}">
                          <a16:creationId xmlns:a16="http://schemas.microsoft.com/office/drawing/2014/main" id="{0FECA910-D9A3-42D0-A160-2C41B2EC82A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206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95" name="Rectangle 1194">
                      <a:extLst>
                        <a:ext uri="{FF2B5EF4-FFF2-40B4-BE49-F238E27FC236}">
                          <a16:creationId xmlns:a16="http://schemas.microsoft.com/office/drawing/2014/main" id="{DFF84074-B606-4266-83E4-F2227B55C0F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206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96" name="Rectangle 1195">
                      <a:extLst>
                        <a:ext uri="{FF2B5EF4-FFF2-40B4-BE49-F238E27FC236}">
                          <a16:creationId xmlns:a16="http://schemas.microsoft.com/office/drawing/2014/main" id="{76888622-D518-4996-A0FF-0FA04144272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96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97" name="Rectangle 1196">
                      <a:extLst>
                        <a:ext uri="{FF2B5EF4-FFF2-40B4-BE49-F238E27FC236}">
                          <a16:creationId xmlns:a16="http://schemas.microsoft.com/office/drawing/2014/main" id="{D3A123BE-7532-4FFB-A659-4EE219BFEAE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96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98" name="Rectangle 1197">
                      <a:extLst>
                        <a:ext uri="{FF2B5EF4-FFF2-40B4-BE49-F238E27FC236}">
                          <a16:creationId xmlns:a16="http://schemas.microsoft.com/office/drawing/2014/main" id="{2D4241FD-B62E-4C18-A512-6D6BB4AFF72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1730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99" name="Rectangle 1198">
                      <a:extLst>
                        <a:ext uri="{FF2B5EF4-FFF2-40B4-BE49-F238E27FC236}">
                          <a16:creationId xmlns:a16="http://schemas.microsoft.com/office/drawing/2014/main" id="{BA40F356-E2DD-41F5-8114-8A6473DEE5C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206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200" name="Rectangle 1199">
                      <a:extLst>
                        <a:ext uri="{FF2B5EF4-FFF2-40B4-BE49-F238E27FC236}">
                          <a16:creationId xmlns:a16="http://schemas.microsoft.com/office/drawing/2014/main" id="{863BAB22-8D80-42C4-9AB2-5EAFF4A0CA1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96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201" name="Rectangle 1200">
                      <a:extLst>
                        <a:ext uri="{FF2B5EF4-FFF2-40B4-BE49-F238E27FC236}">
                          <a16:creationId xmlns:a16="http://schemas.microsoft.com/office/drawing/2014/main" id="{2C2D3705-6B10-46CE-8B6F-38999EF7191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1730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202" name="Rectangle 1201">
                      <a:extLst>
                        <a:ext uri="{FF2B5EF4-FFF2-40B4-BE49-F238E27FC236}">
                          <a16:creationId xmlns:a16="http://schemas.microsoft.com/office/drawing/2014/main" id="{20476A23-1044-42B2-BA53-81A0552165D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2492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203" name="Rectangle 1202">
                      <a:extLst>
                        <a:ext uri="{FF2B5EF4-FFF2-40B4-BE49-F238E27FC236}">
                          <a16:creationId xmlns:a16="http://schemas.microsoft.com/office/drawing/2014/main" id="{2098010B-F677-4EC8-A627-884950CDD5A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2492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204" name="Rectangle 1203">
                      <a:extLst>
                        <a:ext uri="{FF2B5EF4-FFF2-40B4-BE49-F238E27FC236}">
                          <a16:creationId xmlns:a16="http://schemas.microsoft.com/office/drawing/2014/main" id="{3F144C22-F622-4945-9324-C6EF66C301D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206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205" name="Rectangle 1204">
                      <a:extLst>
                        <a:ext uri="{FF2B5EF4-FFF2-40B4-BE49-F238E27FC236}">
                          <a16:creationId xmlns:a16="http://schemas.microsoft.com/office/drawing/2014/main" id="{73CC7F33-21BA-42FE-AB61-3B8A2367500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968982"/>
                      <a:ext cx="762000" cy="762000"/>
                    </a:xfrm>
                    <a:prstGeom prst="rect">
                      <a:avLst/>
                    </a:prstGeom>
                    <a:grpFill/>
                    <a:ln w="114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1109" name="Group 1108">
                    <a:extLst>
                      <a:ext uri="{FF2B5EF4-FFF2-40B4-BE49-F238E27FC236}">
                        <a16:creationId xmlns:a16="http://schemas.microsoft.com/office/drawing/2014/main" id="{833FCD85-7BE0-4605-BEB6-FACBE145EF7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6872468" y="3304493"/>
                    <a:ext cx="383400" cy="383400"/>
                    <a:chOff x="4086225" y="206982"/>
                    <a:chExt cx="6102350" cy="6096000"/>
                  </a:xfrm>
                  <a:noFill/>
                </p:grpSpPr>
                <p:sp>
                  <p:nvSpPr>
                    <p:cNvPr id="1110" name="Rectangle 1109">
                      <a:extLst>
                        <a:ext uri="{FF2B5EF4-FFF2-40B4-BE49-F238E27FC236}">
                          <a16:creationId xmlns:a16="http://schemas.microsoft.com/office/drawing/2014/main" id="{CFE27000-9D76-4371-A03F-EF65A541A3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3254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11" name="Rectangle 1110">
                      <a:extLst>
                        <a:ext uri="{FF2B5EF4-FFF2-40B4-BE49-F238E27FC236}">
                          <a16:creationId xmlns:a16="http://schemas.microsoft.com/office/drawing/2014/main" id="{18C472E4-8DE5-4313-ABB5-77A5BD1772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4016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12" name="Rectangle 1111">
                      <a:extLst>
                        <a:ext uri="{FF2B5EF4-FFF2-40B4-BE49-F238E27FC236}">
                          <a16:creationId xmlns:a16="http://schemas.microsoft.com/office/drawing/2014/main" id="{46AC412B-8BC8-4A8D-A33A-052F3B2D07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477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13" name="Rectangle 1112">
                      <a:extLst>
                        <a:ext uri="{FF2B5EF4-FFF2-40B4-BE49-F238E27FC236}">
                          <a16:creationId xmlns:a16="http://schemas.microsoft.com/office/drawing/2014/main" id="{26AF92B7-3741-4465-BD20-5461EFA614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5540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14" name="Rectangle 1113">
                      <a:extLst>
                        <a:ext uri="{FF2B5EF4-FFF2-40B4-BE49-F238E27FC236}">
                          <a16:creationId xmlns:a16="http://schemas.microsoft.com/office/drawing/2014/main" id="{97BEC02B-9509-4933-A230-A0E78041B1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477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15" name="Rectangle 1114">
                      <a:extLst>
                        <a:ext uri="{FF2B5EF4-FFF2-40B4-BE49-F238E27FC236}">
                          <a16:creationId xmlns:a16="http://schemas.microsoft.com/office/drawing/2014/main" id="{BD2B2114-B9E6-44C3-A3CA-A4B9BB74B9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5540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16" name="Rectangle 1115">
                      <a:extLst>
                        <a:ext uri="{FF2B5EF4-FFF2-40B4-BE49-F238E27FC236}">
                          <a16:creationId xmlns:a16="http://schemas.microsoft.com/office/drawing/2014/main" id="{E150BD90-6EA3-49C0-A8EA-F224C0CBBB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3254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17" name="Rectangle 1116">
                      <a:extLst>
                        <a:ext uri="{FF2B5EF4-FFF2-40B4-BE49-F238E27FC236}">
                          <a16:creationId xmlns:a16="http://schemas.microsoft.com/office/drawing/2014/main" id="{5A2BF664-D746-4530-B0D3-DB6544F402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4016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18" name="Rectangle 1117">
                      <a:extLst>
                        <a:ext uri="{FF2B5EF4-FFF2-40B4-BE49-F238E27FC236}">
                          <a16:creationId xmlns:a16="http://schemas.microsoft.com/office/drawing/2014/main" id="{02CA3AB8-2407-4783-ACC7-C760D4DFA8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477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19" name="Rectangle 1118">
                      <a:extLst>
                        <a:ext uri="{FF2B5EF4-FFF2-40B4-BE49-F238E27FC236}">
                          <a16:creationId xmlns:a16="http://schemas.microsoft.com/office/drawing/2014/main" id="{508981B3-EBB4-48C5-9DCE-9A91FDA61E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5540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20" name="Rectangle 1119">
                      <a:extLst>
                        <a:ext uri="{FF2B5EF4-FFF2-40B4-BE49-F238E27FC236}">
                          <a16:creationId xmlns:a16="http://schemas.microsoft.com/office/drawing/2014/main" id="{87FB9889-783C-4227-AA2C-04FD4065FF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477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21" name="Rectangle 1120">
                      <a:extLst>
                        <a:ext uri="{FF2B5EF4-FFF2-40B4-BE49-F238E27FC236}">
                          <a16:creationId xmlns:a16="http://schemas.microsoft.com/office/drawing/2014/main" id="{93DB8304-DA1B-4E37-90D4-E1BDB9FFA4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5540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22" name="Rectangle 1121">
                      <a:extLst>
                        <a:ext uri="{FF2B5EF4-FFF2-40B4-BE49-F238E27FC236}">
                          <a16:creationId xmlns:a16="http://schemas.microsoft.com/office/drawing/2014/main" id="{0B5AFAD6-4E83-4D89-9C0E-62D0A04566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206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23" name="Rectangle 1122">
                      <a:extLst>
                        <a:ext uri="{FF2B5EF4-FFF2-40B4-BE49-F238E27FC236}">
                          <a16:creationId xmlns:a16="http://schemas.microsoft.com/office/drawing/2014/main" id="{CB771E18-4469-4DFF-97CA-EBBF8A17F1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206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24" name="Rectangle 1123">
                      <a:extLst>
                        <a:ext uri="{FF2B5EF4-FFF2-40B4-BE49-F238E27FC236}">
                          <a16:creationId xmlns:a16="http://schemas.microsoft.com/office/drawing/2014/main" id="{6375B27F-EB05-40FE-AB7C-8DD12273D6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96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25" name="Rectangle 1124">
                      <a:extLst>
                        <a:ext uri="{FF2B5EF4-FFF2-40B4-BE49-F238E27FC236}">
                          <a16:creationId xmlns:a16="http://schemas.microsoft.com/office/drawing/2014/main" id="{8EAE2BA5-8E85-4F77-94AB-798B40732A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96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26" name="Rectangle 1125">
                      <a:extLst>
                        <a:ext uri="{FF2B5EF4-FFF2-40B4-BE49-F238E27FC236}">
                          <a16:creationId xmlns:a16="http://schemas.microsoft.com/office/drawing/2014/main" id="{2DB19288-3F05-4533-BCF2-B50EFF4448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1730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27" name="Rectangle 1126">
                      <a:extLst>
                        <a:ext uri="{FF2B5EF4-FFF2-40B4-BE49-F238E27FC236}">
                          <a16:creationId xmlns:a16="http://schemas.microsoft.com/office/drawing/2014/main" id="{1F519B11-42F8-4E82-BD54-AB472D533A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206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28" name="Rectangle 1127">
                      <a:extLst>
                        <a:ext uri="{FF2B5EF4-FFF2-40B4-BE49-F238E27FC236}">
                          <a16:creationId xmlns:a16="http://schemas.microsoft.com/office/drawing/2014/main" id="{C1B4810D-C7A6-4B09-82D4-61B7F97113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96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29" name="Rectangle 1128">
                      <a:extLst>
                        <a:ext uri="{FF2B5EF4-FFF2-40B4-BE49-F238E27FC236}">
                          <a16:creationId xmlns:a16="http://schemas.microsoft.com/office/drawing/2014/main" id="{70AF08FF-0DA4-4C3C-A16E-0B83AE0821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1730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30" name="Rectangle 1129">
                      <a:extLst>
                        <a:ext uri="{FF2B5EF4-FFF2-40B4-BE49-F238E27FC236}">
                          <a16:creationId xmlns:a16="http://schemas.microsoft.com/office/drawing/2014/main" id="{5AFF4BFD-0046-4107-82D8-5E8362DEF8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2492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31" name="Rectangle 1130">
                      <a:extLst>
                        <a:ext uri="{FF2B5EF4-FFF2-40B4-BE49-F238E27FC236}">
                          <a16:creationId xmlns:a16="http://schemas.microsoft.com/office/drawing/2014/main" id="{DF7575F3-DB05-4E07-BB59-1438831EDA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2492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32" name="Rectangle 1131">
                      <a:extLst>
                        <a:ext uri="{FF2B5EF4-FFF2-40B4-BE49-F238E27FC236}">
                          <a16:creationId xmlns:a16="http://schemas.microsoft.com/office/drawing/2014/main" id="{609FC17E-76B4-41CB-9845-0F67E09E36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206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33" name="Rectangle 1132">
                      <a:extLst>
                        <a:ext uri="{FF2B5EF4-FFF2-40B4-BE49-F238E27FC236}">
                          <a16:creationId xmlns:a16="http://schemas.microsoft.com/office/drawing/2014/main" id="{0F087D02-A183-4A34-94D5-165606632B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96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34" name="Rectangle 1133">
                      <a:extLst>
                        <a:ext uri="{FF2B5EF4-FFF2-40B4-BE49-F238E27FC236}">
                          <a16:creationId xmlns:a16="http://schemas.microsoft.com/office/drawing/2014/main" id="{6D2FF05E-F110-4E36-B356-77C227AAB1A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3254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35" name="Rectangle 1134">
                      <a:extLst>
                        <a:ext uri="{FF2B5EF4-FFF2-40B4-BE49-F238E27FC236}">
                          <a16:creationId xmlns:a16="http://schemas.microsoft.com/office/drawing/2014/main" id="{29C7A7A0-00E3-4294-8A2A-42FC7534836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4016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36" name="Rectangle 1135">
                      <a:extLst>
                        <a:ext uri="{FF2B5EF4-FFF2-40B4-BE49-F238E27FC236}">
                          <a16:creationId xmlns:a16="http://schemas.microsoft.com/office/drawing/2014/main" id="{338627CB-4F3F-425D-B4A4-A83679997E8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477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37" name="Rectangle 1136">
                      <a:extLst>
                        <a:ext uri="{FF2B5EF4-FFF2-40B4-BE49-F238E27FC236}">
                          <a16:creationId xmlns:a16="http://schemas.microsoft.com/office/drawing/2014/main" id="{CDD7F906-9430-4296-B972-F0BFFA3E198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5540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38" name="Rectangle 1137">
                      <a:extLst>
                        <a:ext uri="{FF2B5EF4-FFF2-40B4-BE49-F238E27FC236}">
                          <a16:creationId xmlns:a16="http://schemas.microsoft.com/office/drawing/2014/main" id="{B97F99E9-2716-41B5-9BFD-38F8E1C88C4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477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39" name="Rectangle 1138">
                      <a:extLst>
                        <a:ext uri="{FF2B5EF4-FFF2-40B4-BE49-F238E27FC236}">
                          <a16:creationId xmlns:a16="http://schemas.microsoft.com/office/drawing/2014/main" id="{1423897B-794F-4DF5-BF0C-403899D81EA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5540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40" name="Rectangle 1139">
                      <a:extLst>
                        <a:ext uri="{FF2B5EF4-FFF2-40B4-BE49-F238E27FC236}">
                          <a16:creationId xmlns:a16="http://schemas.microsoft.com/office/drawing/2014/main" id="{42C612E3-5500-42A8-8C27-50DB64B2669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3254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41" name="Rectangle 1140">
                      <a:extLst>
                        <a:ext uri="{FF2B5EF4-FFF2-40B4-BE49-F238E27FC236}">
                          <a16:creationId xmlns:a16="http://schemas.microsoft.com/office/drawing/2014/main" id="{E7ACA1AE-40E9-4B59-9159-05D0DC58E67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4016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42" name="Rectangle 1141">
                      <a:extLst>
                        <a:ext uri="{FF2B5EF4-FFF2-40B4-BE49-F238E27FC236}">
                          <a16:creationId xmlns:a16="http://schemas.microsoft.com/office/drawing/2014/main" id="{5C937CA6-C3C9-4E75-856A-638AC53B837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477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43" name="Rectangle 1142">
                      <a:extLst>
                        <a:ext uri="{FF2B5EF4-FFF2-40B4-BE49-F238E27FC236}">
                          <a16:creationId xmlns:a16="http://schemas.microsoft.com/office/drawing/2014/main" id="{CAC6BCF6-ABF1-46C2-8F11-CDD635EB6E9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5540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44" name="Rectangle 1143">
                      <a:extLst>
                        <a:ext uri="{FF2B5EF4-FFF2-40B4-BE49-F238E27FC236}">
                          <a16:creationId xmlns:a16="http://schemas.microsoft.com/office/drawing/2014/main" id="{CCCE5F21-2F99-4C0E-B128-10D124C4708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477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45" name="Rectangle 1144">
                      <a:extLst>
                        <a:ext uri="{FF2B5EF4-FFF2-40B4-BE49-F238E27FC236}">
                          <a16:creationId xmlns:a16="http://schemas.microsoft.com/office/drawing/2014/main" id="{7B3B1404-4835-47D1-9159-DFC4EB18ED9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5540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46" name="Rectangle 1145">
                      <a:extLst>
                        <a:ext uri="{FF2B5EF4-FFF2-40B4-BE49-F238E27FC236}">
                          <a16:creationId xmlns:a16="http://schemas.microsoft.com/office/drawing/2014/main" id="{06E13112-66EB-48CE-9BFE-F3B126DD67A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206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47" name="Rectangle 1146">
                      <a:extLst>
                        <a:ext uri="{FF2B5EF4-FFF2-40B4-BE49-F238E27FC236}">
                          <a16:creationId xmlns:a16="http://schemas.microsoft.com/office/drawing/2014/main" id="{E959E20C-4BD9-471B-933F-D3BBBAE58DC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206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48" name="Rectangle 1147">
                      <a:extLst>
                        <a:ext uri="{FF2B5EF4-FFF2-40B4-BE49-F238E27FC236}">
                          <a16:creationId xmlns:a16="http://schemas.microsoft.com/office/drawing/2014/main" id="{4C9DD32D-49F5-453D-B7C4-369945ED9E1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96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49" name="Rectangle 1148">
                      <a:extLst>
                        <a:ext uri="{FF2B5EF4-FFF2-40B4-BE49-F238E27FC236}">
                          <a16:creationId xmlns:a16="http://schemas.microsoft.com/office/drawing/2014/main" id="{32A34E29-B544-4A4C-8A7A-4987DC54547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96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50" name="Rectangle 1149">
                      <a:extLst>
                        <a:ext uri="{FF2B5EF4-FFF2-40B4-BE49-F238E27FC236}">
                          <a16:creationId xmlns:a16="http://schemas.microsoft.com/office/drawing/2014/main" id="{666D7D54-2D01-4ACB-AA03-D20352EE307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1730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51" name="Rectangle 1150">
                      <a:extLst>
                        <a:ext uri="{FF2B5EF4-FFF2-40B4-BE49-F238E27FC236}">
                          <a16:creationId xmlns:a16="http://schemas.microsoft.com/office/drawing/2014/main" id="{B8D480E6-3028-4D85-AF12-0CF54114B04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206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52" name="Rectangle 1151">
                      <a:extLst>
                        <a:ext uri="{FF2B5EF4-FFF2-40B4-BE49-F238E27FC236}">
                          <a16:creationId xmlns:a16="http://schemas.microsoft.com/office/drawing/2014/main" id="{0BD4B0F7-BBA2-4B73-9BD1-B7840E9D0B1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96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53" name="Rectangle 1152">
                      <a:extLst>
                        <a:ext uri="{FF2B5EF4-FFF2-40B4-BE49-F238E27FC236}">
                          <a16:creationId xmlns:a16="http://schemas.microsoft.com/office/drawing/2014/main" id="{E501F9F3-459E-488A-8E23-A91AEB09AEF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1730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54" name="Rectangle 1153">
                      <a:extLst>
                        <a:ext uri="{FF2B5EF4-FFF2-40B4-BE49-F238E27FC236}">
                          <a16:creationId xmlns:a16="http://schemas.microsoft.com/office/drawing/2014/main" id="{4B68462E-22E4-437A-9178-1E8FBFF46FB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2492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55" name="Rectangle 1154">
                      <a:extLst>
                        <a:ext uri="{FF2B5EF4-FFF2-40B4-BE49-F238E27FC236}">
                          <a16:creationId xmlns:a16="http://schemas.microsoft.com/office/drawing/2014/main" id="{86C9CFD9-BF6D-407A-8877-97F7F2F4BF9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2492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56" name="Rectangle 1155">
                      <a:extLst>
                        <a:ext uri="{FF2B5EF4-FFF2-40B4-BE49-F238E27FC236}">
                          <a16:creationId xmlns:a16="http://schemas.microsoft.com/office/drawing/2014/main" id="{5F101F4B-CF5A-478E-A9EF-EA7798C119E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206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57" name="Rectangle 1156">
                      <a:extLst>
                        <a:ext uri="{FF2B5EF4-FFF2-40B4-BE49-F238E27FC236}">
                          <a16:creationId xmlns:a16="http://schemas.microsoft.com/office/drawing/2014/main" id="{3C481A35-6071-41C8-9B24-08B692432E0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968982"/>
                      <a:ext cx="762000" cy="762000"/>
                    </a:xfrm>
                    <a:prstGeom prst="rect">
                      <a:avLst/>
                    </a:prstGeom>
                    <a:grpFill/>
                    <a:ln w="2413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95779C59-811F-4172-BB0A-F13DC5A1A450}"/>
                    </a:ext>
                  </a:extLst>
                </p:cNvPr>
                <p:cNvGrpSpPr/>
                <p:nvPr/>
              </p:nvGrpSpPr>
              <p:grpSpPr>
                <a:xfrm>
                  <a:off x="6297347" y="2728915"/>
                  <a:ext cx="1533600" cy="1533600"/>
                  <a:chOff x="6297347" y="2728915"/>
                  <a:chExt cx="1533600" cy="1533600"/>
                </a:xfrm>
              </p:grpSpPr>
              <p:grpSp>
                <p:nvGrpSpPr>
                  <p:cNvPr id="1010" name="Group 1009">
                    <a:extLst>
                      <a:ext uri="{FF2B5EF4-FFF2-40B4-BE49-F238E27FC236}">
                        <a16:creationId xmlns:a16="http://schemas.microsoft.com/office/drawing/2014/main" id="{614B320C-BEAB-4BE6-933E-C20C109E0FC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6680761" y="3112633"/>
                    <a:ext cx="766800" cy="766800"/>
                    <a:chOff x="4086225" y="206982"/>
                    <a:chExt cx="6102350" cy="6096000"/>
                  </a:xfrm>
                  <a:noFill/>
                </p:grpSpPr>
                <p:sp>
                  <p:nvSpPr>
                    <p:cNvPr id="1060" name="Rectangle 1059">
                      <a:extLst>
                        <a:ext uri="{FF2B5EF4-FFF2-40B4-BE49-F238E27FC236}">
                          <a16:creationId xmlns:a16="http://schemas.microsoft.com/office/drawing/2014/main" id="{CC88193E-2F64-41C2-83F3-B5C6A0F3EF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3254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61" name="Rectangle 1060">
                      <a:extLst>
                        <a:ext uri="{FF2B5EF4-FFF2-40B4-BE49-F238E27FC236}">
                          <a16:creationId xmlns:a16="http://schemas.microsoft.com/office/drawing/2014/main" id="{DF8AAA8A-BFE4-453F-8F52-40F3CAD03E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4016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62" name="Rectangle 1061">
                      <a:extLst>
                        <a:ext uri="{FF2B5EF4-FFF2-40B4-BE49-F238E27FC236}">
                          <a16:creationId xmlns:a16="http://schemas.microsoft.com/office/drawing/2014/main" id="{8E953B0F-D495-4EC2-B492-ED08A1E784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477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63" name="Rectangle 1062">
                      <a:extLst>
                        <a:ext uri="{FF2B5EF4-FFF2-40B4-BE49-F238E27FC236}">
                          <a16:creationId xmlns:a16="http://schemas.microsoft.com/office/drawing/2014/main" id="{0419E53E-60D4-4E61-B4E9-1C919CFC10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5540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64" name="Rectangle 1063">
                      <a:extLst>
                        <a:ext uri="{FF2B5EF4-FFF2-40B4-BE49-F238E27FC236}">
                          <a16:creationId xmlns:a16="http://schemas.microsoft.com/office/drawing/2014/main" id="{D0E837CC-D0DC-4F1B-BA2B-4B19342A42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477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65" name="Rectangle 1064">
                      <a:extLst>
                        <a:ext uri="{FF2B5EF4-FFF2-40B4-BE49-F238E27FC236}">
                          <a16:creationId xmlns:a16="http://schemas.microsoft.com/office/drawing/2014/main" id="{F1698619-268E-49A9-AC1C-B9816705ED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5540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66" name="Rectangle 1065">
                      <a:extLst>
                        <a:ext uri="{FF2B5EF4-FFF2-40B4-BE49-F238E27FC236}">
                          <a16:creationId xmlns:a16="http://schemas.microsoft.com/office/drawing/2014/main" id="{D00C8085-6D25-4EC4-850D-C45A53EEDA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3254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67" name="Rectangle 1066">
                      <a:extLst>
                        <a:ext uri="{FF2B5EF4-FFF2-40B4-BE49-F238E27FC236}">
                          <a16:creationId xmlns:a16="http://schemas.microsoft.com/office/drawing/2014/main" id="{8AF2E096-4CA6-4471-B01C-B438951F3A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4016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68" name="Rectangle 1067">
                      <a:extLst>
                        <a:ext uri="{FF2B5EF4-FFF2-40B4-BE49-F238E27FC236}">
                          <a16:creationId xmlns:a16="http://schemas.microsoft.com/office/drawing/2014/main" id="{6AC524B7-DFA8-4A01-ACC5-2D8F0CA591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477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69" name="Rectangle 1068">
                      <a:extLst>
                        <a:ext uri="{FF2B5EF4-FFF2-40B4-BE49-F238E27FC236}">
                          <a16:creationId xmlns:a16="http://schemas.microsoft.com/office/drawing/2014/main" id="{33A82FB9-7232-4A4B-8F81-48C437A5B1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5540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70" name="Rectangle 1069">
                      <a:extLst>
                        <a:ext uri="{FF2B5EF4-FFF2-40B4-BE49-F238E27FC236}">
                          <a16:creationId xmlns:a16="http://schemas.microsoft.com/office/drawing/2014/main" id="{9E277C88-EA6B-4CBC-9977-7AFA6C23CE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477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71" name="Rectangle 1070">
                      <a:extLst>
                        <a:ext uri="{FF2B5EF4-FFF2-40B4-BE49-F238E27FC236}">
                          <a16:creationId xmlns:a16="http://schemas.microsoft.com/office/drawing/2014/main" id="{F328F9D2-60C4-4798-8485-6855C6B4E6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5540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72" name="Rectangle 1071">
                      <a:extLst>
                        <a:ext uri="{FF2B5EF4-FFF2-40B4-BE49-F238E27FC236}">
                          <a16:creationId xmlns:a16="http://schemas.microsoft.com/office/drawing/2014/main" id="{6E3A5D1A-443E-4B9D-8DD5-AC4EE7C0C1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206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73" name="Rectangle 1072">
                      <a:extLst>
                        <a:ext uri="{FF2B5EF4-FFF2-40B4-BE49-F238E27FC236}">
                          <a16:creationId xmlns:a16="http://schemas.microsoft.com/office/drawing/2014/main" id="{C2AADC9E-27F8-4F42-8AA9-F956CADFAE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206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74" name="Rectangle 1073">
                      <a:extLst>
                        <a:ext uri="{FF2B5EF4-FFF2-40B4-BE49-F238E27FC236}">
                          <a16:creationId xmlns:a16="http://schemas.microsoft.com/office/drawing/2014/main" id="{6B1760ED-9A45-4C5F-B73F-3553B3ADBE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96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75" name="Rectangle 1074">
                      <a:extLst>
                        <a:ext uri="{FF2B5EF4-FFF2-40B4-BE49-F238E27FC236}">
                          <a16:creationId xmlns:a16="http://schemas.microsoft.com/office/drawing/2014/main" id="{CE96EB54-9440-4F66-88F1-A1AED5B058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96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76" name="Rectangle 1075">
                      <a:extLst>
                        <a:ext uri="{FF2B5EF4-FFF2-40B4-BE49-F238E27FC236}">
                          <a16:creationId xmlns:a16="http://schemas.microsoft.com/office/drawing/2014/main" id="{A5B3B80A-0622-42AE-A2CA-CCB9641658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1730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77" name="Rectangle 1076">
                      <a:extLst>
                        <a:ext uri="{FF2B5EF4-FFF2-40B4-BE49-F238E27FC236}">
                          <a16:creationId xmlns:a16="http://schemas.microsoft.com/office/drawing/2014/main" id="{0CCD2A1E-087F-484E-8E66-561E56C3FD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206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78" name="Rectangle 1077">
                      <a:extLst>
                        <a:ext uri="{FF2B5EF4-FFF2-40B4-BE49-F238E27FC236}">
                          <a16:creationId xmlns:a16="http://schemas.microsoft.com/office/drawing/2014/main" id="{395215A8-B001-45C1-BE0D-04A29088CF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96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79" name="Rectangle 1078">
                      <a:extLst>
                        <a:ext uri="{FF2B5EF4-FFF2-40B4-BE49-F238E27FC236}">
                          <a16:creationId xmlns:a16="http://schemas.microsoft.com/office/drawing/2014/main" id="{BF8AAC17-3154-4F0B-B3F4-53B500BE63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1730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80" name="Rectangle 1079">
                      <a:extLst>
                        <a:ext uri="{FF2B5EF4-FFF2-40B4-BE49-F238E27FC236}">
                          <a16:creationId xmlns:a16="http://schemas.microsoft.com/office/drawing/2014/main" id="{B1CBBCF2-F009-480E-B982-B09676FA15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2492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81" name="Rectangle 1080">
                      <a:extLst>
                        <a:ext uri="{FF2B5EF4-FFF2-40B4-BE49-F238E27FC236}">
                          <a16:creationId xmlns:a16="http://schemas.microsoft.com/office/drawing/2014/main" id="{2581E829-FA80-42EF-B5B4-446F52A3E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2492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82" name="Rectangle 1081">
                      <a:extLst>
                        <a:ext uri="{FF2B5EF4-FFF2-40B4-BE49-F238E27FC236}">
                          <a16:creationId xmlns:a16="http://schemas.microsoft.com/office/drawing/2014/main" id="{6388AC4F-B5B5-4942-85FC-C0467ABC0C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206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83" name="Rectangle 1082">
                      <a:extLst>
                        <a:ext uri="{FF2B5EF4-FFF2-40B4-BE49-F238E27FC236}">
                          <a16:creationId xmlns:a16="http://schemas.microsoft.com/office/drawing/2014/main" id="{62FA7001-59D7-485A-8D5B-C5E0E436EF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96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84" name="Rectangle 1083">
                      <a:extLst>
                        <a:ext uri="{FF2B5EF4-FFF2-40B4-BE49-F238E27FC236}">
                          <a16:creationId xmlns:a16="http://schemas.microsoft.com/office/drawing/2014/main" id="{0CFEB59A-3F0F-41B9-84E8-11503A32DB8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3254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85" name="Rectangle 1084">
                      <a:extLst>
                        <a:ext uri="{FF2B5EF4-FFF2-40B4-BE49-F238E27FC236}">
                          <a16:creationId xmlns:a16="http://schemas.microsoft.com/office/drawing/2014/main" id="{0F64C569-BAB2-4475-998A-8DE62FE73D6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4016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86" name="Rectangle 1085">
                      <a:extLst>
                        <a:ext uri="{FF2B5EF4-FFF2-40B4-BE49-F238E27FC236}">
                          <a16:creationId xmlns:a16="http://schemas.microsoft.com/office/drawing/2014/main" id="{931354AC-4350-405C-90D3-4F52FCE7AD2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477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87" name="Rectangle 1086">
                      <a:extLst>
                        <a:ext uri="{FF2B5EF4-FFF2-40B4-BE49-F238E27FC236}">
                          <a16:creationId xmlns:a16="http://schemas.microsoft.com/office/drawing/2014/main" id="{F259759C-9932-4A4C-B6DB-B29E4C86848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5540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88" name="Rectangle 1087">
                      <a:extLst>
                        <a:ext uri="{FF2B5EF4-FFF2-40B4-BE49-F238E27FC236}">
                          <a16:creationId xmlns:a16="http://schemas.microsoft.com/office/drawing/2014/main" id="{E14E4EC4-5EF7-4EB8-96DC-45518F1F8E8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477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89" name="Rectangle 1088">
                      <a:extLst>
                        <a:ext uri="{FF2B5EF4-FFF2-40B4-BE49-F238E27FC236}">
                          <a16:creationId xmlns:a16="http://schemas.microsoft.com/office/drawing/2014/main" id="{B2BCAB4B-FA38-4794-B461-2152A6405B5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5540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90" name="Rectangle 1089">
                      <a:extLst>
                        <a:ext uri="{FF2B5EF4-FFF2-40B4-BE49-F238E27FC236}">
                          <a16:creationId xmlns:a16="http://schemas.microsoft.com/office/drawing/2014/main" id="{E5067DA6-53D5-4936-A5AC-DC428D89B72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3254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91" name="Rectangle 1090">
                      <a:extLst>
                        <a:ext uri="{FF2B5EF4-FFF2-40B4-BE49-F238E27FC236}">
                          <a16:creationId xmlns:a16="http://schemas.microsoft.com/office/drawing/2014/main" id="{DA9C89C4-DC8A-4819-A716-1479229A59C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4016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92" name="Rectangle 1091">
                      <a:extLst>
                        <a:ext uri="{FF2B5EF4-FFF2-40B4-BE49-F238E27FC236}">
                          <a16:creationId xmlns:a16="http://schemas.microsoft.com/office/drawing/2014/main" id="{D97D6640-BBB3-437E-A57A-6608ED703F7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477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93" name="Rectangle 1092">
                      <a:extLst>
                        <a:ext uri="{FF2B5EF4-FFF2-40B4-BE49-F238E27FC236}">
                          <a16:creationId xmlns:a16="http://schemas.microsoft.com/office/drawing/2014/main" id="{10FD35BC-CEDE-4EC7-B2D0-9B8ED1A70CA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5540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94" name="Rectangle 1093">
                      <a:extLst>
                        <a:ext uri="{FF2B5EF4-FFF2-40B4-BE49-F238E27FC236}">
                          <a16:creationId xmlns:a16="http://schemas.microsoft.com/office/drawing/2014/main" id="{F23D32D6-A3A8-4A94-9C6F-18DC78ED978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477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95" name="Rectangle 1094">
                      <a:extLst>
                        <a:ext uri="{FF2B5EF4-FFF2-40B4-BE49-F238E27FC236}">
                          <a16:creationId xmlns:a16="http://schemas.microsoft.com/office/drawing/2014/main" id="{4E1DC738-74D7-4E0E-ADDB-1CF45671F97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5540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96" name="Rectangle 1095">
                      <a:extLst>
                        <a:ext uri="{FF2B5EF4-FFF2-40B4-BE49-F238E27FC236}">
                          <a16:creationId xmlns:a16="http://schemas.microsoft.com/office/drawing/2014/main" id="{B5E7B82A-1F76-43C5-BA00-32B6CFF1551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206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97" name="Rectangle 1096">
                      <a:extLst>
                        <a:ext uri="{FF2B5EF4-FFF2-40B4-BE49-F238E27FC236}">
                          <a16:creationId xmlns:a16="http://schemas.microsoft.com/office/drawing/2014/main" id="{665FD651-BC1F-437E-B0E4-DAC2C4BAAA1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206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98" name="Rectangle 1097">
                      <a:extLst>
                        <a:ext uri="{FF2B5EF4-FFF2-40B4-BE49-F238E27FC236}">
                          <a16:creationId xmlns:a16="http://schemas.microsoft.com/office/drawing/2014/main" id="{4BAE14BB-5C02-4526-BF0A-39577A679CC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96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99" name="Rectangle 1098">
                      <a:extLst>
                        <a:ext uri="{FF2B5EF4-FFF2-40B4-BE49-F238E27FC236}">
                          <a16:creationId xmlns:a16="http://schemas.microsoft.com/office/drawing/2014/main" id="{52D63618-AED6-4244-BE0D-CBE1A91BF70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96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00" name="Rectangle 1099">
                      <a:extLst>
                        <a:ext uri="{FF2B5EF4-FFF2-40B4-BE49-F238E27FC236}">
                          <a16:creationId xmlns:a16="http://schemas.microsoft.com/office/drawing/2014/main" id="{DF4C2EB4-4B51-4AF0-8B0D-E364B9E8E9F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1730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01" name="Rectangle 1100">
                      <a:extLst>
                        <a:ext uri="{FF2B5EF4-FFF2-40B4-BE49-F238E27FC236}">
                          <a16:creationId xmlns:a16="http://schemas.microsoft.com/office/drawing/2014/main" id="{17199699-A1F2-469B-AB82-0E92A85EAC9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206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02" name="Rectangle 1101">
                      <a:extLst>
                        <a:ext uri="{FF2B5EF4-FFF2-40B4-BE49-F238E27FC236}">
                          <a16:creationId xmlns:a16="http://schemas.microsoft.com/office/drawing/2014/main" id="{FD32B598-7DF3-4037-9CEC-CD2D2C501A4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96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03" name="Rectangle 1102">
                      <a:extLst>
                        <a:ext uri="{FF2B5EF4-FFF2-40B4-BE49-F238E27FC236}">
                          <a16:creationId xmlns:a16="http://schemas.microsoft.com/office/drawing/2014/main" id="{A397841D-5459-4455-B49E-3ACF91BCD97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1730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04" name="Rectangle 1103">
                      <a:extLst>
                        <a:ext uri="{FF2B5EF4-FFF2-40B4-BE49-F238E27FC236}">
                          <a16:creationId xmlns:a16="http://schemas.microsoft.com/office/drawing/2014/main" id="{1AD6D6E0-AF82-43A7-A6D2-A4352034C6F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2492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05" name="Rectangle 1104">
                      <a:extLst>
                        <a:ext uri="{FF2B5EF4-FFF2-40B4-BE49-F238E27FC236}">
                          <a16:creationId xmlns:a16="http://schemas.microsoft.com/office/drawing/2014/main" id="{CAD41953-B3B0-41E8-B8C6-41527DA3B45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2492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06" name="Rectangle 1105">
                      <a:extLst>
                        <a:ext uri="{FF2B5EF4-FFF2-40B4-BE49-F238E27FC236}">
                          <a16:creationId xmlns:a16="http://schemas.microsoft.com/office/drawing/2014/main" id="{B54EBD8F-98AB-4287-AD73-2C11A8D08C6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206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07" name="Rectangle 1106">
                      <a:extLst>
                        <a:ext uri="{FF2B5EF4-FFF2-40B4-BE49-F238E27FC236}">
                          <a16:creationId xmlns:a16="http://schemas.microsoft.com/office/drawing/2014/main" id="{9152B4A6-6B5E-4008-95AA-097124AFD93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968982"/>
                      <a:ext cx="762000" cy="762000"/>
                    </a:xfrm>
                    <a:prstGeom prst="rect">
                      <a:avLst/>
                    </a:prstGeom>
                    <a:grpFill/>
                    <a:ln w="469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1011" name="Group 1010">
                    <a:extLst>
                      <a:ext uri="{FF2B5EF4-FFF2-40B4-BE49-F238E27FC236}">
                        <a16:creationId xmlns:a16="http://schemas.microsoft.com/office/drawing/2014/main" id="{57821843-776F-49AA-9941-ACFCB3B96BC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6297347" y="2728915"/>
                    <a:ext cx="1533600" cy="1533600"/>
                    <a:chOff x="4086225" y="206982"/>
                    <a:chExt cx="6102350" cy="6096000"/>
                  </a:xfrm>
                  <a:noFill/>
                </p:grpSpPr>
                <p:sp>
                  <p:nvSpPr>
                    <p:cNvPr id="1012" name="Rectangle 1011">
                      <a:extLst>
                        <a:ext uri="{FF2B5EF4-FFF2-40B4-BE49-F238E27FC236}">
                          <a16:creationId xmlns:a16="http://schemas.microsoft.com/office/drawing/2014/main" id="{B265DD6C-40FC-47A7-84FB-E16861446D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3254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13" name="Rectangle 1012">
                      <a:extLst>
                        <a:ext uri="{FF2B5EF4-FFF2-40B4-BE49-F238E27FC236}">
                          <a16:creationId xmlns:a16="http://schemas.microsoft.com/office/drawing/2014/main" id="{F452EFC1-32C0-4D11-ACDE-9E38FAD040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4016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14" name="Rectangle 1013">
                      <a:extLst>
                        <a:ext uri="{FF2B5EF4-FFF2-40B4-BE49-F238E27FC236}">
                          <a16:creationId xmlns:a16="http://schemas.microsoft.com/office/drawing/2014/main" id="{DC1EE0D2-A322-475C-8AD4-23D5A20A96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477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15" name="Rectangle 1014">
                      <a:extLst>
                        <a:ext uri="{FF2B5EF4-FFF2-40B4-BE49-F238E27FC236}">
                          <a16:creationId xmlns:a16="http://schemas.microsoft.com/office/drawing/2014/main" id="{D4CF7AA9-97B9-4531-822D-5F0A731ACA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5540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16" name="Rectangle 1015">
                      <a:extLst>
                        <a:ext uri="{FF2B5EF4-FFF2-40B4-BE49-F238E27FC236}">
                          <a16:creationId xmlns:a16="http://schemas.microsoft.com/office/drawing/2014/main" id="{65D55BEC-34D5-419E-B313-979D8735EA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477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17" name="Rectangle 1016">
                      <a:extLst>
                        <a:ext uri="{FF2B5EF4-FFF2-40B4-BE49-F238E27FC236}">
                          <a16:creationId xmlns:a16="http://schemas.microsoft.com/office/drawing/2014/main" id="{2B4C9535-4AC9-49DC-99F6-E6133F92E0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5540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18" name="Rectangle 1017">
                      <a:extLst>
                        <a:ext uri="{FF2B5EF4-FFF2-40B4-BE49-F238E27FC236}">
                          <a16:creationId xmlns:a16="http://schemas.microsoft.com/office/drawing/2014/main" id="{334C3BAA-6249-405F-9155-710A578B49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3254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19" name="Rectangle 1018">
                      <a:extLst>
                        <a:ext uri="{FF2B5EF4-FFF2-40B4-BE49-F238E27FC236}">
                          <a16:creationId xmlns:a16="http://schemas.microsoft.com/office/drawing/2014/main" id="{0D7D89CF-F3A8-4E46-9DE2-17E9F172F6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4016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20" name="Rectangle 1019">
                      <a:extLst>
                        <a:ext uri="{FF2B5EF4-FFF2-40B4-BE49-F238E27FC236}">
                          <a16:creationId xmlns:a16="http://schemas.microsoft.com/office/drawing/2014/main" id="{B4CC0884-0C48-4EEE-A8BA-67CD426D5F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477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21" name="Rectangle 1020">
                      <a:extLst>
                        <a:ext uri="{FF2B5EF4-FFF2-40B4-BE49-F238E27FC236}">
                          <a16:creationId xmlns:a16="http://schemas.microsoft.com/office/drawing/2014/main" id="{9B1A6923-26E2-4729-A139-0D7C744455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5540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22" name="Rectangle 1021">
                      <a:extLst>
                        <a:ext uri="{FF2B5EF4-FFF2-40B4-BE49-F238E27FC236}">
                          <a16:creationId xmlns:a16="http://schemas.microsoft.com/office/drawing/2014/main" id="{448E29C1-E6B2-47D2-B44E-B468F49C52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477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23" name="Rectangle 1022">
                      <a:extLst>
                        <a:ext uri="{FF2B5EF4-FFF2-40B4-BE49-F238E27FC236}">
                          <a16:creationId xmlns:a16="http://schemas.microsoft.com/office/drawing/2014/main" id="{81EDBDC4-6BA7-4999-AEDA-F1F73FA038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5540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24" name="Rectangle 1023">
                      <a:extLst>
                        <a:ext uri="{FF2B5EF4-FFF2-40B4-BE49-F238E27FC236}">
                          <a16:creationId xmlns:a16="http://schemas.microsoft.com/office/drawing/2014/main" id="{AEE59D4B-327E-4CC9-964C-0F67C5B9A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206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25" name="Rectangle 1024">
                      <a:extLst>
                        <a:ext uri="{FF2B5EF4-FFF2-40B4-BE49-F238E27FC236}">
                          <a16:creationId xmlns:a16="http://schemas.microsoft.com/office/drawing/2014/main" id="{FE6A38B0-20A6-4353-ADF1-FE7804A5A6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206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26" name="Rectangle 1025">
                      <a:extLst>
                        <a:ext uri="{FF2B5EF4-FFF2-40B4-BE49-F238E27FC236}">
                          <a16:creationId xmlns:a16="http://schemas.microsoft.com/office/drawing/2014/main" id="{15B55EAE-7F86-403B-8DF3-E51E9F8C8C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0225" y="96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27" name="Rectangle 1026">
                      <a:extLst>
                        <a:ext uri="{FF2B5EF4-FFF2-40B4-BE49-F238E27FC236}">
                          <a16:creationId xmlns:a16="http://schemas.microsoft.com/office/drawing/2014/main" id="{9927D0FB-09CA-4CC2-A5CE-83AC27AE8C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96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28" name="Rectangle 1027">
                      <a:extLst>
                        <a:ext uri="{FF2B5EF4-FFF2-40B4-BE49-F238E27FC236}">
                          <a16:creationId xmlns:a16="http://schemas.microsoft.com/office/drawing/2014/main" id="{518996D5-1F50-46E2-AB0F-A7DB59F7ED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1730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29" name="Rectangle 1028">
                      <a:extLst>
                        <a:ext uri="{FF2B5EF4-FFF2-40B4-BE49-F238E27FC236}">
                          <a16:creationId xmlns:a16="http://schemas.microsoft.com/office/drawing/2014/main" id="{6476FC91-7D14-48A9-A7C2-7EDE5908E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206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30" name="Rectangle 1029">
                      <a:extLst>
                        <a:ext uri="{FF2B5EF4-FFF2-40B4-BE49-F238E27FC236}">
                          <a16:creationId xmlns:a16="http://schemas.microsoft.com/office/drawing/2014/main" id="{9A9454C8-EFFB-4961-B604-ED39A06913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96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31" name="Rectangle 1030">
                      <a:extLst>
                        <a:ext uri="{FF2B5EF4-FFF2-40B4-BE49-F238E27FC236}">
                          <a16:creationId xmlns:a16="http://schemas.microsoft.com/office/drawing/2014/main" id="{ED90CB88-23A2-44B9-AB99-B4815015CB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1730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32" name="Rectangle 1031">
                      <a:extLst>
                        <a:ext uri="{FF2B5EF4-FFF2-40B4-BE49-F238E27FC236}">
                          <a16:creationId xmlns:a16="http://schemas.microsoft.com/office/drawing/2014/main" id="{BBE64469-5D14-443F-AC65-B66BDEC08F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225" y="2492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33" name="Rectangle 1032">
                      <a:extLst>
                        <a:ext uri="{FF2B5EF4-FFF2-40B4-BE49-F238E27FC236}">
                          <a16:creationId xmlns:a16="http://schemas.microsoft.com/office/drawing/2014/main" id="{29A15A8E-B0E2-463D-AAF9-7040874363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225" y="2492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34" name="Rectangle 1033">
                      <a:extLst>
                        <a:ext uri="{FF2B5EF4-FFF2-40B4-BE49-F238E27FC236}">
                          <a16:creationId xmlns:a16="http://schemas.microsoft.com/office/drawing/2014/main" id="{113AA3A2-ADEC-44A5-B52D-63BAA7C763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206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35" name="Rectangle 1034">
                      <a:extLst>
                        <a:ext uri="{FF2B5EF4-FFF2-40B4-BE49-F238E27FC236}">
                          <a16:creationId xmlns:a16="http://schemas.microsoft.com/office/drawing/2014/main" id="{C8A2FA12-2F49-4884-B64A-1B63E1B95A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2225" y="96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36" name="Rectangle 1035">
                      <a:extLst>
                        <a:ext uri="{FF2B5EF4-FFF2-40B4-BE49-F238E27FC236}">
                          <a16:creationId xmlns:a16="http://schemas.microsoft.com/office/drawing/2014/main" id="{A1FCBBE6-1017-4092-82EF-61CF24D84B6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3254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37" name="Rectangle 1036">
                      <a:extLst>
                        <a:ext uri="{FF2B5EF4-FFF2-40B4-BE49-F238E27FC236}">
                          <a16:creationId xmlns:a16="http://schemas.microsoft.com/office/drawing/2014/main" id="{F0D27FBB-B046-49C9-90BA-B2272F87DD0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4016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38" name="Rectangle 1037">
                      <a:extLst>
                        <a:ext uri="{FF2B5EF4-FFF2-40B4-BE49-F238E27FC236}">
                          <a16:creationId xmlns:a16="http://schemas.microsoft.com/office/drawing/2014/main" id="{70B6FCD9-DDE5-46D3-B3D2-8767AF6F8F6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477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39" name="Rectangle 1038">
                      <a:extLst>
                        <a:ext uri="{FF2B5EF4-FFF2-40B4-BE49-F238E27FC236}">
                          <a16:creationId xmlns:a16="http://schemas.microsoft.com/office/drawing/2014/main" id="{E36D92AA-4E17-4B0E-9AB8-5CBB3B3EF55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5540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40" name="Rectangle 1039">
                      <a:extLst>
                        <a:ext uri="{FF2B5EF4-FFF2-40B4-BE49-F238E27FC236}">
                          <a16:creationId xmlns:a16="http://schemas.microsoft.com/office/drawing/2014/main" id="{16BF31C9-C191-43D6-902C-DDD37B5BAB5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477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41" name="Rectangle 1040">
                      <a:extLst>
                        <a:ext uri="{FF2B5EF4-FFF2-40B4-BE49-F238E27FC236}">
                          <a16:creationId xmlns:a16="http://schemas.microsoft.com/office/drawing/2014/main" id="{E57B2F42-0B4D-481B-A748-3B1C8F5754B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5540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42" name="Rectangle 1041">
                      <a:extLst>
                        <a:ext uri="{FF2B5EF4-FFF2-40B4-BE49-F238E27FC236}">
                          <a16:creationId xmlns:a16="http://schemas.microsoft.com/office/drawing/2014/main" id="{32D55A57-9F3B-467A-90A0-C011B645D1E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3254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43" name="Rectangle 1042">
                      <a:extLst>
                        <a:ext uri="{FF2B5EF4-FFF2-40B4-BE49-F238E27FC236}">
                          <a16:creationId xmlns:a16="http://schemas.microsoft.com/office/drawing/2014/main" id="{3C583224-6646-4D0B-B181-16C291D1BF8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4016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44" name="Rectangle 1043">
                      <a:extLst>
                        <a:ext uri="{FF2B5EF4-FFF2-40B4-BE49-F238E27FC236}">
                          <a16:creationId xmlns:a16="http://schemas.microsoft.com/office/drawing/2014/main" id="{C3943862-5D7D-4AB5-9CFE-BDB018207CF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477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45" name="Rectangle 1044">
                      <a:extLst>
                        <a:ext uri="{FF2B5EF4-FFF2-40B4-BE49-F238E27FC236}">
                          <a16:creationId xmlns:a16="http://schemas.microsoft.com/office/drawing/2014/main" id="{DD292469-F8EE-4AA3-B261-493B4AEA5FA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5540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46" name="Rectangle 1045">
                      <a:extLst>
                        <a:ext uri="{FF2B5EF4-FFF2-40B4-BE49-F238E27FC236}">
                          <a16:creationId xmlns:a16="http://schemas.microsoft.com/office/drawing/2014/main" id="{FAD7D1CF-DF80-4425-8F22-352046E6000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477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47" name="Rectangle 1046">
                      <a:extLst>
                        <a:ext uri="{FF2B5EF4-FFF2-40B4-BE49-F238E27FC236}">
                          <a16:creationId xmlns:a16="http://schemas.microsoft.com/office/drawing/2014/main" id="{F571A015-0661-457D-A85F-5CF47FAF65B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5540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48" name="Rectangle 1047">
                      <a:extLst>
                        <a:ext uri="{FF2B5EF4-FFF2-40B4-BE49-F238E27FC236}">
                          <a16:creationId xmlns:a16="http://schemas.microsoft.com/office/drawing/2014/main" id="{E4751054-6947-4EFF-B494-930AF968174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206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49" name="Rectangle 1048">
                      <a:extLst>
                        <a:ext uri="{FF2B5EF4-FFF2-40B4-BE49-F238E27FC236}">
                          <a16:creationId xmlns:a16="http://schemas.microsoft.com/office/drawing/2014/main" id="{862E1323-470D-482A-A2BE-B6C5FE9143E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206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50" name="Rectangle 1049">
                      <a:extLst>
                        <a:ext uri="{FF2B5EF4-FFF2-40B4-BE49-F238E27FC236}">
                          <a16:creationId xmlns:a16="http://schemas.microsoft.com/office/drawing/2014/main" id="{0F78F747-A294-4263-AC76-9AF9C8FE956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902575" y="96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51" name="Rectangle 1050">
                      <a:extLst>
                        <a:ext uri="{FF2B5EF4-FFF2-40B4-BE49-F238E27FC236}">
                          <a16:creationId xmlns:a16="http://schemas.microsoft.com/office/drawing/2014/main" id="{6B422BFC-1BB1-4096-AA06-35335B0F308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96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52" name="Rectangle 1051">
                      <a:extLst>
                        <a:ext uri="{FF2B5EF4-FFF2-40B4-BE49-F238E27FC236}">
                          <a16:creationId xmlns:a16="http://schemas.microsoft.com/office/drawing/2014/main" id="{3DEA3BC9-CE38-4B5B-93C7-E5CB14C4859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1730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53" name="Rectangle 1052">
                      <a:extLst>
                        <a:ext uri="{FF2B5EF4-FFF2-40B4-BE49-F238E27FC236}">
                          <a16:creationId xmlns:a16="http://schemas.microsoft.com/office/drawing/2014/main" id="{2BDBB14A-DE9B-4506-BF4A-2ACC1C05DC4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206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54" name="Rectangle 1053">
                      <a:extLst>
                        <a:ext uri="{FF2B5EF4-FFF2-40B4-BE49-F238E27FC236}">
                          <a16:creationId xmlns:a16="http://schemas.microsoft.com/office/drawing/2014/main" id="{744517CD-D49F-40CB-BCA6-D5B4E190B6E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96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55" name="Rectangle 1054">
                      <a:extLst>
                        <a:ext uri="{FF2B5EF4-FFF2-40B4-BE49-F238E27FC236}">
                          <a16:creationId xmlns:a16="http://schemas.microsoft.com/office/drawing/2014/main" id="{C92727C1-D823-48F8-B31F-100548C20E4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1730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56" name="Rectangle 1055">
                      <a:extLst>
                        <a:ext uri="{FF2B5EF4-FFF2-40B4-BE49-F238E27FC236}">
                          <a16:creationId xmlns:a16="http://schemas.microsoft.com/office/drawing/2014/main" id="{98980DB0-4FF2-45AB-8914-D7822FED083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8664575" y="2492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57" name="Rectangle 1056">
                      <a:extLst>
                        <a:ext uri="{FF2B5EF4-FFF2-40B4-BE49-F238E27FC236}">
                          <a16:creationId xmlns:a16="http://schemas.microsoft.com/office/drawing/2014/main" id="{0C0DE1BE-5995-4436-BD4D-CFBD474C9A1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426575" y="2492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58" name="Rectangle 1057">
                      <a:extLst>
                        <a:ext uri="{FF2B5EF4-FFF2-40B4-BE49-F238E27FC236}">
                          <a16:creationId xmlns:a16="http://schemas.microsoft.com/office/drawing/2014/main" id="{F6073C37-82DB-499E-8992-B3AE716A56D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206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59" name="Rectangle 1058">
                      <a:extLst>
                        <a:ext uri="{FF2B5EF4-FFF2-40B4-BE49-F238E27FC236}">
                          <a16:creationId xmlns:a16="http://schemas.microsoft.com/office/drawing/2014/main" id="{4FC52593-9861-40B5-833A-61056469861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40575" y="968982"/>
                      <a:ext cx="762000" cy="762000"/>
                    </a:xfrm>
                    <a:prstGeom prst="rect">
                      <a:avLst/>
                    </a:prstGeom>
                    <a:grpFill/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A48D418-C199-48D4-9C9E-7124AD0B31C4}"/>
                </a:ext>
              </a:extLst>
            </p:cNvPr>
            <p:cNvGrpSpPr/>
            <p:nvPr/>
          </p:nvGrpSpPr>
          <p:grpSpPr>
            <a:xfrm>
              <a:off x="-5154145" y="-8790852"/>
              <a:ext cx="24435712" cy="24664573"/>
              <a:chOff x="-5154145" y="-8790852"/>
              <a:chExt cx="24435712" cy="24664573"/>
            </a:xfrm>
          </p:grpSpPr>
          <p:grpSp>
            <p:nvGrpSpPr>
              <p:cNvPr id="1515" name="Group 1514">
                <a:extLst>
                  <a:ext uri="{FF2B5EF4-FFF2-40B4-BE49-F238E27FC236}">
                    <a16:creationId xmlns:a16="http://schemas.microsoft.com/office/drawing/2014/main" id="{F17040C9-003E-4DC4-BF84-39A3C0151114}"/>
                  </a:ext>
                </a:extLst>
              </p:cNvPr>
              <p:cNvGrpSpPr/>
              <p:nvPr/>
            </p:nvGrpSpPr>
            <p:grpSpPr>
              <a:xfrm>
                <a:off x="4009247" y="428134"/>
                <a:ext cx="6108928" cy="6145519"/>
                <a:chOff x="4087046" y="206052"/>
                <a:chExt cx="6069979" cy="6106346"/>
              </a:xfrm>
              <a:noFill/>
            </p:grpSpPr>
            <p:grpSp>
              <p:nvGrpSpPr>
                <p:cNvPr id="1516" name="Group 1515">
                  <a:extLst>
                    <a:ext uri="{FF2B5EF4-FFF2-40B4-BE49-F238E27FC236}">
                      <a16:creationId xmlns:a16="http://schemas.microsoft.com/office/drawing/2014/main" id="{3BAEF75F-5432-4CA9-93DF-E4049EADB71A}"/>
                    </a:ext>
                  </a:extLst>
                </p:cNvPr>
                <p:cNvGrpSpPr/>
                <p:nvPr/>
              </p:nvGrpSpPr>
              <p:grpSpPr>
                <a:xfrm>
                  <a:off x="4087046" y="206052"/>
                  <a:ext cx="6069979" cy="6106346"/>
                  <a:chOff x="4087046" y="206052"/>
                  <a:chExt cx="6069979" cy="6106346"/>
                </a:xfrm>
                <a:grpFill/>
              </p:grpSpPr>
              <p:grpSp>
                <p:nvGrpSpPr>
                  <p:cNvPr id="1532" name="Group 1531">
                    <a:extLst>
                      <a:ext uri="{FF2B5EF4-FFF2-40B4-BE49-F238E27FC236}">
                        <a16:creationId xmlns:a16="http://schemas.microsoft.com/office/drawing/2014/main" id="{2F881305-CB74-49F8-B339-32B76F1B1524}"/>
                      </a:ext>
                    </a:extLst>
                  </p:cNvPr>
                  <p:cNvGrpSpPr/>
                  <p:nvPr/>
                </p:nvGrpSpPr>
                <p:grpSpPr>
                  <a:xfrm>
                    <a:off x="4087046" y="953333"/>
                    <a:ext cx="6069979" cy="5359065"/>
                    <a:chOff x="4087046" y="953333"/>
                    <a:chExt cx="6069979" cy="5359065"/>
                  </a:xfrm>
                  <a:grpFill/>
                </p:grpSpPr>
                <p:cxnSp>
                  <p:nvCxnSpPr>
                    <p:cNvPr id="1541" name="Straight Connector 1540">
                      <a:extLst>
                        <a:ext uri="{FF2B5EF4-FFF2-40B4-BE49-F238E27FC236}">
                          <a16:creationId xmlns:a16="http://schemas.microsoft.com/office/drawing/2014/main" id="{4A06D160-FBE0-4A54-9911-D8CF7676BE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89749" y="4796248"/>
                      <a:ext cx="0" cy="74572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3" name="Straight Connector 1542">
                      <a:extLst>
                        <a:ext uri="{FF2B5EF4-FFF2-40B4-BE49-F238E27FC236}">
                          <a16:creationId xmlns:a16="http://schemas.microsoft.com/office/drawing/2014/main" id="{84683FE8-ABC1-4F07-8159-9786AEB8D39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64966" y="5553601"/>
                      <a:ext cx="0" cy="748278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4" name="Straight Connector 1543">
                      <a:extLst>
                        <a:ext uri="{FF2B5EF4-FFF2-40B4-BE49-F238E27FC236}">
                          <a16:creationId xmlns:a16="http://schemas.microsoft.com/office/drawing/2014/main" id="{E0EE2D57-AB7D-4B7A-B84C-4D52242C48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397239" y="4789755"/>
                      <a:ext cx="0" cy="754726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5" name="Straight Connector 1544">
                      <a:extLst>
                        <a:ext uri="{FF2B5EF4-FFF2-40B4-BE49-F238E27FC236}">
                          <a16:creationId xmlns:a16="http://schemas.microsoft.com/office/drawing/2014/main" id="{10815560-FDA1-4262-9054-09B5B24BA2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57025" y="4011494"/>
                      <a:ext cx="0" cy="154355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6" name="Straight Connector 1545">
                      <a:extLst>
                        <a:ext uri="{FF2B5EF4-FFF2-40B4-BE49-F238E27FC236}">
                          <a16:creationId xmlns:a16="http://schemas.microsoft.com/office/drawing/2014/main" id="{FC30D036-6634-43B1-B98B-F7B5D5D13D2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6312398"/>
                      <a:ext cx="2247764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7" name="Straight Connector 1546">
                      <a:extLst>
                        <a:ext uri="{FF2B5EF4-FFF2-40B4-BE49-F238E27FC236}">
                          <a16:creationId xmlns:a16="http://schemas.microsoft.com/office/drawing/2014/main" id="{29A6B166-143F-4332-A3AF-90A028D1E5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087046" y="964029"/>
                      <a:ext cx="0" cy="1504355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8" name="Straight Connector 1547">
                      <a:extLst>
                        <a:ext uri="{FF2B5EF4-FFF2-40B4-BE49-F238E27FC236}">
                          <a16:creationId xmlns:a16="http://schemas.microsoft.com/office/drawing/2014/main" id="{FD4F1044-1205-423F-B22E-1712FCC5769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4771341"/>
                      <a:ext cx="1486760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9" name="Straight Connector 1548">
                      <a:extLst>
                        <a:ext uri="{FF2B5EF4-FFF2-40B4-BE49-F238E27FC236}">
                          <a16:creationId xmlns:a16="http://schemas.microsoft.com/office/drawing/2014/main" id="{ADE61EC5-4F49-4699-B044-9275A82AE24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71076" y="953333"/>
                      <a:ext cx="2246332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2" name="Straight Connector 351">
                      <a:extLst>
                        <a:ext uri="{FF2B5EF4-FFF2-40B4-BE49-F238E27FC236}">
                          <a16:creationId xmlns:a16="http://schemas.microsoft.com/office/drawing/2014/main" id="{96E6DE96-AF20-44FD-9889-9B93E4DE68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04463" y="4786939"/>
                      <a:ext cx="1486760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3" name="Straight Connector 352">
                      <a:extLst>
                        <a:ext uri="{FF2B5EF4-FFF2-40B4-BE49-F238E27FC236}">
                          <a16:creationId xmlns:a16="http://schemas.microsoft.com/office/drawing/2014/main" id="{38089AEF-8CDA-42EC-AC76-C30EE43B1D3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89374" y="5551991"/>
                      <a:ext cx="1486760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33" name="Group 1532">
                    <a:extLst>
                      <a:ext uri="{FF2B5EF4-FFF2-40B4-BE49-F238E27FC236}">
                        <a16:creationId xmlns:a16="http://schemas.microsoft.com/office/drawing/2014/main" id="{F59D6802-8B45-4812-BF68-5503F00B5FFB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846608" y="206052"/>
                    <a:ext cx="5287171" cy="1513957"/>
                    <a:chOff x="4152587" y="4788866"/>
                    <a:chExt cx="5287171" cy="1513957"/>
                  </a:xfrm>
                  <a:grpFill/>
                </p:grpSpPr>
                <p:cxnSp>
                  <p:nvCxnSpPr>
                    <p:cNvPr id="1534" name="Straight Connector 1533">
                      <a:extLst>
                        <a:ext uri="{FF2B5EF4-FFF2-40B4-BE49-F238E27FC236}">
                          <a16:creationId xmlns:a16="http://schemas.microsoft.com/office/drawing/2014/main" id="{5AF667E4-8676-4A34-9576-11C61F7C40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7926222" y="4788980"/>
                      <a:ext cx="0" cy="76533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6" name="Straight Connector 1535">
                      <a:extLst>
                        <a:ext uri="{FF2B5EF4-FFF2-40B4-BE49-F238E27FC236}">
                          <a16:creationId xmlns:a16="http://schemas.microsoft.com/office/drawing/2014/main" id="{3C25D2CE-49B3-468D-BCFE-F1EA01C93A1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439758" y="4792278"/>
                      <a:ext cx="0" cy="754726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7" name="Straight Connector 1536">
                      <a:extLst>
                        <a:ext uri="{FF2B5EF4-FFF2-40B4-BE49-F238E27FC236}">
                          <a16:creationId xmlns:a16="http://schemas.microsoft.com/office/drawing/2014/main" id="{9BEEAEE3-071D-406A-94A6-6A9E5D222B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62151" y="6301988"/>
                      <a:ext cx="1466807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8" name="Straight Connector 1537">
                      <a:extLst>
                        <a:ext uri="{FF2B5EF4-FFF2-40B4-BE49-F238E27FC236}">
                          <a16:creationId xmlns:a16="http://schemas.microsoft.com/office/drawing/2014/main" id="{2D22E066-5B99-4653-956F-63515E1C84F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5641626" y="5556172"/>
                      <a:ext cx="0" cy="746651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9" name="Straight Connector 1538">
                      <a:extLst>
                        <a:ext uri="{FF2B5EF4-FFF2-40B4-BE49-F238E27FC236}">
                          <a16:creationId xmlns:a16="http://schemas.microsoft.com/office/drawing/2014/main" id="{B422E2E3-CC87-4477-9FE3-522E1ADEE7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52587" y="4798430"/>
                      <a:ext cx="1466807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9" name="Straight Connector 708">
                      <a:extLst>
                        <a:ext uri="{FF2B5EF4-FFF2-40B4-BE49-F238E27FC236}">
                          <a16:creationId xmlns:a16="http://schemas.microsoft.com/office/drawing/2014/main" id="{89A6E1EC-2521-4BBD-80A0-EBAAB0EA0AA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7950050" y="4788866"/>
                      <a:ext cx="1466807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517" name="Group 1516">
                  <a:extLst>
                    <a:ext uri="{FF2B5EF4-FFF2-40B4-BE49-F238E27FC236}">
                      <a16:creationId xmlns:a16="http://schemas.microsoft.com/office/drawing/2014/main" id="{7B47204E-8E0C-42D8-A0BA-D6F6C2317466}"/>
                    </a:ext>
                  </a:extLst>
                </p:cNvPr>
                <p:cNvGrpSpPr/>
                <p:nvPr/>
              </p:nvGrpSpPr>
              <p:grpSpPr>
                <a:xfrm rot="5400000">
                  <a:off x="4831541" y="229595"/>
                  <a:ext cx="4595886" cy="6055018"/>
                  <a:chOff x="4835488" y="208128"/>
                  <a:chExt cx="4595886" cy="6055018"/>
                </a:xfrm>
                <a:grpFill/>
              </p:grpSpPr>
              <p:grpSp>
                <p:nvGrpSpPr>
                  <p:cNvPr id="1518" name="Group 1517">
                    <a:extLst>
                      <a:ext uri="{FF2B5EF4-FFF2-40B4-BE49-F238E27FC236}">
                        <a16:creationId xmlns:a16="http://schemas.microsoft.com/office/drawing/2014/main" id="{E663D5F4-B032-4E18-8DE1-B3BA4AA369AF}"/>
                      </a:ext>
                    </a:extLst>
                  </p:cNvPr>
                  <p:cNvGrpSpPr/>
                  <p:nvPr/>
                </p:nvGrpSpPr>
                <p:grpSpPr>
                  <a:xfrm>
                    <a:off x="4835488" y="966780"/>
                    <a:ext cx="3787475" cy="5296366"/>
                    <a:chOff x="4835488" y="966780"/>
                    <a:chExt cx="3787475" cy="5296366"/>
                  </a:xfrm>
                  <a:grpFill/>
                </p:grpSpPr>
                <p:cxnSp>
                  <p:nvCxnSpPr>
                    <p:cNvPr id="1526" name="Straight Connector 1525">
                      <a:extLst>
                        <a:ext uri="{FF2B5EF4-FFF2-40B4-BE49-F238E27FC236}">
                          <a16:creationId xmlns:a16="http://schemas.microsoft.com/office/drawing/2014/main" id="{2DDC439A-E09D-44BF-8B72-5195E5E03DC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7508658" y="5147487"/>
                      <a:ext cx="748560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7" name="Straight Connector 1526">
                      <a:extLst>
                        <a:ext uri="{FF2B5EF4-FFF2-40B4-BE49-F238E27FC236}">
                          <a16:creationId xmlns:a16="http://schemas.microsoft.com/office/drawing/2014/main" id="{BD7E8DA5-AAFC-4FF2-834D-157B7BB74E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8259359" y="4402672"/>
                      <a:ext cx="0" cy="727209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9" name="Straight Connector 1528">
                      <a:extLst>
                        <a:ext uri="{FF2B5EF4-FFF2-40B4-BE49-F238E27FC236}">
                          <a16:creationId xmlns:a16="http://schemas.microsoft.com/office/drawing/2014/main" id="{2E9B8A27-3F33-41EE-A903-0116B93B5A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7117331" y="4780635"/>
                      <a:ext cx="0" cy="1487043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1" name="Straight Connector 1530">
                      <a:extLst>
                        <a:ext uri="{FF2B5EF4-FFF2-40B4-BE49-F238E27FC236}">
                          <a16:creationId xmlns:a16="http://schemas.microsoft.com/office/drawing/2014/main" id="{D9BBA7A5-1D4E-4196-B16B-A281FEF3178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4467952" y="5895611"/>
                      <a:ext cx="735071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7" name="Straight Connector 706">
                      <a:extLst>
                        <a:ext uri="{FF2B5EF4-FFF2-40B4-BE49-F238E27FC236}">
                          <a16:creationId xmlns:a16="http://schemas.microsoft.com/office/drawing/2014/main" id="{AF741A8F-9160-4F66-833F-43AA451FA8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85565" y="5895611"/>
                      <a:ext cx="735071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8" name="Straight Connector 707">
                      <a:extLst>
                        <a:ext uri="{FF2B5EF4-FFF2-40B4-BE49-F238E27FC236}">
                          <a16:creationId xmlns:a16="http://schemas.microsoft.com/office/drawing/2014/main" id="{6CD537BB-95C8-4697-B5FB-ECD2F8624D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99147" y="1334316"/>
                      <a:ext cx="735071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19" name="Group 1518">
                    <a:extLst>
                      <a:ext uri="{FF2B5EF4-FFF2-40B4-BE49-F238E27FC236}">
                        <a16:creationId xmlns:a16="http://schemas.microsoft.com/office/drawing/2014/main" id="{4C593B63-0ABA-459D-9CD6-9651A9A731DE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597917" y="208128"/>
                    <a:ext cx="3833457" cy="1505248"/>
                    <a:chOff x="4854992" y="4795499"/>
                    <a:chExt cx="3833457" cy="1505248"/>
                  </a:xfrm>
                  <a:grpFill/>
                </p:grpSpPr>
                <p:cxnSp>
                  <p:nvCxnSpPr>
                    <p:cNvPr id="1521" name="Straight Connector 1520">
                      <a:extLst>
                        <a:ext uri="{FF2B5EF4-FFF2-40B4-BE49-F238E27FC236}">
                          <a16:creationId xmlns:a16="http://schemas.microsoft.com/office/drawing/2014/main" id="{53C814C1-B681-4D01-8525-145B183280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26447" y="4795499"/>
                      <a:ext cx="762002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2" name="Straight Connector 1521">
                      <a:extLst>
                        <a:ext uri="{FF2B5EF4-FFF2-40B4-BE49-F238E27FC236}">
                          <a16:creationId xmlns:a16="http://schemas.microsoft.com/office/drawing/2014/main" id="{E1BF3FAA-84A1-4E48-881B-A184B48A9F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6026202" y="5919526"/>
                      <a:ext cx="748558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3" name="Straight Connector 1522">
                      <a:extLst>
                        <a:ext uri="{FF2B5EF4-FFF2-40B4-BE49-F238E27FC236}">
                          <a16:creationId xmlns:a16="http://schemas.microsoft.com/office/drawing/2014/main" id="{86F88E20-432E-4565-9B74-7A2475F1670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7160929" y="4801456"/>
                      <a:ext cx="0" cy="1491676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2" name="Straight Connector 421">
                      <a:extLst>
                        <a:ext uri="{FF2B5EF4-FFF2-40B4-BE49-F238E27FC236}">
                          <a16:creationId xmlns:a16="http://schemas.microsoft.com/office/drawing/2014/main" id="{02703D80-AF95-4BC3-BE23-70815746A2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4480713" y="5926468"/>
                      <a:ext cx="748558" cy="0"/>
                    </a:xfrm>
                    <a:prstGeom prst="line">
                      <a:avLst/>
                    </a:prstGeom>
                    <a:grpFill/>
                    <a:ln w="762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711" name="Group 710">
                <a:extLst>
                  <a:ext uri="{FF2B5EF4-FFF2-40B4-BE49-F238E27FC236}">
                    <a16:creationId xmlns:a16="http://schemas.microsoft.com/office/drawing/2014/main" id="{5FDD0E4A-4310-4804-88DC-7721DEBC9E50}"/>
                  </a:ext>
                </a:extLst>
              </p:cNvPr>
              <p:cNvGrpSpPr/>
              <p:nvPr/>
            </p:nvGrpSpPr>
            <p:grpSpPr>
              <a:xfrm>
                <a:off x="5536479" y="1961767"/>
                <a:ext cx="3054464" cy="3072760"/>
                <a:chOff x="4087046" y="206052"/>
                <a:chExt cx="6069979" cy="6106346"/>
              </a:xfrm>
              <a:noFill/>
            </p:grpSpPr>
            <p:grpSp>
              <p:nvGrpSpPr>
                <p:cNvPr id="712" name="Group 711">
                  <a:extLst>
                    <a:ext uri="{FF2B5EF4-FFF2-40B4-BE49-F238E27FC236}">
                      <a16:creationId xmlns:a16="http://schemas.microsoft.com/office/drawing/2014/main" id="{04E9CFB5-C0BC-44CC-A09E-00C1C58498B5}"/>
                    </a:ext>
                  </a:extLst>
                </p:cNvPr>
                <p:cNvGrpSpPr/>
                <p:nvPr/>
              </p:nvGrpSpPr>
              <p:grpSpPr>
                <a:xfrm>
                  <a:off x="4087046" y="206052"/>
                  <a:ext cx="6069979" cy="6106346"/>
                  <a:chOff x="4087046" y="206052"/>
                  <a:chExt cx="6069979" cy="6106346"/>
                </a:xfrm>
                <a:grpFill/>
              </p:grpSpPr>
              <p:grpSp>
                <p:nvGrpSpPr>
                  <p:cNvPr id="726" name="Group 725">
                    <a:extLst>
                      <a:ext uri="{FF2B5EF4-FFF2-40B4-BE49-F238E27FC236}">
                        <a16:creationId xmlns:a16="http://schemas.microsoft.com/office/drawing/2014/main" id="{7287A771-E268-4230-99B2-7A8465A71CD9}"/>
                      </a:ext>
                    </a:extLst>
                  </p:cNvPr>
                  <p:cNvGrpSpPr/>
                  <p:nvPr/>
                </p:nvGrpSpPr>
                <p:grpSpPr>
                  <a:xfrm>
                    <a:off x="4087046" y="953333"/>
                    <a:ext cx="6069979" cy="5359065"/>
                    <a:chOff x="4087046" y="953333"/>
                    <a:chExt cx="6069979" cy="5359065"/>
                  </a:xfrm>
                  <a:grpFill/>
                </p:grpSpPr>
                <p:cxnSp>
                  <p:nvCxnSpPr>
                    <p:cNvPr id="734" name="Straight Connector 733">
                      <a:extLst>
                        <a:ext uri="{FF2B5EF4-FFF2-40B4-BE49-F238E27FC236}">
                          <a16:creationId xmlns:a16="http://schemas.microsoft.com/office/drawing/2014/main" id="{BA338AD7-FEDD-48F0-AE2A-5C01CBD4C8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89749" y="4796248"/>
                      <a:ext cx="0" cy="74572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5" name="Straight Connector 734">
                      <a:extLst>
                        <a:ext uri="{FF2B5EF4-FFF2-40B4-BE49-F238E27FC236}">
                          <a16:creationId xmlns:a16="http://schemas.microsoft.com/office/drawing/2014/main" id="{C6CAC858-8FC4-43F9-B42C-9756878F0AD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64966" y="5553601"/>
                      <a:ext cx="0" cy="748278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6" name="Straight Connector 735">
                      <a:extLst>
                        <a:ext uri="{FF2B5EF4-FFF2-40B4-BE49-F238E27FC236}">
                          <a16:creationId xmlns:a16="http://schemas.microsoft.com/office/drawing/2014/main" id="{1CC98772-B9C1-4FCC-B625-8A6D94D841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397239" y="4789755"/>
                      <a:ext cx="0" cy="754726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7" name="Straight Connector 736">
                      <a:extLst>
                        <a:ext uri="{FF2B5EF4-FFF2-40B4-BE49-F238E27FC236}">
                          <a16:creationId xmlns:a16="http://schemas.microsoft.com/office/drawing/2014/main" id="{D02F6521-BA2E-43B0-A424-1FC62EDDFC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57025" y="4011494"/>
                      <a:ext cx="0" cy="154355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6" name="Straight Connector 785">
                      <a:extLst>
                        <a:ext uri="{FF2B5EF4-FFF2-40B4-BE49-F238E27FC236}">
                          <a16:creationId xmlns:a16="http://schemas.microsoft.com/office/drawing/2014/main" id="{15B71998-84D1-4C18-97BD-0878DDE886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6312398"/>
                      <a:ext cx="2247764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7" name="Straight Connector 786">
                      <a:extLst>
                        <a:ext uri="{FF2B5EF4-FFF2-40B4-BE49-F238E27FC236}">
                          <a16:creationId xmlns:a16="http://schemas.microsoft.com/office/drawing/2014/main" id="{70F1DCD7-4D92-4C42-AC50-3A697488FE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087046" y="964029"/>
                      <a:ext cx="0" cy="1504355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8" name="Straight Connector 787">
                      <a:extLst>
                        <a:ext uri="{FF2B5EF4-FFF2-40B4-BE49-F238E27FC236}">
                          <a16:creationId xmlns:a16="http://schemas.microsoft.com/office/drawing/2014/main" id="{94374496-461B-4D8E-8EC1-2B7E556D22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4771341"/>
                      <a:ext cx="1486760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9" name="Straight Connector 788">
                      <a:extLst>
                        <a:ext uri="{FF2B5EF4-FFF2-40B4-BE49-F238E27FC236}">
                          <a16:creationId xmlns:a16="http://schemas.microsoft.com/office/drawing/2014/main" id="{6E7CEE01-06E8-4521-8DE3-FE9FF23EA2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71076" y="953333"/>
                      <a:ext cx="2246332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0" name="Straight Connector 789">
                      <a:extLst>
                        <a:ext uri="{FF2B5EF4-FFF2-40B4-BE49-F238E27FC236}">
                          <a16:creationId xmlns:a16="http://schemas.microsoft.com/office/drawing/2014/main" id="{A2A4FA92-814C-4A76-B726-DFAF787FCC9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04463" y="4786939"/>
                      <a:ext cx="1486760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1" name="Straight Connector 790">
                      <a:extLst>
                        <a:ext uri="{FF2B5EF4-FFF2-40B4-BE49-F238E27FC236}">
                          <a16:creationId xmlns:a16="http://schemas.microsoft.com/office/drawing/2014/main" id="{4E4C2134-2B03-4F52-9355-B567A437BFB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89374" y="5551991"/>
                      <a:ext cx="1486760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27" name="Group 726">
                    <a:extLst>
                      <a:ext uri="{FF2B5EF4-FFF2-40B4-BE49-F238E27FC236}">
                        <a16:creationId xmlns:a16="http://schemas.microsoft.com/office/drawing/2014/main" id="{64A1E4E5-2CEF-491B-947D-D6422258F33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846608" y="206052"/>
                    <a:ext cx="5287171" cy="1513957"/>
                    <a:chOff x="4152587" y="4788866"/>
                    <a:chExt cx="5287171" cy="1513957"/>
                  </a:xfrm>
                  <a:grpFill/>
                </p:grpSpPr>
                <p:cxnSp>
                  <p:nvCxnSpPr>
                    <p:cNvPr id="728" name="Straight Connector 727">
                      <a:extLst>
                        <a:ext uri="{FF2B5EF4-FFF2-40B4-BE49-F238E27FC236}">
                          <a16:creationId xmlns:a16="http://schemas.microsoft.com/office/drawing/2014/main" id="{BEA514B3-2C49-498F-8797-6DE2BB88D6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7926222" y="4788980"/>
                      <a:ext cx="0" cy="76533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9" name="Straight Connector 728">
                      <a:extLst>
                        <a:ext uri="{FF2B5EF4-FFF2-40B4-BE49-F238E27FC236}">
                          <a16:creationId xmlns:a16="http://schemas.microsoft.com/office/drawing/2014/main" id="{39D58FA3-96D8-4FF2-B4A0-37C8EE33DE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439758" y="4792278"/>
                      <a:ext cx="0" cy="754726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0" name="Straight Connector 729">
                      <a:extLst>
                        <a:ext uri="{FF2B5EF4-FFF2-40B4-BE49-F238E27FC236}">
                          <a16:creationId xmlns:a16="http://schemas.microsoft.com/office/drawing/2014/main" id="{F2A963B6-3AF5-4E0B-BAD6-37A92874F07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62151" y="6301988"/>
                      <a:ext cx="1466807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1" name="Straight Connector 730">
                      <a:extLst>
                        <a:ext uri="{FF2B5EF4-FFF2-40B4-BE49-F238E27FC236}">
                          <a16:creationId xmlns:a16="http://schemas.microsoft.com/office/drawing/2014/main" id="{CD83993F-D92B-4FBF-ADA7-EF12C97B44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5641626" y="5556172"/>
                      <a:ext cx="0" cy="746651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2" name="Straight Connector 731">
                      <a:extLst>
                        <a:ext uri="{FF2B5EF4-FFF2-40B4-BE49-F238E27FC236}">
                          <a16:creationId xmlns:a16="http://schemas.microsoft.com/office/drawing/2014/main" id="{C03A32AB-2207-4F0C-9730-1A6F9323FD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52587" y="4798430"/>
                      <a:ext cx="1466807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3" name="Straight Connector 732">
                      <a:extLst>
                        <a:ext uri="{FF2B5EF4-FFF2-40B4-BE49-F238E27FC236}">
                          <a16:creationId xmlns:a16="http://schemas.microsoft.com/office/drawing/2014/main" id="{3527D28B-D713-40BA-8AC5-60DEC562643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7950050" y="4788866"/>
                      <a:ext cx="1466807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713" name="Group 712">
                  <a:extLst>
                    <a:ext uri="{FF2B5EF4-FFF2-40B4-BE49-F238E27FC236}">
                      <a16:creationId xmlns:a16="http://schemas.microsoft.com/office/drawing/2014/main" id="{4E8F232A-676F-4C75-988F-856B628CFA6F}"/>
                    </a:ext>
                  </a:extLst>
                </p:cNvPr>
                <p:cNvGrpSpPr/>
                <p:nvPr/>
              </p:nvGrpSpPr>
              <p:grpSpPr>
                <a:xfrm rot="5400000">
                  <a:off x="4831541" y="229595"/>
                  <a:ext cx="4595886" cy="6055018"/>
                  <a:chOff x="4835488" y="208128"/>
                  <a:chExt cx="4595886" cy="6055018"/>
                </a:xfrm>
                <a:grpFill/>
              </p:grpSpPr>
              <p:grpSp>
                <p:nvGrpSpPr>
                  <p:cNvPr id="714" name="Group 713">
                    <a:extLst>
                      <a:ext uri="{FF2B5EF4-FFF2-40B4-BE49-F238E27FC236}">
                        <a16:creationId xmlns:a16="http://schemas.microsoft.com/office/drawing/2014/main" id="{69FE9408-1510-42E5-9AA7-0C24E037245A}"/>
                      </a:ext>
                    </a:extLst>
                  </p:cNvPr>
                  <p:cNvGrpSpPr/>
                  <p:nvPr/>
                </p:nvGrpSpPr>
                <p:grpSpPr>
                  <a:xfrm>
                    <a:off x="4835488" y="966780"/>
                    <a:ext cx="3787475" cy="5296366"/>
                    <a:chOff x="4835488" y="966780"/>
                    <a:chExt cx="3787475" cy="5296366"/>
                  </a:xfrm>
                  <a:grpFill/>
                </p:grpSpPr>
                <p:cxnSp>
                  <p:nvCxnSpPr>
                    <p:cNvPr id="720" name="Straight Connector 719">
                      <a:extLst>
                        <a:ext uri="{FF2B5EF4-FFF2-40B4-BE49-F238E27FC236}">
                          <a16:creationId xmlns:a16="http://schemas.microsoft.com/office/drawing/2014/main" id="{A0381322-5305-4793-B338-ED5525EBFD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7508658" y="5147487"/>
                      <a:ext cx="748560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1" name="Straight Connector 720">
                      <a:extLst>
                        <a:ext uri="{FF2B5EF4-FFF2-40B4-BE49-F238E27FC236}">
                          <a16:creationId xmlns:a16="http://schemas.microsoft.com/office/drawing/2014/main" id="{1AB06102-5E13-4F03-870A-FE0C951A1D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8259359" y="4402672"/>
                      <a:ext cx="0" cy="727209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2" name="Straight Connector 721">
                      <a:extLst>
                        <a:ext uri="{FF2B5EF4-FFF2-40B4-BE49-F238E27FC236}">
                          <a16:creationId xmlns:a16="http://schemas.microsoft.com/office/drawing/2014/main" id="{33FC5362-215F-4D65-8ACF-6D80264F5B0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7117331" y="4780635"/>
                      <a:ext cx="0" cy="1487043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3" name="Straight Connector 722">
                      <a:extLst>
                        <a:ext uri="{FF2B5EF4-FFF2-40B4-BE49-F238E27FC236}">
                          <a16:creationId xmlns:a16="http://schemas.microsoft.com/office/drawing/2014/main" id="{432AB09C-E9F6-48F5-BCB2-5D2EB1C69A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4467952" y="5895611"/>
                      <a:ext cx="735071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4" name="Straight Connector 723">
                      <a:extLst>
                        <a:ext uri="{FF2B5EF4-FFF2-40B4-BE49-F238E27FC236}">
                          <a16:creationId xmlns:a16="http://schemas.microsoft.com/office/drawing/2014/main" id="{FF3B5B6B-7874-470B-BB32-B7B8695B67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85565" y="5895611"/>
                      <a:ext cx="735071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5" name="Straight Connector 724">
                      <a:extLst>
                        <a:ext uri="{FF2B5EF4-FFF2-40B4-BE49-F238E27FC236}">
                          <a16:creationId xmlns:a16="http://schemas.microsoft.com/office/drawing/2014/main" id="{01EE5224-76BC-4461-A2B3-7238C2CDC8B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99147" y="1334316"/>
                      <a:ext cx="735071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15" name="Group 714">
                    <a:extLst>
                      <a:ext uri="{FF2B5EF4-FFF2-40B4-BE49-F238E27FC236}">
                        <a16:creationId xmlns:a16="http://schemas.microsoft.com/office/drawing/2014/main" id="{E5F651A4-9851-493E-84FF-5724A0309125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597917" y="208128"/>
                    <a:ext cx="3833457" cy="1505248"/>
                    <a:chOff x="4854992" y="4795499"/>
                    <a:chExt cx="3833457" cy="1505248"/>
                  </a:xfrm>
                  <a:grpFill/>
                </p:grpSpPr>
                <p:cxnSp>
                  <p:nvCxnSpPr>
                    <p:cNvPr id="716" name="Straight Connector 715">
                      <a:extLst>
                        <a:ext uri="{FF2B5EF4-FFF2-40B4-BE49-F238E27FC236}">
                          <a16:creationId xmlns:a16="http://schemas.microsoft.com/office/drawing/2014/main" id="{E6F03C34-8460-450F-9C51-04D15DF3017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26447" y="4795499"/>
                      <a:ext cx="762002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7" name="Straight Connector 716">
                      <a:extLst>
                        <a:ext uri="{FF2B5EF4-FFF2-40B4-BE49-F238E27FC236}">
                          <a16:creationId xmlns:a16="http://schemas.microsoft.com/office/drawing/2014/main" id="{20242FB8-1E21-4DF4-ACC8-CFC22DDD35B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6027226" y="5920548"/>
                      <a:ext cx="746510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8" name="Straight Connector 717">
                      <a:extLst>
                        <a:ext uri="{FF2B5EF4-FFF2-40B4-BE49-F238E27FC236}">
                          <a16:creationId xmlns:a16="http://schemas.microsoft.com/office/drawing/2014/main" id="{3CE1C426-99F8-4A45-AB77-244FB6C725F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7160929" y="4801456"/>
                      <a:ext cx="0" cy="1491676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9" name="Straight Connector 718">
                      <a:extLst>
                        <a:ext uri="{FF2B5EF4-FFF2-40B4-BE49-F238E27FC236}">
                          <a16:creationId xmlns:a16="http://schemas.microsoft.com/office/drawing/2014/main" id="{6F2A4CA9-7D14-48E8-AC91-F1F8ED8F2E9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4480713" y="5926468"/>
                      <a:ext cx="748558" cy="0"/>
                    </a:xfrm>
                    <a:prstGeom prst="line">
                      <a:avLst/>
                    </a:prstGeom>
                    <a:grpFill/>
                    <a:ln w="381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843" name="Group 842">
                <a:extLst>
                  <a:ext uri="{FF2B5EF4-FFF2-40B4-BE49-F238E27FC236}">
                    <a16:creationId xmlns:a16="http://schemas.microsoft.com/office/drawing/2014/main" id="{12E4EBB4-4E97-4EFA-A7D8-2F28E45B3C03}"/>
                  </a:ext>
                </a:extLst>
              </p:cNvPr>
              <p:cNvGrpSpPr/>
              <p:nvPr/>
            </p:nvGrpSpPr>
            <p:grpSpPr>
              <a:xfrm>
                <a:off x="-5154145" y="-8790852"/>
                <a:ext cx="24435712" cy="24664573"/>
                <a:chOff x="4087046" y="201783"/>
                <a:chExt cx="6069979" cy="6126839"/>
              </a:xfrm>
              <a:noFill/>
            </p:grpSpPr>
            <p:grpSp>
              <p:nvGrpSpPr>
                <p:cNvPr id="877" name="Group 876">
                  <a:extLst>
                    <a:ext uri="{FF2B5EF4-FFF2-40B4-BE49-F238E27FC236}">
                      <a16:creationId xmlns:a16="http://schemas.microsoft.com/office/drawing/2014/main" id="{77A2DE47-5DE2-443A-98A1-29B127741B0B}"/>
                    </a:ext>
                  </a:extLst>
                </p:cNvPr>
                <p:cNvGrpSpPr/>
                <p:nvPr/>
              </p:nvGrpSpPr>
              <p:grpSpPr>
                <a:xfrm>
                  <a:off x="4087046" y="201783"/>
                  <a:ext cx="6069979" cy="6126839"/>
                  <a:chOff x="4087046" y="201783"/>
                  <a:chExt cx="6069979" cy="6126839"/>
                </a:xfrm>
                <a:grpFill/>
              </p:grpSpPr>
              <p:grpSp>
                <p:nvGrpSpPr>
                  <p:cNvPr id="891" name="Group 890">
                    <a:extLst>
                      <a:ext uri="{FF2B5EF4-FFF2-40B4-BE49-F238E27FC236}">
                        <a16:creationId xmlns:a16="http://schemas.microsoft.com/office/drawing/2014/main" id="{DED415BA-3E73-4A6A-9071-E155F51D05FC}"/>
                      </a:ext>
                    </a:extLst>
                  </p:cNvPr>
                  <p:cNvGrpSpPr/>
                  <p:nvPr/>
                </p:nvGrpSpPr>
                <p:grpSpPr>
                  <a:xfrm>
                    <a:off x="4087046" y="953333"/>
                    <a:ext cx="6069979" cy="5375289"/>
                    <a:chOff x="4087046" y="953333"/>
                    <a:chExt cx="6069979" cy="5375289"/>
                  </a:xfrm>
                  <a:grpFill/>
                </p:grpSpPr>
                <p:cxnSp>
                  <p:nvCxnSpPr>
                    <p:cNvPr id="899" name="Straight Connector 898">
                      <a:extLst>
                        <a:ext uri="{FF2B5EF4-FFF2-40B4-BE49-F238E27FC236}">
                          <a16:creationId xmlns:a16="http://schemas.microsoft.com/office/drawing/2014/main" id="{37513469-4B5A-4392-8A9E-EB0B3B7DBCA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89749" y="4796248"/>
                      <a:ext cx="0" cy="74572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0" name="Straight Connector 899">
                      <a:extLst>
                        <a:ext uri="{FF2B5EF4-FFF2-40B4-BE49-F238E27FC236}">
                          <a16:creationId xmlns:a16="http://schemas.microsoft.com/office/drawing/2014/main" id="{BFD26BBD-B96E-4D30-8835-48E7EFDED66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61811" y="5553601"/>
                      <a:ext cx="0" cy="758797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1" name="Straight Connector 900">
                      <a:extLst>
                        <a:ext uri="{FF2B5EF4-FFF2-40B4-BE49-F238E27FC236}">
                          <a16:creationId xmlns:a16="http://schemas.microsoft.com/office/drawing/2014/main" id="{EE319DD0-A54E-4D83-9F41-331C2BDC040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397239" y="4789755"/>
                      <a:ext cx="0" cy="754726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2" name="Straight Connector 901">
                      <a:extLst>
                        <a:ext uri="{FF2B5EF4-FFF2-40B4-BE49-F238E27FC236}">
                          <a16:creationId xmlns:a16="http://schemas.microsoft.com/office/drawing/2014/main" id="{99FD6F0A-679D-4BF2-9FCD-95966648E9C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57025" y="4011494"/>
                      <a:ext cx="0" cy="154355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3" name="Straight Connector 902">
                      <a:extLst>
                        <a:ext uri="{FF2B5EF4-FFF2-40B4-BE49-F238E27FC236}">
                          <a16:creationId xmlns:a16="http://schemas.microsoft.com/office/drawing/2014/main" id="{8AF3575D-F5BE-4DE2-984A-2445569D41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6328622"/>
                      <a:ext cx="2247764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4" name="Straight Connector 903">
                      <a:extLst>
                        <a:ext uri="{FF2B5EF4-FFF2-40B4-BE49-F238E27FC236}">
                          <a16:creationId xmlns:a16="http://schemas.microsoft.com/office/drawing/2014/main" id="{087CF2A0-A20D-4D83-9BFA-8A5F06D4A9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087046" y="964029"/>
                      <a:ext cx="0" cy="1504355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5" name="Straight Connector 904">
                      <a:extLst>
                        <a:ext uri="{FF2B5EF4-FFF2-40B4-BE49-F238E27FC236}">
                          <a16:creationId xmlns:a16="http://schemas.microsoft.com/office/drawing/2014/main" id="{688DD950-6302-4E1C-B64E-E36D9E8AF6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4781007"/>
                      <a:ext cx="1494673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6" name="Straight Connector 905">
                      <a:extLst>
                        <a:ext uri="{FF2B5EF4-FFF2-40B4-BE49-F238E27FC236}">
                          <a16:creationId xmlns:a16="http://schemas.microsoft.com/office/drawing/2014/main" id="{61A7C596-49FF-4B8F-82A3-1B3357F3129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71076" y="953333"/>
                      <a:ext cx="2273664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7" name="Straight Connector 906">
                      <a:extLst>
                        <a:ext uri="{FF2B5EF4-FFF2-40B4-BE49-F238E27FC236}">
                          <a16:creationId xmlns:a16="http://schemas.microsoft.com/office/drawing/2014/main" id="{4711C981-3393-4A7C-B204-E3785C4F34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04463" y="4786939"/>
                      <a:ext cx="1486760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8" name="Straight Connector 907">
                      <a:extLst>
                        <a:ext uri="{FF2B5EF4-FFF2-40B4-BE49-F238E27FC236}">
                          <a16:creationId xmlns:a16="http://schemas.microsoft.com/office/drawing/2014/main" id="{1946994B-9811-4A4B-8465-10FDD5BE436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60144" y="5551991"/>
                      <a:ext cx="1534360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92" name="Group 891">
                    <a:extLst>
                      <a:ext uri="{FF2B5EF4-FFF2-40B4-BE49-F238E27FC236}">
                        <a16:creationId xmlns:a16="http://schemas.microsoft.com/office/drawing/2014/main" id="{94F36943-8491-4747-90F5-C9B16645A69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846608" y="201783"/>
                    <a:ext cx="5303443" cy="1518226"/>
                    <a:chOff x="4136315" y="4788866"/>
                    <a:chExt cx="5303443" cy="1518226"/>
                  </a:xfrm>
                  <a:grpFill/>
                </p:grpSpPr>
                <p:cxnSp>
                  <p:nvCxnSpPr>
                    <p:cNvPr id="893" name="Straight Connector 892">
                      <a:extLst>
                        <a:ext uri="{FF2B5EF4-FFF2-40B4-BE49-F238E27FC236}">
                          <a16:creationId xmlns:a16="http://schemas.microsoft.com/office/drawing/2014/main" id="{869C40E6-4285-4709-BFD2-FA3898CE37B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7926222" y="4788980"/>
                      <a:ext cx="0" cy="76533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4" name="Straight Connector 893">
                      <a:extLst>
                        <a:ext uri="{FF2B5EF4-FFF2-40B4-BE49-F238E27FC236}">
                          <a16:creationId xmlns:a16="http://schemas.microsoft.com/office/drawing/2014/main" id="{89BCB00B-5D42-4B7E-ABAF-890735DA99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439758" y="4792278"/>
                      <a:ext cx="0" cy="754726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5" name="Straight Connector 894">
                      <a:extLst>
                        <a:ext uri="{FF2B5EF4-FFF2-40B4-BE49-F238E27FC236}">
                          <a16:creationId xmlns:a16="http://schemas.microsoft.com/office/drawing/2014/main" id="{02E7D9FC-8F96-4B2C-8A18-C4A66BF612F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36315" y="6307092"/>
                      <a:ext cx="1492643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6" name="Straight Connector 895">
                      <a:extLst>
                        <a:ext uri="{FF2B5EF4-FFF2-40B4-BE49-F238E27FC236}">
                          <a16:creationId xmlns:a16="http://schemas.microsoft.com/office/drawing/2014/main" id="{03D67585-F24E-4FD2-A4A1-0218C70357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5641626" y="5556172"/>
                      <a:ext cx="0" cy="746651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7" name="Straight Connector 896">
                      <a:extLst>
                        <a:ext uri="{FF2B5EF4-FFF2-40B4-BE49-F238E27FC236}">
                          <a16:creationId xmlns:a16="http://schemas.microsoft.com/office/drawing/2014/main" id="{99052C44-145A-4E2F-A38B-4FD27A50783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36315" y="4790544"/>
                      <a:ext cx="1502208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8" name="Straight Connector 897">
                      <a:extLst>
                        <a:ext uri="{FF2B5EF4-FFF2-40B4-BE49-F238E27FC236}">
                          <a16:creationId xmlns:a16="http://schemas.microsoft.com/office/drawing/2014/main" id="{FEC38670-34FF-41BF-86E5-86CD1973158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7929391" y="4788866"/>
                      <a:ext cx="1510367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878" name="Group 877">
                  <a:extLst>
                    <a:ext uri="{FF2B5EF4-FFF2-40B4-BE49-F238E27FC236}">
                      <a16:creationId xmlns:a16="http://schemas.microsoft.com/office/drawing/2014/main" id="{1E1A9309-1E0E-4A10-933A-EB8984FC3BEE}"/>
                    </a:ext>
                  </a:extLst>
                </p:cNvPr>
                <p:cNvGrpSpPr/>
                <p:nvPr/>
              </p:nvGrpSpPr>
              <p:grpSpPr>
                <a:xfrm rot="5400000">
                  <a:off x="4831541" y="229595"/>
                  <a:ext cx="4595886" cy="6055018"/>
                  <a:chOff x="4835488" y="208128"/>
                  <a:chExt cx="4595886" cy="6055018"/>
                </a:xfrm>
                <a:grpFill/>
              </p:grpSpPr>
              <p:grpSp>
                <p:nvGrpSpPr>
                  <p:cNvPr id="879" name="Group 878">
                    <a:extLst>
                      <a:ext uri="{FF2B5EF4-FFF2-40B4-BE49-F238E27FC236}">
                        <a16:creationId xmlns:a16="http://schemas.microsoft.com/office/drawing/2014/main" id="{1368A0A6-2585-429F-A42E-B065A258FED5}"/>
                      </a:ext>
                    </a:extLst>
                  </p:cNvPr>
                  <p:cNvGrpSpPr/>
                  <p:nvPr/>
                </p:nvGrpSpPr>
                <p:grpSpPr>
                  <a:xfrm>
                    <a:off x="4835488" y="966780"/>
                    <a:ext cx="3812179" cy="5296366"/>
                    <a:chOff x="4835488" y="966780"/>
                    <a:chExt cx="3812179" cy="5296366"/>
                  </a:xfrm>
                  <a:grpFill/>
                </p:grpSpPr>
                <p:cxnSp>
                  <p:nvCxnSpPr>
                    <p:cNvPr id="885" name="Straight Connector 884">
                      <a:extLst>
                        <a:ext uri="{FF2B5EF4-FFF2-40B4-BE49-F238E27FC236}">
                          <a16:creationId xmlns:a16="http://schemas.microsoft.com/office/drawing/2014/main" id="{FA5C89A8-D54D-4565-8DE8-9748FEA09E0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7514966" y="5142756"/>
                      <a:ext cx="748560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6" name="Straight Connector 885">
                      <a:extLst>
                        <a:ext uri="{FF2B5EF4-FFF2-40B4-BE49-F238E27FC236}">
                          <a16:creationId xmlns:a16="http://schemas.microsoft.com/office/drawing/2014/main" id="{9CD115F8-25D3-41B5-8451-570B5BC45EB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8271711" y="4390320"/>
                      <a:ext cx="0" cy="751913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7" name="Straight Connector 886">
                      <a:extLst>
                        <a:ext uri="{FF2B5EF4-FFF2-40B4-BE49-F238E27FC236}">
                          <a16:creationId xmlns:a16="http://schemas.microsoft.com/office/drawing/2014/main" id="{ECBF3D7F-27C5-4669-8F1E-DA0C53A1772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7132695" y="4765271"/>
                      <a:ext cx="0" cy="151777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8" name="Straight Connector 887">
                      <a:extLst>
                        <a:ext uri="{FF2B5EF4-FFF2-40B4-BE49-F238E27FC236}">
                          <a16:creationId xmlns:a16="http://schemas.microsoft.com/office/drawing/2014/main" id="{873C0A31-C3AE-4AC8-9334-20B9F606847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4467952" y="5895611"/>
                      <a:ext cx="735071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9" name="Straight Connector 888">
                      <a:extLst>
                        <a:ext uri="{FF2B5EF4-FFF2-40B4-BE49-F238E27FC236}">
                          <a16:creationId xmlns:a16="http://schemas.microsoft.com/office/drawing/2014/main" id="{526304F7-816D-42B9-B7A1-BD6F67A75A7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85565" y="5895611"/>
                      <a:ext cx="735071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0" name="Straight Connector 889">
                      <a:extLst>
                        <a:ext uri="{FF2B5EF4-FFF2-40B4-BE49-F238E27FC236}">
                          <a16:creationId xmlns:a16="http://schemas.microsoft.com/office/drawing/2014/main" id="{B8FCF097-E3E8-4F81-B762-417D1397313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99147" y="1334316"/>
                      <a:ext cx="735071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80" name="Group 879">
                    <a:extLst>
                      <a:ext uri="{FF2B5EF4-FFF2-40B4-BE49-F238E27FC236}">
                        <a16:creationId xmlns:a16="http://schemas.microsoft.com/office/drawing/2014/main" id="{0498B764-F0E6-4B24-9C5C-CBFAE6475803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597917" y="208128"/>
                    <a:ext cx="3833457" cy="1505248"/>
                    <a:chOff x="4854992" y="4795499"/>
                    <a:chExt cx="3833457" cy="1505248"/>
                  </a:xfrm>
                  <a:grpFill/>
                </p:grpSpPr>
                <p:cxnSp>
                  <p:nvCxnSpPr>
                    <p:cNvPr id="881" name="Straight Connector 880">
                      <a:extLst>
                        <a:ext uri="{FF2B5EF4-FFF2-40B4-BE49-F238E27FC236}">
                          <a16:creationId xmlns:a16="http://schemas.microsoft.com/office/drawing/2014/main" id="{B0D4F810-1E46-4CEB-9594-4D90FD25C1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26447" y="4795499"/>
                      <a:ext cx="762002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2" name="Straight Connector 881">
                      <a:extLst>
                        <a:ext uri="{FF2B5EF4-FFF2-40B4-BE49-F238E27FC236}">
                          <a16:creationId xmlns:a16="http://schemas.microsoft.com/office/drawing/2014/main" id="{F974509A-42CF-4349-8CBD-4E6071DC649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6026202" y="5919526"/>
                      <a:ext cx="748558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3" name="Straight Connector 882">
                      <a:extLst>
                        <a:ext uri="{FF2B5EF4-FFF2-40B4-BE49-F238E27FC236}">
                          <a16:creationId xmlns:a16="http://schemas.microsoft.com/office/drawing/2014/main" id="{3476CFA9-B7B6-4A71-BF4C-F39FD6A669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7160055" y="4782629"/>
                      <a:ext cx="0" cy="1523019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4" name="Straight Connector 883">
                      <a:extLst>
                        <a:ext uri="{FF2B5EF4-FFF2-40B4-BE49-F238E27FC236}">
                          <a16:creationId xmlns:a16="http://schemas.microsoft.com/office/drawing/2014/main" id="{DD0CB88F-94AE-4539-BF04-1642C01B70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4480713" y="5926468"/>
                      <a:ext cx="748558" cy="0"/>
                    </a:xfrm>
                    <a:prstGeom prst="line">
                      <a:avLst/>
                    </a:prstGeom>
                    <a:grpFill/>
                    <a:ln w="3048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55065D86-463A-4A5F-BE8B-D9F6564B5810}"/>
                  </a:ext>
                </a:extLst>
              </p:cNvPr>
              <p:cNvGrpSpPr/>
              <p:nvPr/>
            </p:nvGrpSpPr>
            <p:grpSpPr>
              <a:xfrm>
                <a:off x="954783" y="-2669210"/>
                <a:ext cx="12251320" cy="12321116"/>
                <a:chOff x="4087046" y="191112"/>
                <a:chExt cx="6086604" cy="6121286"/>
              </a:xfrm>
              <a:noFill/>
            </p:grpSpPr>
            <p:grpSp>
              <p:nvGrpSpPr>
                <p:cNvPr id="845" name="Group 844">
                  <a:extLst>
                    <a:ext uri="{FF2B5EF4-FFF2-40B4-BE49-F238E27FC236}">
                      <a16:creationId xmlns:a16="http://schemas.microsoft.com/office/drawing/2014/main" id="{D5322723-5286-4F0C-8FDE-2E785F53C4E1}"/>
                    </a:ext>
                  </a:extLst>
                </p:cNvPr>
                <p:cNvGrpSpPr/>
                <p:nvPr/>
              </p:nvGrpSpPr>
              <p:grpSpPr>
                <a:xfrm>
                  <a:off x="4087046" y="191112"/>
                  <a:ext cx="6086604" cy="6121286"/>
                  <a:chOff x="4087046" y="191112"/>
                  <a:chExt cx="6086604" cy="6121286"/>
                </a:xfrm>
                <a:grpFill/>
              </p:grpSpPr>
              <p:grpSp>
                <p:nvGrpSpPr>
                  <p:cNvPr id="859" name="Group 858">
                    <a:extLst>
                      <a:ext uri="{FF2B5EF4-FFF2-40B4-BE49-F238E27FC236}">
                        <a16:creationId xmlns:a16="http://schemas.microsoft.com/office/drawing/2014/main" id="{B0C0B6A0-9CF6-49E1-93C1-227A19B69D34}"/>
                      </a:ext>
                    </a:extLst>
                  </p:cNvPr>
                  <p:cNvGrpSpPr/>
                  <p:nvPr/>
                </p:nvGrpSpPr>
                <p:grpSpPr>
                  <a:xfrm>
                    <a:off x="4087046" y="953333"/>
                    <a:ext cx="6069979" cy="5359065"/>
                    <a:chOff x="4087046" y="953333"/>
                    <a:chExt cx="6069979" cy="5359065"/>
                  </a:xfrm>
                  <a:grpFill/>
                </p:grpSpPr>
                <p:cxnSp>
                  <p:nvCxnSpPr>
                    <p:cNvPr id="867" name="Straight Connector 866">
                      <a:extLst>
                        <a:ext uri="{FF2B5EF4-FFF2-40B4-BE49-F238E27FC236}">
                          <a16:creationId xmlns:a16="http://schemas.microsoft.com/office/drawing/2014/main" id="{0C12EC0C-0F4B-484C-A6A3-2551CEE2338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89749" y="4796248"/>
                      <a:ext cx="0" cy="74572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8" name="Straight Connector 867">
                      <a:extLst>
                        <a:ext uri="{FF2B5EF4-FFF2-40B4-BE49-F238E27FC236}">
                          <a16:creationId xmlns:a16="http://schemas.microsoft.com/office/drawing/2014/main" id="{5BC7E17B-BAC1-4A79-A30F-047F7C0E80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64966" y="5553601"/>
                      <a:ext cx="0" cy="748278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9" name="Straight Connector 868">
                      <a:extLst>
                        <a:ext uri="{FF2B5EF4-FFF2-40B4-BE49-F238E27FC236}">
                          <a16:creationId xmlns:a16="http://schemas.microsoft.com/office/drawing/2014/main" id="{0A3742CE-B1C2-4E83-8658-6E84F10CF1C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397239" y="4789755"/>
                      <a:ext cx="0" cy="754726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0" name="Straight Connector 869">
                      <a:extLst>
                        <a:ext uri="{FF2B5EF4-FFF2-40B4-BE49-F238E27FC236}">
                          <a16:creationId xmlns:a16="http://schemas.microsoft.com/office/drawing/2014/main" id="{E094D675-81C1-4210-9015-E801CCD8CE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57025" y="4011494"/>
                      <a:ext cx="0" cy="154355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1" name="Straight Connector 870">
                      <a:extLst>
                        <a:ext uri="{FF2B5EF4-FFF2-40B4-BE49-F238E27FC236}">
                          <a16:creationId xmlns:a16="http://schemas.microsoft.com/office/drawing/2014/main" id="{2ADADF49-83C0-4A1F-BFDE-7B8990DFD1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6312398"/>
                      <a:ext cx="2247764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2" name="Straight Connector 871">
                      <a:extLst>
                        <a:ext uri="{FF2B5EF4-FFF2-40B4-BE49-F238E27FC236}">
                          <a16:creationId xmlns:a16="http://schemas.microsoft.com/office/drawing/2014/main" id="{5050E981-1CD1-43F1-835D-11F576313F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087046" y="964029"/>
                      <a:ext cx="0" cy="1504355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3" name="Straight Connector 872">
                      <a:extLst>
                        <a:ext uri="{FF2B5EF4-FFF2-40B4-BE49-F238E27FC236}">
                          <a16:creationId xmlns:a16="http://schemas.microsoft.com/office/drawing/2014/main" id="{9354D8C5-A251-4271-A63D-EF92EDFF1B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4771341"/>
                      <a:ext cx="1486760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4" name="Straight Connector 873">
                      <a:extLst>
                        <a:ext uri="{FF2B5EF4-FFF2-40B4-BE49-F238E27FC236}">
                          <a16:creationId xmlns:a16="http://schemas.microsoft.com/office/drawing/2014/main" id="{D525248F-2E01-489B-AECA-FFDFECFC0B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71076" y="953333"/>
                      <a:ext cx="2246332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5" name="Straight Connector 874">
                      <a:extLst>
                        <a:ext uri="{FF2B5EF4-FFF2-40B4-BE49-F238E27FC236}">
                          <a16:creationId xmlns:a16="http://schemas.microsoft.com/office/drawing/2014/main" id="{37C9161F-7BD6-4244-A235-53DE42747E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04463" y="4786939"/>
                      <a:ext cx="1486760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6" name="Straight Connector 875">
                      <a:extLst>
                        <a:ext uri="{FF2B5EF4-FFF2-40B4-BE49-F238E27FC236}">
                          <a16:creationId xmlns:a16="http://schemas.microsoft.com/office/drawing/2014/main" id="{0D4984A5-3AF4-422F-A38F-E58A824C30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89374" y="5551991"/>
                      <a:ext cx="1486760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60" name="Group 859">
                    <a:extLst>
                      <a:ext uri="{FF2B5EF4-FFF2-40B4-BE49-F238E27FC236}">
                        <a16:creationId xmlns:a16="http://schemas.microsoft.com/office/drawing/2014/main" id="{C2687508-8CF8-4DFC-A7E3-984D6270B8D8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846608" y="191112"/>
                    <a:ext cx="5327042" cy="1535108"/>
                    <a:chOff x="4112716" y="4782655"/>
                    <a:chExt cx="5327042" cy="1535108"/>
                  </a:xfrm>
                  <a:grpFill/>
                </p:grpSpPr>
                <p:cxnSp>
                  <p:nvCxnSpPr>
                    <p:cNvPr id="861" name="Straight Connector 860">
                      <a:extLst>
                        <a:ext uri="{FF2B5EF4-FFF2-40B4-BE49-F238E27FC236}">
                          <a16:creationId xmlns:a16="http://schemas.microsoft.com/office/drawing/2014/main" id="{83678C21-6168-47F6-905A-0F36B5E2F2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7926222" y="4788980"/>
                      <a:ext cx="0" cy="76533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2" name="Straight Connector 861">
                      <a:extLst>
                        <a:ext uri="{FF2B5EF4-FFF2-40B4-BE49-F238E27FC236}">
                          <a16:creationId xmlns:a16="http://schemas.microsoft.com/office/drawing/2014/main" id="{A561E834-8A06-4768-8852-F4CB94079A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439758" y="4792278"/>
                      <a:ext cx="0" cy="754726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3" name="Straight Connector 862">
                      <a:extLst>
                        <a:ext uri="{FF2B5EF4-FFF2-40B4-BE49-F238E27FC236}">
                          <a16:creationId xmlns:a16="http://schemas.microsoft.com/office/drawing/2014/main" id="{DDC077DB-21E1-4931-8C73-555F846740F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29373" y="6317763"/>
                      <a:ext cx="1499585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4" name="Straight Connector 863">
                      <a:extLst>
                        <a:ext uri="{FF2B5EF4-FFF2-40B4-BE49-F238E27FC236}">
                          <a16:creationId xmlns:a16="http://schemas.microsoft.com/office/drawing/2014/main" id="{028EBD12-F38D-4BE8-90D0-C313867ABF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5641626" y="5556172"/>
                      <a:ext cx="0" cy="746651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5" name="Straight Connector 864">
                      <a:extLst>
                        <a:ext uri="{FF2B5EF4-FFF2-40B4-BE49-F238E27FC236}">
                          <a16:creationId xmlns:a16="http://schemas.microsoft.com/office/drawing/2014/main" id="{502AACC9-4ABA-49B0-92D3-7AD00337B24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12716" y="4782655"/>
                      <a:ext cx="1506678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6" name="Straight Connector 865">
                      <a:extLst>
                        <a:ext uri="{FF2B5EF4-FFF2-40B4-BE49-F238E27FC236}">
                          <a16:creationId xmlns:a16="http://schemas.microsoft.com/office/drawing/2014/main" id="{E523E1B3-FB85-40B9-AF7E-49FBC12FCF1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7950050" y="4788866"/>
                      <a:ext cx="1466807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846" name="Group 845">
                  <a:extLst>
                    <a:ext uri="{FF2B5EF4-FFF2-40B4-BE49-F238E27FC236}">
                      <a16:creationId xmlns:a16="http://schemas.microsoft.com/office/drawing/2014/main" id="{C6C8B903-B7A2-4D5E-92F1-0648C0CD7122}"/>
                    </a:ext>
                  </a:extLst>
                </p:cNvPr>
                <p:cNvGrpSpPr/>
                <p:nvPr/>
              </p:nvGrpSpPr>
              <p:grpSpPr>
                <a:xfrm rot="5400000">
                  <a:off x="4831541" y="229595"/>
                  <a:ext cx="4595886" cy="6055018"/>
                  <a:chOff x="4835488" y="208128"/>
                  <a:chExt cx="4595886" cy="6055018"/>
                </a:xfrm>
                <a:grpFill/>
              </p:grpSpPr>
              <p:grpSp>
                <p:nvGrpSpPr>
                  <p:cNvPr id="847" name="Group 846">
                    <a:extLst>
                      <a:ext uri="{FF2B5EF4-FFF2-40B4-BE49-F238E27FC236}">
                        <a16:creationId xmlns:a16="http://schemas.microsoft.com/office/drawing/2014/main" id="{714EF437-F3A4-41B3-8922-6C0BE42FB0BB}"/>
                      </a:ext>
                    </a:extLst>
                  </p:cNvPr>
                  <p:cNvGrpSpPr/>
                  <p:nvPr/>
                </p:nvGrpSpPr>
                <p:grpSpPr>
                  <a:xfrm>
                    <a:off x="4835488" y="966780"/>
                    <a:ext cx="3787475" cy="5296366"/>
                    <a:chOff x="4835488" y="966780"/>
                    <a:chExt cx="3787475" cy="5296366"/>
                  </a:xfrm>
                  <a:grpFill/>
                </p:grpSpPr>
                <p:cxnSp>
                  <p:nvCxnSpPr>
                    <p:cNvPr id="853" name="Straight Connector 852">
                      <a:extLst>
                        <a:ext uri="{FF2B5EF4-FFF2-40B4-BE49-F238E27FC236}">
                          <a16:creationId xmlns:a16="http://schemas.microsoft.com/office/drawing/2014/main" id="{6A3A594B-B6D4-4DA2-8DB3-C85917EC869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7508658" y="5147487"/>
                      <a:ext cx="748560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4" name="Straight Connector 853">
                      <a:extLst>
                        <a:ext uri="{FF2B5EF4-FFF2-40B4-BE49-F238E27FC236}">
                          <a16:creationId xmlns:a16="http://schemas.microsoft.com/office/drawing/2014/main" id="{270EC35D-09AD-47E6-A991-B9DB1938E15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8259359" y="4402672"/>
                      <a:ext cx="0" cy="727209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5" name="Straight Connector 854">
                      <a:extLst>
                        <a:ext uri="{FF2B5EF4-FFF2-40B4-BE49-F238E27FC236}">
                          <a16:creationId xmlns:a16="http://schemas.microsoft.com/office/drawing/2014/main" id="{338FD434-2AFC-4E03-BB5D-9EC90FC72D1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7117331" y="4780635"/>
                      <a:ext cx="0" cy="1487043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6" name="Straight Connector 855">
                      <a:extLst>
                        <a:ext uri="{FF2B5EF4-FFF2-40B4-BE49-F238E27FC236}">
                          <a16:creationId xmlns:a16="http://schemas.microsoft.com/office/drawing/2014/main" id="{1FE9848B-398D-4562-BBE0-59C9B264D82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4467952" y="5895611"/>
                      <a:ext cx="735071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7" name="Straight Connector 856">
                      <a:extLst>
                        <a:ext uri="{FF2B5EF4-FFF2-40B4-BE49-F238E27FC236}">
                          <a16:creationId xmlns:a16="http://schemas.microsoft.com/office/drawing/2014/main" id="{9D07B8F2-671A-48C2-B19D-839069663C4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85565" y="5895611"/>
                      <a:ext cx="735071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8" name="Straight Connector 857">
                      <a:extLst>
                        <a:ext uri="{FF2B5EF4-FFF2-40B4-BE49-F238E27FC236}">
                          <a16:creationId xmlns:a16="http://schemas.microsoft.com/office/drawing/2014/main" id="{B07E27D7-C3E1-434B-911F-738E0276FB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99147" y="1334316"/>
                      <a:ext cx="735071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48" name="Group 847">
                    <a:extLst>
                      <a:ext uri="{FF2B5EF4-FFF2-40B4-BE49-F238E27FC236}">
                        <a16:creationId xmlns:a16="http://schemas.microsoft.com/office/drawing/2014/main" id="{A58528CA-35B7-4293-9B10-63F2CDB215D7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597917" y="208128"/>
                    <a:ext cx="3833457" cy="1505248"/>
                    <a:chOff x="4854992" y="4795499"/>
                    <a:chExt cx="3833457" cy="1505248"/>
                  </a:xfrm>
                  <a:grpFill/>
                </p:grpSpPr>
                <p:cxnSp>
                  <p:nvCxnSpPr>
                    <p:cNvPr id="849" name="Straight Connector 848">
                      <a:extLst>
                        <a:ext uri="{FF2B5EF4-FFF2-40B4-BE49-F238E27FC236}">
                          <a16:creationId xmlns:a16="http://schemas.microsoft.com/office/drawing/2014/main" id="{566BA686-CEE9-4FAC-8702-A897FEC6778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26447" y="4795499"/>
                      <a:ext cx="762002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0" name="Straight Connector 849">
                      <a:extLst>
                        <a:ext uri="{FF2B5EF4-FFF2-40B4-BE49-F238E27FC236}">
                          <a16:creationId xmlns:a16="http://schemas.microsoft.com/office/drawing/2014/main" id="{3F84827C-26CB-4A6D-8A07-F0C8EA0166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6027226" y="5920548"/>
                      <a:ext cx="746510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1" name="Straight Connector 850">
                      <a:extLst>
                        <a:ext uri="{FF2B5EF4-FFF2-40B4-BE49-F238E27FC236}">
                          <a16:creationId xmlns:a16="http://schemas.microsoft.com/office/drawing/2014/main" id="{F5188CB8-AC93-4CCE-871B-2BE06B0D4E7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7160929" y="4801456"/>
                      <a:ext cx="0" cy="1491676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2" name="Straight Connector 851">
                      <a:extLst>
                        <a:ext uri="{FF2B5EF4-FFF2-40B4-BE49-F238E27FC236}">
                          <a16:creationId xmlns:a16="http://schemas.microsoft.com/office/drawing/2014/main" id="{12E444C5-0599-4113-A8A5-8C6EF8CC80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4480713" y="5926468"/>
                      <a:ext cx="748558" cy="0"/>
                    </a:xfrm>
                    <a:prstGeom prst="line">
                      <a:avLst/>
                    </a:prstGeom>
                    <a:grpFill/>
                    <a:ln w="15240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275" name="Group 1274">
                <a:extLst>
                  <a:ext uri="{FF2B5EF4-FFF2-40B4-BE49-F238E27FC236}">
                    <a16:creationId xmlns:a16="http://schemas.microsoft.com/office/drawing/2014/main" id="{E667A9C9-46DF-4E1B-9246-41AD08AE1E0B}"/>
                  </a:ext>
                </a:extLst>
              </p:cNvPr>
              <p:cNvGrpSpPr/>
              <p:nvPr/>
            </p:nvGrpSpPr>
            <p:grpSpPr>
              <a:xfrm>
                <a:off x="6873106" y="3303952"/>
                <a:ext cx="381211" cy="383494"/>
                <a:chOff x="4087046" y="206052"/>
                <a:chExt cx="6069979" cy="6106346"/>
              </a:xfrm>
              <a:noFill/>
            </p:grpSpPr>
            <p:grpSp>
              <p:nvGrpSpPr>
                <p:cNvPr id="1309" name="Group 1308">
                  <a:extLst>
                    <a:ext uri="{FF2B5EF4-FFF2-40B4-BE49-F238E27FC236}">
                      <a16:creationId xmlns:a16="http://schemas.microsoft.com/office/drawing/2014/main" id="{40EE6DB2-BFB7-4E47-99C9-C96C02C3D4E3}"/>
                    </a:ext>
                  </a:extLst>
                </p:cNvPr>
                <p:cNvGrpSpPr/>
                <p:nvPr/>
              </p:nvGrpSpPr>
              <p:grpSpPr>
                <a:xfrm>
                  <a:off x="4087046" y="206052"/>
                  <a:ext cx="6069979" cy="6106346"/>
                  <a:chOff x="4087046" y="206052"/>
                  <a:chExt cx="6069979" cy="6106346"/>
                </a:xfrm>
                <a:grpFill/>
              </p:grpSpPr>
              <p:grpSp>
                <p:nvGrpSpPr>
                  <p:cNvPr id="1323" name="Group 1322">
                    <a:extLst>
                      <a:ext uri="{FF2B5EF4-FFF2-40B4-BE49-F238E27FC236}">
                        <a16:creationId xmlns:a16="http://schemas.microsoft.com/office/drawing/2014/main" id="{E9E43F02-860E-4670-96F9-A573BE8BC930}"/>
                      </a:ext>
                    </a:extLst>
                  </p:cNvPr>
                  <p:cNvGrpSpPr/>
                  <p:nvPr/>
                </p:nvGrpSpPr>
                <p:grpSpPr>
                  <a:xfrm>
                    <a:off x="4087046" y="953333"/>
                    <a:ext cx="6069979" cy="5359065"/>
                    <a:chOff x="4087046" y="953333"/>
                    <a:chExt cx="6069979" cy="5359065"/>
                  </a:xfrm>
                  <a:grpFill/>
                </p:grpSpPr>
                <p:cxnSp>
                  <p:nvCxnSpPr>
                    <p:cNvPr id="1331" name="Straight Connector 1330">
                      <a:extLst>
                        <a:ext uri="{FF2B5EF4-FFF2-40B4-BE49-F238E27FC236}">
                          <a16:creationId xmlns:a16="http://schemas.microsoft.com/office/drawing/2014/main" id="{408C91FA-CB74-4DF8-BB21-2F78B1C1579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89749" y="4796248"/>
                      <a:ext cx="0" cy="74572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2" name="Straight Connector 1331">
                      <a:extLst>
                        <a:ext uri="{FF2B5EF4-FFF2-40B4-BE49-F238E27FC236}">
                          <a16:creationId xmlns:a16="http://schemas.microsoft.com/office/drawing/2014/main" id="{73E23B40-6CAB-4FDF-AFC4-617CD26FC7F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64966" y="5553601"/>
                      <a:ext cx="0" cy="748278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3" name="Straight Connector 1332">
                      <a:extLst>
                        <a:ext uri="{FF2B5EF4-FFF2-40B4-BE49-F238E27FC236}">
                          <a16:creationId xmlns:a16="http://schemas.microsoft.com/office/drawing/2014/main" id="{4F3F99D3-34B7-4E85-AFB4-F7DEE7C25B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397239" y="4789755"/>
                      <a:ext cx="0" cy="754726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4" name="Straight Connector 1333">
                      <a:extLst>
                        <a:ext uri="{FF2B5EF4-FFF2-40B4-BE49-F238E27FC236}">
                          <a16:creationId xmlns:a16="http://schemas.microsoft.com/office/drawing/2014/main" id="{BA9823BD-8DA4-4906-9815-8C50C411412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57025" y="4011494"/>
                      <a:ext cx="0" cy="154355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5" name="Straight Connector 1334">
                      <a:extLst>
                        <a:ext uri="{FF2B5EF4-FFF2-40B4-BE49-F238E27FC236}">
                          <a16:creationId xmlns:a16="http://schemas.microsoft.com/office/drawing/2014/main" id="{71A6F36F-C4BB-410C-A78F-6631D637C3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6312398"/>
                      <a:ext cx="2247764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6" name="Straight Connector 1335">
                      <a:extLst>
                        <a:ext uri="{FF2B5EF4-FFF2-40B4-BE49-F238E27FC236}">
                          <a16:creationId xmlns:a16="http://schemas.microsoft.com/office/drawing/2014/main" id="{5604FA11-F2AD-4E64-B980-8D2C480CBBC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087046" y="964029"/>
                      <a:ext cx="0" cy="1504355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7" name="Straight Connector 1336">
                      <a:extLst>
                        <a:ext uri="{FF2B5EF4-FFF2-40B4-BE49-F238E27FC236}">
                          <a16:creationId xmlns:a16="http://schemas.microsoft.com/office/drawing/2014/main" id="{AF832CFF-64A4-4C1F-B8B4-2960BA3BDA0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4771341"/>
                      <a:ext cx="1486760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8" name="Straight Connector 1337">
                      <a:extLst>
                        <a:ext uri="{FF2B5EF4-FFF2-40B4-BE49-F238E27FC236}">
                          <a16:creationId xmlns:a16="http://schemas.microsoft.com/office/drawing/2014/main" id="{8D6EFA2C-0100-48BB-9B86-8A3FA434BF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71076" y="953333"/>
                      <a:ext cx="2246332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9" name="Straight Connector 1338">
                      <a:extLst>
                        <a:ext uri="{FF2B5EF4-FFF2-40B4-BE49-F238E27FC236}">
                          <a16:creationId xmlns:a16="http://schemas.microsoft.com/office/drawing/2014/main" id="{B5A6106C-FD92-4796-9699-9DE9445D38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04463" y="4786939"/>
                      <a:ext cx="1486760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0" name="Straight Connector 1339">
                      <a:extLst>
                        <a:ext uri="{FF2B5EF4-FFF2-40B4-BE49-F238E27FC236}">
                          <a16:creationId xmlns:a16="http://schemas.microsoft.com/office/drawing/2014/main" id="{9D83C84A-1370-410A-A56E-6BE65328AC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89374" y="5551991"/>
                      <a:ext cx="1486760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24" name="Group 1323">
                    <a:extLst>
                      <a:ext uri="{FF2B5EF4-FFF2-40B4-BE49-F238E27FC236}">
                        <a16:creationId xmlns:a16="http://schemas.microsoft.com/office/drawing/2014/main" id="{E3C27D03-5C3B-4A11-9859-E6F607FE954D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846608" y="206052"/>
                    <a:ext cx="5287171" cy="1513957"/>
                    <a:chOff x="4152587" y="4788866"/>
                    <a:chExt cx="5287171" cy="1513957"/>
                  </a:xfrm>
                  <a:grpFill/>
                </p:grpSpPr>
                <p:cxnSp>
                  <p:nvCxnSpPr>
                    <p:cNvPr id="1325" name="Straight Connector 1324">
                      <a:extLst>
                        <a:ext uri="{FF2B5EF4-FFF2-40B4-BE49-F238E27FC236}">
                          <a16:creationId xmlns:a16="http://schemas.microsoft.com/office/drawing/2014/main" id="{34CE8A9D-E0C0-4D37-894C-D16EA7661A4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7926222" y="4788980"/>
                      <a:ext cx="0" cy="76533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6" name="Straight Connector 1325">
                      <a:extLst>
                        <a:ext uri="{FF2B5EF4-FFF2-40B4-BE49-F238E27FC236}">
                          <a16:creationId xmlns:a16="http://schemas.microsoft.com/office/drawing/2014/main" id="{4DB493DA-B338-48FB-82EF-A6EEED03DC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439758" y="4792278"/>
                      <a:ext cx="0" cy="754726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7" name="Straight Connector 1326">
                      <a:extLst>
                        <a:ext uri="{FF2B5EF4-FFF2-40B4-BE49-F238E27FC236}">
                          <a16:creationId xmlns:a16="http://schemas.microsoft.com/office/drawing/2014/main" id="{740C5CE3-F55D-4823-AF6A-F2D1ABAF7DB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62151" y="6301988"/>
                      <a:ext cx="1466807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8" name="Straight Connector 1327">
                      <a:extLst>
                        <a:ext uri="{FF2B5EF4-FFF2-40B4-BE49-F238E27FC236}">
                          <a16:creationId xmlns:a16="http://schemas.microsoft.com/office/drawing/2014/main" id="{C0A447F8-5CC6-4D41-AD12-3CCAFF4C75C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5641626" y="5556172"/>
                      <a:ext cx="0" cy="746651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9" name="Straight Connector 1328">
                      <a:extLst>
                        <a:ext uri="{FF2B5EF4-FFF2-40B4-BE49-F238E27FC236}">
                          <a16:creationId xmlns:a16="http://schemas.microsoft.com/office/drawing/2014/main" id="{45BA23B8-8AE4-4AE3-B19E-943B2D573E3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52587" y="4798430"/>
                      <a:ext cx="1466807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0" name="Straight Connector 1329">
                      <a:extLst>
                        <a:ext uri="{FF2B5EF4-FFF2-40B4-BE49-F238E27FC236}">
                          <a16:creationId xmlns:a16="http://schemas.microsoft.com/office/drawing/2014/main" id="{CA6EACB4-B98E-43E7-84FF-B7A04328153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7950050" y="4788866"/>
                      <a:ext cx="1466807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310" name="Group 1309">
                  <a:extLst>
                    <a:ext uri="{FF2B5EF4-FFF2-40B4-BE49-F238E27FC236}">
                      <a16:creationId xmlns:a16="http://schemas.microsoft.com/office/drawing/2014/main" id="{018764FC-0D2B-4AFD-A066-E5067361F23E}"/>
                    </a:ext>
                  </a:extLst>
                </p:cNvPr>
                <p:cNvGrpSpPr/>
                <p:nvPr/>
              </p:nvGrpSpPr>
              <p:grpSpPr>
                <a:xfrm rot="5400000">
                  <a:off x="4831541" y="229595"/>
                  <a:ext cx="4595886" cy="6055018"/>
                  <a:chOff x="4835488" y="208128"/>
                  <a:chExt cx="4595886" cy="6055018"/>
                </a:xfrm>
                <a:grpFill/>
              </p:grpSpPr>
              <p:grpSp>
                <p:nvGrpSpPr>
                  <p:cNvPr id="1311" name="Group 1310">
                    <a:extLst>
                      <a:ext uri="{FF2B5EF4-FFF2-40B4-BE49-F238E27FC236}">
                        <a16:creationId xmlns:a16="http://schemas.microsoft.com/office/drawing/2014/main" id="{D6847F48-B250-4305-A74E-527D6CAE1CF9}"/>
                      </a:ext>
                    </a:extLst>
                  </p:cNvPr>
                  <p:cNvGrpSpPr/>
                  <p:nvPr/>
                </p:nvGrpSpPr>
                <p:grpSpPr>
                  <a:xfrm>
                    <a:off x="4835488" y="966780"/>
                    <a:ext cx="3787475" cy="5296366"/>
                    <a:chOff x="4835488" y="966780"/>
                    <a:chExt cx="3787475" cy="5296366"/>
                  </a:xfrm>
                  <a:grpFill/>
                </p:grpSpPr>
                <p:cxnSp>
                  <p:nvCxnSpPr>
                    <p:cNvPr id="1317" name="Straight Connector 1316">
                      <a:extLst>
                        <a:ext uri="{FF2B5EF4-FFF2-40B4-BE49-F238E27FC236}">
                          <a16:creationId xmlns:a16="http://schemas.microsoft.com/office/drawing/2014/main" id="{13F88105-6F9D-4535-BAEB-83CF122912F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7508658" y="5147487"/>
                      <a:ext cx="748560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8" name="Straight Connector 1317">
                      <a:extLst>
                        <a:ext uri="{FF2B5EF4-FFF2-40B4-BE49-F238E27FC236}">
                          <a16:creationId xmlns:a16="http://schemas.microsoft.com/office/drawing/2014/main" id="{B8B0C063-4D89-4C22-A6EC-29A054FDE6D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8259359" y="4402672"/>
                      <a:ext cx="0" cy="727209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9" name="Straight Connector 1318">
                      <a:extLst>
                        <a:ext uri="{FF2B5EF4-FFF2-40B4-BE49-F238E27FC236}">
                          <a16:creationId xmlns:a16="http://schemas.microsoft.com/office/drawing/2014/main" id="{B2D95A0D-608F-4B43-AAC7-396DE2DCDD4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7117331" y="4780635"/>
                      <a:ext cx="0" cy="1487043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0" name="Straight Connector 1319">
                      <a:extLst>
                        <a:ext uri="{FF2B5EF4-FFF2-40B4-BE49-F238E27FC236}">
                          <a16:creationId xmlns:a16="http://schemas.microsoft.com/office/drawing/2014/main" id="{3E156E3A-1BAA-43BF-AF0B-C038357EB07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4467952" y="5895611"/>
                      <a:ext cx="735071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1" name="Straight Connector 1320">
                      <a:extLst>
                        <a:ext uri="{FF2B5EF4-FFF2-40B4-BE49-F238E27FC236}">
                          <a16:creationId xmlns:a16="http://schemas.microsoft.com/office/drawing/2014/main" id="{9C48C30C-F8F9-4A6B-8376-9E35553ACB1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85565" y="5895611"/>
                      <a:ext cx="735071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2" name="Straight Connector 1321">
                      <a:extLst>
                        <a:ext uri="{FF2B5EF4-FFF2-40B4-BE49-F238E27FC236}">
                          <a16:creationId xmlns:a16="http://schemas.microsoft.com/office/drawing/2014/main" id="{663A82DC-BA36-4D9C-B15E-456718A8D5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99147" y="1334316"/>
                      <a:ext cx="735071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12" name="Group 1311">
                    <a:extLst>
                      <a:ext uri="{FF2B5EF4-FFF2-40B4-BE49-F238E27FC236}">
                        <a16:creationId xmlns:a16="http://schemas.microsoft.com/office/drawing/2014/main" id="{94CC1F77-ED40-4821-BBFB-0E164588F92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597917" y="208128"/>
                    <a:ext cx="3833457" cy="1505248"/>
                    <a:chOff x="4854992" y="4795499"/>
                    <a:chExt cx="3833457" cy="1505248"/>
                  </a:xfrm>
                  <a:grpFill/>
                </p:grpSpPr>
                <p:cxnSp>
                  <p:nvCxnSpPr>
                    <p:cNvPr id="1313" name="Straight Connector 1312">
                      <a:extLst>
                        <a:ext uri="{FF2B5EF4-FFF2-40B4-BE49-F238E27FC236}">
                          <a16:creationId xmlns:a16="http://schemas.microsoft.com/office/drawing/2014/main" id="{8FB850D4-83A0-4627-BEBE-C40B72568B2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26447" y="4795499"/>
                      <a:ext cx="762002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4" name="Straight Connector 1313">
                      <a:extLst>
                        <a:ext uri="{FF2B5EF4-FFF2-40B4-BE49-F238E27FC236}">
                          <a16:creationId xmlns:a16="http://schemas.microsoft.com/office/drawing/2014/main" id="{07E58C33-2665-431B-989F-3AD9FEA2A67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6026202" y="5919526"/>
                      <a:ext cx="748558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5" name="Straight Connector 1314">
                      <a:extLst>
                        <a:ext uri="{FF2B5EF4-FFF2-40B4-BE49-F238E27FC236}">
                          <a16:creationId xmlns:a16="http://schemas.microsoft.com/office/drawing/2014/main" id="{ADF936B6-9D17-400D-B720-25EB13BA9F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7160929" y="4801456"/>
                      <a:ext cx="0" cy="1491676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6" name="Straight Connector 1315">
                      <a:extLst>
                        <a:ext uri="{FF2B5EF4-FFF2-40B4-BE49-F238E27FC236}">
                          <a16:creationId xmlns:a16="http://schemas.microsoft.com/office/drawing/2014/main" id="{512DDC3D-780F-479B-B3C0-402A90A9D2E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4480713" y="5926468"/>
                      <a:ext cx="748558" cy="0"/>
                    </a:xfrm>
                    <a:prstGeom prst="line">
                      <a:avLst/>
                    </a:prstGeom>
                    <a:grpFill/>
                    <a:ln w="4699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276" name="Group 1275">
                <a:extLst>
                  <a:ext uri="{FF2B5EF4-FFF2-40B4-BE49-F238E27FC236}">
                    <a16:creationId xmlns:a16="http://schemas.microsoft.com/office/drawing/2014/main" id="{1C5F3591-5306-45F6-A617-6D4380881403}"/>
                  </a:ext>
                </a:extLst>
              </p:cNvPr>
              <p:cNvGrpSpPr/>
              <p:nvPr/>
            </p:nvGrpSpPr>
            <p:grpSpPr>
              <a:xfrm>
                <a:off x="6968409" y="3399654"/>
                <a:ext cx="190606" cy="191747"/>
                <a:chOff x="4087046" y="206052"/>
                <a:chExt cx="6069979" cy="6106346"/>
              </a:xfrm>
              <a:noFill/>
            </p:grpSpPr>
            <p:grpSp>
              <p:nvGrpSpPr>
                <p:cNvPr id="1277" name="Group 1276">
                  <a:extLst>
                    <a:ext uri="{FF2B5EF4-FFF2-40B4-BE49-F238E27FC236}">
                      <a16:creationId xmlns:a16="http://schemas.microsoft.com/office/drawing/2014/main" id="{86349F4D-411E-438F-BDA2-7BA349957177}"/>
                    </a:ext>
                  </a:extLst>
                </p:cNvPr>
                <p:cNvGrpSpPr/>
                <p:nvPr/>
              </p:nvGrpSpPr>
              <p:grpSpPr>
                <a:xfrm>
                  <a:off x="4087046" y="206052"/>
                  <a:ext cx="6069979" cy="6106346"/>
                  <a:chOff x="4087046" y="206052"/>
                  <a:chExt cx="6069979" cy="6106346"/>
                </a:xfrm>
                <a:grpFill/>
              </p:grpSpPr>
              <p:grpSp>
                <p:nvGrpSpPr>
                  <p:cNvPr id="1291" name="Group 1290">
                    <a:extLst>
                      <a:ext uri="{FF2B5EF4-FFF2-40B4-BE49-F238E27FC236}">
                        <a16:creationId xmlns:a16="http://schemas.microsoft.com/office/drawing/2014/main" id="{0CAC4E81-A890-467E-A4F7-C9DA2319D450}"/>
                      </a:ext>
                    </a:extLst>
                  </p:cNvPr>
                  <p:cNvGrpSpPr/>
                  <p:nvPr/>
                </p:nvGrpSpPr>
                <p:grpSpPr>
                  <a:xfrm>
                    <a:off x="4087046" y="953333"/>
                    <a:ext cx="6069979" cy="5359065"/>
                    <a:chOff x="4087046" y="953333"/>
                    <a:chExt cx="6069979" cy="5359065"/>
                  </a:xfrm>
                  <a:grpFill/>
                </p:grpSpPr>
                <p:cxnSp>
                  <p:nvCxnSpPr>
                    <p:cNvPr id="1299" name="Straight Connector 1298">
                      <a:extLst>
                        <a:ext uri="{FF2B5EF4-FFF2-40B4-BE49-F238E27FC236}">
                          <a16:creationId xmlns:a16="http://schemas.microsoft.com/office/drawing/2014/main" id="{83066894-8282-4FC7-B30A-8B84FA2E49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89749" y="4796248"/>
                      <a:ext cx="0" cy="74572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0" name="Straight Connector 1299">
                      <a:extLst>
                        <a:ext uri="{FF2B5EF4-FFF2-40B4-BE49-F238E27FC236}">
                          <a16:creationId xmlns:a16="http://schemas.microsoft.com/office/drawing/2014/main" id="{21911EF1-5498-439E-92F0-5415C5C725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64966" y="5553601"/>
                      <a:ext cx="0" cy="748278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1" name="Straight Connector 1300">
                      <a:extLst>
                        <a:ext uri="{FF2B5EF4-FFF2-40B4-BE49-F238E27FC236}">
                          <a16:creationId xmlns:a16="http://schemas.microsoft.com/office/drawing/2014/main" id="{02B6C287-0704-451E-A8E1-C6DEF07DAB4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397239" y="4789755"/>
                      <a:ext cx="0" cy="754726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2" name="Straight Connector 1301">
                      <a:extLst>
                        <a:ext uri="{FF2B5EF4-FFF2-40B4-BE49-F238E27FC236}">
                          <a16:creationId xmlns:a16="http://schemas.microsoft.com/office/drawing/2014/main" id="{BC93F549-D78A-42E7-A760-10D6C50BAC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57025" y="4011494"/>
                      <a:ext cx="0" cy="154355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3" name="Straight Connector 1302">
                      <a:extLst>
                        <a:ext uri="{FF2B5EF4-FFF2-40B4-BE49-F238E27FC236}">
                          <a16:creationId xmlns:a16="http://schemas.microsoft.com/office/drawing/2014/main" id="{6F7175AD-C8F1-441D-8287-8A5F8F43ECC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6312398"/>
                      <a:ext cx="2247764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4" name="Straight Connector 1303">
                      <a:extLst>
                        <a:ext uri="{FF2B5EF4-FFF2-40B4-BE49-F238E27FC236}">
                          <a16:creationId xmlns:a16="http://schemas.microsoft.com/office/drawing/2014/main" id="{D95CE696-9AA0-4442-8EFD-456DAE6F36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087046" y="964029"/>
                      <a:ext cx="0" cy="1504355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5" name="Straight Connector 1304">
                      <a:extLst>
                        <a:ext uri="{FF2B5EF4-FFF2-40B4-BE49-F238E27FC236}">
                          <a16:creationId xmlns:a16="http://schemas.microsoft.com/office/drawing/2014/main" id="{8DFA7FF6-83A3-4040-BE9E-1FA5EDB6EF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4771341"/>
                      <a:ext cx="1486760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6" name="Straight Connector 1305">
                      <a:extLst>
                        <a:ext uri="{FF2B5EF4-FFF2-40B4-BE49-F238E27FC236}">
                          <a16:creationId xmlns:a16="http://schemas.microsoft.com/office/drawing/2014/main" id="{886B4132-9BA7-4326-AD6E-78F4A275614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71076" y="953333"/>
                      <a:ext cx="2246332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7" name="Straight Connector 1306">
                      <a:extLst>
                        <a:ext uri="{FF2B5EF4-FFF2-40B4-BE49-F238E27FC236}">
                          <a16:creationId xmlns:a16="http://schemas.microsoft.com/office/drawing/2014/main" id="{D3B98B79-55E2-4D7B-99B2-907E4D16C65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04463" y="4786939"/>
                      <a:ext cx="1486760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8" name="Straight Connector 1307">
                      <a:extLst>
                        <a:ext uri="{FF2B5EF4-FFF2-40B4-BE49-F238E27FC236}">
                          <a16:creationId xmlns:a16="http://schemas.microsoft.com/office/drawing/2014/main" id="{D5CBDA84-4CC9-41C5-929F-A68081B337E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89374" y="5551991"/>
                      <a:ext cx="1486760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92" name="Group 1291">
                    <a:extLst>
                      <a:ext uri="{FF2B5EF4-FFF2-40B4-BE49-F238E27FC236}">
                        <a16:creationId xmlns:a16="http://schemas.microsoft.com/office/drawing/2014/main" id="{0C12AC56-294A-4184-B035-E787D77ED6F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846608" y="206052"/>
                    <a:ext cx="5287171" cy="1513957"/>
                    <a:chOff x="4152587" y="4788866"/>
                    <a:chExt cx="5287171" cy="1513957"/>
                  </a:xfrm>
                  <a:grpFill/>
                </p:grpSpPr>
                <p:cxnSp>
                  <p:nvCxnSpPr>
                    <p:cNvPr id="1293" name="Straight Connector 1292">
                      <a:extLst>
                        <a:ext uri="{FF2B5EF4-FFF2-40B4-BE49-F238E27FC236}">
                          <a16:creationId xmlns:a16="http://schemas.microsoft.com/office/drawing/2014/main" id="{5650D09D-9112-46E4-A435-9CC8A00B7C0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7926222" y="4788980"/>
                      <a:ext cx="0" cy="76533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4" name="Straight Connector 1293">
                      <a:extLst>
                        <a:ext uri="{FF2B5EF4-FFF2-40B4-BE49-F238E27FC236}">
                          <a16:creationId xmlns:a16="http://schemas.microsoft.com/office/drawing/2014/main" id="{059C7869-BA91-4FBD-8CB1-2E016A5B1E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439758" y="4792278"/>
                      <a:ext cx="0" cy="754726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5" name="Straight Connector 1294">
                      <a:extLst>
                        <a:ext uri="{FF2B5EF4-FFF2-40B4-BE49-F238E27FC236}">
                          <a16:creationId xmlns:a16="http://schemas.microsoft.com/office/drawing/2014/main" id="{F9F26415-3450-415F-9A02-0F9F9FF9EBE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62151" y="6301988"/>
                      <a:ext cx="1466807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6" name="Straight Connector 1295">
                      <a:extLst>
                        <a:ext uri="{FF2B5EF4-FFF2-40B4-BE49-F238E27FC236}">
                          <a16:creationId xmlns:a16="http://schemas.microsoft.com/office/drawing/2014/main" id="{73B4BC56-7645-474C-8859-5DA8CCA02E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5641626" y="5556172"/>
                      <a:ext cx="0" cy="746651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7" name="Straight Connector 1296">
                      <a:extLst>
                        <a:ext uri="{FF2B5EF4-FFF2-40B4-BE49-F238E27FC236}">
                          <a16:creationId xmlns:a16="http://schemas.microsoft.com/office/drawing/2014/main" id="{2071F588-A877-4D9E-90F8-19D3FE4F67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52587" y="4798430"/>
                      <a:ext cx="1466807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8" name="Straight Connector 1297">
                      <a:extLst>
                        <a:ext uri="{FF2B5EF4-FFF2-40B4-BE49-F238E27FC236}">
                          <a16:creationId xmlns:a16="http://schemas.microsoft.com/office/drawing/2014/main" id="{CB4A3B46-038F-4324-986A-4A49EB25918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7950050" y="4788866"/>
                      <a:ext cx="1466807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278" name="Group 1277">
                  <a:extLst>
                    <a:ext uri="{FF2B5EF4-FFF2-40B4-BE49-F238E27FC236}">
                      <a16:creationId xmlns:a16="http://schemas.microsoft.com/office/drawing/2014/main" id="{10768E64-B940-4E08-B50F-44D84854FDEA}"/>
                    </a:ext>
                  </a:extLst>
                </p:cNvPr>
                <p:cNvGrpSpPr/>
                <p:nvPr/>
              </p:nvGrpSpPr>
              <p:grpSpPr>
                <a:xfrm rot="5400000">
                  <a:off x="4831541" y="229595"/>
                  <a:ext cx="4595886" cy="6055018"/>
                  <a:chOff x="4835488" y="208128"/>
                  <a:chExt cx="4595886" cy="6055018"/>
                </a:xfrm>
                <a:grpFill/>
              </p:grpSpPr>
              <p:grpSp>
                <p:nvGrpSpPr>
                  <p:cNvPr id="1279" name="Group 1278">
                    <a:extLst>
                      <a:ext uri="{FF2B5EF4-FFF2-40B4-BE49-F238E27FC236}">
                        <a16:creationId xmlns:a16="http://schemas.microsoft.com/office/drawing/2014/main" id="{33F1A596-6EEE-4F40-AA90-22C4557168CD}"/>
                      </a:ext>
                    </a:extLst>
                  </p:cNvPr>
                  <p:cNvGrpSpPr/>
                  <p:nvPr/>
                </p:nvGrpSpPr>
                <p:grpSpPr>
                  <a:xfrm>
                    <a:off x="4835488" y="966780"/>
                    <a:ext cx="3787475" cy="5296366"/>
                    <a:chOff x="4835488" y="966780"/>
                    <a:chExt cx="3787475" cy="5296366"/>
                  </a:xfrm>
                  <a:grpFill/>
                </p:grpSpPr>
                <p:cxnSp>
                  <p:nvCxnSpPr>
                    <p:cNvPr id="1285" name="Straight Connector 1284">
                      <a:extLst>
                        <a:ext uri="{FF2B5EF4-FFF2-40B4-BE49-F238E27FC236}">
                          <a16:creationId xmlns:a16="http://schemas.microsoft.com/office/drawing/2014/main" id="{12B89278-95E0-4880-B967-8277143BA1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7508658" y="5147487"/>
                      <a:ext cx="748560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6" name="Straight Connector 1285">
                      <a:extLst>
                        <a:ext uri="{FF2B5EF4-FFF2-40B4-BE49-F238E27FC236}">
                          <a16:creationId xmlns:a16="http://schemas.microsoft.com/office/drawing/2014/main" id="{63F70F91-7D33-4FA7-BF51-8B32A5CE987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8259359" y="4402672"/>
                      <a:ext cx="0" cy="727209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7" name="Straight Connector 1286">
                      <a:extLst>
                        <a:ext uri="{FF2B5EF4-FFF2-40B4-BE49-F238E27FC236}">
                          <a16:creationId xmlns:a16="http://schemas.microsoft.com/office/drawing/2014/main" id="{0740EE62-0DE7-41F5-A3CB-841793067A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7117331" y="4780635"/>
                      <a:ext cx="0" cy="1487043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8" name="Straight Connector 1287">
                      <a:extLst>
                        <a:ext uri="{FF2B5EF4-FFF2-40B4-BE49-F238E27FC236}">
                          <a16:creationId xmlns:a16="http://schemas.microsoft.com/office/drawing/2014/main" id="{073A5DF3-2BD1-466B-8422-E7ACBEE036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4467952" y="5895611"/>
                      <a:ext cx="735071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9" name="Straight Connector 1288">
                      <a:extLst>
                        <a:ext uri="{FF2B5EF4-FFF2-40B4-BE49-F238E27FC236}">
                          <a16:creationId xmlns:a16="http://schemas.microsoft.com/office/drawing/2014/main" id="{4ADB7428-ED09-4F66-BC27-21CB07009D3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85565" y="5895611"/>
                      <a:ext cx="735071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0" name="Straight Connector 1289">
                      <a:extLst>
                        <a:ext uri="{FF2B5EF4-FFF2-40B4-BE49-F238E27FC236}">
                          <a16:creationId xmlns:a16="http://schemas.microsoft.com/office/drawing/2014/main" id="{39965333-DAB8-4500-84D0-D2307108D08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99147" y="1334316"/>
                      <a:ext cx="735071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80" name="Group 1279">
                    <a:extLst>
                      <a:ext uri="{FF2B5EF4-FFF2-40B4-BE49-F238E27FC236}">
                        <a16:creationId xmlns:a16="http://schemas.microsoft.com/office/drawing/2014/main" id="{44935961-0AD7-49E0-BDE0-830B9281BB00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597917" y="208128"/>
                    <a:ext cx="3833457" cy="1505248"/>
                    <a:chOff x="4854992" y="4795499"/>
                    <a:chExt cx="3833457" cy="1505248"/>
                  </a:xfrm>
                  <a:grpFill/>
                </p:grpSpPr>
                <p:cxnSp>
                  <p:nvCxnSpPr>
                    <p:cNvPr id="1281" name="Straight Connector 1280">
                      <a:extLst>
                        <a:ext uri="{FF2B5EF4-FFF2-40B4-BE49-F238E27FC236}">
                          <a16:creationId xmlns:a16="http://schemas.microsoft.com/office/drawing/2014/main" id="{0DF616D8-48B5-40A7-B840-8ECD17AC1DF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26447" y="4795499"/>
                      <a:ext cx="762002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2" name="Straight Connector 1281">
                      <a:extLst>
                        <a:ext uri="{FF2B5EF4-FFF2-40B4-BE49-F238E27FC236}">
                          <a16:creationId xmlns:a16="http://schemas.microsoft.com/office/drawing/2014/main" id="{9B0CF4A5-3593-46E4-AFE4-B478A31813F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6027226" y="5920548"/>
                      <a:ext cx="746510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3" name="Straight Connector 1282">
                      <a:extLst>
                        <a:ext uri="{FF2B5EF4-FFF2-40B4-BE49-F238E27FC236}">
                          <a16:creationId xmlns:a16="http://schemas.microsoft.com/office/drawing/2014/main" id="{D27B80FD-79FD-45C6-B7D8-263F8984A1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7160929" y="4801456"/>
                      <a:ext cx="0" cy="1491676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4" name="Straight Connector 1283">
                      <a:extLst>
                        <a:ext uri="{FF2B5EF4-FFF2-40B4-BE49-F238E27FC236}">
                          <a16:creationId xmlns:a16="http://schemas.microsoft.com/office/drawing/2014/main" id="{5A3C8CC9-4979-4386-B323-F9D2F745704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4480713" y="5926468"/>
                      <a:ext cx="748558" cy="0"/>
                    </a:xfrm>
                    <a:prstGeom prst="line">
                      <a:avLst/>
                    </a:prstGeom>
                    <a:grpFill/>
                    <a:ln w="2286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209" name="Group 1208">
                <a:extLst>
                  <a:ext uri="{FF2B5EF4-FFF2-40B4-BE49-F238E27FC236}">
                    <a16:creationId xmlns:a16="http://schemas.microsoft.com/office/drawing/2014/main" id="{5EF69BA7-9693-42C2-8EEE-EA3FC77060BD}"/>
                  </a:ext>
                </a:extLst>
              </p:cNvPr>
              <p:cNvGrpSpPr/>
              <p:nvPr/>
            </p:nvGrpSpPr>
            <p:grpSpPr>
              <a:xfrm>
                <a:off x="6301289" y="2728666"/>
                <a:ext cx="1524845" cy="1539126"/>
                <a:chOff x="4087046" y="201783"/>
                <a:chExt cx="6069979" cy="6126839"/>
              </a:xfrm>
              <a:noFill/>
            </p:grpSpPr>
            <p:grpSp>
              <p:nvGrpSpPr>
                <p:cNvPr id="1243" name="Group 1242">
                  <a:extLst>
                    <a:ext uri="{FF2B5EF4-FFF2-40B4-BE49-F238E27FC236}">
                      <a16:creationId xmlns:a16="http://schemas.microsoft.com/office/drawing/2014/main" id="{0BAB62AC-6522-451D-92EE-55E679E003A1}"/>
                    </a:ext>
                  </a:extLst>
                </p:cNvPr>
                <p:cNvGrpSpPr/>
                <p:nvPr/>
              </p:nvGrpSpPr>
              <p:grpSpPr>
                <a:xfrm>
                  <a:off x="4087046" y="201783"/>
                  <a:ext cx="6069979" cy="6126839"/>
                  <a:chOff x="4087046" y="201783"/>
                  <a:chExt cx="6069979" cy="6126839"/>
                </a:xfrm>
                <a:grpFill/>
              </p:grpSpPr>
              <p:grpSp>
                <p:nvGrpSpPr>
                  <p:cNvPr id="1257" name="Group 1256">
                    <a:extLst>
                      <a:ext uri="{FF2B5EF4-FFF2-40B4-BE49-F238E27FC236}">
                        <a16:creationId xmlns:a16="http://schemas.microsoft.com/office/drawing/2014/main" id="{CCD30700-CD3A-4E7E-8C59-B1F1E83B5BB5}"/>
                      </a:ext>
                    </a:extLst>
                  </p:cNvPr>
                  <p:cNvGrpSpPr/>
                  <p:nvPr/>
                </p:nvGrpSpPr>
                <p:grpSpPr>
                  <a:xfrm>
                    <a:off x="4087046" y="953333"/>
                    <a:ext cx="6069979" cy="5375289"/>
                    <a:chOff x="4087046" y="953333"/>
                    <a:chExt cx="6069979" cy="5375289"/>
                  </a:xfrm>
                  <a:grpFill/>
                </p:grpSpPr>
                <p:cxnSp>
                  <p:nvCxnSpPr>
                    <p:cNvPr id="1265" name="Straight Connector 1264">
                      <a:extLst>
                        <a:ext uri="{FF2B5EF4-FFF2-40B4-BE49-F238E27FC236}">
                          <a16:creationId xmlns:a16="http://schemas.microsoft.com/office/drawing/2014/main" id="{8F5D2241-C7C4-49C6-9019-79C8E6116FF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89749" y="4796248"/>
                      <a:ext cx="0" cy="74572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6" name="Straight Connector 1265">
                      <a:extLst>
                        <a:ext uri="{FF2B5EF4-FFF2-40B4-BE49-F238E27FC236}">
                          <a16:creationId xmlns:a16="http://schemas.microsoft.com/office/drawing/2014/main" id="{ED8BFD8B-0B0D-4EAE-BCA3-85656989F1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61811" y="5553601"/>
                      <a:ext cx="0" cy="758797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7" name="Straight Connector 1266">
                      <a:extLst>
                        <a:ext uri="{FF2B5EF4-FFF2-40B4-BE49-F238E27FC236}">
                          <a16:creationId xmlns:a16="http://schemas.microsoft.com/office/drawing/2014/main" id="{E1C0CFC5-923F-4D33-B15C-5BEAC38335F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397239" y="4789755"/>
                      <a:ext cx="0" cy="754726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8" name="Straight Connector 1267">
                      <a:extLst>
                        <a:ext uri="{FF2B5EF4-FFF2-40B4-BE49-F238E27FC236}">
                          <a16:creationId xmlns:a16="http://schemas.microsoft.com/office/drawing/2014/main" id="{AE008E20-282C-409D-9452-49F5EEA28F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57025" y="4011494"/>
                      <a:ext cx="0" cy="154355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9" name="Straight Connector 1268">
                      <a:extLst>
                        <a:ext uri="{FF2B5EF4-FFF2-40B4-BE49-F238E27FC236}">
                          <a16:creationId xmlns:a16="http://schemas.microsoft.com/office/drawing/2014/main" id="{2E9CAFB0-D525-4DD7-BE1D-5EF355B3E12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6328622"/>
                      <a:ext cx="2247764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0" name="Straight Connector 1269">
                      <a:extLst>
                        <a:ext uri="{FF2B5EF4-FFF2-40B4-BE49-F238E27FC236}">
                          <a16:creationId xmlns:a16="http://schemas.microsoft.com/office/drawing/2014/main" id="{8263E9D0-2368-4367-9986-EC7332D386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087046" y="964029"/>
                      <a:ext cx="0" cy="1504355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1" name="Straight Connector 1270">
                      <a:extLst>
                        <a:ext uri="{FF2B5EF4-FFF2-40B4-BE49-F238E27FC236}">
                          <a16:creationId xmlns:a16="http://schemas.microsoft.com/office/drawing/2014/main" id="{35653D67-1CE5-44ED-9991-AC09701942C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4781007"/>
                      <a:ext cx="1494673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2" name="Straight Connector 1271">
                      <a:extLst>
                        <a:ext uri="{FF2B5EF4-FFF2-40B4-BE49-F238E27FC236}">
                          <a16:creationId xmlns:a16="http://schemas.microsoft.com/office/drawing/2014/main" id="{F45AF9A3-AEC5-408C-8C5C-47BC2272E5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71076" y="953333"/>
                      <a:ext cx="2273664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3" name="Straight Connector 1272">
                      <a:extLst>
                        <a:ext uri="{FF2B5EF4-FFF2-40B4-BE49-F238E27FC236}">
                          <a16:creationId xmlns:a16="http://schemas.microsoft.com/office/drawing/2014/main" id="{A0BBD412-3E6A-4586-8893-1EBF71EBA7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04463" y="4786939"/>
                      <a:ext cx="1486760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4" name="Straight Connector 1273">
                      <a:extLst>
                        <a:ext uri="{FF2B5EF4-FFF2-40B4-BE49-F238E27FC236}">
                          <a16:creationId xmlns:a16="http://schemas.microsoft.com/office/drawing/2014/main" id="{81168D3A-3358-47CF-AB31-D3EE9BE15B9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60144" y="5551991"/>
                      <a:ext cx="1534360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58" name="Group 1257">
                    <a:extLst>
                      <a:ext uri="{FF2B5EF4-FFF2-40B4-BE49-F238E27FC236}">
                        <a16:creationId xmlns:a16="http://schemas.microsoft.com/office/drawing/2014/main" id="{DE361CB2-DD82-42BF-A765-C223FD786417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846608" y="201783"/>
                    <a:ext cx="5303443" cy="1518226"/>
                    <a:chOff x="4136315" y="4788866"/>
                    <a:chExt cx="5303443" cy="1518226"/>
                  </a:xfrm>
                  <a:grpFill/>
                </p:grpSpPr>
                <p:cxnSp>
                  <p:nvCxnSpPr>
                    <p:cNvPr id="1259" name="Straight Connector 1258">
                      <a:extLst>
                        <a:ext uri="{FF2B5EF4-FFF2-40B4-BE49-F238E27FC236}">
                          <a16:creationId xmlns:a16="http://schemas.microsoft.com/office/drawing/2014/main" id="{C140AD00-6A0D-4791-A22A-A6792A53432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7926222" y="4788980"/>
                      <a:ext cx="0" cy="76533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0" name="Straight Connector 1259">
                      <a:extLst>
                        <a:ext uri="{FF2B5EF4-FFF2-40B4-BE49-F238E27FC236}">
                          <a16:creationId xmlns:a16="http://schemas.microsoft.com/office/drawing/2014/main" id="{0BB23759-0F27-4C58-A305-529F06E888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439758" y="4792278"/>
                      <a:ext cx="0" cy="754726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1" name="Straight Connector 1260">
                      <a:extLst>
                        <a:ext uri="{FF2B5EF4-FFF2-40B4-BE49-F238E27FC236}">
                          <a16:creationId xmlns:a16="http://schemas.microsoft.com/office/drawing/2014/main" id="{C69E7B51-2452-4539-8A3F-2D19695E387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36315" y="6307092"/>
                      <a:ext cx="1492643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2" name="Straight Connector 1261">
                      <a:extLst>
                        <a:ext uri="{FF2B5EF4-FFF2-40B4-BE49-F238E27FC236}">
                          <a16:creationId xmlns:a16="http://schemas.microsoft.com/office/drawing/2014/main" id="{EBFED264-3984-4EFE-9A4F-25A96AE504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5641626" y="5556172"/>
                      <a:ext cx="0" cy="746651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3" name="Straight Connector 1262">
                      <a:extLst>
                        <a:ext uri="{FF2B5EF4-FFF2-40B4-BE49-F238E27FC236}">
                          <a16:creationId xmlns:a16="http://schemas.microsoft.com/office/drawing/2014/main" id="{6BC8FE38-D08A-4550-AC89-B8A70AF99C7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36315" y="4790544"/>
                      <a:ext cx="1502208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4" name="Straight Connector 1263">
                      <a:extLst>
                        <a:ext uri="{FF2B5EF4-FFF2-40B4-BE49-F238E27FC236}">
                          <a16:creationId xmlns:a16="http://schemas.microsoft.com/office/drawing/2014/main" id="{7B643790-A997-4461-AAA7-15EFF1EEB8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7929391" y="4788866"/>
                      <a:ext cx="1510367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244" name="Group 1243">
                  <a:extLst>
                    <a:ext uri="{FF2B5EF4-FFF2-40B4-BE49-F238E27FC236}">
                      <a16:creationId xmlns:a16="http://schemas.microsoft.com/office/drawing/2014/main" id="{2644BE52-4048-4630-AAB9-1CB88AF1BF7B}"/>
                    </a:ext>
                  </a:extLst>
                </p:cNvPr>
                <p:cNvGrpSpPr/>
                <p:nvPr/>
              </p:nvGrpSpPr>
              <p:grpSpPr>
                <a:xfrm rot="5400000">
                  <a:off x="4831541" y="229595"/>
                  <a:ext cx="4595886" cy="6055018"/>
                  <a:chOff x="4835488" y="208128"/>
                  <a:chExt cx="4595886" cy="6055018"/>
                </a:xfrm>
                <a:grpFill/>
              </p:grpSpPr>
              <p:grpSp>
                <p:nvGrpSpPr>
                  <p:cNvPr id="1245" name="Group 1244">
                    <a:extLst>
                      <a:ext uri="{FF2B5EF4-FFF2-40B4-BE49-F238E27FC236}">
                        <a16:creationId xmlns:a16="http://schemas.microsoft.com/office/drawing/2014/main" id="{96227A5E-3523-40C3-BCF2-0FFFE81B8E85}"/>
                      </a:ext>
                    </a:extLst>
                  </p:cNvPr>
                  <p:cNvGrpSpPr/>
                  <p:nvPr/>
                </p:nvGrpSpPr>
                <p:grpSpPr>
                  <a:xfrm>
                    <a:off x="4835488" y="966780"/>
                    <a:ext cx="3812179" cy="5296366"/>
                    <a:chOff x="4835488" y="966780"/>
                    <a:chExt cx="3812179" cy="5296366"/>
                  </a:xfrm>
                  <a:grpFill/>
                </p:grpSpPr>
                <p:cxnSp>
                  <p:nvCxnSpPr>
                    <p:cNvPr id="1251" name="Straight Connector 1250">
                      <a:extLst>
                        <a:ext uri="{FF2B5EF4-FFF2-40B4-BE49-F238E27FC236}">
                          <a16:creationId xmlns:a16="http://schemas.microsoft.com/office/drawing/2014/main" id="{44F36031-54B6-4DFF-87B0-5D0D1EBA01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7514966" y="5142756"/>
                      <a:ext cx="748560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2" name="Straight Connector 1251">
                      <a:extLst>
                        <a:ext uri="{FF2B5EF4-FFF2-40B4-BE49-F238E27FC236}">
                          <a16:creationId xmlns:a16="http://schemas.microsoft.com/office/drawing/2014/main" id="{4F73AFF7-1C23-41D3-B74E-5316604CBF7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8271711" y="4390320"/>
                      <a:ext cx="0" cy="751913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3" name="Straight Connector 1252">
                      <a:extLst>
                        <a:ext uri="{FF2B5EF4-FFF2-40B4-BE49-F238E27FC236}">
                          <a16:creationId xmlns:a16="http://schemas.microsoft.com/office/drawing/2014/main" id="{36BE761C-2D20-4D18-8D71-C60CDA5E487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7132695" y="4765271"/>
                      <a:ext cx="0" cy="151777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4" name="Straight Connector 1253">
                      <a:extLst>
                        <a:ext uri="{FF2B5EF4-FFF2-40B4-BE49-F238E27FC236}">
                          <a16:creationId xmlns:a16="http://schemas.microsoft.com/office/drawing/2014/main" id="{5841559A-C685-4A96-8B22-968BAB5E79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4467952" y="5895611"/>
                      <a:ext cx="735071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5" name="Straight Connector 1254">
                      <a:extLst>
                        <a:ext uri="{FF2B5EF4-FFF2-40B4-BE49-F238E27FC236}">
                          <a16:creationId xmlns:a16="http://schemas.microsoft.com/office/drawing/2014/main" id="{89FE89A8-EBCF-4762-A967-63BA9ADBFC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85565" y="5895611"/>
                      <a:ext cx="735071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6" name="Straight Connector 1255">
                      <a:extLst>
                        <a:ext uri="{FF2B5EF4-FFF2-40B4-BE49-F238E27FC236}">
                          <a16:creationId xmlns:a16="http://schemas.microsoft.com/office/drawing/2014/main" id="{506DD5DE-56A3-45E4-887D-FB933F7B327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99147" y="1334316"/>
                      <a:ext cx="735071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46" name="Group 1245">
                    <a:extLst>
                      <a:ext uri="{FF2B5EF4-FFF2-40B4-BE49-F238E27FC236}">
                        <a16:creationId xmlns:a16="http://schemas.microsoft.com/office/drawing/2014/main" id="{B044DA07-C017-420B-B5B9-65D8831FEDA6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597917" y="208128"/>
                    <a:ext cx="3833457" cy="1505248"/>
                    <a:chOff x="4854992" y="4795499"/>
                    <a:chExt cx="3833457" cy="1505248"/>
                  </a:xfrm>
                  <a:grpFill/>
                </p:grpSpPr>
                <p:cxnSp>
                  <p:nvCxnSpPr>
                    <p:cNvPr id="1247" name="Straight Connector 1246">
                      <a:extLst>
                        <a:ext uri="{FF2B5EF4-FFF2-40B4-BE49-F238E27FC236}">
                          <a16:creationId xmlns:a16="http://schemas.microsoft.com/office/drawing/2014/main" id="{D8B8E43F-3FCF-47D2-B680-408DC05B2E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26447" y="4795499"/>
                      <a:ext cx="762002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8" name="Straight Connector 1247">
                      <a:extLst>
                        <a:ext uri="{FF2B5EF4-FFF2-40B4-BE49-F238E27FC236}">
                          <a16:creationId xmlns:a16="http://schemas.microsoft.com/office/drawing/2014/main" id="{36A601A7-16B1-4F66-A8BB-E1171ED2443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6026202" y="5919526"/>
                      <a:ext cx="748558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9" name="Straight Connector 1248">
                      <a:extLst>
                        <a:ext uri="{FF2B5EF4-FFF2-40B4-BE49-F238E27FC236}">
                          <a16:creationId xmlns:a16="http://schemas.microsoft.com/office/drawing/2014/main" id="{1EFE9A67-597B-40EA-8342-92F5F5C0C7B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7160055" y="4782629"/>
                      <a:ext cx="0" cy="1523019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0" name="Straight Connector 1249">
                      <a:extLst>
                        <a:ext uri="{FF2B5EF4-FFF2-40B4-BE49-F238E27FC236}">
                          <a16:creationId xmlns:a16="http://schemas.microsoft.com/office/drawing/2014/main" id="{264D3A1C-2A02-477F-A88B-99C2E583A91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4480713" y="5926468"/>
                      <a:ext cx="748558" cy="0"/>
                    </a:xfrm>
                    <a:prstGeom prst="line">
                      <a:avLst/>
                    </a:prstGeom>
                    <a:grpFill/>
                    <a:ln w="19050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210" name="Group 1209">
                <a:extLst>
                  <a:ext uri="{FF2B5EF4-FFF2-40B4-BE49-F238E27FC236}">
                    <a16:creationId xmlns:a16="http://schemas.microsoft.com/office/drawing/2014/main" id="{6D510EDB-DBD8-40C8-B8AC-8FD079570259}"/>
                  </a:ext>
                </a:extLst>
              </p:cNvPr>
              <p:cNvGrpSpPr/>
              <p:nvPr/>
            </p:nvGrpSpPr>
            <p:grpSpPr>
              <a:xfrm>
                <a:off x="6682500" y="3110671"/>
                <a:ext cx="764511" cy="768866"/>
                <a:chOff x="4087046" y="191112"/>
                <a:chExt cx="6086604" cy="6121286"/>
              </a:xfrm>
              <a:noFill/>
            </p:grpSpPr>
            <p:grpSp>
              <p:nvGrpSpPr>
                <p:cNvPr id="1211" name="Group 1210">
                  <a:extLst>
                    <a:ext uri="{FF2B5EF4-FFF2-40B4-BE49-F238E27FC236}">
                      <a16:creationId xmlns:a16="http://schemas.microsoft.com/office/drawing/2014/main" id="{6BAC8167-C7F6-4D3A-9905-C2489B88572A}"/>
                    </a:ext>
                  </a:extLst>
                </p:cNvPr>
                <p:cNvGrpSpPr/>
                <p:nvPr/>
              </p:nvGrpSpPr>
              <p:grpSpPr>
                <a:xfrm>
                  <a:off x="4087046" y="191112"/>
                  <a:ext cx="6086604" cy="6121286"/>
                  <a:chOff x="4087046" y="191112"/>
                  <a:chExt cx="6086604" cy="6121286"/>
                </a:xfrm>
                <a:grpFill/>
              </p:grpSpPr>
              <p:grpSp>
                <p:nvGrpSpPr>
                  <p:cNvPr id="1225" name="Group 1224">
                    <a:extLst>
                      <a:ext uri="{FF2B5EF4-FFF2-40B4-BE49-F238E27FC236}">
                        <a16:creationId xmlns:a16="http://schemas.microsoft.com/office/drawing/2014/main" id="{FD05946D-DC62-4AE8-A9E7-F5C211CE4251}"/>
                      </a:ext>
                    </a:extLst>
                  </p:cNvPr>
                  <p:cNvGrpSpPr/>
                  <p:nvPr/>
                </p:nvGrpSpPr>
                <p:grpSpPr>
                  <a:xfrm>
                    <a:off x="4087046" y="953333"/>
                    <a:ext cx="6069979" cy="5359065"/>
                    <a:chOff x="4087046" y="953333"/>
                    <a:chExt cx="6069979" cy="5359065"/>
                  </a:xfrm>
                  <a:grpFill/>
                </p:grpSpPr>
                <p:cxnSp>
                  <p:nvCxnSpPr>
                    <p:cNvPr id="1233" name="Straight Connector 1232">
                      <a:extLst>
                        <a:ext uri="{FF2B5EF4-FFF2-40B4-BE49-F238E27FC236}">
                          <a16:creationId xmlns:a16="http://schemas.microsoft.com/office/drawing/2014/main" id="{F670952A-BCD7-4E88-B05C-68BB4B03754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89749" y="4796248"/>
                      <a:ext cx="0" cy="74572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4" name="Straight Connector 1233">
                      <a:extLst>
                        <a:ext uri="{FF2B5EF4-FFF2-40B4-BE49-F238E27FC236}">
                          <a16:creationId xmlns:a16="http://schemas.microsoft.com/office/drawing/2014/main" id="{EFA83B8B-8AB0-4957-94F2-36FC715D9B6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64966" y="5553601"/>
                      <a:ext cx="0" cy="748278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5" name="Straight Connector 1234">
                      <a:extLst>
                        <a:ext uri="{FF2B5EF4-FFF2-40B4-BE49-F238E27FC236}">
                          <a16:creationId xmlns:a16="http://schemas.microsoft.com/office/drawing/2014/main" id="{ABB2B1FA-78B5-4665-A336-AF1475695E5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397239" y="4789755"/>
                      <a:ext cx="0" cy="754726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6" name="Straight Connector 1235">
                      <a:extLst>
                        <a:ext uri="{FF2B5EF4-FFF2-40B4-BE49-F238E27FC236}">
                          <a16:creationId xmlns:a16="http://schemas.microsoft.com/office/drawing/2014/main" id="{47034CED-092C-49F7-9EFF-678377F5A86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57025" y="4011494"/>
                      <a:ext cx="0" cy="154355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7" name="Straight Connector 1236">
                      <a:extLst>
                        <a:ext uri="{FF2B5EF4-FFF2-40B4-BE49-F238E27FC236}">
                          <a16:creationId xmlns:a16="http://schemas.microsoft.com/office/drawing/2014/main" id="{C8A7CC5F-3F44-4A5C-8F5E-8FCB243E6E5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6312398"/>
                      <a:ext cx="2247764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8" name="Straight Connector 1237">
                      <a:extLst>
                        <a:ext uri="{FF2B5EF4-FFF2-40B4-BE49-F238E27FC236}">
                          <a16:creationId xmlns:a16="http://schemas.microsoft.com/office/drawing/2014/main" id="{8A134F08-07B5-41C8-BCCF-F6646A857D5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087046" y="964029"/>
                      <a:ext cx="0" cy="1504355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9" name="Straight Connector 1238">
                      <a:extLst>
                        <a:ext uri="{FF2B5EF4-FFF2-40B4-BE49-F238E27FC236}">
                          <a16:creationId xmlns:a16="http://schemas.microsoft.com/office/drawing/2014/main" id="{4CC3F3FA-1244-4DC6-955A-E612A9D4FC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101972" y="4771341"/>
                      <a:ext cx="1486760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0" name="Straight Connector 1239">
                      <a:extLst>
                        <a:ext uri="{FF2B5EF4-FFF2-40B4-BE49-F238E27FC236}">
                          <a16:creationId xmlns:a16="http://schemas.microsoft.com/office/drawing/2014/main" id="{9CF5B862-5A3E-490B-86AB-FF701A1E3CE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71076" y="953333"/>
                      <a:ext cx="2246332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1" name="Straight Connector 1240">
                      <a:extLst>
                        <a:ext uri="{FF2B5EF4-FFF2-40B4-BE49-F238E27FC236}">
                          <a16:creationId xmlns:a16="http://schemas.microsoft.com/office/drawing/2014/main" id="{FF961622-D724-4CF5-9152-56382ECA285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04463" y="4786939"/>
                      <a:ext cx="1486760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2" name="Straight Connector 1241">
                      <a:extLst>
                        <a:ext uri="{FF2B5EF4-FFF2-40B4-BE49-F238E27FC236}">
                          <a16:creationId xmlns:a16="http://schemas.microsoft.com/office/drawing/2014/main" id="{059B24AF-CA5A-4DBF-87E1-E5A9E15964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389374" y="5551991"/>
                      <a:ext cx="1486760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26" name="Group 1225">
                    <a:extLst>
                      <a:ext uri="{FF2B5EF4-FFF2-40B4-BE49-F238E27FC236}">
                        <a16:creationId xmlns:a16="http://schemas.microsoft.com/office/drawing/2014/main" id="{A8E2E7E8-CD98-48CA-B713-40663F48EAA5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846608" y="191112"/>
                    <a:ext cx="5327042" cy="1535108"/>
                    <a:chOff x="4112716" y="4782655"/>
                    <a:chExt cx="5327042" cy="1535108"/>
                  </a:xfrm>
                  <a:grpFill/>
                </p:grpSpPr>
                <p:cxnSp>
                  <p:nvCxnSpPr>
                    <p:cNvPr id="1227" name="Straight Connector 1226">
                      <a:extLst>
                        <a:ext uri="{FF2B5EF4-FFF2-40B4-BE49-F238E27FC236}">
                          <a16:creationId xmlns:a16="http://schemas.microsoft.com/office/drawing/2014/main" id="{5F947445-39DB-4D14-9AAD-2694875D207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7926222" y="4788980"/>
                      <a:ext cx="0" cy="76533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8" name="Straight Connector 1227">
                      <a:extLst>
                        <a:ext uri="{FF2B5EF4-FFF2-40B4-BE49-F238E27FC236}">
                          <a16:creationId xmlns:a16="http://schemas.microsoft.com/office/drawing/2014/main" id="{E058EC36-5459-4131-B393-FAD5069618B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439758" y="4792278"/>
                      <a:ext cx="0" cy="754726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9" name="Straight Connector 1228">
                      <a:extLst>
                        <a:ext uri="{FF2B5EF4-FFF2-40B4-BE49-F238E27FC236}">
                          <a16:creationId xmlns:a16="http://schemas.microsoft.com/office/drawing/2014/main" id="{04CFAF49-51BF-4494-8404-76BC3A8D49A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29373" y="6317763"/>
                      <a:ext cx="1499585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0" name="Straight Connector 1229">
                      <a:extLst>
                        <a:ext uri="{FF2B5EF4-FFF2-40B4-BE49-F238E27FC236}">
                          <a16:creationId xmlns:a16="http://schemas.microsoft.com/office/drawing/2014/main" id="{43BE3258-6374-4E6B-8594-477572964D1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5641626" y="5556172"/>
                      <a:ext cx="0" cy="746651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1" name="Straight Connector 1230">
                      <a:extLst>
                        <a:ext uri="{FF2B5EF4-FFF2-40B4-BE49-F238E27FC236}">
                          <a16:creationId xmlns:a16="http://schemas.microsoft.com/office/drawing/2014/main" id="{370E2740-6DFB-4475-A060-7CD471AD0F7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4112716" y="4782655"/>
                      <a:ext cx="1506678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2" name="Straight Connector 1231">
                      <a:extLst>
                        <a:ext uri="{FF2B5EF4-FFF2-40B4-BE49-F238E27FC236}">
                          <a16:creationId xmlns:a16="http://schemas.microsoft.com/office/drawing/2014/main" id="{164F40C9-226C-4956-944A-086D36DB97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7950050" y="4788866"/>
                      <a:ext cx="1466807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212" name="Group 1211">
                  <a:extLst>
                    <a:ext uri="{FF2B5EF4-FFF2-40B4-BE49-F238E27FC236}">
                      <a16:creationId xmlns:a16="http://schemas.microsoft.com/office/drawing/2014/main" id="{7A0BB98E-2E9E-4BCE-9A4F-6CBB9CDFCCB8}"/>
                    </a:ext>
                  </a:extLst>
                </p:cNvPr>
                <p:cNvGrpSpPr/>
                <p:nvPr/>
              </p:nvGrpSpPr>
              <p:grpSpPr>
                <a:xfrm rot="5400000">
                  <a:off x="4831541" y="229595"/>
                  <a:ext cx="4595886" cy="6055018"/>
                  <a:chOff x="4835488" y="208128"/>
                  <a:chExt cx="4595886" cy="6055018"/>
                </a:xfrm>
                <a:grpFill/>
              </p:grpSpPr>
              <p:grpSp>
                <p:nvGrpSpPr>
                  <p:cNvPr id="1213" name="Group 1212">
                    <a:extLst>
                      <a:ext uri="{FF2B5EF4-FFF2-40B4-BE49-F238E27FC236}">
                        <a16:creationId xmlns:a16="http://schemas.microsoft.com/office/drawing/2014/main" id="{C506C9F6-72FE-41D9-AE50-63D3E38E4DAD}"/>
                      </a:ext>
                    </a:extLst>
                  </p:cNvPr>
                  <p:cNvGrpSpPr/>
                  <p:nvPr/>
                </p:nvGrpSpPr>
                <p:grpSpPr>
                  <a:xfrm>
                    <a:off x="4835488" y="966780"/>
                    <a:ext cx="3787475" cy="5296366"/>
                    <a:chOff x="4835488" y="966780"/>
                    <a:chExt cx="3787475" cy="5296366"/>
                  </a:xfrm>
                  <a:grpFill/>
                </p:grpSpPr>
                <p:cxnSp>
                  <p:nvCxnSpPr>
                    <p:cNvPr id="1219" name="Straight Connector 1218">
                      <a:extLst>
                        <a:ext uri="{FF2B5EF4-FFF2-40B4-BE49-F238E27FC236}">
                          <a16:creationId xmlns:a16="http://schemas.microsoft.com/office/drawing/2014/main" id="{76AEEBA9-411B-45EF-97EE-1707958B81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7508658" y="5147487"/>
                      <a:ext cx="748560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0" name="Straight Connector 1219">
                      <a:extLst>
                        <a:ext uri="{FF2B5EF4-FFF2-40B4-BE49-F238E27FC236}">
                          <a16:creationId xmlns:a16="http://schemas.microsoft.com/office/drawing/2014/main" id="{379E399C-D660-49E0-985D-F92E28DBEE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8259359" y="4402672"/>
                      <a:ext cx="0" cy="727209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1" name="Straight Connector 1220">
                      <a:extLst>
                        <a:ext uri="{FF2B5EF4-FFF2-40B4-BE49-F238E27FC236}">
                          <a16:creationId xmlns:a16="http://schemas.microsoft.com/office/drawing/2014/main" id="{AD5FA886-F6C6-4270-A7CA-1EE89958878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7117331" y="4780635"/>
                      <a:ext cx="0" cy="1487043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2" name="Straight Connector 1221">
                      <a:extLst>
                        <a:ext uri="{FF2B5EF4-FFF2-40B4-BE49-F238E27FC236}">
                          <a16:creationId xmlns:a16="http://schemas.microsoft.com/office/drawing/2014/main" id="{DFF8AC0C-7C15-4273-BA07-45887AAB71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4467952" y="5895611"/>
                      <a:ext cx="735071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3" name="Straight Connector 1222">
                      <a:extLst>
                        <a:ext uri="{FF2B5EF4-FFF2-40B4-BE49-F238E27FC236}">
                          <a16:creationId xmlns:a16="http://schemas.microsoft.com/office/drawing/2014/main" id="{A47C5E46-0775-4A68-B6C0-581C79836B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85565" y="5895611"/>
                      <a:ext cx="735071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4" name="Straight Connector 1223">
                      <a:extLst>
                        <a:ext uri="{FF2B5EF4-FFF2-40B4-BE49-F238E27FC236}">
                          <a16:creationId xmlns:a16="http://schemas.microsoft.com/office/drawing/2014/main" id="{9C9A38DF-D1BB-4F10-B7FF-ED1005BCABC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5999147" y="1334316"/>
                      <a:ext cx="735071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14" name="Group 1213">
                    <a:extLst>
                      <a:ext uri="{FF2B5EF4-FFF2-40B4-BE49-F238E27FC236}">
                        <a16:creationId xmlns:a16="http://schemas.microsoft.com/office/drawing/2014/main" id="{E2CE8F0D-3EDA-40AE-ADC5-4FE107097F84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597917" y="208128"/>
                    <a:ext cx="3833457" cy="1505248"/>
                    <a:chOff x="4854992" y="4795499"/>
                    <a:chExt cx="3833457" cy="1505248"/>
                  </a:xfrm>
                  <a:grpFill/>
                </p:grpSpPr>
                <p:cxnSp>
                  <p:nvCxnSpPr>
                    <p:cNvPr id="1215" name="Straight Connector 1214">
                      <a:extLst>
                        <a:ext uri="{FF2B5EF4-FFF2-40B4-BE49-F238E27FC236}">
                          <a16:creationId xmlns:a16="http://schemas.microsoft.com/office/drawing/2014/main" id="{B0A1609A-79E0-48B7-B550-4EE1EE9DADF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26447" y="4795499"/>
                      <a:ext cx="762002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6" name="Straight Connector 1215">
                      <a:extLst>
                        <a:ext uri="{FF2B5EF4-FFF2-40B4-BE49-F238E27FC236}">
                          <a16:creationId xmlns:a16="http://schemas.microsoft.com/office/drawing/2014/main" id="{7CA81D39-6920-40D5-9687-B74BFDC4F8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6027226" y="5920548"/>
                      <a:ext cx="746510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7" name="Straight Connector 1216">
                      <a:extLst>
                        <a:ext uri="{FF2B5EF4-FFF2-40B4-BE49-F238E27FC236}">
                          <a16:creationId xmlns:a16="http://schemas.microsoft.com/office/drawing/2014/main" id="{91E5CE8B-88FD-463A-A7C1-87767B35C4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7160929" y="4801456"/>
                      <a:ext cx="0" cy="1491676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8" name="Straight Connector 1217">
                      <a:extLst>
                        <a:ext uri="{FF2B5EF4-FFF2-40B4-BE49-F238E27FC236}">
                          <a16:creationId xmlns:a16="http://schemas.microsoft.com/office/drawing/2014/main" id="{1A912021-ACA3-4ACB-AEFD-618E42D861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4480713" y="5926468"/>
                      <a:ext cx="748558" cy="0"/>
                    </a:xfrm>
                    <a:prstGeom prst="line">
                      <a:avLst/>
                    </a:prstGeom>
                    <a:grpFill/>
                    <a:ln w="9525" cap="rnd">
                      <a:solidFill>
                        <a:srgbClr val="00206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29CB17D-E98B-4BD2-A21F-CF256F4BC3AD}"/>
                </a:ext>
              </a:extLst>
            </p:cNvPr>
            <p:cNvSpPr/>
            <p:nvPr/>
          </p:nvSpPr>
          <p:spPr>
            <a:xfrm>
              <a:off x="6934888" y="3383646"/>
              <a:ext cx="261610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600" b="1" dirty="0">
                  <a:solidFill>
                    <a:srgbClr val="F4B18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pt-PT" sz="800" dirty="0">
                <a:solidFill>
                  <a:srgbClr val="F4B183"/>
                </a:solidFill>
              </a:endParaRPr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C4B339DD-8A93-4411-B83D-DAA812C1B586}"/>
                </a:ext>
              </a:extLst>
            </p:cNvPr>
            <p:cNvSpPr/>
            <p:nvPr/>
          </p:nvSpPr>
          <p:spPr>
            <a:xfrm>
              <a:off x="6928542" y="3376380"/>
              <a:ext cx="261610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6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pt-PT" sz="800" dirty="0">
                <a:solidFill>
                  <a:srgbClr val="00206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521F265-88AA-47F8-A31C-897509D97E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5235450" y="-8827862"/>
              <a:ext cx="24606000" cy="24606000"/>
            </a:xfrm>
            <a:prstGeom prst="rect">
              <a:avLst/>
            </a:prstGeom>
            <a:grpFill/>
            <a:ln w="609600" cap="rnd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EA6CE6EA-BE5A-43E8-B916-D14C740EA85D}"/>
              </a:ext>
            </a:extLst>
          </p:cNvPr>
          <p:cNvGrpSpPr/>
          <p:nvPr/>
        </p:nvGrpSpPr>
        <p:grpSpPr>
          <a:xfrm>
            <a:off x="-7407644" y="-11220770"/>
            <a:ext cx="25809845" cy="26458874"/>
            <a:chOff x="2318312" y="-2114128"/>
            <a:chExt cx="25809845" cy="26458874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8C9C184-9370-4348-8CCA-9913D28390B4}"/>
                </a:ext>
              </a:extLst>
            </p:cNvPr>
            <p:cNvGrpSpPr/>
            <p:nvPr/>
          </p:nvGrpSpPr>
          <p:grpSpPr>
            <a:xfrm>
              <a:off x="2318312" y="802918"/>
              <a:ext cx="14929563" cy="23541828"/>
              <a:chOff x="2318312" y="802918"/>
              <a:chExt cx="14929563" cy="23541828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7198CDA1-EEE2-4550-85FB-0E03798ED0B7}"/>
                  </a:ext>
                </a:extLst>
              </p:cNvPr>
              <p:cNvGrpSpPr/>
              <p:nvPr/>
            </p:nvGrpSpPr>
            <p:grpSpPr>
              <a:xfrm>
                <a:off x="2591624" y="802918"/>
                <a:ext cx="13498119" cy="11977138"/>
                <a:chOff x="2591624" y="802918"/>
                <a:chExt cx="13498119" cy="11977138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3E34DA5F-6D38-4ED3-AD7D-8824058DB64F}"/>
                    </a:ext>
                  </a:extLst>
                </p:cNvPr>
                <p:cNvGrpSpPr/>
                <p:nvPr/>
              </p:nvGrpSpPr>
              <p:grpSpPr>
                <a:xfrm>
                  <a:off x="9502491" y="6514660"/>
                  <a:ext cx="6587252" cy="5704654"/>
                  <a:chOff x="9502491" y="6514660"/>
                  <a:chExt cx="6587252" cy="5704654"/>
                </a:xfrm>
              </p:grpSpPr>
              <p:sp>
                <p:nvSpPr>
                  <p:cNvPr id="1347" name="Rectangle 1346">
                    <a:extLst>
                      <a:ext uri="{FF2B5EF4-FFF2-40B4-BE49-F238E27FC236}">
                        <a16:creationId xmlns:a16="http://schemas.microsoft.com/office/drawing/2014/main" id="{51858C1E-B9C9-466E-B4D3-F64ACABF9851}"/>
                      </a:ext>
                    </a:extLst>
                  </p:cNvPr>
                  <p:cNvSpPr/>
                  <p:nvPr/>
                </p:nvSpPr>
                <p:spPr>
                  <a:xfrm>
                    <a:off x="9502491" y="6514660"/>
                    <a:ext cx="813043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8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lang="pt-PT" sz="8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48" name="Rectangle 1347">
                    <a:extLst>
                      <a:ext uri="{FF2B5EF4-FFF2-40B4-BE49-F238E27FC236}">
                        <a16:creationId xmlns:a16="http://schemas.microsoft.com/office/drawing/2014/main" id="{CED0F5C4-235B-434F-BE30-7C105DE7796E}"/>
                      </a:ext>
                    </a:extLst>
                  </p:cNvPr>
                  <p:cNvSpPr/>
                  <p:nvPr/>
                </p:nvSpPr>
                <p:spPr>
                  <a:xfrm>
                    <a:off x="9502491" y="8041276"/>
                    <a:ext cx="813043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8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4</a:t>
                    </a:r>
                    <a:endParaRPr lang="pt-PT" sz="8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49" name="Rectangle 1348">
                    <a:extLst>
                      <a:ext uri="{FF2B5EF4-FFF2-40B4-BE49-F238E27FC236}">
                        <a16:creationId xmlns:a16="http://schemas.microsoft.com/office/drawing/2014/main" id="{A5BF4BE3-D39C-494B-A0ED-E44B6C0F52B0}"/>
                      </a:ext>
                    </a:extLst>
                  </p:cNvPr>
                  <p:cNvSpPr/>
                  <p:nvPr/>
                </p:nvSpPr>
                <p:spPr>
                  <a:xfrm>
                    <a:off x="13090072" y="9557499"/>
                    <a:ext cx="527709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4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5</a:t>
                    </a:r>
                    <a:endParaRPr lang="pt-PT" sz="4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50" name="Rectangle 1349">
                    <a:extLst>
                      <a:ext uri="{FF2B5EF4-FFF2-40B4-BE49-F238E27FC236}">
                        <a16:creationId xmlns:a16="http://schemas.microsoft.com/office/drawing/2014/main" id="{C5D80012-F121-48D1-B264-E515FBFE9075}"/>
                      </a:ext>
                    </a:extLst>
                  </p:cNvPr>
                  <p:cNvSpPr/>
                  <p:nvPr/>
                </p:nvSpPr>
                <p:spPr>
                  <a:xfrm>
                    <a:off x="13090072" y="10190036"/>
                    <a:ext cx="527709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4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6</a:t>
                    </a:r>
                    <a:endParaRPr lang="pt-PT" sz="4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51" name="Rectangle 1350">
                    <a:extLst>
                      <a:ext uri="{FF2B5EF4-FFF2-40B4-BE49-F238E27FC236}">
                        <a16:creationId xmlns:a16="http://schemas.microsoft.com/office/drawing/2014/main" id="{ED6ADA27-EBE5-4970-BE9E-1612B6DB3F83}"/>
                      </a:ext>
                    </a:extLst>
                  </p:cNvPr>
                  <p:cNvSpPr/>
                  <p:nvPr/>
                </p:nvSpPr>
                <p:spPr>
                  <a:xfrm>
                    <a:off x="14917092" y="11118039"/>
                    <a:ext cx="341760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2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7</a:t>
                    </a:r>
                    <a:endParaRPr lang="pt-PT" sz="22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52" name="Rectangle 1351">
                    <a:extLst>
                      <a:ext uri="{FF2B5EF4-FFF2-40B4-BE49-F238E27FC236}">
                        <a16:creationId xmlns:a16="http://schemas.microsoft.com/office/drawing/2014/main" id="{FE2CC408-7B96-4A18-AB68-F8861FC9DAD5}"/>
                      </a:ext>
                    </a:extLst>
                  </p:cNvPr>
                  <p:cNvSpPr/>
                  <p:nvPr/>
                </p:nvSpPr>
                <p:spPr>
                  <a:xfrm>
                    <a:off x="14917092" y="11430088"/>
                    <a:ext cx="341760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2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8</a:t>
                    </a:r>
                    <a:endParaRPr lang="pt-PT" sz="22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61" name="Rectangle 1360">
                    <a:extLst>
                      <a:ext uri="{FF2B5EF4-FFF2-40B4-BE49-F238E27FC236}">
                        <a16:creationId xmlns:a16="http://schemas.microsoft.com/office/drawing/2014/main" id="{D4ADA237-8C6F-4921-9CC8-880CBD0BB82C}"/>
                      </a:ext>
                    </a:extLst>
                  </p:cNvPr>
                  <p:cNvSpPr/>
                  <p:nvPr/>
                </p:nvSpPr>
                <p:spPr>
                  <a:xfrm>
                    <a:off x="15834545" y="11824799"/>
                    <a:ext cx="255198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10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9</a:t>
                    </a:r>
                    <a:endParaRPr lang="pt-PT" sz="10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62" name="Rectangle 1361">
                    <a:extLst>
                      <a:ext uri="{FF2B5EF4-FFF2-40B4-BE49-F238E27FC236}">
                        <a16:creationId xmlns:a16="http://schemas.microsoft.com/office/drawing/2014/main" id="{88CCFDA1-AD9A-441C-8B94-8EC7B9BA5E12}"/>
                      </a:ext>
                    </a:extLst>
                  </p:cNvPr>
                  <p:cNvSpPr/>
                  <p:nvPr/>
                </p:nvSpPr>
                <p:spPr>
                  <a:xfrm>
                    <a:off x="15746583" y="11973093"/>
                    <a:ext cx="325730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10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10</a:t>
                    </a:r>
                    <a:endParaRPr lang="pt-PT" sz="1000" dirty="0">
                      <a:solidFill>
                        <a:srgbClr val="FBE5D6"/>
                      </a:solidFill>
                    </a:endParaRPr>
                  </a:p>
                </p:txBody>
              </p:sp>
            </p:grp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456D6AC-04AA-44ED-B51C-FFF18BD8157F}"/>
                    </a:ext>
                  </a:extLst>
                </p:cNvPr>
                <p:cNvGrpSpPr/>
                <p:nvPr/>
              </p:nvGrpSpPr>
              <p:grpSpPr>
                <a:xfrm>
                  <a:off x="2591624" y="802918"/>
                  <a:ext cx="1098378" cy="11977138"/>
                  <a:chOff x="2591624" y="802918"/>
                  <a:chExt cx="1098378" cy="11977138"/>
                </a:xfrm>
              </p:grpSpPr>
              <p:sp>
                <p:nvSpPr>
                  <p:cNvPr id="1366" name="Rectangle 1365">
                    <a:extLst>
                      <a:ext uri="{FF2B5EF4-FFF2-40B4-BE49-F238E27FC236}">
                        <a16:creationId xmlns:a16="http://schemas.microsoft.com/office/drawing/2014/main" id="{74DCB4FC-2CD0-45B0-A3D5-3988604DAB40}"/>
                      </a:ext>
                    </a:extLst>
                  </p:cNvPr>
                  <p:cNvSpPr/>
                  <p:nvPr/>
                </p:nvSpPr>
                <p:spPr>
                  <a:xfrm>
                    <a:off x="2791999" y="12072170"/>
                    <a:ext cx="697627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40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…</a:t>
                    </a:r>
                    <a:endParaRPr lang="pt-PT" sz="4000" b="1" dirty="0"/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41AFB23F-2007-4DA9-941F-B88574FF038D}"/>
                      </a:ext>
                    </a:extLst>
                  </p:cNvPr>
                  <p:cNvSpPr/>
                  <p:nvPr/>
                </p:nvSpPr>
                <p:spPr>
                  <a:xfrm>
                    <a:off x="2591624" y="802918"/>
                    <a:ext cx="1098378" cy="206210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2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  <a:endParaRPr lang="pt-PT" sz="12800" dirty="0"/>
                  </a:p>
                </p:txBody>
              </p:sp>
              <p:sp>
                <p:nvSpPr>
                  <p:cNvPr id="1346" name="Rectangle 1345">
                    <a:extLst>
                      <a:ext uri="{FF2B5EF4-FFF2-40B4-BE49-F238E27FC236}">
                        <a16:creationId xmlns:a16="http://schemas.microsoft.com/office/drawing/2014/main" id="{F304CE5E-4CBF-406D-A08D-4A4BB0A63246}"/>
                      </a:ext>
                    </a:extLst>
                  </p:cNvPr>
                  <p:cNvSpPr/>
                  <p:nvPr/>
                </p:nvSpPr>
                <p:spPr>
                  <a:xfrm>
                    <a:off x="2591624" y="3627671"/>
                    <a:ext cx="1098378" cy="206210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2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endParaRPr lang="pt-PT" sz="12800" dirty="0"/>
                  </a:p>
                </p:txBody>
              </p:sp>
              <p:sp>
                <p:nvSpPr>
                  <p:cNvPr id="1355" name="Rectangle 1354">
                    <a:extLst>
                      <a:ext uri="{FF2B5EF4-FFF2-40B4-BE49-F238E27FC236}">
                        <a16:creationId xmlns:a16="http://schemas.microsoft.com/office/drawing/2014/main" id="{3FEB2C9D-E5DD-43B6-A095-53481C5B6DC2}"/>
                      </a:ext>
                    </a:extLst>
                  </p:cNvPr>
                  <p:cNvSpPr/>
                  <p:nvPr/>
                </p:nvSpPr>
                <p:spPr>
                  <a:xfrm>
                    <a:off x="2969933" y="11118039"/>
                    <a:ext cx="341760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22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7</a:t>
                    </a:r>
                    <a:endParaRPr lang="pt-PT" sz="2200" dirty="0"/>
                  </a:p>
                </p:txBody>
              </p:sp>
              <p:sp>
                <p:nvSpPr>
                  <p:cNvPr id="1356" name="Rectangle 1355">
                    <a:extLst>
                      <a:ext uri="{FF2B5EF4-FFF2-40B4-BE49-F238E27FC236}">
                        <a16:creationId xmlns:a16="http://schemas.microsoft.com/office/drawing/2014/main" id="{4A7060AA-AA2B-4A52-B876-C2018F43F286}"/>
                      </a:ext>
                    </a:extLst>
                  </p:cNvPr>
                  <p:cNvSpPr/>
                  <p:nvPr/>
                </p:nvSpPr>
                <p:spPr>
                  <a:xfrm>
                    <a:off x="2969933" y="11430088"/>
                    <a:ext cx="341760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22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8</a:t>
                    </a:r>
                    <a:endParaRPr lang="pt-PT" sz="2200" dirty="0"/>
                  </a:p>
                </p:txBody>
              </p:sp>
              <p:sp>
                <p:nvSpPr>
                  <p:cNvPr id="1357" name="Rectangle 1356">
                    <a:extLst>
                      <a:ext uri="{FF2B5EF4-FFF2-40B4-BE49-F238E27FC236}">
                        <a16:creationId xmlns:a16="http://schemas.microsoft.com/office/drawing/2014/main" id="{17C862B0-4A5C-492D-804B-5783435431F9}"/>
                      </a:ext>
                    </a:extLst>
                  </p:cNvPr>
                  <p:cNvSpPr/>
                  <p:nvPr/>
                </p:nvSpPr>
                <p:spPr>
                  <a:xfrm>
                    <a:off x="2876959" y="9557499"/>
                    <a:ext cx="527709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4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5</a:t>
                    </a:r>
                    <a:endParaRPr lang="pt-PT" sz="4800" dirty="0"/>
                  </a:p>
                </p:txBody>
              </p:sp>
              <p:sp>
                <p:nvSpPr>
                  <p:cNvPr id="1358" name="Rectangle 1357">
                    <a:extLst>
                      <a:ext uri="{FF2B5EF4-FFF2-40B4-BE49-F238E27FC236}">
                        <a16:creationId xmlns:a16="http://schemas.microsoft.com/office/drawing/2014/main" id="{1EF69261-AEE5-47F3-9345-584FDBC8998F}"/>
                      </a:ext>
                    </a:extLst>
                  </p:cNvPr>
                  <p:cNvSpPr/>
                  <p:nvPr/>
                </p:nvSpPr>
                <p:spPr>
                  <a:xfrm>
                    <a:off x="2876958" y="10190036"/>
                    <a:ext cx="527709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4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6</a:t>
                    </a:r>
                    <a:endParaRPr lang="pt-PT" sz="4800" dirty="0"/>
                  </a:p>
                </p:txBody>
              </p:sp>
              <p:sp>
                <p:nvSpPr>
                  <p:cNvPr id="1359" name="Rectangle 1358">
                    <a:extLst>
                      <a:ext uri="{FF2B5EF4-FFF2-40B4-BE49-F238E27FC236}">
                        <a16:creationId xmlns:a16="http://schemas.microsoft.com/office/drawing/2014/main" id="{AA010EC8-7D7B-48BA-9C96-F6FAB5A47F9E}"/>
                      </a:ext>
                    </a:extLst>
                  </p:cNvPr>
                  <p:cNvSpPr/>
                  <p:nvPr/>
                </p:nvSpPr>
                <p:spPr>
                  <a:xfrm>
                    <a:off x="2734292" y="6514660"/>
                    <a:ext cx="813043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8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lang="pt-PT" sz="8800" dirty="0"/>
                  </a:p>
                </p:txBody>
              </p:sp>
              <p:sp>
                <p:nvSpPr>
                  <p:cNvPr id="1360" name="Rectangle 1359">
                    <a:extLst>
                      <a:ext uri="{FF2B5EF4-FFF2-40B4-BE49-F238E27FC236}">
                        <a16:creationId xmlns:a16="http://schemas.microsoft.com/office/drawing/2014/main" id="{9D82579B-5E73-478D-BA66-730EE64143C5}"/>
                      </a:ext>
                    </a:extLst>
                  </p:cNvPr>
                  <p:cNvSpPr/>
                  <p:nvPr/>
                </p:nvSpPr>
                <p:spPr>
                  <a:xfrm>
                    <a:off x="2734292" y="8041276"/>
                    <a:ext cx="813043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8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4</a:t>
                    </a:r>
                    <a:endParaRPr lang="pt-PT" sz="8800" dirty="0"/>
                  </a:p>
                </p:txBody>
              </p:sp>
              <p:sp>
                <p:nvSpPr>
                  <p:cNvPr id="1363" name="Rectangle 1362">
                    <a:extLst>
                      <a:ext uri="{FF2B5EF4-FFF2-40B4-BE49-F238E27FC236}">
                        <a16:creationId xmlns:a16="http://schemas.microsoft.com/office/drawing/2014/main" id="{332D6356-0A4F-435C-A1B9-E689511C9AA8}"/>
                      </a:ext>
                    </a:extLst>
                  </p:cNvPr>
                  <p:cNvSpPr/>
                  <p:nvPr/>
                </p:nvSpPr>
                <p:spPr>
                  <a:xfrm>
                    <a:off x="3013214" y="11824799"/>
                    <a:ext cx="255198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0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9</a:t>
                    </a:r>
                    <a:endParaRPr lang="pt-PT" sz="1000" dirty="0"/>
                  </a:p>
                </p:txBody>
              </p:sp>
              <p:sp>
                <p:nvSpPr>
                  <p:cNvPr id="1364" name="Rectangle 1363">
                    <a:extLst>
                      <a:ext uri="{FF2B5EF4-FFF2-40B4-BE49-F238E27FC236}">
                        <a16:creationId xmlns:a16="http://schemas.microsoft.com/office/drawing/2014/main" id="{0EFC8166-31A1-4C74-B39D-6954622AEBEB}"/>
                      </a:ext>
                    </a:extLst>
                  </p:cNvPr>
                  <p:cNvSpPr/>
                  <p:nvPr/>
                </p:nvSpPr>
                <p:spPr>
                  <a:xfrm>
                    <a:off x="2977948" y="11973093"/>
                    <a:ext cx="325731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0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10</a:t>
                    </a:r>
                    <a:endParaRPr lang="pt-PT" sz="1000" dirty="0"/>
                  </a:p>
                </p:txBody>
              </p:sp>
            </p:grp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77A24F13-514C-40A8-9890-B2B2F4802415}"/>
                  </a:ext>
                </a:extLst>
              </p:cNvPr>
              <p:cNvGrpSpPr/>
              <p:nvPr/>
            </p:nvGrpSpPr>
            <p:grpSpPr>
              <a:xfrm>
                <a:off x="2318312" y="12053049"/>
                <a:ext cx="14929563" cy="12291697"/>
                <a:chOff x="2318312" y="12053049"/>
                <a:chExt cx="14929563" cy="12291697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583942D0-7C77-4E8D-A722-E41D614FE268}"/>
                    </a:ext>
                  </a:extLst>
                </p:cNvPr>
                <p:cNvGrpSpPr/>
                <p:nvPr/>
              </p:nvGrpSpPr>
              <p:grpSpPr>
                <a:xfrm>
                  <a:off x="9234171" y="12053049"/>
                  <a:ext cx="8013704" cy="6579955"/>
                  <a:chOff x="9234171" y="12053049"/>
                  <a:chExt cx="8013704" cy="6579955"/>
                </a:xfrm>
              </p:grpSpPr>
              <p:sp>
                <p:nvSpPr>
                  <p:cNvPr id="1381" name="Rectangle 1380">
                    <a:extLst>
                      <a:ext uri="{FF2B5EF4-FFF2-40B4-BE49-F238E27FC236}">
                        <a16:creationId xmlns:a16="http://schemas.microsoft.com/office/drawing/2014/main" id="{E3E255FE-1BEC-4F8E-B32B-C25E67DD49F2}"/>
                      </a:ext>
                    </a:extLst>
                  </p:cNvPr>
                  <p:cNvSpPr/>
                  <p:nvPr/>
                </p:nvSpPr>
                <p:spPr>
                  <a:xfrm>
                    <a:off x="9234171" y="17186454"/>
                    <a:ext cx="1188146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8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-3</a:t>
                    </a:r>
                    <a:endParaRPr lang="pt-PT" sz="8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82" name="Rectangle 1381">
                    <a:extLst>
                      <a:ext uri="{FF2B5EF4-FFF2-40B4-BE49-F238E27FC236}">
                        <a16:creationId xmlns:a16="http://schemas.microsoft.com/office/drawing/2014/main" id="{E89F7E7A-A878-4409-971E-B5F2249756A8}"/>
                      </a:ext>
                    </a:extLst>
                  </p:cNvPr>
                  <p:cNvSpPr/>
                  <p:nvPr/>
                </p:nvSpPr>
                <p:spPr>
                  <a:xfrm>
                    <a:off x="9234171" y="15659838"/>
                    <a:ext cx="1188146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8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-4</a:t>
                    </a:r>
                    <a:endParaRPr lang="pt-PT" sz="8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83" name="Rectangle 1382">
                    <a:extLst>
                      <a:ext uri="{FF2B5EF4-FFF2-40B4-BE49-F238E27FC236}">
                        <a16:creationId xmlns:a16="http://schemas.microsoft.com/office/drawing/2014/main" id="{0E82B9C5-A7A1-40CD-B119-F0E861AB1BD8}"/>
                      </a:ext>
                    </a:extLst>
                  </p:cNvPr>
                  <p:cNvSpPr/>
                  <p:nvPr/>
                </p:nvSpPr>
                <p:spPr>
                  <a:xfrm>
                    <a:off x="12941997" y="14759168"/>
                    <a:ext cx="732893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4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-5</a:t>
                    </a:r>
                    <a:endParaRPr lang="pt-PT" sz="4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84" name="Rectangle 1383">
                    <a:extLst>
                      <a:ext uri="{FF2B5EF4-FFF2-40B4-BE49-F238E27FC236}">
                        <a16:creationId xmlns:a16="http://schemas.microsoft.com/office/drawing/2014/main" id="{875AAE08-BDF9-41DC-8AF9-7D7817A140F3}"/>
                      </a:ext>
                    </a:extLst>
                  </p:cNvPr>
                  <p:cNvSpPr/>
                  <p:nvPr/>
                </p:nvSpPr>
                <p:spPr>
                  <a:xfrm>
                    <a:off x="12941997" y="14126631"/>
                    <a:ext cx="732893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4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-6</a:t>
                    </a:r>
                    <a:endParaRPr lang="pt-PT" sz="4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85" name="Rectangle 1384">
                    <a:extLst>
                      <a:ext uri="{FF2B5EF4-FFF2-40B4-BE49-F238E27FC236}">
                        <a16:creationId xmlns:a16="http://schemas.microsoft.com/office/drawing/2014/main" id="{9FECBF6D-AED1-420A-B2FA-4A5F4337FD7D}"/>
                      </a:ext>
                    </a:extLst>
                  </p:cNvPr>
                  <p:cNvSpPr/>
                  <p:nvPr/>
                </p:nvSpPr>
                <p:spPr>
                  <a:xfrm>
                    <a:off x="14835985" y="13690520"/>
                    <a:ext cx="436338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2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-7</a:t>
                    </a:r>
                    <a:endParaRPr lang="pt-PT" sz="22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86" name="Rectangle 1385">
                    <a:extLst>
                      <a:ext uri="{FF2B5EF4-FFF2-40B4-BE49-F238E27FC236}">
                        <a16:creationId xmlns:a16="http://schemas.microsoft.com/office/drawing/2014/main" id="{65C10A88-8BD6-4AB4-9AA8-60FCF25C0217}"/>
                      </a:ext>
                    </a:extLst>
                  </p:cNvPr>
                  <p:cNvSpPr/>
                  <p:nvPr/>
                </p:nvSpPr>
                <p:spPr>
                  <a:xfrm>
                    <a:off x="14835985" y="13378471"/>
                    <a:ext cx="436338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2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-8</a:t>
                    </a:r>
                    <a:endParaRPr lang="pt-PT" sz="22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87" name="Rectangle 1386">
                    <a:extLst>
                      <a:ext uri="{FF2B5EF4-FFF2-40B4-BE49-F238E27FC236}">
                        <a16:creationId xmlns:a16="http://schemas.microsoft.com/office/drawing/2014/main" id="{C99B9023-2E71-4EC5-A6D0-989F67E43D50}"/>
                      </a:ext>
                    </a:extLst>
                  </p:cNvPr>
                  <p:cNvSpPr/>
                  <p:nvPr/>
                </p:nvSpPr>
                <p:spPr>
                  <a:xfrm>
                    <a:off x="15736214" y="13118060"/>
                    <a:ext cx="298480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10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-9</a:t>
                    </a:r>
                    <a:endParaRPr lang="pt-PT" sz="10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388" name="Rectangle 1387">
                    <a:extLst>
                      <a:ext uri="{FF2B5EF4-FFF2-40B4-BE49-F238E27FC236}">
                        <a16:creationId xmlns:a16="http://schemas.microsoft.com/office/drawing/2014/main" id="{1B291CCB-0998-46B6-8E74-30C2823CB2D8}"/>
                      </a:ext>
                    </a:extLst>
                  </p:cNvPr>
                  <p:cNvSpPr/>
                  <p:nvPr/>
                </p:nvSpPr>
                <p:spPr>
                  <a:xfrm>
                    <a:off x="15708979" y="12969766"/>
                    <a:ext cx="369012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10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-10</a:t>
                    </a:r>
                    <a:endParaRPr lang="pt-PT" sz="10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34" name="Rectangle 1433">
                    <a:extLst>
                      <a:ext uri="{FF2B5EF4-FFF2-40B4-BE49-F238E27FC236}">
                        <a16:creationId xmlns:a16="http://schemas.microsoft.com/office/drawing/2014/main" id="{593212D4-ADEC-485A-88C4-25010F3F097A}"/>
                      </a:ext>
                    </a:extLst>
                  </p:cNvPr>
                  <p:cNvSpPr/>
                  <p:nvPr/>
                </p:nvSpPr>
                <p:spPr>
                  <a:xfrm>
                    <a:off x="16205961" y="12804417"/>
                    <a:ext cx="274434" cy="20005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7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…</a:t>
                    </a:r>
                    <a:endParaRPr lang="pt-PT" sz="7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35" name="Rectangle 1434">
                    <a:extLst>
                      <a:ext uri="{FF2B5EF4-FFF2-40B4-BE49-F238E27FC236}">
                        <a16:creationId xmlns:a16="http://schemas.microsoft.com/office/drawing/2014/main" id="{CC0A64FA-B7CA-4BE0-8DD8-AAF5021CEE37}"/>
                      </a:ext>
                    </a:extLst>
                  </p:cNvPr>
                  <p:cNvSpPr/>
                  <p:nvPr/>
                </p:nvSpPr>
                <p:spPr>
                  <a:xfrm>
                    <a:off x="16211110" y="12146581"/>
                    <a:ext cx="274434" cy="20005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7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…</a:t>
                    </a:r>
                    <a:endParaRPr lang="pt-PT" sz="7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778" name="Rectangle 777">
                    <a:extLst>
                      <a:ext uri="{FF2B5EF4-FFF2-40B4-BE49-F238E27FC236}">
                        <a16:creationId xmlns:a16="http://schemas.microsoft.com/office/drawing/2014/main" id="{718D6A58-3542-47CD-A367-ACACF8C34BA9}"/>
                      </a:ext>
                    </a:extLst>
                  </p:cNvPr>
                  <p:cNvSpPr/>
                  <p:nvPr/>
                </p:nvSpPr>
                <p:spPr>
                  <a:xfrm>
                    <a:off x="16322573" y="12053049"/>
                    <a:ext cx="274434" cy="20005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7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…</a:t>
                    </a:r>
                    <a:endParaRPr lang="pt-PT" sz="7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9FAB7C9C-3A2F-428F-B510-9E4A8CCC37BD}"/>
                      </a:ext>
                    </a:extLst>
                  </p:cNvPr>
                  <p:cNvSpPr/>
                  <p:nvPr/>
                </p:nvSpPr>
                <p:spPr>
                  <a:xfrm>
                    <a:off x="16973441" y="12053049"/>
                    <a:ext cx="274434" cy="20005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7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…</a:t>
                    </a:r>
                    <a:endParaRPr lang="pt-PT" sz="700" dirty="0">
                      <a:solidFill>
                        <a:srgbClr val="FBE5D6"/>
                      </a:solidFill>
                    </a:endParaRPr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CD9B23C7-1909-466E-8332-CBEDC2463088}"/>
                    </a:ext>
                  </a:extLst>
                </p:cNvPr>
                <p:cNvGrpSpPr/>
                <p:nvPr/>
              </p:nvGrpSpPr>
              <p:grpSpPr>
                <a:xfrm>
                  <a:off x="2318312" y="12928350"/>
                  <a:ext cx="1645002" cy="11416396"/>
                  <a:chOff x="2318312" y="12928350"/>
                  <a:chExt cx="1645002" cy="11416396"/>
                </a:xfrm>
              </p:grpSpPr>
              <p:sp>
                <p:nvSpPr>
                  <p:cNvPr id="1370" name="Rectangle 1369">
                    <a:extLst>
                      <a:ext uri="{FF2B5EF4-FFF2-40B4-BE49-F238E27FC236}">
                        <a16:creationId xmlns:a16="http://schemas.microsoft.com/office/drawing/2014/main" id="{29B380BB-EEFE-4A43-90D2-E028F031109A}"/>
                      </a:ext>
                    </a:extLst>
                  </p:cNvPr>
                  <p:cNvSpPr/>
                  <p:nvPr/>
                </p:nvSpPr>
                <p:spPr>
                  <a:xfrm>
                    <a:off x="2318312" y="22282643"/>
                    <a:ext cx="1645002" cy="206210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2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-1</a:t>
                    </a:r>
                    <a:endParaRPr lang="pt-PT" sz="12800" dirty="0"/>
                  </a:p>
                </p:txBody>
              </p:sp>
              <p:sp>
                <p:nvSpPr>
                  <p:cNvPr id="1371" name="Rectangle 1370">
                    <a:extLst>
                      <a:ext uri="{FF2B5EF4-FFF2-40B4-BE49-F238E27FC236}">
                        <a16:creationId xmlns:a16="http://schemas.microsoft.com/office/drawing/2014/main" id="{D70C37BE-4968-4B89-8671-932AFDAA7B73}"/>
                      </a:ext>
                    </a:extLst>
                  </p:cNvPr>
                  <p:cNvSpPr/>
                  <p:nvPr/>
                </p:nvSpPr>
                <p:spPr>
                  <a:xfrm>
                    <a:off x="2318312" y="19457890"/>
                    <a:ext cx="1645002" cy="206210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2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-2</a:t>
                    </a:r>
                    <a:endParaRPr lang="pt-PT" sz="12800" dirty="0"/>
                  </a:p>
                </p:txBody>
              </p:sp>
              <p:sp>
                <p:nvSpPr>
                  <p:cNvPr id="1372" name="Rectangle 1371">
                    <a:extLst>
                      <a:ext uri="{FF2B5EF4-FFF2-40B4-BE49-F238E27FC236}">
                        <a16:creationId xmlns:a16="http://schemas.microsoft.com/office/drawing/2014/main" id="{64E5F04A-6440-4809-A668-DAA078AD7678}"/>
                      </a:ext>
                    </a:extLst>
                  </p:cNvPr>
                  <p:cNvSpPr/>
                  <p:nvPr/>
                </p:nvSpPr>
                <p:spPr>
                  <a:xfrm>
                    <a:off x="2922644" y="13598738"/>
                    <a:ext cx="436338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22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-7</a:t>
                    </a:r>
                    <a:endParaRPr lang="pt-PT" sz="2200" dirty="0"/>
                  </a:p>
                </p:txBody>
              </p:sp>
              <p:sp>
                <p:nvSpPr>
                  <p:cNvPr id="1373" name="Rectangle 1372">
                    <a:extLst>
                      <a:ext uri="{FF2B5EF4-FFF2-40B4-BE49-F238E27FC236}">
                        <a16:creationId xmlns:a16="http://schemas.microsoft.com/office/drawing/2014/main" id="{1F4EE377-0DF4-4A53-B18E-45996186909F}"/>
                      </a:ext>
                    </a:extLst>
                  </p:cNvPr>
                  <p:cNvSpPr/>
                  <p:nvPr/>
                </p:nvSpPr>
                <p:spPr>
                  <a:xfrm>
                    <a:off x="2922644" y="13286689"/>
                    <a:ext cx="436338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22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-8</a:t>
                    </a:r>
                    <a:endParaRPr lang="pt-PT" sz="2200" dirty="0"/>
                  </a:p>
                </p:txBody>
              </p:sp>
              <p:sp>
                <p:nvSpPr>
                  <p:cNvPr id="1374" name="Rectangle 1373">
                    <a:extLst>
                      <a:ext uri="{FF2B5EF4-FFF2-40B4-BE49-F238E27FC236}">
                        <a16:creationId xmlns:a16="http://schemas.microsoft.com/office/drawing/2014/main" id="{68BC3E45-F02D-4ABB-9AA2-7CE58493649E}"/>
                      </a:ext>
                    </a:extLst>
                  </p:cNvPr>
                  <p:cNvSpPr/>
                  <p:nvPr/>
                </p:nvSpPr>
                <p:spPr>
                  <a:xfrm>
                    <a:off x="2774367" y="14759168"/>
                    <a:ext cx="732893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4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-5</a:t>
                    </a:r>
                    <a:endParaRPr lang="pt-PT" sz="4800" dirty="0"/>
                  </a:p>
                </p:txBody>
              </p:sp>
              <p:sp>
                <p:nvSpPr>
                  <p:cNvPr id="1375" name="Rectangle 1374">
                    <a:extLst>
                      <a:ext uri="{FF2B5EF4-FFF2-40B4-BE49-F238E27FC236}">
                        <a16:creationId xmlns:a16="http://schemas.microsoft.com/office/drawing/2014/main" id="{85601379-EBF5-4E3B-8EA8-421021FEDFB6}"/>
                      </a:ext>
                    </a:extLst>
                  </p:cNvPr>
                  <p:cNvSpPr/>
                  <p:nvPr/>
                </p:nvSpPr>
                <p:spPr>
                  <a:xfrm>
                    <a:off x="2774367" y="14126631"/>
                    <a:ext cx="732893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4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-6</a:t>
                    </a:r>
                    <a:endParaRPr lang="pt-PT" sz="4800" dirty="0"/>
                  </a:p>
                </p:txBody>
              </p:sp>
              <p:sp>
                <p:nvSpPr>
                  <p:cNvPr id="1376" name="Rectangle 1375">
                    <a:extLst>
                      <a:ext uri="{FF2B5EF4-FFF2-40B4-BE49-F238E27FC236}">
                        <a16:creationId xmlns:a16="http://schemas.microsoft.com/office/drawing/2014/main" id="{24688DAA-30AF-4E7D-B958-B7B6853A094F}"/>
                      </a:ext>
                    </a:extLst>
                  </p:cNvPr>
                  <p:cNvSpPr/>
                  <p:nvPr/>
                </p:nvSpPr>
                <p:spPr>
                  <a:xfrm>
                    <a:off x="2546741" y="17186454"/>
                    <a:ext cx="1188146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8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-3</a:t>
                    </a:r>
                    <a:endParaRPr lang="pt-PT" sz="8800" dirty="0"/>
                  </a:p>
                </p:txBody>
              </p:sp>
              <p:sp>
                <p:nvSpPr>
                  <p:cNvPr id="1377" name="Rectangle 1376">
                    <a:extLst>
                      <a:ext uri="{FF2B5EF4-FFF2-40B4-BE49-F238E27FC236}">
                        <a16:creationId xmlns:a16="http://schemas.microsoft.com/office/drawing/2014/main" id="{7508E105-C7C2-4B34-8EB0-699824906407}"/>
                      </a:ext>
                    </a:extLst>
                  </p:cNvPr>
                  <p:cNvSpPr/>
                  <p:nvPr/>
                </p:nvSpPr>
                <p:spPr>
                  <a:xfrm>
                    <a:off x="2546741" y="15659838"/>
                    <a:ext cx="1188146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8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-4</a:t>
                    </a:r>
                    <a:endParaRPr lang="pt-PT" sz="8800" dirty="0"/>
                  </a:p>
                </p:txBody>
              </p:sp>
              <p:sp>
                <p:nvSpPr>
                  <p:cNvPr id="1378" name="Rectangle 1377">
                    <a:extLst>
                      <a:ext uri="{FF2B5EF4-FFF2-40B4-BE49-F238E27FC236}">
                        <a16:creationId xmlns:a16="http://schemas.microsoft.com/office/drawing/2014/main" id="{B00A5291-7E10-4513-BFE0-E7C45CB7FAE4}"/>
                      </a:ext>
                    </a:extLst>
                  </p:cNvPr>
                  <p:cNvSpPr/>
                  <p:nvPr/>
                </p:nvSpPr>
                <p:spPr>
                  <a:xfrm>
                    <a:off x="2991573" y="13076644"/>
                    <a:ext cx="298480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0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-9</a:t>
                    </a:r>
                    <a:endParaRPr lang="pt-PT" sz="1000" dirty="0"/>
                  </a:p>
                </p:txBody>
              </p:sp>
              <p:sp>
                <p:nvSpPr>
                  <p:cNvPr id="1379" name="Rectangle 1378">
                    <a:extLst>
                      <a:ext uri="{FF2B5EF4-FFF2-40B4-BE49-F238E27FC236}">
                        <a16:creationId xmlns:a16="http://schemas.microsoft.com/office/drawing/2014/main" id="{6EE16A52-CB07-4842-B936-A00E10EDE172}"/>
                      </a:ext>
                    </a:extLst>
                  </p:cNvPr>
                  <p:cNvSpPr/>
                  <p:nvPr/>
                </p:nvSpPr>
                <p:spPr>
                  <a:xfrm>
                    <a:off x="2956308" y="12928350"/>
                    <a:ext cx="369012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0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-10</a:t>
                    </a:r>
                    <a:endParaRPr lang="pt-PT" sz="1000" dirty="0"/>
                  </a:p>
                </p:txBody>
              </p:sp>
            </p:grpSp>
          </p:grp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836E1277-5C24-4409-8695-9E63C478159C}"/>
                </a:ext>
              </a:extLst>
            </p:cNvPr>
            <p:cNvGrpSpPr/>
            <p:nvPr/>
          </p:nvGrpSpPr>
          <p:grpSpPr>
            <a:xfrm>
              <a:off x="5413799" y="-2114128"/>
              <a:ext cx="22714358" cy="13968135"/>
              <a:chOff x="5413799" y="-2114128"/>
              <a:chExt cx="22714358" cy="13968135"/>
            </a:xfrm>
          </p:grpSpPr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77CC9A1A-B4B3-4CCD-BD2E-ADE88FBA983D}"/>
                  </a:ext>
                </a:extLst>
              </p:cNvPr>
              <p:cNvGrpSpPr/>
              <p:nvPr/>
            </p:nvGrpSpPr>
            <p:grpSpPr>
              <a:xfrm>
                <a:off x="5413799" y="-2114128"/>
                <a:ext cx="22714358" cy="13968135"/>
                <a:chOff x="5413799" y="-2114128"/>
                <a:chExt cx="22714358" cy="13968135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E6DCD50A-2C76-40BC-A712-7E2CD7B0E75F}"/>
                    </a:ext>
                  </a:extLst>
                </p:cNvPr>
                <p:cNvGrpSpPr/>
                <p:nvPr/>
              </p:nvGrpSpPr>
              <p:grpSpPr>
                <a:xfrm flipH="1">
                  <a:off x="10931796" y="4934469"/>
                  <a:ext cx="5485363" cy="6919538"/>
                  <a:chOff x="17118193" y="4989509"/>
                  <a:chExt cx="5485363" cy="6919538"/>
                </a:xfrm>
              </p:grpSpPr>
              <p:sp>
                <p:nvSpPr>
                  <p:cNvPr id="1426" name="Rectangle 1425">
                    <a:extLst>
                      <a:ext uri="{FF2B5EF4-FFF2-40B4-BE49-F238E27FC236}">
                        <a16:creationId xmlns:a16="http://schemas.microsoft.com/office/drawing/2014/main" id="{5D83320F-DB77-4803-A354-4144BAF07DF1}"/>
                      </a:ext>
                    </a:extLst>
                  </p:cNvPr>
                  <p:cNvSpPr/>
                  <p:nvPr/>
                </p:nvSpPr>
                <p:spPr>
                  <a:xfrm>
                    <a:off x="21604565" y="4989509"/>
                    <a:ext cx="998991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8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pt-PT" sz="8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27" name="Rectangle 1426">
                    <a:extLst>
                      <a:ext uri="{FF2B5EF4-FFF2-40B4-BE49-F238E27FC236}">
                        <a16:creationId xmlns:a16="http://schemas.microsoft.com/office/drawing/2014/main" id="{A147A016-1902-4349-BFB8-1CDA4EADC30B}"/>
                      </a:ext>
                    </a:extLst>
                  </p:cNvPr>
                  <p:cNvSpPr/>
                  <p:nvPr/>
                </p:nvSpPr>
                <p:spPr>
                  <a:xfrm>
                    <a:off x="20077949" y="4989509"/>
                    <a:ext cx="998991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8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  <a:endParaRPr lang="pt-PT" sz="8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28" name="Rectangle 1427">
                    <a:extLst>
                      <a:ext uri="{FF2B5EF4-FFF2-40B4-BE49-F238E27FC236}">
                        <a16:creationId xmlns:a16="http://schemas.microsoft.com/office/drawing/2014/main" id="{12058578-91DB-495A-811F-198701EDAFD1}"/>
                      </a:ext>
                    </a:extLst>
                  </p:cNvPr>
                  <p:cNvSpPr/>
                  <p:nvPr/>
                </p:nvSpPr>
                <p:spPr>
                  <a:xfrm>
                    <a:off x="19071481" y="8813517"/>
                    <a:ext cx="595035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4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  <a:endParaRPr lang="pt-PT" sz="4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29" name="Rectangle 1428">
                    <a:extLst>
                      <a:ext uri="{FF2B5EF4-FFF2-40B4-BE49-F238E27FC236}">
                        <a16:creationId xmlns:a16="http://schemas.microsoft.com/office/drawing/2014/main" id="{1066CED8-37EA-43DC-A8B0-7117D8785A3E}"/>
                      </a:ext>
                    </a:extLst>
                  </p:cNvPr>
                  <p:cNvSpPr/>
                  <p:nvPr/>
                </p:nvSpPr>
                <p:spPr>
                  <a:xfrm>
                    <a:off x="18455775" y="8796685"/>
                    <a:ext cx="561372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4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  <a:endParaRPr lang="pt-PT" sz="4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30" name="Rectangle 1429">
                    <a:extLst>
                      <a:ext uri="{FF2B5EF4-FFF2-40B4-BE49-F238E27FC236}">
                        <a16:creationId xmlns:a16="http://schemas.microsoft.com/office/drawing/2014/main" id="{6C5DD520-EF97-4ABF-A13D-B28AD5DFB723}"/>
                      </a:ext>
                    </a:extLst>
                  </p:cNvPr>
                  <p:cNvSpPr/>
                  <p:nvPr/>
                </p:nvSpPr>
                <p:spPr>
                  <a:xfrm>
                    <a:off x="17806374" y="10745213"/>
                    <a:ext cx="404278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2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  <a:endParaRPr lang="pt-PT" sz="22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31" name="Rectangle 1430">
                    <a:extLst>
                      <a:ext uri="{FF2B5EF4-FFF2-40B4-BE49-F238E27FC236}">
                        <a16:creationId xmlns:a16="http://schemas.microsoft.com/office/drawing/2014/main" id="{0D04A6E7-0226-4D47-8950-734D727A4AC5}"/>
                      </a:ext>
                    </a:extLst>
                  </p:cNvPr>
                  <p:cNvSpPr/>
                  <p:nvPr/>
                </p:nvSpPr>
                <p:spPr>
                  <a:xfrm>
                    <a:off x="17502340" y="10737198"/>
                    <a:ext cx="388248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2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</a:t>
                    </a:r>
                    <a:endParaRPr lang="pt-PT" sz="22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32" name="Rectangle 1431">
                    <a:extLst>
                      <a:ext uri="{FF2B5EF4-FFF2-40B4-BE49-F238E27FC236}">
                        <a16:creationId xmlns:a16="http://schemas.microsoft.com/office/drawing/2014/main" id="{ABE7B838-0EB5-4AC5-B6CB-F2E8CE84030C}"/>
                      </a:ext>
                    </a:extLst>
                  </p:cNvPr>
                  <p:cNvSpPr/>
                  <p:nvPr/>
                </p:nvSpPr>
                <p:spPr>
                  <a:xfrm>
                    <a:off x="17284120" y="11662826"/>
                    <a:ext cx="219932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10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pt-PT" sz="10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33" name="Rectangle 1432">
                    <a:extLst>
                      <a:ext uri="{FF2B5EF4-FFF2-40B4-BE49-F238E27FC236}">
                        <a16:creationId xmlns:a16="http://schemas.microsoft.com/office/drawing/2014/main" id="{BB3B1DB2-54AB-4CC6-9F0D-914A88DB6980}"/>
                      </a:ext>
                    </a:extLst>
                  </p:cNvPr>
                  <p:cNvSpPr/>
                  <p:nvPr/>
                </p:nvSpPr>
                <p:spPr>
                  <a:xfrm>
                    <a:off x="17118193" y="11653224"/>
                    <a:ext cx="255198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10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J</a:t>
                    </a:r>
                    <a:endParaRPr lang="pt-PT" sz="1000" dirty="0">
                      <a:solidFill>
                        <a:srgbClr val="FBE5D6"/>
                      </a:solidFill>
                    </a:endParaRPr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F3260586-0F4C-462F-8CF0-D6B3293260BB}"/>
                    </a:ext>
                  </a:extLst>
                </p:cNvPr>
                <p:cNvGrpSpPr/>
                <p:nvPr/>
              </p:nvGrpSpPr>
              <p:grpSpPr>
                <a:xfrm flipH="1">
                  <a:off x="5413799" y="-2114128"/>
                  <a:ext cx="11075277" cy="2062103"/>
                  <a:chOff x="17118194" y="-2048814"/>
                  <a:chExt cx="11075277" cy="2062103"/>
                </a:xfrm>
              </p:grpSpPr>
              <p:sp>
                <p:nvSpPr>
                  <p:cNvPr id="1415" name="Rectangle 1414">
                    <a:extLst>
                      <a:ext uri="{FF2B5EF4-FFF2-40B4-BE49-F238E27FC236}">
                        <a16:creationId xmlns:a16="http://schemas.microsoft.com/office/drawing/2014/main" id="{B8F38AC2-B5F5-4CF0-8C83-272AC9A51E87}"/>
                      </a:ext>
                    </a:extLst>
                  </p:cNvPr>
                  <p:cNvSpPr/>
                  <p:nvPr/>
                </p:nvSpPr>
                <p:spPr>
                  <a:xfrm>
                    <a:off x="26822583" y="-2048814"/>
                    <a:ext cx="1370888" cy="206210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2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  <a:endParaRPr lang="pt-PT" sz="12800" dirty="0"/>
                  </a:p>
                </p:txBody>
              </p:sp>
              <p:sp>
                <p:nvSpPr>
                  <p:cNvPr id="1416" name="Rectangle 1415">
                    <a:extLst>
                      <a:ext uri="{FF2B5EF4-FFF2-40B4-BE49-F238E27FC236}">
                        <a16:creationId xmlns:a16="http://schemas.microsoft.com/office/drawing/2014/main" id="{CF8E6344-C986-4CF7-9433-C7E1608E09D7}"/>
                      </a:ext>
                    </a:extLst>
                  </p:cNvPr>
                  <p:cNvSpPr/>
                  <p:nvPr/>
                </p:nvSpPr>
                <p:spPr>
                  <a:xfrm>
                    <a:off x="23997830" y="-2048814"/>
                    <a:ext cx="1370888" cy="206210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2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</a:t>
                    </a:r>
                    <a:endParaRPr lang="pt-PT" sz="12800" dirty="0"/>
                  </a:p>
                </p:txBody>
              </p:sp>
              <p:sp>
                <p:nvSpPr>
                  <p:cNvPr id="1417" name="Rectangle 1416">
                    <a:extLst>
                      <a:ext uri="{FF2B5EF4-FFF2-40B4-BE49-F238E27FC236}">
                        <a16:creationId xmlns:a16="http://schemas.microsoft.com/office/drawing/2014/main" id="{60A07A5B-381B-479B-9A1D-A75B7ACB71E5}"/>
                      </a:ext>
                    </a:extLst>
                  </p:cNvPr>
                  <p:cNvSpPr/>
                  <p:nvPr/>
                </p:nvSpPr>
                <p:spPr>
                  <a:xfrm>
                    <a:off x="17806375" y="-1233206"/>
                    <a:ext cx="404278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22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  <a:endParaRPr lang="pt-PT" sz="2200" dirty="0"/>
                  </a:p>
                </p:txBody>
              </p:sp>
              <p:sp>
                <p:nvSpPr>
                  <p:cNvPr id="1418" name="Rectangle 1417">
                    <a:extLst>
                      <a:ext uri="{FF2B5EF4-FFF2-40B4-BE49-F238E27FC236}">
                        <a16:creationId xmlns:a16="http://schemas.microsoft.com/office/drawing/2014/main" id="{A09F145D-7129-4622-B702-522EE695F026}"/>
                      </a:ext>
                    </a:extLst>
                  </p:cNvPr>
                  <p:cNvSpPr/>
                  <p:nvPr/>
                </p:nvSpPr>
                <p:spPr>
                  <a:xfrm>
                    <a:off x="17502341" y="-1233205"/>
                    <a:ext cx="388248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22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</a:t>
                    </a:r>
                    <a:endParaRPr lang="pt-PT" sz="2200" dirty="0"/>
                  </a:p>
                </p:txBody>
              </p:sp>
              <p:sp>
                <p:nvSpPr>
                  <p:cNvPr id="1419" name="Rectangle 1418">
                    <a:extLst>
                      <a:ext uri="{FF2B5EF4-FFF2-40B4-BE49-F238E27FC236}">
                        <a16:creationId xmlns:a16="http://schemas.microsoft.com/office/drawing/2014/main" id="{89F6D177-3C5E-4164-856E-70F6D956898A}"/>
                      </a:ext>
                    </a:extLst>
                  </p:cNvPr>
                  <p:cNvSpPr/>
                  <p:nvPr/>
                </p:nvSpPr>
                <p:spPr>
                  <a:xfrm>
                    <a:off x="19071481" y="-1433260"/>
                    <a:ext cx="595035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4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  <a:endParaRPr lang="pt-PT" sz="4800" dirty="0"/>
                  </a:p>
                </p:txBody>
              </p:sp>
              <p:sp>
                <p:nvSpPr>
                  <p:cNvPr id="1420" name="Rectangle 1419">
                    <a:extLst>
                      <a:ext uri="{FF2B5EF4-FFF2-40B4-BE49-F238E27FC236}">
                        <a16:creationId xmlns:a16="http://schemas.microsoft.com/office/drawing/2014/main" id="{2571ABAC-33C1-4F4B-BEEA-4099A52D1FB5}"/>
                      </a:ext>
                    </a:extLst>
                  </p:cNvPr>
                  <p:cNvSpPr/>
                  <p:nvPr/>
                </p:nvSpPr>
                <p:spPr>
                  <a:xfrm>
                    <a:off x="18455776" y="-1433261"/>
                    <a:ext cx="561372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4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  <a:endParaRPr lang="pt-PT" sz="4800" dirty="0"/>
                  </a:p>
                </p:txBody>
              </p:sp>
              <p:sp>
                <p:nvSpPr>
                  <p:cNvPr id="1421" name="Rectangle 1420">
                    <a:extLst>
                      <a:ext uri="{FF2B5EF4-FFF2-40B4-BE49-F238E27FC236}">
                        <a16:creationId xmlns:a16="http://schemas.microsoft.com/office/drawing/2014/main" id="{2593D534-465A-418F-8A42-F62E53A2558A}"/>
                      </a:ext>
                    </a:extLst>
                  </p:cNvPr>
                  <p:cNvSpPr/>
                  <p:nvPr/>
                </p:nvSpPr>
                <p:spPr>
                  <a:xfrm>
                    <a:off x="21604566" y="-1741037"/>
                    <a:ext cx="998991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8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pt-PT" sz="8800" dirty="0"/>
                  </a:p>
                </p:txBody>
              </p:sp>
              <p:sp>
                <p:nvSpPr>
                  <p:cNvPr id="1422" name="Rectangle 1421">
                    <a:extLst>
                      <a:ext uri="{FF2B5EF4-FFF2-40B4-BE49-F238E27FC236}">
                        <a16:creationId xmlns:a16="http://schemas.microsoft.com/office/drawing/2014/main" id="{67E51033-95AB-4C10-AA9E-136481FCDB23}"/>
                      </a:ext>
                    </a:extLst>
                  </p:cNvPr>
                  <p:cNvSpPr/>
                  <p:nvPr/>
                </p:nvSpPr>
                <p:spPr>
                  <a:xfrm>
                    <a:off x="20077950" y="-1741037"/>
                    <a:ext cx="998991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8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  <a:endParaRPr lang="pt-PT" sz="8800" dirty="0"/>
                  </a:p>
                </p:txBody>
              </p:sp>
              <p:sp>
                <p:nvSpPr>
                  <p:cNvPr id="1423" name="Rectangle 1422">
                    <a:extLst>
                      <a:ext uri="{FF2B5EF4-FFF2-40B4-BE49-F238E27FC236}">
                        <a16:creationId xmlns:a16="http://schemas.microsoft.com/office/drawing/2014/main" id="{DC2AD202-C4C9-43F0-8565-C105EE06AE24}"/>
                      </a:ext>
                    </a:extLst>
                  </p:cNvPr>
                  <p:cNvSpPr/>
                  <p:nvPr/>
                </p:nvSpPr>
                <p:spPr>
                  <a:xfrm>
                    <a:off x="17284121" y="-1140872"/>
                    <a:ext cx="219932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0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pt-PT" sz="1000" dirty="0"/>
                  </a:p>
                </p:txBody>
              </p:sp>
              <p:sp>
                <p:nvSpPr>
                  <p:cNvPr id="1424" name="Rectangle 1423">
                    <a:extLst>
                      <a:ext uri="{FF2B5EF4-FFF2-40B4-BE49-F238E27FC236}">
                        <a16:creationId xmlns:a16="http://schemas.microsoft.com/office/drawing/2014/main" id="{DCB258FA-A16E-475C-86F5-98B69E59554F}"/>
                      </a:ext>
                    </a:extLst>
                  </p:cNvPr>
                  <p:cNvSpPr/>
                  <p:nvPr/>
                </p:nvSpPr>
                <p:spPr>
                  <a:xfrm>
                    <a:off x="17118194" y="-1140872"/>
                    <a:ext cx="255198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0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J</a:t>
                    </a:r>
                    <a:endParaRPr lang="pt-PT" sz="1000" dirty="0"/>
                  </a:p>
                </p:txBody>
              </p:sp>
            </p:grp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C69535B3-A335-4907-BC3A-95089079A4B2}"/>
                    </a:ext>
                  </a:extLst>
                </p:cNvPr>
                <p:cNvGrpSpPr/>
                <p:nvPr/>
              </p:nvGrpSpPr>
              <p:grpSpPr>
                <a:xfrm flipH="1">
                  <a:off x="17206768" y="4961850"/>
                  <a:ext cx="5374756" cy="6881883"/>
                  <a:chOff x="11025746" y="5027164"/>
                  <a:chExt cx="5374756" cy="6881883"/>
                </a:xfrm>
              </p:grpSpPr>
              <p:sp>
                <p:nvSpPr>
                  <p:cNvPr id="1405" name="Rectangle 1404">
                    <a:extLst>
                      <a:ext uri="{FF2B5EF4-FFF2-40B4-BE49-F238E27FC236}">
                        <a16:creationId xmlns:a16="http://schemas.microsoft.com/office/drawing/2014/main" id="{9AA1EB59-1419-400A-B087-A62203A78915}"/>
                      </a:ext>
                    </a:extLst>
                  </p:cNvPr>
                  <p:cNvSpPr/>
                  <p:nvPr/>
                </p:nvSpPr>
                <p:spPr>
                  <a:xfrm>
                    <a:off x="11025746" y="5027164"/>
                    <a:ext cx="813043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8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pt-PT" sz="8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06" name="Rectangle 1405">
                    <a:extLst>
                      <a:ext uri="{FF2B5EF4-FFF2-40B4-BE49-F238E27FC236}">
                        <a16:creationId xmlns:a16="http://schemas.microsoft.com/office/drawing/2014/main" id="{AF6FC493-FD5A-40EA-8F4E-0B4AAF71F6F9}"/>
                      </a:ext>
                    </a:extLst>
                  </p:cNvPr>
                  <p:cNvSpPr/>
                  <p:nvPr/>
                </p:nvSpPr>
                <p:spPr>
                  <a:xfrm>
                    <a:off x="12521905" y="5057621"/>
                    <a:ext cx="873957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8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  <a:endParaRPr lang="pt-PT" sz="8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07" name="Rectangle 1406">
                    <a:extLst>
                      <a:ext uri="{FF2B5EF4-FFF2-40B4-BE49-F238E27FC236}">
                        <a16:creationId xmlns:a16="http://schemas.microsoft.com/office/drawing/2014/main" id="{D6B0ECA7-EC5E-46B0-A104-D53E73E32E27}"/>
                      </a:ext>
                    </a:extLst>
                  </p:cNvPr>
                  <p:cNvSpPr/>
                  <p:nvPr/>
                </p:nvSpPr>
                <p:spPr>
                  <a:xfrm>
                    <a:off x="13903475" y="8779854"/>
                    <a:ext cx="527709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4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  <a:endParaRPr lang="pt-PT" sz="4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08" name="Rectangle 1407">
                    <a:extLst>
                      <a:ext uri="{FF2B5EF4-FFF2-40B4-BE49-F238E27FC236}">
                        <a16:creationId xmlns:a16="http://schemas.microsoft.com/office/drawing/2014/main" id="{368A4392-0F8A-4396-8E73-C13CCF703207}"/>
                      </a:ext>
                    </a:extLst>
                  </p:cNvPr>
                  <p:cNvSpPr/>
                  <p:nvPr/>
                </p:nvSpPr>
                <p:spPr>
                  <a:xfrm>
                    <a:off x="14604942" y="8778299"/>
                    <a:ext cx="389850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48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  <a:endParaRPr lang="pt-PT" sz="48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09" name="Rectangle 1408">
                    <a:extLst>
                      <a:ext uri="{FF2B5EF4-FFF2-40B4-BE49-F238E27FC236}">
                        <a16:creationId xmlns:a16="http://schemas.microsoft.com/office/drawing/2014/main" id="{10B4F8DC-0295-4E93-B33A-94082863166D}"/>
                      </a:ext>
                    </a:extLst>
                  </p:cNvPr>
                  <p:cNvSpPr/>
                  <p:nvPr/>
                </p:nvSpPr>
                <p:spPr>
                  <a:xfrm>
                    <a:off x="15348920" y="10721969"/>
                    <a:ext cx="357790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2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  <a:endParaRPr lang="pt-PT" sz="22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10" name="Rectangle 1409">
                    <a:extLst>
                      <a:ext uri="{FF2B5EF4-FFF2-40B4-BE49-F238E27FC236}">
                        <a16:creationId xmlns:a16="http://schemas.microsoft.com/office/drawing/2014/main" id="{A5B6EF27-AB90-46A9-AA65-A0BDEA4CB9AB}"/>
                      </a:ext>
                    </a:extLst>
                  </p:cNvPr>
                  <p:cNvSpPr/>
                  <p:nvPr/>
                </p:nvSpPr>
                <p:spPr>
                  <a:xfrm>
                    <a:off x="15660969" y="10721969"/>
                    <a:ext cx="357790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2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</a:t>
                    </a:r>
                    <a:endParaRPr lang="pt-PT" sz="22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11" name="Rectangle 1410">
                    <a:extLst>
                      <a:ext uri="{FF2B5EF4-FFF2-40B4-BE49-F238E27FC236}">
                        <a16:creationId xmlns:a16="http://schemas.microsoft.com/office/drawing/2014/main" id="{28CBCA78-FD3F-4A53-B033-BDCAE7D9EB1E}"/>
                      </a:ext>
                    </a:extLst>
                  </p:cNvPr>
                  <p:cNvSpPr/>
                  <p:nvPr/>
                </p:nvSpPr>
                <p:spPr>
                  <a:xfrm>
                    <a:off x="16032276" y="11662826"/>
                    <a:ext cx="219932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10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pt-PT" sz="1000" dirty="0">
                      <a:solidFill>
                        <a:srgbClr val="FBE5D6"/>
                      </a:solidFill>
                    </a:endParaRPr>
                  </a:p>
                </p:txBody>
              </p:sp>
              <p:sp>
                <p:nvSpPr>
                  <p:cNvPr id="1412" name="Rectangle 1411">
                    <a:extLst>
                      <a:ext uri="{FF2B5EF4-FFF2-40B4-BE49-F238E27FC236}">
                        <a16:creationId xmlns:a16="http://schemas.microsoft.com/office/drawing/2014/main" id="{A47CF0AC-E62B-4940-A8A5-C501C208EDF2}"/>
                      </a:ext>
                    </a:extLst>
                  </p:cNvPr>
                  <p:cNvSpPr/>
                  <p:nvPr/>
                </p:nvSpPr>
                <p:spPr>
                  <a:xfrm>
                    <a:off x="16180570" y="11651800"/>
                    <a:ext cx="219932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1000" b="1" dirty="0">
                        <a:solidFill>
                          <a:srgbClr val="FBE5D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j</a:t>
                    </a:r>
                    <a:endParaRPr lang="pt-PT" sz="1000" dirty="0">
                      <a:solidFill>
                        <a:srgbClr val="FBE5D6"/>
                      </a:solidFill>
                    </a:endParaRPr>
                  </a:p>
                </p:txBody>
              </p:sp>
            </p:grp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3E74546C-7A54-4C22-BAD5-683CF6047BB0}"/>
                    </a:ext>
                  </a:extLst>
                </p:cNvPr>
                <p:cNvGrpSpPr/>
                <p:nvPr/>
              </p:nvGrpSpPr>
              <p:grpSpPr>
                <a:xfrm flipH="1">
                  <a:off x="17206768" y="-2114127"/>
                  <a:ext cx="10921389" cy="2062103"/>
                  <a:chOff x="5479113" y="-2048813"/>
                  <a:chExt cx="10921389" cy="2062103"/>
                </a:xfrm>
              </p:grpSpPr>
              <p:sp>
                <p:nvSpPr>
                  <p:cNvPr id="1394" name="Rectangle 1393">
                    <a:extLst>
                      <a:ext uri="{FF2B5EF4-FFF2-40B4-BE49-F238E27FC236}">
                        <a16:creationId xmlns:a16="http://schemas.microsoft.com/office/drawing/2014/main" id="{90444132-98F2-48AE-B8F6-D508FC27ED28}"/>
                      </a:ext>
                    </a:extLst>
                  </p:cNvPr>
                  <p:cNvSpPr/>
                  <p:nvPr/>
                </p:nvSpPr>
                <p:spPr>
                  <a:xfrm>
                    <a:off x="5479113" y="-2048813"/>
                    <a:ext cx="1098378" cy="206210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2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  <a:endParaRPr lang="pt-PT" sz="12800" dirty="0"/>
                  </a:p>
                </p:txBody>
              </p:sp>
              <p:sp>
                <p:nvSpPr>
                  <p:cNvPr id="1395" name="Rectangle 1394">
                    <a:extLst>
                      <a:ext uri="{FF2B5EF4-FFF2-40B4-BE49-F238E27FC236}">
                        <a16:creationId xmlns:a16="http://schemas.microsoft.com/office/drawing/2014/main" id="{47F09B7E-541D-44D8-A900-4A249AF43354}"/>
                      </a:ext>
                    </a:extLst>
                  </p:cNvPr>
                  <p:cNvSpPr/>
                  <p:nvPr/>
                </p:nvSpPr>
                <p:spPr>
                  <a:xfrm>
                    <a:off x="8258982" y="-2048813"/>
                    <a:ext cx="1188146" cy="206210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2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</a:t>
                    </a:r>
                    <a:endParaRPr lang="pt-PT" sz="12800" dirty="0"/>
                  </a:p>
                </p:txBody>
              </p:sp>
              <p:sp>
                <p:nvSpPr>
                  <p:cNvPr id="1396" name="Rectangle 1395">
                    <a:extLst>
                      <a:ext uri="{FF2B5EF4-FFF2-40B4-BE49-F238E27FC236}">
                        <a16:creationId xmlns:a16="http://schemas.microsoft.com/office/drawing/2014/main" id="{453D1D2D-A5A7-4D60-AA8F-4D6141A1242A}"/>
                      </a:ext>
                    </a:extLst>
                  </p:cNvPr>
                  <p:cNvSpPr/>
                  <p:nvPr/>
                </p:nvSpPr>
                <p:spPr>
                  <a:xfrm>
                    <a:off x="15348920" y="-1233206"/>
                    <a:ext cx="357790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22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  <a:endParaRPr lang="pt-PT" sz="2200" dirty="0"/>
                  </a:p>
                </p:txBody>
              </p:sp>
              <p:sp>
                <p:nvSpPr>
                  <p:cNvPr id="1397" name="Rectangle 1396">
                    <a:extLst>
                      <a:ext uri="{FF2B5EF4-FFF2-40B4-BE49-F238E27FC236}">
                        <a16:creationId xmlns:a16="http://schemas.microsoft.com/office/drawing/2014/main" id="{5154142D-7A52-402C-8EC5-B0B7D5F19DDD}"/>
                      </a:ext>
                    </a:extLst>
                  </p:cNvPr>
                  <p:cNvSpPr/>
                  <p:nvPr/>
                </p:nvSpPr>
                <p:spPr>
                  <a:xfrm>
                    <a:off x="15660969" y="-1233206"/>
                    <a:ext cx="357790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22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</a:t>
                    </a:r>
                    <a:endParaRPr lang="pt-PT" sz="2200" dirty="0"/>
                  </a:p>
                </p:txBody>
              </p:sp>
              <p:sp>
                <p:nvSpPr>
                  <p:cNvPr id="1398" name="Rectangle 1397">
                    <a:extLst>
                      <a:ext uri="{FF2B5EF4-FFF2-40B4-BE49-F238E27FC236}">
                        <a16:creationId xmlns:a16="http://schemas.microsoft.com/office/drawing/2014/main" id="{3863FD66-1749-46DE-BE3B-C0D5715B5C38}"/>
                      </a:ext>
                    </a:extLst>
                  </p:cNvPr>
                  <p:cNvSpPr/>
                  <p:nvPr/>
                </p:nvSpPr>
                <p:spPr>
                  <a:xfrm>
                    <a:off x="13903475" y="-1433260"/>
                    <a:ext cx="527709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4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  <a:endParaRPr lang="pt-PT" sz="4800" dirty="0"/>
                  </a:p>
                </p:txBody>
              </p:sp>
              <p:sp>
                <p:nvSpPr>
                  <p:cNvPr id="1399" name="Rectangle 1398">
                    <a:extLst>
                      <a:ext uri="{FF2B5EF4-FFF2-40B4-BE49-F238E27FC236}">
                        <a16:creationId xmlns:a16="http://schemas.microsoft.com/office/drawing/2014/main" id="{F590386A-5B0F-4BBD-BF24-1C7103C6D6CD}"/>
                      </a:ext>
                    </a:extLst>
                  </p:cNvPr>
                  <p:cNvSpPr/>
                  <p:nvPr/>
                </p:nvSpPr>
                <p:spPr>
                  <a:xfrm>
                    <a:off x="14604942" y="-1433261"/>
                    <a:ext cx="389850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4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  <a:endParaRPr lang="pt-PT" sz="4800" dirty="0"/>
                  </a:p>
                </p:txBody>
              </p:sp>
              <p:sp>
                <p:nvSpPr>
                  <p:cNvPr id="1400" name="Rectangle 1399">
                    <a:extLst>
                      <a:ext uri="{FF2B5EF4-FFF2-40B4-BE49-F238E27FC236}">
                        <a16:creationId xmlns:a16="http://schemas.microsoft.com/office/drawing/2014/main" id="{EF10D1BD-8D99-4D2E-BF49-BF42DB2C9BB6}"/>
                      </a:ext>
                    </a:extLst>
                  </p:cNvPr>
                  <p:cNvSpPr/>
                  <p:nvPr/>
                </p:nvSpPr>
                <p:spPr>
                  <a:xfrm>
                    <a:off x="11025746" y="-1741037"/>
                    <a:ext cx="813043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8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pt-PT" sz="8800" dirty="0"/>
                  </a:p>
                </p:txBody>
              </p:sp>
              <p:sp>
                <p:nvSpPr>
                  <p:cNvPr id="1401" name="Rectangle 1400">
                    <a:extLst>
                      <a:ext uri="{FF2B5EF4-FFF2-40B4-BE49-F238E27FC236}">
                        <a16:creationId xmlns:a16="http://schemas.microsoft.com/office/drawing/2014/main" id="{17113B53-4B00-446D-973F-705E04DF6689}"/>
                      </a:ext>
                    </a:extLst>
                  </p:cNvPr>
                  <p:cNvSpPr/>
                  <p:nvPr/>
                </p:nvSpPr>
                <p:spPr>
                  <a:xfrm>
                    <a:off x="12521905" y="-1741037"/>
                    <a:ext cx="873957" cy="14465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8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  <a:endParaRPr lang="pt-PT" sz="8800" dirty="0"/>
                  </a:p>
                </p:txBody>
              </p:sp>
              <p:sp>
                <p:nvSpPr>
                  <p:cNvPr id="1402" name="Rectangle 1401">
                    <a:extLst>
                      <a:ext uri="{FF2B5EF4-FFF2-40B4-BE49-F238E27FC236}">
                        <a16:creationId xmlns:a16="http://schemas.microsoft.com/office/drawing/2014/main" id="{7A926A89-92CD-40A7-A235-7B597D003CB6}"/>
                      </a:ext>
                    </a:extLst>
                  </p:cNvPr>
                  <p:cNvSpPr/>
                  <p:nvPr/>
                </p:nvSpPr>
                <p:spPr>
                  <a:xfrm>
                    <a:off x="16032276" y="-1140873"/>
                    <a:ext cx="219932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0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pt-PT" sz="1000" dirty="0"/>
                  </a:p>
                </p:txBody>
              </p:sp>
              <p:sp>
                <p:nvSpPr>
                  <p:cNvPr id="1403" name="Rectangle 1402">
                    <a:extLst>
                      <a:ext uri="{FF2B5EF4-FFF2-40B4-BE49-F238E27FC236}">
                        <a16:creationId xmlns:a16="http://schemas.microsoft.com/office/drawing/2014/main" id="{AF9F0B6D-2188-49BA-B1F8-A2EF857AFB9F}"/>
                      </a:ext>
                    </a:extLst>
                  </p:cNvPr>
                  <p:cNvSpPr/>
                  <p:nvPr/>
                </p:nvSpPr>
                <p:spPr>
                  <a:xfrm>
                    <a:off x="16180570" y="-1140873"/>
                    <a:ext cx="219932" cy="24622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10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j</a:t>
                    </a:r>
                    <a:endParaRPr lang="pt-PT" sz="1000" dirty="0"/>
                  </a:p>
                </p:txBody>
              </p:sp>
            </p:grpSp>
          </p:grpSp>
          <p:sp>
            <p:nvSpPr>
              <p:cNvPr id="1436" name="Rectangle 1435">
                <a:extLst>
                  <a:ext uri="{FF2B5EF4-FFF2-40B4-BE49-F238E27FC236}">
                    <a16:creationId xmlns:a16="http://schemas.microsoft.com/office/drawing/2014/main" id="{DB8DBE6C-1028-4172-9654-12B4A53092CD}"/>
                  </a:ext>
                </a:extLst>
              </p:cNvPr>
              <p:cNvSpPr/>
              <p:nvPr/>
            </p:nvSpPr>
            <p:spPr>
              <a:xfrm flipH="1">
                <a:off x="16494390" y="-1589919"/>
                <a:ext cx="697627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PT" sz="40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  <a:endParaRPr lang="pt-PT" sz="40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5367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Box 341">
            <a:extLst>
              <a:ext uri="{FF2B5EF4-FFF2-40B4-BE49-F238E27FC236}">
                <a16:creationId xmlns:a16="http://schemas.microsoft.com/office/drawing/2014/main" id="{EECF64A8-1061-4170-A2AA-D4D1F5114A58}"/>
              </a:ext>
            </a:extLst>
          </p:cNvPr>
          <p:cNvSpPr txBox="1"/>
          <p:nvPr/>
        </p:nvSpPr>
        <p:spPr>
          <a:xfrm>
            <a:off x="-16464394" y="-784830"/>
            <a:ext cx="1845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A </a:t>
            </a:r>
            <a:r>
              <a:rPr lang="pt-PT" sz="2800" b="1" dirty="0" err="1"/>
              <a:t>new</a:t>
            </a:r>
            <a:r>
              <a:rPr lang="pt-PT" sz="2800" b="1" dirty="0"/>
              <a:t> </a:t>
            </a:r>
            <a:r>
              <a:rPr lang="pt-PT" sz="2800" b="1" dirty="0" err="1"/>
              <a:t>idea</a:t>
            </a:r>
            <a:endParaRPr lang="pt-PT" sz="2800" b="1" dirty="0"/>
          </a:p>
        </p:txBody>
      </p:sp>
      <p:sp>
        <p:nvSpPr>
          <p:cNvPr id="2347" name="TextBox 2346">
            <a:extLst>
              <a:ext uri="{FF2B5EF4-FFF2-40B4-BE49-F238E27FC236}">
                <a16:creationId xmlns:a16="http://schemas.microsoft.com/office/drawing/2014/main" id="{0F7DFE5F-3CF1-4E57-8DDA-30E69D728A8E}"/>
              </a:ext>
            </a:extLst>
          </p:cNvPr>
          <p:cNvSpPr txBox="1"/>
          <p:nvPr/>
        </p:nvSpPr>
        <p:spPr>
          <a:xfrm>
            <a:off x="-16464394" y="-261610"/>
            <a:ext cx="2610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 err="1"/>
              <a:t>Variations</a:t>
            </a:r>
            <a:r>
              <a:rPr lang="pt-PT" sz="2800" b="1" dirty="0"/>
              <a:t> </a:t>
            </a:r>
            <a:r>
              <a:rPr lang="pt-PT" sz="2800" b="1" dirty="0" err="1"/>
              <a:t>grid</a:t>
            </a:r>
            <a:r>
              <a:rPr lang="pt-PT" sz="2800" b="1" dirty="0"/>
              <a:t> 2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7701700-9F23-4952-81EC-8D98943D5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003127" y="1221331"/>
            <a:ext cx="4267419" cy="4261069"/>
          </a:xfrm>
          <a:prstGeom prst="rect">
            <a:avLst/>
          </a:prstGeom>
        </p:spPr>
      </p:pic>
      <p:grpSp>
        <p:nvGrpSpPr>
          <p:cNvPr id="326" name="Group 325">
            <a:extLst>
              <a:ext uri="{FF2B5EF4-FFF2-40B4-BE49-F238E27FC236}">
                <a16:creationId xmlns:a16="http://schemas.microsoft.com/office/drawing/2014/main" id="{4464BC87-BBB2-4A0D-92A0-75D77055878A}"/>
              </a:ext>
            </a:extLst>
          </p:cNvPr>
          <p:cNvGrpSpPr/>
          <p:nvPr/>
        </p:nvGrpSpPr>
        <p:grpSpPr>
          <a:xfrm>
            <a:off x="189296" y="-10067803"/>
            <a:ext cx="33208420" cy="38348889"/>
            <a:chOff x="189296" y="-10067803"/>
            <a:chExt cx="33208420" cy="3834888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04A89A1-FFC0-43BD-8DCB-A1BAC5A02658}"/>
                </a:ext>
              </a:extLst>
            </p:cNvPr>
            <p:cNvSpPr/>
            <p:nvPr/>
          </p:nvSpPr>
          <p:spPr>
            <a:xfrm>
              <a:off x="189296" y="-10067803"/>
              <a:ext cx="33208420" cy="38348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04800" cap="rnd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7F9788E-7247-4D7B-98EF-88AFB4B2E715}"/>
                </a:ext>
              </a:extLst>
            </p:cNvPr>
            <p:cNvGrpSpPr/>
            <p:nvPr/>
          </p:nvGrpSpPr>
          <p:grpSpPr>
            <a:xfrm>
              <a:off x="2433101" y="-8565120"/>
              <a:ext cx="28720810" cy="5288319"/>
              <a:chOff x="2366784" y="-5824827"/>
              <a:chExt cx="28720810" cy="5288319"/>
            </a:xfrm>
          </p:grpSpPr>
          <p:sp>
            <p:nvSpPr>
              <p:cNvPr id="1343" name="TextBox 1342">
                <a:extLst>
                  <a:ext uri="{FF2B5EF4-FFF2-40B4-BE49-F238E27FC236}">
                    <a16:creationId xmlns:a16="http://schemas.microsoft.com/office/drawing/2014/main" id="{1A8A8220-FF45-4082-996D-5F495D8EDE37}"/>
                  </a:ext>
                </a:extLst>
              </p:cNvPr>
              <p:cNvSpPr txBox="1"/>
              <p:nvPr/>
            </p:nvSpPr>
            <p:spPr>
              <a:xfrm>
                <a:off x="3461657" y="-5824827"/>
                <a:ext cx="26938150" cy="2646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16600" b="1" i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Fractal star </a:t>
                </a:r>
                <a:r>
                  <a:rPr lang="pt-PT" sz="16600" b="1" i="1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battle</a:t>
                </a:r>
                <a:r>
                  <a:rPr lang="pt-PT" sz="16600" b="1" i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2</a:t>
                </a:r>
                <a:r>
                  <a:rPr lang="pt-PT" sz="16600" dirty="0">
                    <a:solidFill>
                      <a:srgbClr val="002060"/>
                    </a:solidFill>
                  </a:rPr>
                  <a:t> ★</a:t>
                </a:r>
                <a:endParaRPr lang="pt-PT" sz="166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4" name="TextBox 1343">
                <a:extLst>
                  <a:ext uri="{FF2B5EF4-FFF2-40B4-BE49-F238E27FC236}">
                    <a16:creationId xmlns:a16="http://schemas.microsoft.com/office/drawing/2014/main" id="{01AB2A76-9CC6-46A8-98CF-66596E29D7BE}"/>
                  </a:ext>
                </a:extLst>
              </p:cNvPr>
              <p:cNvSpPr txBox="1"/>
              <p:nvPr/>
            </p:nvSpPr>
            <p:spPr>
              <a:xfrm>
                <a:off x="2366784" y="-3337275"/>
                <a:ext cx="28720810" cy="280076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8800" i="1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Place</a:t>
                </a:r>
                <a:r>
                  <a:rPr lang="pt-PT" sz="8800" i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8800" i="1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exactly</a:t>
                </a:r>
                <a:r>
                  <a:rPr lang="pt-PT" sz="8800" i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8800" i="1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two</a:t>
                </a:r>
                <a:r>
                  <a:rPr lang="pt-PT" sz="8800" i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stars per </a:t>
                </a:r>
                <a:r>
                  <a:rPr lang="pt-PT" sz="8800" b="1" i="1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region</a:t>
                </a:r>
                <a:r>
                  <a:rPr lang="pt-PT" sz="8800" i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8800" i="1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pt-PT" sz="8800" i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8800" b="1" i="1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8800" i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ctr"/>
                <a:r>
                  <a:rPr lang="pt-PT" sz="8800" i="1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Cells</a:t>
                </a:r>
                <a:r>
                  <a:rPr lang="pt-PT" sz="8800" i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8800" i="1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containing</a:t>
                </a:r>
                <a:r>
                  <a:rPr lang="pt-PT" sz="8800" i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stars share no </a:t>
                </a:r>
                <a:r>
                  <a:rPr lang="pt-PT" sz="8800" i="1" dirty="0" err="1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vertices</a:t>
                </a:r>
                <a:r>
                  <a:rPr lang="pt-PT" sz="8800" i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p:grpSp>
        <p:sp>
          <p:nvSpPr>
            <p:cNvPr id="1345" name="Rectangle 1344">
              <a:extLst>
                <a:ext uri="{FF2B5EF4-FFF2-40B4-BE49-F238E27FC236}">
                  <a16:creationId xmlns:a16="http://schemas.microsoft.com/office/drawing/2014/main" id="{D4670AC3-0CAE-4ACC-A2C7-662E3A12B120}"/>
                </a:ext>
              </a:extLst>
            </p:cNvPr>
            <p:cNvSpPr/>
            <p:nvPr/>
          </p:nvSpPr>
          <p:spPr>
            <a:xfrm>
              <a:off x="14377084" y="25144428"/>
              <a:ext cx="14776545" cy="19236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11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sz="54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#25 by Pedro PSI – 21</a:t>
              </a:r>
              <a:r>
                <a:rPr lang="en-US" sz="5400" b="1" baseline="300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</a:t>
              </a:r>
              <a:r>
                <a:rPr lang="en-US" sz="54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 December 2020</a:t>
              </a:r>
            </a:p>
            <a:p>
              <a:pPr algn="r"/>
              <a:r>
                <a:rPr lang="pt-PT" sz="54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2CC2A984-56BC-4944-8223-AD4A093CFA18}"/>
                </a:ext>
              </a:extLst>
            </p:cNvPr>
            <p:cNvGrpSpPr/>
            <p:nvPr/>
          </p:nvGrpSpPr>
          <p:grpSpPr>
            <a:xfrm>
              <a:off x="2318312" y="-2114128"/>
              <a:ext cx="26778194" cy="27094491"/>
              <a:chOff x="2318312" y="-2114128"/>
              <a:chExt cx="26778194" cy="27094491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1F5D31F-F22D-4C63-9626-92D992FCB688}"/>
                  </a:ext>
                </a:extLst>
              </p:cNvPr>
              <p:cNvGrpSpPr/>
              <p:nvPr/>
            </p:nvGrpSpPr>
            <p:grpSpPr>
              <a:xfrm>
                <a:off x="4490506" y="278780"/>
                <a:ext cx="24606000" cy="24701583"/>
                <a:chOff x="4547629" y="278780"/>
                <a:chExt cx="24606000" cy="24701583"/>
              </a:xfrm>
            </p:grpSpPr>
            <p:sp>
              <p:nvSpPr>
                <p:cNvPr id="1342" name="Rectangle 1341">
                  <a:extLst>
                    <a:ext uri="{FF2B5EF4-FFF2-40B4-BE49-F238E27FC236}">
                      <a16:creationId xmlns:a16="http://schemas.microsoft.com/office/drawing/2014/main" id="{C0471182-3D89-4837-BB3E-D58704F0128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47629" y="326571"/>
                  <a:ext cx="24606000" cy="24606000"/>
                </a:xfrm>
                <a:prstGeom prst="rect">
                  <a:avLst/>
                </a:prstGeom>
                <a:solidFill>
                  <a:schemeClr val="bg1"/>
                </a:solidFill>
                <a:ln w="304800" cap="rnd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971ECA76-C3D9-44BF-8AD6-3ADD5A72DAD8}"/>
                    </a:ext>
                  </a:extLst>
                </p:cNvPr>
                <p:cNvGrpSpPr/>
                <p:nvPr/>
              </p:nvGrpSpPr>
              <p:grpSpPr>
                <a:xfrm>
                  <a:off x="4547629" y="278780"/>
                  <a:ext cx="24606000" cy="24701583"/>
                  <a:chOff x="4547629" y="278780"/>
                  <a:chExt cx="24606000" cy="24701583"/>
                </a:xfrm>
              </p:grpSpPr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9053304A-AE5C-402D-B5AF-D68C39E1E248}"/>
                      </a:ext>
                    </a:extLst>
                  </p:cNvPr>
                  <p:cNvGrpSpPr/>
                  <p:nvPr/>
                </p:nvGrpSpPr>
                <p:grpSpPr>
                  <a:xfrm>
                    <a:off x="4642090" y="290961"/>
                    <a:ext cx="24409400" cy="24605588"/>
                    <a:chOff x="4565890" y="262552"/>
                    <a:chExt cx="24409400" cy="24605588"/>
                  </a:xfrm>
                </p:grpSpPr>
                <p:grpSp>
                  <p:nvGrpSpPr>
                    <p:cNvPr id="3" name="Group 2">
                      <a:extLst>
                        <a:ext uri="{FF2B5EF4-FFF2-40B4-BE49-F238E27FC236}">
                          <a16:creationId xmlns:a16="http://schemas.microsoft.com/office/drawing/2014/main" id="{E51E096C-964D-43E4-B5D8-3A0AB962449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719757" y="9497310"/>
                      <a:ext cx="6102350" cy="6151397"/>
                      <a:chOff x="4232059" y="254659"/>
                      <a:chExt cx="6102350" cy="6151397"/>
                    </a:xfrm>
                  </p:grpSpPr>
                  <p:grpSp>
                    <p:nvGrpSpPr>
                      <p:cNvPr id="710" name="Group 709">
                        <a:extLst>
                          <a:ext uri="{FF2B5EF4-FFF2-40B4-BE49-F238E27FC236}">
                            <a16:creationId xmlns:a16="http://schemas.microsoft.com/office/drawing/2014/main" id="{0BB288DA-A51A-4D01-9F6E-32FBFBDDF05A}"/>
                          </a:ext>
                        </a:extLst>
                      </p:cNvPr>
                      <p:cNvGrpSpPr>
                        <a:grpSpLocks noChangeAspect="1"/>
                      </p:cNvGrpSpPr>
                      <p:nvPr/>
                    </p:nvGrpSpPr>
                    <p:grpSpPr>
                      <a:xfrm>
                        <a:off x="5757704" y="1793785"/>
                        <a:ext cx="3051175" cy="3075699"/>
                        <a:chOff x="4086225" y="206982"/>
                        <a:chExt cx="6102350" cy="6096000"/>
                      </a:xfrm>
                      <a:noFill/>
                    </p:grpSpPr>
                    <p:sp>
                      <p:nvSpPr>
                        <p:cNvPr id="792" name="Rectangle 791">
                          <a:extLst>
                            <a:ext uri="{FF2B5EF4-FFF2-40B4-BE49-F238E27FC236}">
                              <a16:creationId xmlns:a16="http://schemas.microsoft.com/office/drawing/2014/main" id="{61C145E3-B7DD-4E36-9A4D-C1A3DF9EB7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3254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793" name="Rectangle 792">
                          <a:extLst>
                            <a:ext uri="{FF2B5EF4-FFF2-40B4-BE49-F238E27FC236}">
                              <a16:creationId xmlns:a16="http://schemas.microsoft.com/office/drawing/2014/main" id="{B744CF7E-586C-4671-B87E-35F7416AE2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401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794" name="Rectangle 793">
                          <a:extLst>
                            <a:ext uri="{FF2B5EF4-FFF2-40B4-BE49-F238E27FC236}">
                              <a16:creationId xmlns:a16="http://schemas.microsoft.com/office/drawing/2014/main" id="{1EC17B87-F428-484D-910E-5592194145B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61022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795" name="Rectangle 794">
                          <a:extLst>
                            <a:ext uri="{FF2B5EF4-FFF2-40B4-BE49-F238E27FC236}">
                              <a16:creationId xmlns:a16="http://schemas.microsoft.com/office/drawing/2014/main" id="{6D144AD6-68F7-46FF-BBF4-42403001DE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61022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796" name="Rectangle 795">
                          <a:extLst>
                            <a:ext uri="{FF2B5EF4-FFF2-40B4-BE49-F238E27FC236}">
                              <a16:creationId xmlns:a16="http://schemas.microsoft.com/office/drawing/2014/main" id="{71A6C602-2DF8-49AB-9069-2F8D9BAE66B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797" name="Rectangle 796">
                          <a:extLst>
                            <a:ext uri="{FF2B5EF4-FFF2-40B4-BE49-F238E27FC236}">
                              <a16:creationId xmlns:a16="http://schemas.microsoft.com/office/drawing/2014/main" id="{9373E612-3096-4A5C-9899-07EF17783A4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798" name="Rectangle 797">
                          <a:extLst>
                            <a:ext uri="{FF2B5EF4-FFF2-40B4-BE49-F238E27FC236}">
                              <a16:creationId xmlns:a16="http://schemas.microsoft.com/office/drawing/2014/main" id="{7948CCC9-920B-4C3A-9CD7-A546D057931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3254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799" name="Rectangle 798">
                          <a:extLst>
                            <a:ext uri="{FF2B5EF4-FFF2-40B4-BE49-F238E27FC236}">
                              <a16:creationId xmlns:a16="http://schemas.microsoft.com/office/drawing/2014/main" id="{54ED2B3A-8EFD-4009-905B-D7FF398070C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401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00" name="Rectangle 799">
                          <a:extLst>
                            <a:ext uri="{FF2B5EF4-FFF2-40B4-BE49-F238E27FC236}">
                              <a16:creationId xmlns:a16="http://schemas.microsoft.com/office/drawing/2014/main" id="{2FDB9783-52BE-4EC3-88E7-9BAD91E5801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01" name="Rectangle 800">
                          <a:extLst>
                            <a:ext uri="{FF2B5EF4-FFF2-40B4-BE49-F238E27FC236}">
                              <a16:creationId xmlns:a16="http://schemas.microsoft.com/office/drawing/2014/main" id="{99B3A195-6CD7-40FE-AA37-21C6DF8EAEF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02" name="Rectangle 801">
                          <a:extLst>
                            <a:ext uri="{FF2B5EF4-FFF2-40B4-BE49-F238E27FC236}">
                              <a16:creationId xmlns:a16="http://schemas.microsoft.com/office/drawing/2014/main" id="{4DC01552-D142-49EC-A83B-3B45632C9E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7222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03" name="Rectangle 802">
                          <a:extLst>
                            <a:ext uri="{FF2B5EF4-FFF2-40B4-BE49-F238E27FC236}">
                              <a16:creationId xmlns:a16="http://schemas.microsoft.com/office/drawing/2014/main" id="{257BFB99-FFF8-44C1-8BCA-7431532F6B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7222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04" name="Rectangle 803">
                          <a:extLst>
                            <a:ext uri="{FF2B5EF4-FFF2-40B4-BE49-F238E27FC236}">
                              <a16:creationId xmlns:a16="http://schemas.microsoft.com/office/drawing/2014/main" id="{D5C16162-E72C-4876-878A-EAF7043B49A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61022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05" name="Rectangle 804">
                          <a:extLst>
                            <a:ext uri="{FF2B5EF4-FFF2-40B4-BE49-F238E27FC236}">
                              <a16:creationId xmlns:a16="http://schemas.microsoft.com/office/drawing/2014/main" id="{F0CB7B0F-8D95-45AB-902A-C7BF77BFF96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06" name="Rectangle 805">
                          <a:extLst>
                            <a:ext uri="{FF2B5EF4-FFF2-40B4-BE49-F238E27FC236}">
                              <a16:creationId xmlns:a16="http://schemas.microsoft.com/office/drawing/2014/main" id="{1B86E680-41A9-46B2-9E29-2BE2D431974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61022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07" name="Rectangle 806">
                          <a:extLst>
                            <a:ext uri="{FF2B5EF4-FFF2-40B4-BE49-F238E27FC236}">
                              <a16:creationId xmlns:a16="http://schemas.microsoft.com/office/drawing/2014/main" id="{4A1A74DA-25BE-46A4-9810-E1FD505CA90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08" name="Rectangle 807">
                          <a:extLst>
                            <a:ext uri="{FF2B5EF4-FFF2-40B4-BE49-F238E27FC236}">
                              <a16:creationId xmlns:a16="http://schemas.microsoft.com/office/drawing/2014/main" id="{BD2F3A70-7666-4729-99DB-8C68531BC93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173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09" name="Rectangle 808">
                          <a:extLst>
                            <a:ext uri="{FF2B5EF4-FFF2-40B4-BE49-F238E27FC236}">
                              <a16:creationId xmlns:a16="http://schemas.microsoft.com/office/drawing/2014/main" id="{727E990D-A369-49B5-8449-234BF6EC7F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10" name="Rectangle 809">
                          <a:extLst>
                            <a:ext uri="{FF2B5EF4-FFF2-40B4-BE49-F238E27FC236}">
                              <a16:creationId xmlns:a16="http://schemas.microsoft.com/office/drawing/2014/main" id="{D6CD37D3-C5A6-4B3F-B258-EB68D6EED08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11" name="Rectangle 810">
                          <a:extLst>
                            <a:ext uri="{FF2B5EF4-FFF2-40B4-BE49-F238E27FC236}">
                              <a16:creationId xmlns:a16="http://schemas.microsoft.com/office/drawing/2014/main" id="{A6D3046F-C9B9-406C-B866-2298A8DF08C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173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12" name="Rectangle 811">
                          <a:extLst>
                            <a:ext uri="{FF2B5EF4-FFF2-40B4-BE49-F238E27FC236}">
                              <a16:creationId xmlns:a16="http://schemas.microsoft.com/office/drawing/2014/main" id="{568C700E-A163-45D6-8261-C4F907D1BC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2492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13" name="Rectangle 812">
                          <a:extLst>
                            <a:ext uri="{FF2B5EF4-FFF2-40B4-BE49-F238E27FC236}">
                              <a16:creationId xmlns:a16="http://schemas.microsoft.com/office/drawing/2014/main" id="{69AB187E-9B97-480E-92F9-992004F0C3A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2492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14" name="Rectangle 813">
                          <a:extLst>
                            <a:ext uri="{FF2B5EF4-FFF2-40B4-BE49-F238E27FC236}">
                              <a16:creationId xmlns:a16="http://schemas.microsoft.com/office/drawing/2014/main" id="{B6851E0F-36F0-4E64-B625-281283AE10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7222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15" name="Rectangle 814">
                          <a:extLst>
                            <a:ext uri="{FF2B5EF4-FFF2-40B4-BE49-F238E27FC236}">
                              <a16:creationId xmlns:a16="http://schemas.microsoft.com/office/drawing/2014/main" id="{5A435648-758D-4AAD-8ECE-C386E0E2390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7222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16" name="Rectangle 815">
                          <a:extLst>
                            <a:ext uri="{FF2B5EF4-FFF2-40B4-BE49-F238E27FC236}">
                              <a16:creationId xmlns:a16="http://schemas.microsoft.com/office/drawing/2014/main" id="{10FFD43A-FB63-4C25-BD91-049B9978B46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3254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17" name="Rectangle 816">
                          <a:extLst>
                            <a:ext uri="{FF2B5EF4-FFF2-40B4-BE49-F238E27FC236}">
                              <a16:creationId xmlns:a16="http://schemas.microsoft.com/office/drawing/2014/main" id="{6DCE5D73-5243-48C8-AE1A-B01681AE6F6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401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18" name="Rectangle 817">
                          <a:extLst>
                            <a:ext uri="{FF2B5EF4-FFF2-40B4-BE49-F238E27FC236}">
                              <a16:creationId xmlns:a16="http://schemas.microsoft.com/office/drawing/2014/main" id="{3051BA38-2316-4D5A-BBBF-251D0E37F3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90257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19" name="Rectangle 818">
                          <a:extLst>
                            <a:ext uri="{FF2B5EF4-FFF2-40B4-BE49-F238E27FC236}">
                              <a16:creationId xmlns:a16="http://schemas.microsoft.com/office/drawing/2014/main" id="{CAC9B58B-657B-4FD1-BE89-994ADBEFBC5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90257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20" name="Rectangle 819">
                          <a:extLst>
                            <a:ext uri="{FF2B5EF4-FFF2-40B4-BE49-F238E27FC236}">
                              <a16:creationId xmlns:a16="http://schemas.microsoft.com/office/drawing/2014/main" id="{6F1048ED-889B-462D-A6AE-E592E427E2B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21" name="Rectangle 820">
                          <a:extLst>
                            <a:ext uri="{FF2B5EF4-FFF2-40B4-BE49-F238E27FC236}">
                              <a16:creationId xmlns:a16="http://schemas.microsoft.com/office/drawing/2014/main" id="{08E962AA-CA4A-4E93-AA32-43CA3DDF38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22" name="Rectangle 821">
                          <a:extLst>
                            <a:ext uri="{FF2B5EF4-FFF2-40B4-BE49-F238E27FC236}">
                              <a16:creationId xmlns:a16="http://schemas.microsoft.com/office/drawing/2014/main" id="{11A81524-C941-4F97-A003-C3E6094FE3B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3254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23" name="Rectangle 822">
                          <a:extLst>
                            <a:ext uri="{FF2B5EF4-FFF2-40B4-BE49-F238E27FC236}">
                              <a16:creationId xmlns:a16="http://schemas.microsoft.com/office/drawing/2014/main" id="{5E6E0C36-CC83-4AE2-BC85-494F31922A4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401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24" name="Rectangle 823">
                          <a:extLst>
                            <a:ext uri="{FF2B5EF4-FFF2-40B4-BE49-F238E27FC236}">
                              <a16:creationId xmlns:a16="http://schemas.microsoft.com/office/drawing/2014/main" id="{9137BDFE-0986-413B-9E0D-687EAAC4C8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25" name="Rectangle 824">
                          <a:extLst>
                            <a:ext uri="{FF2B5EF4-FFF2-40B4-BE49-F238E27FC236}">
                              <a16:creationId xmlns:a16="http://schemas.microsoft.com/office/drawing/2014/main" id="{7D0DE89C-90F4-410B-A82E-A6AEC03BD15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26" name="Rectangle 825">
                          <a:extLst>
                            <a:ext uri="{FF2B5EF4-FFF2-40B4-BE49-F238E27FC236}">
                              <a16:creationId xmlns:a16="http://schemas.microsoft.com/office/drawing/2014/main" id="{24254EFC-6894-4BAC-BEA2-4814A7B8E82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14057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27" name="Rectangle 826">
                          <a:extLst>
                            <a:ext uri="{FF2B5EF4-FFF2-40B4-BE49-F238E27FC236}">
                              <a16:creationId xmlns:a16="http://schemas.microsoft.com/office/drawing/2014/main" id="{848588AE-ADE2-440F-B39A-0D78D42A7A0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14057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28" name="Rectangle 827">
                          <a:extLst>
                            <a:ext uri="{FF2B5EF4-FFF2-40B4-BE49-F238E27FC236}">
                              <a16:creationId xmlns:a16="http://schemas.microsoft.com/office/drawing/2014/main" id="{EF680D6B-178B-4D31-8BE3-9871740CFB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90257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29" name="Rectangle 828">
                          <a:extLst>
                            <a:ext uri="{FF2B5EF4-FFF2-40B4-BE49-F238E27FC236}">
                              <a16:creationId xmlns:a16="http://schemas.microsoft.com/office/drawing/2014/main" id="{3E35EAA6-9B5F-44DD-88D0-B643F1F4085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30" name="Rectangle 829">
                          <a:extLst>
                            <a:ext uri="{FF2B5EF4-FFF2-40B4-BE49-F238E27FC236}">
                              <a16:creationId xmlns:a16="http://schemas.microsoft.com/office/drawing/2014/main" id="{008EDC37-BDC9-40ED-88F5-66FD58AC7D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90257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31" name="Rectangle 830">
                          <a:extLst>
                            <a:ext uri="{FF2B5EF4-FFF2-40B4-BE49-F238E27FC236}">
                              <a16:creationId xmlns:a16="http://schemas.microsoft.com/office/drawing/2014/main" id="{E0F73D0C-1980-4585-BA6D-A70A7323FC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32" name="Rectangle 831">
                          <a:extLst>
                            <a:ext uri="{FF2B5EF4-FFF2-40B4-BE49-F238E27FC236}">
                              <a16:creationId xmlns:a16="http://schemas.microsoft.com/office/drawing/2014/main" id="{62759AD9-48AF-4F3C-9F93-9FCE6CB7A0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173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33" name="Rectangle 832">
                          <a:extLst>
                            <a:ext uri="{FF2B5EF4-FFF2-40B4-BE49-F238E27FC236}">
                              <a16:creationId xmlns:a16="http://schemas.microsoft.com/office/drawing/2014/main" id="{7E375260-CB10-4323-9039-EDC45FB588F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34" name="Rectangle 833">
                          <a:extLst>
                            <a:ext uri="{FF2B5EF4-FFF2-40B4-BE49-F238E27FC236}">
                              <a16:creationId xmlns:a16="http://schemas.microsoft.com/office/drawing/2014/main" id="{CD4A81B5-30AE-4595-AA6E-8B352C1405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35" name="Rectangle 834">
                          <a:extLst>
                            <a:ext uri="{FF2B5EF4-FFF2-40B4-BE49-F238E27FC236}">
                              <a16:creationId xmlns:a16="http://schemas.microsoft.com/office/drawing/2014/main" id="{AEA916CD-2E6E-42F3-8BEA-D0C779DCC7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173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36" name="Rectangle 835">
                          <a:extLst>
                            <a:ext uri="{FF2B5EF4-FFF2-40B4-BE49-F238E27FC236}">
                              <a16:creationId xmlns:a16="http://schemas.microsoft.com/office/drawing/2014/main" id="{C4D9D2E2-2F3F-4203-A03D-A5DDCFAC0C4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2492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37" name="Rectangle 836">
                          <a:extLst>
                            <a:ext uri="{FF2B5EF4-FFF2-40B4-BE49-F238E27FC236}">
                              <a16:creationId xmlns:a16="http://schemas.microsoft.com/office/drawing/2014/main" id="{E6C1CFB7-AC66-4150-B44D-AB0F5F1A3A1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2492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38" name="Rectangle 837">
                          <a:extLst>
                            <a:ext uri="{FF2B5EF4-FFF2-40B4-BE49-F238E27FC236}">
                              <a16:creationId xmlns:a16="http://schemas.microsoft.com/office/drawing/2014/main" id="{43AB6611-1104-4459-A55C-B9BB8A24931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14057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839" name="Rectangle 838">
                          <a:extLst>
                            <a:ext uri="{FF2B5EF4-FFF2-40B4-BE49-F238E27FC236}">
                              <a16:creationId xmlns:a16="http://schemas.microsoft.com/office/drawing/2014/main" id="{4CF81C1E-7691-4C5F-88FA-6B72EA7E8A2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14057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</p:grpSp>
                  <p:grpSp>
                    <p:nvGrpSpPr>
                      <p:cNvPr id="406" name="Group 405">
                        <a:extLst>
                          <a:ext uri="{FF2B5EF4-FFF2-40B4-BE49-F238E27FC236}">
                            <a16:creationId xmlns:a16="http://schemas.microsoft.com/office/drawing/2014/main" id="{8F558AA5-FCF8-4240-A47F-076D22DB9EB9}"/>
                          </a:ext>
                        </a:extLst>
                      </p:cNvPr>
                      <p:cNvGrpSpPr>
                        <a:grpSpLocks noChangeAspect="1"/>
                      </p:cNvGrpSpPr>
                      <p:nvPr/>
                    </p:nvGrpSpPr>
                    <p:grpSpPr>
                      <a:xfrm>
                        <a:off x="4232059" y="254659"/>
                        <a:ext cx="6102350" cy="6151397"/>
                        <a:chOff x="4086225" y="206982"/>
                        <a:chExt cx="6102350" cy="6096000"/>
                      </a:xfrm>
                      <a:noFill/>
                    </p:grpSpPr>
                    <p:sp>
                      <p:nvSpPr>
                        <p:cNvPr id="461" name="Rectangle 460">
                          <a:extLst>
                            <a:ext uri="{FF2B5EF4-FFF2-40B4-BE49-F238E27FC236}">
                              <a16:creationId xmlns:a16="http://schemas.microsoft.com/office/drawing/2014/main" id="{D999DF44-EDA9-4968-88A8-792EE1C8B8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3254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62" name="Rectangle 461">
                          <a:extLst>
                            <a:ext uri="{FF2B5EF4-FFF2-40B4-BE49-F238E27FC236}">
                              <a16:creationId xmlns:a16="http://schemas.microsoft.com/office/drawing/2014/main" id="{47ADF172-6785-492A-9837-19CDFBBED4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401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63" name="Rectangle 462">
                          <a:extLst>
                            <a:ext uri="{FF2B5EF4-FFF2-40B4-BE49-F238E27FC236}">
                              <a16:creationId xmlns:a16="http://schemas.microsoft.com/office/drawing/2014/main" id="{8D240BC6-8D72-4B57-A20D-EE6FE8584B4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61022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64" name="Rectangle 463">
                          <a:extLst>
                            <a:ext uri="{FF2B5EF4-FFF2-40B4-BE49-F238E27FC236}">
                              <a16:creationId xmlns:a16="http://schemas.microsoft.com/office/drawing/2014/main" id="{A9921B7D-B2C1-476B-94EF-5A5AA8FB8A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61022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65" name="Rectangle 464">
                          <a:extLst>
                            <a:ext uri="{FF2B5EF4-FFF2-40B4-BE49-F238E27FC236}">
                              <a16:creationId xmlns:a16="http://schemas.microsoft.com/office/drawing/2014/main" id="{D91D5460-83F6-4623-B26F-14859E13E15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66" name="Rectangle 465">
                          <a:extLst>
                            <a:ext uri="{FF2B5EF4-FFF2-40B4-BE49-F238E27FC236}">
                              <a16:creationId xmlns:a16="http://schemas.microsoft.com/office/drawing/2014/main" id="{E6F8692B-D124-4EA6-8AFE-2A4B58FB094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67" name="Rectangle 466">
                          <a:extLst>
                            <a:ext uri="{FF2B5EF4-FFF2-40B4-BE49-F238E27FC236}">
                              <a16:creationId xmlns:a16="http://schemas.microsoft.com/office/drawing/2014/main" id="{D06C4F05-6499-4D2F-A66C-0E154503556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3254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68" name="Rectangle 467">
                          <a:extLst>
                            <a:ext uri="{FF2B5EF4-FFF2-40B4-BE49-F238E27FC236}">
                              <a16:creationId xmlns:a16="http://schemas.microsoft.com/office/drawing/2014/main" id="{1D4DDCE2-E88A-4ED2-951A-DB97DB9B952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401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69" name="Rectangle 468">
                          <a:extLst>
                            <a:ext uri="{FF2B5EF4-FFF2-40B4-BE49-F238E27FC236}">
                              <a16:creationId xmlns:a16="http://schemas.microsoft.com/office/drawing/2014/main" id="{491CAE15-DF6C-4D1F-A2BB-CA41657DC03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70" name="Rectangle 469">
                          <a:extLst>
                            <a:ext uri="{FF2B5EF4-FFF2-40B4-BE49-F238E27FC236}">
                              <a16:creationId xmlns:a16="http://schemas.microsoft.com/office/drawing/2014/main" id="{EEB32282-FF37-403A-A7F1-938301B5D34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71" name="Rectangle 470">
                          <a:extLst>
                            <a:ext uri="{FF2B5EF4-FFF2-40B4-BE49-F238E27FC236}">
                              <a16:creationId xmlns:a16="http://schemas.microsoft.com/office/drawing/2014/main" id="{E069A9A8-11AE-44FE-893E-18F7AA62968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7222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72" name="Rectangle 471">
                          <a:extLst>
                            <a:ext uri="{FF2B5EF4-FFF2-40B4-BE49-F238E27FC236}">
                              <a16:creationId xmlns:a16="http://schemas.microsoft.com/office/drawing/2014/main" id="{AB3B5962-6340-4BC0-964C-BEE9A5982DF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7222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73" name="Rectangle 472">
                          <a:extLst>
                            <a:ext uri="{FF2B5EF4-FFF2-40B4-BE49-F238E27FC236}">
                              <a16:creationId xmlns:a16="http://schemas.microsoft.com/office/drawing/2014/main" id="{30A181CD-17F4-4A61-8389-AE18725102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61022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74" name="Rectangle 473">
                          <a:extLst>
                            <a:ext uri="{FF2B5EF4-FFF2-40B4-BE49-F238E27FC236}">
                              <a16:creationId xmlns:a16="http://schemas.microsoft.com/office/drawing/2014/main" id="{A174F700-DD8F-4EC7-9E3F-4C874B595C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75" name="Rectangle 474">
                          <a:extLst>
                            <a:ext uri="{FF2B5EF4-FFF2-40B4-BE49-F238E27FC236}">
                              <a16:creationId xmlns:a16="http://schemas.microsoft.com/office/drawing/2014/main" id="{42477D7B-FCB2-4944-A1E1-131444E85B0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61022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76" name="Rectangle 475">
                          <a:extLst>
                            <a:ext uri="{FF2B5EF4-FFF2-40B4-BE49-F238E27FC236}">
                              <a16:creationId xmlns:a16="http://schemas.microsoft.com/office/drawing/2014/main" id="{13E4D043-8073-44D9-AFA0-07118AE9FC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77" name="Rectangle 476">
                          <a:extLst>
                            <a:ext uri="{FF2B5EF4-FFF2-40B4-BE49-F238E27FC236}">
                              <a16:creationId xmlns:a16="http://schemas.microsoft.com/office/drawing/2014/main" id="{7D0B6822-DD5B-4F24-AF6B-80ACFFD131A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173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78" name="Rectangle 477">
                          <a:extLst>
                            <a:ext uri="{FF2B5EF4-FFF2-40B4-BE49-F238E27FC236}">
                              <a16:creationId xmlns:a16="http://schemas.microsoft.com/office/drawing/2014/main" id="{BAFB35C6-5AC1-4913-87FB-1F12BFDF06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79" name="Rectangle 478">
                          <a:extLst>
                            <a:ext uri="{FF2B5EF4-FFF2-40B4-BE49-F238E27FC236}">
                              <a16:creationId xmlns:a16="http://schemas.microsoft.com/office/drawing/2014/main" id="{18E72DC2-B94B-4A5B-9F6E-57396D786AF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80" name="Rectangle 479">
                          <a:extLst>
                            <a:ext uri="{FF2B5EF4-FFF2-40B4-BE49-F238E27FC236}">
                              <a16:creationId xmlns:a16="http://schemas.microsoft.com/office/drawing/2014/main" id="{4D145738-420A-4F2D-98A8-6DE2176C7BF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173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81" name="Rectangle 480">
                          <a:extLst>
                            <a:ext uri="{FF2B5EF4-FFF2-40B4-BE49-F238E27FC236}">
                              <a16:creationId xmlns:a16="http://schemas.microsoft.com/office/drawing/2014/main" id="{38BCB338-0A8B-4AC1-854C-E604E4B7CE2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225" y="2492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82" name="Rectangle 481">
                          <a:extLst>
                            <a:ext uri="{FF2B5EF4-FFF2-40B4-BE49-F238E27FC236}">
                              <a16:creationId xmlns:a16="http://schemas.microsoft.com/office/drawing/2014/main" id="{8F5D2735-E61B-4C44-A158-55C3317515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6225" y="2492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83" name="Rectangle 482">
                          <a:extLst>
                            <a:ext uri="{FF2B5EF4-FFF2-40B4-BE49-F238E27FC236}">
                              <a16:creationId xmlns:a16="http://schemas.microsoft.com/office/drawing/2014/main" id="{C0D6DA80-7FDA-41E4-AF48-245EC5E1A62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7222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84" name="Rectangle 483">
                          <a:extLst>
                            <a:ext uri="{FF2B5EF4-FFF2-40B4-BE49-F238E27FC236}">
                              <a16:creationId xmlns:a16="http://schemas.microsoft.com/office/drawing/2014/main" id="{20A18304-261E-4300-B6E6-288599B05F6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7222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85" name="Rectangle 484">
                          <a:extLst>
                            <a:ext uri="{FF2B5EF4-FFF2-40B4-BE49-F238E27FC236}">
                              <a16:creationId xmlns:a16="http://schemas.microsoft.com/office/drawing/2014/main" id="{DB00C29A-9342-4B32-9087-B20BCE2160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3254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86" name="Rectangle 485">
                          <a:extLst>
                            <a:ext uri="{FF2B5EF4-FFF2-40B4-BE49-F238E27FC236}">
                              <a16:creationId xmlns:a16="http://schemas.microsoft.com/office/drawing/2014/main" id="{3AFAA686-8D1A-4251-A91F-21AFDC3AD3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401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87" name="Rectangle 486">
                          <a:extLst>
                            <a:ext uri="{FF2B5EF4-FFF2-40B4-BE49-F238E27FC236}">
                              <a16:creationId xmlns:a16="http://schemas.microsoft.com/office/drawing/2014/main" id="{CEAAD249-A0FD-413F-ACCE-2EE049C44A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90257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88" name="Rectangle 487">
                          <a:extLst>
                            <a:ext uri="{FF2B5EF4-FFF2-40B4-BE49-F238E27FC236}">
                              <a16:creationId xmlns:a16="http://schemas.microsoft.com/office/drawing/2014/main" id="{9662C599-9F78-4423-960E-72120EE6F3E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90257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89" name="Rectangle 488">
                          <a:extLst>
                            <a:ext uri="{FF2B5EF4-FFF2-40B4-BE49-F238E27FC236}">
                              <a16:creationId xmlns:a16="http://schemas.microsoft.com/office/drawing/2014/main" id="{11FA18E8-5F67-4097-B003-F1AA42B8F5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90" name="Rectangle 489">
                          <a:extLst>
                            <a:ext uri="{FF2B5EF4-FFF2-40B4-BE49-F238E27FC236}">
                              <a16:creationId xmlns:a16="http://schemas.microsoft.com/office/drawing/2014/main" id="{8F127112-999A-4DF9-85ED-23D5BE5BC82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91" name="Rectangle 490">
                          <a:extLst>
                            <a:ext uri="{FF2B5EF4-FFF2-40B4-BE49-F238E27FC236}">
                              <a16:creationId xmlns:a16="http://schemas.microsoft.com/office/drawing/2014/main" id="{A770D042-9FA1-4552-8CD0-9CA332BDC43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3254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92" name="Rectangle 491">
                          <a:extLst>
                            <a:ext uri="{FF2B5EF4-FFF2-40B4-BE49-F238E27FC236}">
                              <a16:creationId xmlns:a16="http://schemas.microsoft.com/office/drawing/2014/main" id="{0BB563A1-3EC5-435E-BFD7-224A7B544E6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401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93" name="Rectangle 492">
                          <a:extLst>
                            <a:ext uri="{FF2B5EF4-FFF2-40B4-BE49-F238E27FC236}">
                              <a16:creationId xmlns:a16="http://schemas.microsoft.com/office/drawing/2014/main" id="{E4CE4047-4A13-443D-AFFF-AFB836CA8A2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94" name="Rectangle 493">
                          <a:extLst>
                            <a:ext uri="{FF2B5EF4-FFF2-40B4-BE49-F238E27FC236}">
                              <a16:creationId xmlns:a16="http://schemas.microsoft.com/office/drawing/2014/main" id="{BC862F6F-FBC3-44D9-B1E5-CEDBDAA2157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95" name="Rectangle 494">
                          <a:extLst>
                            <a:ext uri="{FF2B5EF4-FFF2-40B4-BE49-F238E27FC236}">
                              <a16:creationId xmlns:a16="http://schemas.microsoft.com/office/drawing/2014/main" id="{E9529E71-BD66-4B10-BF5E-794046AB491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140575" y="477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96" name="Rectangle 495">
                          <a:extLst>
                            <a:ext uri="{FF2B5EF4-FFF2-40B4-BE49-F238E27FC236}">
                              <a16:creationId xmlns:a16="http://schemas.microsoft.com/office/drawing/2014/main" id="{F75C49F0-4FC6-4107-8928-CFB0D0DAE3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140575" y="554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97" name="Rectangle 496">
                          <a:extLst>
                            <a:ext uri="{FF2B5EF4-FFF2-40B4-BE49-F238E27FC236}">
                              <a16:creationId xmlns:a16="http://schemas.microsoft.com/office/drawing/2014/main" id="{2CD4A9FC-2D08-4391-98BE-EB597D626AD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90257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98" name="Rectangle 497">
                          <a:extLst>
                            <a:ext uri="{FF2B5EF4-FFF2-40B4-BE49-F238E27FC236}">
                              <a16:creationId xmlns:a16="http://schemas.microsoft.com/office/drawing/2014/main" id="{43191073-A58A-4D35-9F06-DFE321790D8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499" name="Rectangle 498">
                          <a:extLst>
                            <a:ext uri="{FF2B5EF4-FFF2-40B4-BE49-F238E27FC236}">
                              <a16:creationId xmlns:a16="http://schemas.microsoft.com/office/drawing/2014/main" id="{1420F036-1A40-44D6-964E-0F6BEDB8436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90257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500" name="Rectangle 499">
                          <a:extLst>
                            <a:ext uri="{FF2B5EF4-FFF2-40B4-BE49-F238E27FC236}">
                              <a16:creationId xmlns:a16="http://schemas.microsoft.com/office/drawing/2014/main" id="{8B12A95B-D555-4739-9CD7-CFECEA29CD0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501" name="Rectangle 500">
                          <a:extLst>
                            <a:ext uri="{FF2B5EF4-FFF2-40B4-BE49-F238E27FC236}">
                              <a16:creationId xmlns:a16="http://schemas.microsoft.com/office/drawing/2014/main" id="{E565AD34-1C25-43E9-80D3-4FFB831775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173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502" name="Rectangle 501">
                          <a:extLst>
                            <a:ext uri="{FF2B5EF4-FFF2-40B4-BE49-F238E27FC236}">
                              <a16:creationId xmlns:a16="http://schemas.microsoft.com/office/drawing/2014/main" id="{025AE32E-7972-4E75-9189-4613A88DF0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503" name="Rectangle 502">
                          <a:extLst>
                            <a:ext uri="{FF2B5EF4-FFF2-40B4-BE49-F238E27FC236}">
                              <a16:creationId xmlns:a16="http://schemas.microsoft.com/office/drawing/2014/main" id="{929881FA-895A-41A9-A94E-8D8DEF74E6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504" name="Rectangle 503">
                          <a:extLst>
                            <a:ext uri="{FF2B5EF4-FFF2-40B4-BE49-F238E27FC236}">
                              <a16:creationId xmlns:a16="http://schemas.microsoft.com/office/drawing/2014/main" id="{5FDE9F53-BEBF-4614-A9C5-71659ACD0D1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1730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505" name="Rectangle 504">
                          <a:extLst>
                            <a:ext uri="{FF2B5EF4-FFF2-40B4-BE49-F238E27FC236}">
                              <a16:creationId xmlns:a16="http://schemas.microsoft.com/office/drawing/2014/main" id="{3F424F67-FF28-4E7A-BC61-F8195013749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664575" y="2492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506" name="Rectangle 505">
                          <a:extLst>
                            <a:ext uri="{FF2B5EF4-FFF2-40B4-BE49-F238E27FC236}">
                              <a16:creationId xmlns:a16="http://schemas.microsoft.com/office/drawing/2014/main" id="{67CA43B0-B40E-4151-B107-1F666E83FD8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9426575" y="2492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507" name="Rectangle 506">
                          <a:extLst>
                            <a:ext uri="{FF2B5EF4-FFF2-40B4-BE49-F238E27FC236}">
                              <a16:creationId xmlns:a16="http://schemas.microsoft.com/office/drawing/2014/main" id="{FC4F0417-613A-4F36-9A10-E9DE81B98D2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140575" y="206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  <p:sp>
                      <p:nvSpPr>
                        <p:cNvPr id="508" name="Rectangle 507">
                          <a:extLst>
                            <a:ext uri="{FF2B5EF4-FFF2-40B4-BE49-F238E27FC236}">
                              <a16:creationId xmlns:a16="http://schemas.microsoft.com/office/drawing/2014/main" id="{0A27FA1F-8A2E-4B49-B726-1A747FBE953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7140575" y="968982"/>
                          <a:ext cx="762000" cy="762000"/>
                        </a:xfrm>
                        <a:prstGeom prst="rect">
                          <a:avLst/>
                        </a:prstGeom>
                        <a:grpFill/>
                        <a:ln w="635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pt-PT"/>
                        </a:p>
                      </p:txBody>
                    </p:sp>
                  </p:grpSp>
                </p:grpSp>
                <p:grpSp>
                  <p:nvGrpSpPr>
                    <p:cNvPr id="909" name="Group 908">
                      <a:extLst>
                        <a:ext uri="{FF2B5EF4-FFF2-40B4-BE49-F238E27FC236}">
                          <a16:creationId xmlns:a16="http://schemas.microsoft.com/office/drawing/2014/main" id="{C25CE8F6-BA7C-49C6-A744-955522508AD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10668470" y="6419056"/>
                      <a:ext cx="12204700" cy="12302796"/>
                      <a:chOff x="4086225" y="206982"/>
                      <a:chExt cx="6102350" cy="6096000"/>
                    </a:xfrm>
                    <a:noFill/>
                  </p:grpSpPr>
                  <p:sp>
                    <p:nvSpPr>
                      <p:cNvPr id="959" name="Rectangle 958">
                        <a:extLst>
                          <a:ext uri="{FF2B5EF4-FFF2-40B4-BE49-F238E27FC236}">
                            <a16:creationId xmlns:a16="http://schemas.microsoft.com/office/drawing/2014/main" id="{6D42D8B6-EEC8-4FE6-99FA-FFB627BC58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3254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60" name="Rectangle 959">
                        <a:extLst>
                          <a:ext uri="{FF2B5EF4-FFF2-40B4-BE49-F238E27FC236}">
                            <a16:creationId xmlns:a16="http://schemas.microsoft.com/office/drawing/2014/main" id="{629A0BE4-E80B-4CF5-803A-C80ECB467D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401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61" name="Rectangle 960">
                        <a:extLst>
                          <a:ext uri="{FF2B5EF4-FFF2-40B4-BE49-F238E27FC236}">
                            <a16:creationId xmlns:a16="http://schemas.microsoft.com/office/drawing/2014/main" id="{1927E1CD-DC64-45C4-9FB6-1C6C5EC978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1022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62" name="Rectangle 961">
                        <a:extLst>
                          <a:ext uri="{FF2B5EF4-FFF2-40B4-BE49-F238E27FC236}">
                            <a16:creationId xmlns:a16="http://schemas.microsoft.com/office/drawing/2014/main" id="{BE122C90-8C08-4A18-AB95-28EBFD5CCC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1022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63" name="Rectangle 962">
                        <a:extLst>
                          <a:ext uri="{FF2B5EF4-FFF2-40B4-BE49-F238E27FC236}">
                            <a16:creationId xmlns:a16="http://schemas.microsoft.com/office/drawing/2014/main" id="{096EAAC0-D55E-4374-8179-9932ECD97A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64" name="Rectangle 963">
                        <a:extLst>
                          <a:ext uri="{FF2B5EF4-FFF2-40B4-BE49-F238E27FC236}">
                            <a16:creationId xmlns:a16="http://schemas.microsoft.com/office/drawing/2014/main" id="{A7EDC5A0-5733-4ACF-B42C-A382CD76D9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65" name="Rectangle 964">
                        <a:extLst>
                          <a:ext uri="{FF2B5EF4-FFF2-40B4-BE49-F238E27FC236}">
                            <a16:creationId xmlns:a16="http://schemas.microsoft.com/office/drawing/2014/main" id="{D3DEBCB4-86DA-4B38-A1B6-56455FFB0A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3254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66" name="Rectangle 965">
                        <a:extLst>
                          <a:ext uri="{FF2B5EF4-FFF2-40B4-BE49-F238E27FC236}">
                            <a16:creationId xmlns:a16="http://schemas.microsoft.com/office/drawing/2014/main" id="{69207F24-0D16-4B0F-946B-C330134AF3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401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67" name="Rectangle 966">
                        <a:extLst>
                          <a:ext uri="{FF2B5EF4-FFF2-40B4-BE49-F238E27FC236}">
                            <a16:creationId xmlns:a16="http://schemas.microsoft.com/office/drawing/2014/main" id="{B6A9BC48-7810-47AF-AE55-75D7CE7D9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68" name="Rectangle 967">
                        <a:extLst>
                          <a:ext uri="{FF2B5EF4-FFF2-40B4-BE49-F238E27FC236}">
                            <a16:creationId xmlns:a16="http://schemas.microsoft.com/office/drawing/2014/main" id="{7DB17F05-168E-42CC-92CD-8090BAE130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69" name="Rectangle 968">
                        <a:extLst>
                          <a:ext uri="{FF2B5EF4-FFF2-40B4-BE49-F238E27FC236}">
                            <a16:creationId xmlns:a16="http://schemas.microsoft.com/office/drawing/2014/main" id="{AAB49187-6C46-479B-A816-12ED9D275B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222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70" name="Rectangle 969">
                        <a:extLst>
                          <a:ext uri="{FF2B5EF4-FFF2-40B4-BE49-F238E27FC236}">
                            <a16:creationId xmlns:a16="http://schemas.microsoft.com/office/drawing/2014/main" id="{66F4589E-E2F3-4ACC-A715-703AB2B422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222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71" name="Rectangle 970">
                        <a:extLst>
                          <a:ext uri="{FF2B5EF4-FFF2-40B4-BE49-F238E27FC236}">
                            <a16:creationId xmlns:a16="http://schemas.microsoft.com/office/drawing/2014/main" id="{788F9806-669D-4E7F-ACDC-7E890CC8BB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1022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72" name="Rectangle 971">
                        <a:extLst>
                          <a:ext uri="{FF2B5EF4-FFF2-40B4-BE49-F238E27FC236}">
                            <a16:creationId xmlns:a16="http://schemas.microsoft.com/office/drawing/2014/main" id="{D4F40F09-CCFB-41C5-8EAA-3E6C013E13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73" name="Rectangle 972">
                        <a:extLst>
                          <a:ext uri="{FF2B5EF4-FFF2-40B4-BE49-F238E27FC236}">
                            <a16:creationId xmlns:a16="http://schemas.microsoft.com/office/drawing/2014/main" id="{0F11FD62-E9C1-4CE8-B3EA-64952D56D3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1022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74" name="Rectangle 973">
                        <a:extLst>
                          <a:ext uri="{FF2B5EF4-FFF2-40B4-BE49-F238E27FC236}">
                            <a16:creationId xmlns:a16="http://schemas.microsoft.com/office/drawing/2014/main" id="{585340B2-F9F2-485A-99C2-3FE38D02A8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75" name="Rectangle 974">
                        <a:extLst>
                          <a:ext uri="{FF2B5EF4-FFF2-40B4-BE49-F238E27FC236}">
                            <a16:creationId xmlns:a16="http://schemas.microsoft.com/office/drawing/2014/main" id="{256BBDC8-0F30-4CFD-947D-5456ACFDCC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173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76" name="Rectangle 975">
                        <a:extLst>
                          <a:ext uri="{FF2B5EF4-FFF2-40B4-BE49-F238E27FC236}">
                            <a16:creationId xmlns:a16="http://schemas.microsoft.com/office/drawing/2014/main" id="{78F0A0BE-55B0-4FD6-826A-5DA82C85FB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77" name="Rectangle 976">
                        <a:extLst>
                          <a:ext uri="{FF2B5EF4-FFF2-40B4-BE49-F238E27FC236}">
                            <a16:creationId xmlns:a16="http://schemas.microsoft.com/office/drawing/2014/main" id="{0625662E-6243-4951-8378-2E60E1D138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78" name="Rectangle 977">
                        <a:extLst>
                          <a:ext uri="{FF2B5EF4-FFF2-40B4-BE49-F238E27FC236}">
                            <a16:creationId xmlns:a16="http://schemas.microsoft.com/office/drawing/2014/main" id="{DA8501A2-63EC-49D9-9DFB-E724884A67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173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79" name="Rectangle 978">
                        <a:extLst>
                          <a:ext uri="{FF2B5EF4-FFF2-40B4-BE49-F238E27FC236}">
                            <a16:creationId xmlns:a16="http://schemas.microsoft.com/office/drawing/2014/main" id="{009C0EC5-78AB-4F7B-A44C-4657B7BD68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2492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80" name="Rectangle 979">
                        <a:extLst>
                          <a:ext uri="{FF2B5EF4-FFF2-40B4-BE49-F238E27FC236}">
                            <a16:creationId xmlns:a16="http://schemas.microsoft.com/office/drawing/2014/main" id="{1E0E3627-80DC-4AA0-8C8E-1EEF98DC11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2492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81" name="Rectangle 980">
                        <a:extLst>
                          <a:ext uri="{FF2B5EF4-FFF2-40B4-BE49-F238E27FC236}">
                            <a16:creationId xmlns:a16="http://schemas.microsoft.com/office/drawing/2014/main" id="{3E7279E7-C4D1-4015-AC50-4DECB64BE7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222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82" name="Rectangle 981">
                        <a:extLst>
                          <a:ext uri="{FF2B5EF4-FFF2-40B4-BE49-F238E27FC236}">
                            <a16:creationId xmlns:a16="http://schemas.microsoft.com/office/drawing/2014/main" id="{7255008E-6AE8-4FB1-B099-3D5D26BFA8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222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83" name="Rectangle 982">
                        <a:extLst>
                          <a:ext uri="{FF2B5EF4-FFF2-40B4-BE49-F238E27FC236}">
                            <a16:creationId xmlns:a16="http://schemas.microsoft.com/office/drawing/2014/main" id="{107531A4-A445-45E3-80FD-6891F0C296BB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3254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84" name="Rectangle 983">
                        <a:extLst>
                          <a:ext uri="{FF2B5EF4-FFF2-40B4-BE49-F238E27FC236}">
                            <a16:creationId xmlns:a16="http://schemas.microsoft.com/office/drawing/2014/main" id="{5731113C-C0D9-4ED1-B86C-D8C1CE4176DD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401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85" name="Rectangle 984">
                        <a:extLst>
                          <a:ext uri="{FF2B5EF4-FFF2-40B4-BE49-F238E27FC236}">
                            <a16:creationId xmlns:a16="http://schemas.microsoft.com/office/drawing/2014/main" id="{9CC98195-A7CC-4706-8751-47BC1601B3BC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90257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86" name="Rectangle 985">
                        <a:extLst>
                          <a:ext uri="{FF2B5EF4-FFF2-40B4-BE49-F238E27FC236}">
                            <a16:creationId xmlns:a16="http://schemas.microsoft.com/office/drawing/2014/main" id="{FAF95200-0CB2-4F18-997F-E38B07CD296A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90257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87" name="Rectangle 986">
                        <a:extLst>
                          <a:ext uri="{FF2B5EF4-FFF2-40B4-BE49-F238E27FC236}">
                            <a16:creationId xmlns:a16="http://schemas.microsoft.com/office/drawing/2014/main" id="{280CA222-5351-47B0-AC84-9D5F3C7CEB6F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88" name="Rectangle 987">
                        <a:extLst>
                          <a:ext uri="{FF2B5EF4-FFF2-40B4-BE49-F238E27FC236}">
                            <a16:creationId xmlns:a16="http://schemas.microsoft.com/office/drawing/2014/main" id="{0986120D-EA1E-4821-8B1D-410886FDA959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89" name="Rectangle 988">
                        <a:extLst>
                          <a:ext uri="{FF2B5EF4-FFF2-40B4-BE49-F238E27FC236}">
                            <a16:creationId xmlns:a16="http://schemas.microsoft.com/office/drawing/2014/main" id="{0907100B-73CC-4123-B694-1AEC77ACA3F9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3254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90" name="Rectangle 989">
                        <a:extLst>
                          <a:ext uri="{FF2B5EF4-FFF2-40B4-BE49-F238E27FC236}">
                            <a16:creationId xmlns:a16="http://schemas.microsoft.com/office/drawing/2014/main" id="{E2D0A0C7-5E49-4501-B54A-FA6603B8DA29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401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91" name="Rectangle 990">
                        <a:extLst>
                          <a:ext uri="{FF2B5EF4-FFF2-40B4-BE49-F238E27FC236}">
                            <a16:creationId xmlns:a16="http://schemas.microsoft.com/office/drawing/2014/main" id="{8AD214EC-6487-4ED6-9313-0040FBE2D250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92" name="Rectangle 991">
                        <a:extLst>
                          <a:ext uri="{FF2B5EF4-FFF2-40B4-BE49-F238E27FC236}">
                            <a16:creationId xmlns:a16="http://schemas.microsoft.com/office/drawing/2014/main" id="{402E2BBC-FC49-43D3-BB40-820FB5E19077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93" name="Rectangle 992">
                        <a:extLst>
                          <a:ext uri="{FF2B5EF4-FFF2-40B4-BE49-F238E27FC236}">
                            <a16:creationId xmlns:a16="http://schemas.microsoft.com/office/drawing/2014/main" id="{56EF1AFA-6EAE-4D23-A304-1E92F18CFD7F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14057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94" name="Rectangle 993">
                        <a:extLst>
                          <a:ext uri="{FF2B5EF4-FFF2-40B4-BE49-F238E27FC236}">
                            <a16:creationId xmlns:a16="http://schemas.microsoft.com/office/drawing/2014/main" id="{2C6642E8-DB8D-4AA9-9D81-002702E20FD3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14057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95" name="Rectangle 994">
                        <a:extLst>
                          <a:ext uri="{FF2B5EF4-FFF2-40B4-BE49-F238E27FC236}">
                            <a16:creationId xmlns:a16="http://schemas.microsoft.com/office/drawing/2014/main" id="{F45CDF8C-A79C-4559-A1F1-C1C3308BE01E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90257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96" name="Rectangle 995">
                        <a:extLst>
                          <a:ext uri="{FF2B5EF4-FFF2-40B4-BE49-F238E27FC236}">
                            <a16:creationId xmlns:a16="http://schemas.microsoft.com/office/drawing/2014/main" id="{F8F30038-8A14-40EE-9A92-3124BD6AC7B2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97" name="Rectangle 996">
                        <a:extLst>
                          <a:ext uri="{FF2B5EF4-FFF2-40B4-BE49-F238E27FC236}">
                            <a16:creationId xmlns:a16="http://schemas.microsoft.com/office/drawing/2014/main" id="{2381F69E-A343-4D3E-9C43-EDCF84A1A4BE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90257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98" name="Rectangle 997">
                        <a:extLst>
                          <a:ext uri="{FF2B5EF4-FFF2-40B4-BE49-F238E27FC236}">
                            <a16:creationId xmlns:a16="http://schemas.microsoft.com/office/drawing/2014/main" id="{A232AFB8-D70B-41FA-9A95-46757FF53C4D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99" name="Rectangle 998">
                        <a:extLst>
                          <a:ext uri="{FF2B5EF4-FFF2-40B4-BE49-F238E27FC236}">
                            <a16:creationId xmlns:a16="http://schemas.microsoft.com/office/drawing/2014/main" id="{D7D8DF75-996D-4DF6-BBDA-101FD5C9D376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173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1000" name="Rectangle 999">
                        <a:extLst>
                          <a:ext uri="{FF2B5EF4-FFF2-40B4-BE49-F238E27FC236}">
                            <a16:creationId xmlns:a16="http://schemas.microsoft.com/office/drawing/2014/main" id="{7E3E76B0-231D-4C2D-86D3-CAB041ABF0D2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1001" name="Rectangle 1000">
                        <a:extLst>
                          <a:ext uri="{FF2B5EF4-FFF2-40B4-BE49-F238E27FC236}">
                            <a16:creationId xmlns:a16="http://schemas.microsoft.com/office/drawing/2014/main" id="{8815A25F-C70A-4F13-AECC-3B4B1E5089F1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1002" name="Rectangle 1001">
                        <a:extLst>
                          <a:ext uri="{FF2B5EF4-FFF2-40B4-BE49-F238E27FC236}">
                            <a16:creationId xmlns:a16="http://schemas.microsoft.com/office/drawing/2014/main" id="{A27CF9CA-FC39-411F-93A7-BF8EFA0F188C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173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1003" name="Rectangle 1002">
                        <a:extLst>
                          <a:ext uri="{FF2B5EF4-FFF2-40B4-BE49-F238E27FC236}">
                            <a16:creationId xmlns:a16="http://schemas.microsoft.com/office/drawing/2014/main" id="{57A35F18-7F6E-4BEF-A5CF-488814CFF549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2492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1004" name="Rectangle 1003">
                        <a:extLst>
                          <a:ext uri="{FF2B5EF4-FFF2-40B4-BE49-F238E27FC236}">
                            <a16:creationId xmlns:a16="http://schemas.microsoft.com/office/drawing/2014/main" id="{512B44A7-1041-4F71-BE09-26D1D8367BEA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2492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1005" name="Rectangle 1004">
                        <a:extLst>
                          <a:ext uri="{FF2B5EF4-FFF2-40B4-BE49-F238E27FC236}">
                            <a16:creationId xmlns:a16="http://schemas.microsoft.com/office/drawing/2014/main" id="{8ED1EF5B-FEC5-44D2-9ADE-7EF9C953EFAE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14057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1006" name="Rectangle 1005">
                        <a:extLst>
                          <a:ext uri="{FF2B5EF4-FFF2-40B4-BE49-F238E27FC236}">
                            <a16:creationId xmlns:a16="http://schemas.microsoft.com/office/drawing/2014/main" id="{ED8A73A1-D8C1-4873-9F3F-09BA14C31904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14057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910" name="Group 909">
                      <a:extLst>
                        <a:ext uri="{FF2B5EF4-FFF2-40B4-BE49-F238E27FC236}">
                          <a16:creationId xmlns:a16="http://schemas.microsoft.com/office/drawing/2014/main" id="{352BB84C-EC6B-47D7-BB6A-08D9F057130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4565890" y="262552"/>
                      <a:ext cx="24409400" cy="24605588"/>
                      <a:chOff x="4086225" y="206982"/>
                      <a:chExt cx="6102350" cy="6096000"/>
                    </a:xfrm>
                    <a:noFill/>
                  </p:grpSpPr>
                  <p:sp>
                    <p:nvSpPr>
                      <p:cNvPr id="911" name="Rectangle 910">
                        <a:extLst>
                          <a:ext uri="{FF2B5EF4-FFF2-40B4-BE49-F238E27FC236}">
                            <a16:creationId xmlns:a16="http://schemas.microsoft.com/office/drawing/2014/main" id="{60DC2979-6D49-4A1C-9946-697225C859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3254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12" name="Rectangle 911">
                        <a:extLst>
                          <a:ext uri="{FF2B5EF4-FFF2-40B4-BE49-F238E27FC236}">
                            <a16:creationId xmlns:a16="http://schemas.microsoft.com/office/drawing/2014/main" id="{4E993A7D-5B15-4F84-B795-6734761C66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401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13" name="Rectangle 912">
                        <a:extLst>
                          <a:ext uri="{FF2B5EF4-FFF2-40B4-BE49-F238E27FC236}">
                            <a16:creationId xmlns:a16="http://schemas.microsoft.com/office/drawing/2014/main" id="{60D002FD-4266-4F1B-8567-2F52725716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1022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14" name="Rectangle 913">
                        <a:extLst>
                          <a:ext uri="{FF2B5EF4-FFF2-40B4-BE49-F238E27FC236}">
                            <a16:creationId xmlns:a16="http://schemas.microsoft.com/office/drawing/2014/main" id="{63417482-83AE-4176-BFA5-719856643C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1022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15" name="Rectangle 914">
                        <a:extLst>
                          <a:ext uri="{FF2B5EF4-FFF2-40B4-BE49-F238E27FC236}">
                            <a16:creationId xmlns:a16="http://schemas.microsoft.com/office/drawing/2014/main" id="{227B3999-E955-429D-9A69-A356DC0B4D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16" name="Rectangle 915">
                        <a:extLst>
                          <a:ext uri="{FF2B5EF4-FFF2-40B4-BE49-F238E27FC236}">
                            <a16:creationId xmlns:a16="http://schemas.microsoft.com/office/drawing/2014/main" id="{727623A5-0B5B-4C27-B070-16AB2AE2A7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17" name="Rectangle 916">
                        <a:extLst>
                          <a:ext uri="{FF2B5EF4-FFF2-40B4-BE49-F238E27FC236}">
                            <a16:creationId xmlns:a16="http://schemas.microsoft.com/office/drawing/2014/main" id="{C191BD9C-8C8D-4FB2-8175-2C18FD5398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3254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18" name="Rectangle 917">
                        <a:extLst>
                          <a:ext uri="{FF2B5EF4-FFF2-40B4-BE49-F238E27FC236}">
                            <a16:creationId xmlns:a16="http://schemas.microsoft.com/office/drawing/2014/main" id="{555386F5-8AB6-458C-A7D3-1567FC5486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401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19" name="Rectangle 918">
                        <a:extLst>
                          <a:ext uri="{FF2B5EF4-FFF2-40B4-BE49-F238E27FC236}">
                            <a16:creationId xmlns:a16="http://schemas.microsoft.com/office/drawing/2014/main" id="{88BD2792-0D3A-44A3-B0AE-E707690585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20" name="Rectangle 919">
                        <a:extLst>
                          <a:ext uri="{FF2B5EF4-FFF2-40B4-BE49-F238E27FC236}">
                            <a16:creationId xmlns:a16="http://schemas.microsoft.com/office/drawing/2014/main" id="{D6C3FADB-36F8-48A8-8FC4-E0EC9DF0B6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21" name="Rectangle 920">
                        <a:extLst>
                          <a:ext uri="{FF2B5EF4-FFF2-40B4-BE49-F238E27FC236}">
                            <a16:creationId xmlns:a16="http://schemas.microsoft.com/office/drawing/2014/main" id="{B9C83D62-342A-43BE-B12A-6DD5974046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222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22" name="Rectangle 921">
                        <a:extLst>
                          <a:ext uri="{FF2B5EF4-FFF2-40B4-BE49-F238E27FC236}">
                            <a16:creationId xmlns:a16="http://schemas.microsoft.com/office/drawing/2014/main" id="{2AE63F2F-DB79-40E0-AC3C-AEDB6C6568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222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23" name="Rectangle 922">
                        <a:extLst>
                          <a:ext uri="{FF2B5EF4-FFF2-40B4-BE49-F238E27FC236}">
                            <a16:creationId xmlns:a16="http://schemas.microsoft.com/office/drawing/2014/main" id="{7D367553-719E-4964-9F5F-B386AC4ADA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1022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24" name="Rectangle 923">
                        <a:extLst>
                          <a:ext uri="{FF2B5EF4-FFF2-40B4-BE49-F238E27FC236}">
                            <a16:creationId xmlns:a16="http://schemas.microsoft.com/office/drawing/2014/main" id="{A197DD5C-4044-4484-88B1-A766DF2AD2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25" name="Rectangle 924">
                        <a:extLst>
                          <a:ext uri="{FF2B5EF4-FFF2-40B4-BE49-F238E27FC236}">
                            <a16:creationId xmlns:a16="http://schemas.microsoft.com/office/drawing/2014/main" id="{ACCC0888-5055-4F05-B2E1-66CB52EB0A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1022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26" name="Rectangle 925">
                        <a:extLst>
                          <a:ext uri="{FF2B5EF4-FFF2-40B4-BE49-F238E27FC236}">
                            <a16:creationId xmlns:a16="http://schemas.microsoft.com/office/drawing/2014/main" id="{CDE64653-4D39-4BAD-B86A-09F386A3E5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27" name="Rectangle 926">
                        <a:extLst>
                          <a:ext uri="{FF2B5EF4-FFF2-40B4-BE49-F238E27FC236}">
                            <a16:creationId xmlns:a16="http://schemas.microsoft.com/office/drawing/2014/main" id="{F6F98608-0A66-481B-B718-4D37A203E3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173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28" name="Rectangle 927">
                        <a:extLst>
                          <a:ext uri="{FF2B5EF4-FFF2-40B4-BE49-F238E27FC236}">
                            <a16:creationId xmlns:a16="http://schemas.microsoft.com/office/drawing/2014/main" id="{D5165406-7446-4447-A464-B31B725A94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29" name="Rectangle 928">
                        <a:extLst>
                          <a:ext uri="{FF2B5EF4-FFF2-40B4-BE49-F238E27FC236}">
                            <a16:creationId xmlns:a16="http://schemas.microsoft.com/office/drawing/2014/main" id="{E770E5AD-4D36-41FF-A787-EB46245DC3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30" name="Rectangle 929">
                        <a:extLst>
                          <a:ext uri="{FF2B5EF4-FFF2-40B4-BE49-F238E27FC236}">
                            <a16:creationId xmlns:a16="http://schemas.microsoft.com/office/drawing/2014/main" id="{7D72814F-8515-4FC2-9E65-C5072FB065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173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31" name="Rectangle 930">
                        <a:extLst>
                          <a:ext uri="{FF2B5EF4-FFF2-40B4-BE49-F238E27FC236}">
                            <a16:creationId xmlns:a16="http://schemas.microsoft.com/office/drawing/2014/main" id="{05ADEE5C-7DC9-4E54-A2EB-F5EED5B5C2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8225" y="2492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32" name="Rectangle 931">
                        <a:extLst>
                          <a:ext uri="{FF2B5EF4-FFF2-40B4-BE49-F238E27FC236}">
                            <a16:creationId xmlns:a16="http://schemas.microsoft.com/office/drawing/2014/main" id="{030BF6E2-66F3-4CBB-AB53-9D93BBC0A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86225" y="2492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33" name="Rectangle 932">
                        <a:extLst>
                          <a:ext uri="{FF2B5EF4-FFF2-40B4-BE49-F238E27FC236}">
                            <a16:creationId xmlns:a16="http://schemas.microsoft.com/office/drawing/2014/main" id="{EA916129-DFEF-492D-BDC7-45A49F71D4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222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34" name="Rectangle 933">
                        <a:extLst>
                          <a:ext uri="{FF2B5EF4-FFF2-40B4-BE49-F238E27FC236}">
                            <a16:creationId xmlns:a16="http://schemas.microsoft.com/office/drawing/2014/main" id="{B68E9B8C-A110-481C-A9D9-A7442A8A12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222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35" name="Rectangle 934">
                        <a:extLst>
                          <a:ext uri="{FF2B5EF4-FFF2-40B4-BE49-F238E27FC236}">
                            <a16:creationId xmlns:a16="http://schemas.microsoft.com/office/drawing/2014/main" id="{D87EADC0-ABF0-404D-A097-3AAD0F0FFCAF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3254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36" name="Rectangle 935">
                        <a:extLst>
                          <a:ext uri="{FF2B5EF4-FFF2-40B4-BE49-F238E27FC236}">
                            <a16:creationId xmlns:a16="http://schemas.microsoft.com/office/drawing/2014/main" id="{8BA17B03-013D-4C42-AE3F-CEA4EB7FDCCA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401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37" name="Rectangle 936">
                        <a:extLst>
                          <a:ext uri="{FF2B5EF4-FFF2-40B4-BE49-F238E27FC236}">
                            <a16:creationId xmlns:a16="http://schemas.microsoft.com/office/drawing/2014/main" id="{2589217C-7E4E-478B-9508-5E38176820F4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90257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38" name="Rectangle 937">
                        <a:extLst>
                          <a:ext uri="{FF2B5EF4-FFF2-40B4-BE49-F238E27FC236}">
                            <a16:creationId xmlns:a16="http://schemas.microsoft.com/office/drawing/2014/main" id="{A6D3B882-94B9-4FC6-81F9-CB70FD4ADF39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90257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39" name="Rectangle 938">
                        <a:extLst>
                          <a:ext uri="{FF2B5EF4-FFF2-40B4-BE49-F238E27FC236}">
                            <a16:creationId xmlns:a16="http://schemas.microsoft.com/office/drawing/2014/main" id="{9230EF27-E4EF-4BF2-B191-203D4390FF04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40" name="Rectangle 939">
                        <a:extLst>
                          <a:ext uri="{FF2B5EF4-FFF2-40B4-BE49-F238E27FC236}">
                            <a16:creationId xmlns:a16="http://schemas.microsoft.com/office/drawing/2014/main" id="{B9570F16-62B5-43C0-8E8B-EE5965F45183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41" name="Rectangle 940">
                        <a:extLst>
                          <a:ext uri="{FF2B5EF4-FFF2-40B4-BE49-F238E27FC236}">
                            <a16:creationId xmlns:a16="http://schemas.microsoft.com/office/drawing/2014/main" id="{9140D7F0-8A21-4988-B072-1F829EF83827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3254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42" name="Rectangle 941">
                        <a:extLst>
                          <a:ext uri="{FF2B5EF4-FFF2-40B4-BE49-F238E27FC236}">
                            <a16:creationId xmlns:a16="http://schemas.microsoft.com/office/drawing/2014/main" id="{E7BCB1D9-E1D0-46B6-A28D-E375BAF41EBE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401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43" name="Rectangle 942">
                        <a:extLst>
                          <a:ext uri="{FF2B5EF4-FFF2-40B4-BE49-F238E27FC236}">
                            <a16:creationId xmlns:a16="http://schemas.microsoft.com/office/drawing/2014/main" id="{B15E2123-858B-4AA7-B2DC-867472739CE3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44" name="Rectangle 943">
                        <a:extLst>
                          <a:ext uri="{FF2B5EF4-FFF2-40B4-BE49-F238E27FC236}">
                            <a16:creationId xmlns:a16="http://schemas.microsoft.com/office/drawing/2014/main" id="{7E904093-D6FB-4C44-B447-287FDF5604AE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45" name="Rectangle 944">
                        <a:extLst>
                          <a:ext uri="{FF2B5EF4-FFF2-40B4-BE49-F238E27FC236}">
                            <a16:creationId xmlns:a16="http://schemas.microsoft.com/office/drawing/2014/main" id="{4B3DD255-F6CD-4EE4-A409-A8662C4C78FB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140575" y="477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46" name="Rectangle 945">
                        <a:extLst>
                          <a:ext uri="{FF2B5EF4-FFF2-40B4-BE49-F238E27FC236}">
                            <a16:creationId xmlns:a16="http://schemas.microsoft.com/office/drawing/2014/main" id="{0DC4CB4A-2452-4D4C-BD87-D63DE01F6CA2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140575" y="554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47" name="Rectangle 946">
                        <a:extLst>
                          <a:ext uri="{FF2B5EF4-FFF2-40B4-BE49-F238E27FC236}">
                            <a16:creationId xmlns:a16="http://schemas.microsoft.com/office/drawing/2014/main" id="{F90981EA-968F-41FD-821D-0C2DA3EDB63A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90257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48" name="Rectangle 947">
                        <a:extLst>
                          <a:ext uri="{FF2B5EF4-FFF2-40B4-BE49-F238E27FC236}">
                            <a16:creationId xmlns:a16="http://schemas.microsoft.com/office/drawing/2014/main" id="{603E3D56-F051-44C4-A15E-440ED0B42581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49" name="Rectangle 948">
                        <a:extLst>
                          <a:ext uri="{FF2B5EF4-FFF2-40B4-BE49-F238E27FC236}">
                            <a16:creationId xmlns:a16="http://schemas.microsoft.com/office/drawing/2014/main" id="{3059C9E9-9B57-4144-9D0B-6879B6230500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90257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50" name="Rectangle 949">
                        <a:extLst>
                          <a:ext uri="{FF2B5EF4-FFF2-40B4-BE49-F238E27FC236}">
                            <a16:creationId xmlns:a16="http://schemas.microsoft.com/office/drawing/2014/main" id="{4E7533EF-D546-4563-88ED-DB0E9151F192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51" name="Rectangle 950">
                        <a:extLst>
                          <a:ext uri="{FF2B5EF4-FFF2-40B4-BE49-F238E27FC236}">
                            <a16:creationId xmlns:a16="http://schemas.microsoft.com/office/drawing/2014/main" id="{51AEABD4-CC67-40E0-A7E2-D8FFCA3B9BDC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173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52" name="Rectangle 951">
                        <a:extLst>
                          <a:ext uri="{FF2B5EF4-FFF2-40B4-BE49-F238E27FC236}">
                            <a16:creationId xmlns:a16="http://schemas.microsoft.com/office/drawing/2014/main" id="{B12596C0-FBBA-4C30-B1E0-9C417AAC8927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53" name="Rectangle 952">
                        <a:extLst>
                          <a:ext uri="{FF2B5EF4-FFF2-40B4-BE49-F238E27FC236}">
                            <a16:creationId xmlns:a16="http://schemas.microsoft.com/office/drawing/2014/main" id="{55A99960-9FED-4AFF-A748-BD51B55EE53E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54" name="Rectangle 953">
                        <a:extLst>
                          <a:ext uri="{FF2B5EF4-FFF2-40B4-BE49-F238E27FC236}">
                            <a16:creationId xmlns:a16="http://schemas.microsoft.com/office/drawing/2014/main" id="{73C7D6D9-EFC8-4A2F-A657-E791CCCA2443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1730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55" name="Rectangle 954">
                        <a:extLst>
                          <a:ext uri="{FF2B5EF4-FFF2-40B4-BE49-F238E27FC236}">
                            <a16:creationId xmlns:a16="http://schemas.microsoft.com/office/drawing/2014/main" id="{AA5D8CE3-EBCE-43EC-8C97-1824DE5AC0FA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664575" y="2492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56" name="Rectangle 955">
                        <a:extLst>
                          <a:ext uri="{FF2B5EF4-FFF2-40B4-BE49-F238E27FC236}">
                            <a16:creationId xmlns:a16="http://schemas.microsoft.com/office/drawing/2014/main" id="{07DA33FB-37DA-4D4E-BFEF-DA438C7EB390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9426575" y="2492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57" name="Rectangle 956">
                        <a:extLst>
                          <a:ext uri="{FF2B5EF4-FFF2-40B4-BE49-F238E27FC236}">
                            <a16:creationId xmlns:a16="http://schemas.microsoft.com/office/drawing/2014/main" id="{BE0C5741-D2F4-4833-8211-E218C5785892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140575" y="206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958" name="Rectangle 957">
                        <a:extLst>
                          <a:ext uri="{FF2B5EF4-FFF2-40B4-BE49-F238E27FC236}">
                            <a16:creationId xmlns:a16="http://schemas.microsoft.com/office/drawing/2014/main" id="{7F0D101F-607E-454C-A2C8-012C3163D337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7140575" y="968982"/>
                        <a:ext cx="762000" cy="762000"/>
                      </a:xfrm>
                      <a:prstGeom prst="rect">
                        <a:avLst/>
                      </a:prstGeom>
                      <a:grpFill/>
                      <a:ln w="25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grpSp>
                  <p:nvGrpSpPr>
                    <p:cNvPr id="1007" name="Group 1006">
                      <a:extLst>
                        <a:ext uri="{FF2B5EF4-FFF2-40B4-BE49-F238E27FC236}">
                          <a16:creationId xmlns:a16="http://schemas.microsoft.com/office/drawing/2014/main" id="{9B5BE6CE-6963-48B4-9196-949A92CE8F9F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16004226" y="11807148"/>
                      <a:ext cx="1533600" cy="1533600"/>
                      <a:chOff x="4565434" y="219681"/>
                      <a:chExt cx="24409400" cy="24605588"/>
                    </a:xfrm>
                  </p:grpSpPr>
                  <p:grpSp>
                    <p:nvGrpSpPr>
                      <p:cNvPr id="1008" name="Group 1007">
                        <a:extLst>
                          <a:ext uri="{FF2B5EF4-FFF2-40B4-BE49-F238E27FC236}">
                            <a16:creationId xmlns:a16="http://schemas.microsoft.com/office/drawing/2014/main" id="{5396CE27-7C1E-4E5A-81D0-3922388C225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3719301" y="9454439"/>
                        <a:ext cx="6102350" cy="6151397"/>
                        <a:chOff x="4232059" y="254659"/>
                        <a:chExt cx="6102350" cy="6151397"/>
                      </a:xfrm>
                    </p:grpSpPr>
                    <p:grpSp>
                      <p:nvGrpSpPr>
                        <p:cNvPr id="1108" name="Group 1107">
                          <a:extLst>
                            <a:ext uri="{FF2B5EF4-FFF2-40B4-BE49-F238E27FC236}">
                              <a16:creationId xmlns:a16="http://schemas.microsoft.com/office/drawing/2014/main" id="{AA7F0E4C-075C-43E6-B3CD-4C242D55F809}"/>
                            </a:ext>
                          </a:extLst>
                        </p:cNvPr>
                        <p:cNvGrpSpPr>
                          <a:grpSpLocks noChangeAspect="1"/>
                        </p:cNvGrpSpPr>
                        <p:nvPr/>
                      </p:nvGrpSpPr>
                      <p:grpSpPr>
                        <a:xfrm>
                          <a:off x="5757704" y="1793785"/>
                          <a:ext cx="3051175" cy="3075699"/>
                          <a:chOff x="4086225" y="206982"/>
                          <a:chExt cx="6102350" cy="6096000"/>
                        </a:xfrm>
                        <a:noFill/>
                      </p:grpSpPr>
                      <p:sp>
                        <p:nvSpPr>
                          <p:cNvPr id="1158" name="Rectangle 1157">
                            <a:extLst>
                              <a:ext uri="{FF2B5EF4-FFF2-40B4-BE49-F238E27FC236}">
                                <a16:creationId xmlns:a16="http://schemas.microsoft.com/office/drawing/2014/main" id="{B880700E-A28A-4FD8-841E-368C9378FF3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59" name="Rectangle 1158">
                            <a:extLst>
                              <a:ext uri="{FF2B5EF4-FFF2-40B4-BE49-F238E27FC236}">
                                <a16:creationId xmlns:a16="http://schemas.microsoft.com/office/drawing/2014/main" id="{28ADD50B-7DD5-428F-A8E5-54E2EEB736C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60" name="Rectangle 1159">
                            <a:extLst>
                              <a:ext uri="{FF2B5EF4-FFF2-40B4-BE49-F238E27FC236}">
                                <a16:creationId xmlns:a16="http://schemas.microsoft.com/office/drawing/2014/main" id="{7B45A41F-B14D-44A3-91C3-350AD4DA545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61" name="Rectangle 1160">
                            <a:extLst>
                              <a:ext uri="{FF2B5EF4-FFF2-40B4-BE49-F238E27FC236}">
                                <a16:creationId xmlns:a16="http://schemas.microsoft.com/office/drawing/2014/main" id="{84E355F2-E53C-4CB0-BFCF-62D59125A0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62" name="Rectangle 1161">
                            <a:extLst>
                              <a:ext uri="{FF2B5EF4-FFF2-40B4-BE49-F238E27FC236}">
                                <a16:creationId xmlns:a16="http://schemas.microsoft.com/office/drawing/2014/main" id="{684A4966-2804-46DE-AE54-A88CA4D706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63" name="Rectangle 1162">
                            <a:extLst>
                              <a:ext uri="{FF2B5EF4-FFF2-40B4-BE49-F238E27FC236}">
                                <a16:creationId xmlns:a16="http://schemas.microsoft.com/office/drawing/2014/main" id="{47BE6E9F-58A6-4142-B41F-B971F0BD5D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64" name="Rectangle 1163">
                            <a:extLst>
                              <a:ext uri="{FF2B5EF4-FFF2-40B4-BE49-F238E27FC236}">
                                <a16:creationId xmlns:a16="http://schemas.microsoft.com/office/drawing/2014/main" id="{F4FDC240-491D-4373-BF07-383F7A1652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65" name="Rectangle 1164">
                            <a:extLst>
                              <a:ext uri="{FF2B5EF4-FFF2-40B4-BE49-F238E27FC236}">
                                <a16:creationId xmlns:a16="http://schemas.microsoft.com/office/drawing/2014/main" id="{5BE94B8A-5273-406C-BBF8-ACE098A3F8D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66" name="Rectangle 1165">
                            <a:extLst>
                              <a:ext uri="{FF2B5EF4-FFF2-40B4-BE49-F238E27FC236}">
                                <a16:creationId xmlns:a16="http://schemas.microsoft.com/office/drawing/2014/main" id="{84CAB1A4-E124-4966-8A8D-EFF31337133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67" name="Rectangle 1166">
                            <a:extLst>
                              <a:ext uri="{FF2B5EF4-FFF2-40B4-BE49-F238E27FC236}">
                                <a16:creationId xmlns:a16="http://schemas.microsoft.com/office/drawing/2014/main" id="{517D076A-7284-4533-B81B-B92064DEA14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68" name="Rectangle 1167">
                            <a:extLst>
                              <a:ext uri="{FF2B5EF4-FFF2-40B4-BE49-F238E27FC236}">
                                <a16:creationId xmlns:a16="http://schemas.microsoft.com/office/drawing/2014/main" id="{2AB1A0B6-1682-49F3-AD50-81313AEFB5F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69" name="Rectangle 1168">
                            <a:extLst>
                              <a:ext uri="{FF2B5EF4-FFF2-40B4-BE49-F238E27FC236}">
                                <a16:creationId xmlns:a16="http://schemas.microsoft.com/office/drawing/2014/main" id="{59C5AF48-20F5-48BB-8872-DC9705881F3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70" name="Rectangle 1169">
                            <a:extLst>
                              <a:ext uri="{FF2B5EF4-FFF2-40B4-BE49-F238E27FC236}">
                                <a16:creationId xmlns:a16="http://schemas.microsoft.com/office/drawing/2014/main" id="{FEBA6A57-9422-4FE1-BF5A-9A7AB0F3744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71" name="Rectangle 1170">
                            <a:extLst>
                              <a:ext uri="{FF2B5EF4-FFF2-40B4-BE49-F238E27FC236}">
                                <a16:creationId xmlns:a16="http://schemas.microsoft.com/office/drawing/2014/main" id="{A80D26B7-00A1-4812-8928-F0E1851635D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72" name="Rectangle 1171">
                            <a:extLst>
                              <a:ext uri="{FF2B5EF4-FFF2-40B4-BE49-F238E27FC236}">
                                <a16:creationId xmlns:a16="http://schemas.microsoft.com/office/drawing/2014/main" id="{E50E80F8-4281-4582-8F36-E44E5772676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73" name="Rectangle 1172">
                            <a:extLst>
                              <a:ext uri="{FF2B5EF4-FFF2-40B4-BE49-F238E27FC236}">
                                <a16:creationId xmlns:a16="http://schemas.microsoft.com/office/drawing/2014/main" id="{470B8AF1-CAB0-4A8E-94A3-49A4894C38F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74" name="Rectangle 1173">
                            <a:extLst>
                              <a:ext uri="{FF2B5EF4-FFF2-40B4-BE49-F238E27FC236}">
                                <a16:creationId xmlns:a16="http://schemas.microsoft.com/office/drawing/2014/main" id="{C2C6568A-563D-46E5-B1F7-E35651ED0C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75" name="Rectangle 1174">
                            <a:extLst>
                              <a:ext uri="{FF2B5EF4-FFF2-40B4-BE49-F238E27FC236}">
                                <a16:creationId xmlns:a16="http://schemas.microsoft.com/office/drawing/2014/main" id="{D1E29C61-EC0D-447A-8629-311D6F4E58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76" name="Rectangle 1175">
                            <a:extLst>
                              <a:ext uri="{FF2B5EF4-FFF2-40B4-BE49-F238E27FC236}">
                                <a16:creationId xmlns:a16="http://schemas.microsoft.com/office/drawing/2014/main" id="{5FE5E514-F689-4FF1-B426-8FE9CCC03F2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77" name="Rectangle 1176">
                            <a:extLst>
                              <a:ext uri="{FF2B5EF4-FFF2-40B4-BE49-F238E27FC236}">
                                <a16:creationId xmlns:a16="http://schemas.microsoft.com/office/drawing/2014/main" id="{15CC1665-10C6-4D00-BF9D-9DEDD68479D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78" name="Rectangle 1177">
                            <a:extLst>
                              <a:ext uri="{FF2B5EF4-FFF2-40B4-BE49-F238E27FC236}">
                                <a16:creationId xmlns:a16="http://schemas.microsoft.com/office/drawing/2014/main" id="{7DC85D95-955B-4F7E-8A95-9A6E3E74FD2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79" name="Rectangle 1178">
                            <a:extLst>
                              <a:ext uri="{FF2B5EF4-FFF2-40B4-BE49-F238E27FC236}">
                                <a16:creationId xmlns:a16="http://schemas.microsoft.com/office/drawing/2014/main" id="{C5E6EC39-0103-4AEE-AC6F-989B0D795FA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80" name="Rectangle 1179">
                            <a:extLst>
                              <a:ext uri="{FF2B5EF4-FFF2-40B4-BE49-F238E27FC236}">
                                <a16:creationId xmlns:a16="http://schemas.microsoft.com/office/drawing/2014/main" id="{7DE9491C-1317-4E8C-AB90-751F34E659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81" name="Rectangle 1180">
                            <a:extLst>
                              <a:ext uri="{FF2B5EF4-FFF2-40B4-BE49-F238E27FC236}">
                                <a16:creationId xmlns:a16="http://schemas.microsoft.com/office/drawing/2014/main" id="{D754A90F-B825-4368-9531-EC79F86B2A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82" name="Rectangle 1181">
                            <a:extLst>
                              <a:ext uri="{FF2B5EF4-FFF2-40B4-BE49-F238E27FC236}">
                                <a16:creationId xmlns:a16="http://schemas.microsoft.com/office/drawing/2014/main" id="{C84DE109-1C92-43A4-8BA2-55BA5375AA9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83" name="Rectangle 1182">
                            <a:extLst>
                              <a:ext uri="{FF2B5EF4-FFF2-40B4-BE49-F238E27FC236}">
                                <a16:creationId xmlns:a16="http://schemas.microsoft.com/office/drawing/2014/main" id="{9836C6B4-B1C3-4C8A-AA6A-278225398D4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84" name="Rectangle 1183">
                            <a:extLst>
                              <a:ext uri="{FF2B5EF4-FFF2-40B4-BE49-F238E27FC236}">
                                <a16:creationId xmlns:a16="http://schemas.microsoft.com/office/drawing/2014/main" id="{15253B28-3128-41CE-9AC3-1F53D52EA27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85" name="Rectangle 1184">
                            <a:extLst>
                              <a:ext uri="{FF2B5EF4-FFF2-40B4-BE49-F238E27FC236}">
                                <a16:creationId xmlns:a16="http://schemas.microsoft.com/office/drawing/2014/main" id="{3E3B5CC8-9099-49B4-B343-1CC627B7D1F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86" name="Rectangle 1185">
                            <a:extLst>
                              <a:ext uri="{FF2B5EF4-FFF2-40B4-BE49-F238E27FC236}">
                                <a16:creationId xmlns:a16="http://schemas.microsoft.com/office/drawing/2014/main" id="{F54E82F6-4C13-4E66-85FB-74A0F1FE4F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87" name="Rectangle 1186">
                            <a:extLst>
                              <a:ext uri="{FF2B5EF4-FFF2-40B4-BE49-F238E27FC236}">
                                <a16:creationId xmlns:a16="http://schemas.microsoft.com/office/drawing/2014/main" id="{6EA6ADD1-6201-4070-AB19-B4E32391A6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88" name="Rectangle 1187">
                            <a:extLst>
                              <a:ext uri="{FF2B5EF4-FFF2-40B4-BE49-F238E27FC236}">
                                <a16:creationId xmlns:a16="http://schemas.microsoft.com/office/drawing/2014/main" id="{E6AD164D-8499-47E9-A30A-386D9D885B7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89" name="Rectangle 1188">
                            <a:extLst>
                              <a:ext uri="{FF2B5EF4-FFF2-40B4-BE49-F238E27FC236}">
                                <a16:creationId xmlns:a16="http://schemas.microsoft.com/office/drawing/2014/main" id="{94D56102-8703-490E-B94C-6F4B2274CD8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90" name="Rectangle 1189">
                            <a:extLst>
                              <a:ext uri="{FF2B5EF4-FFF2-40B4-BE49-F238E27FC236}">
                                <a16:creationId xmlns:a16="http://schemas.microsoft.com/office/drawing/2014/main" id="{5F907223-C06C-4792-AC81-B58921463D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91" name="Rectangle 1190">
                            <a:extLst>
                              <a:ext uri="{FF2B5EF4-FFF2-40B4-BE49-F238E27FC236}">
                                <a16:creationId xmlns:a16="http://schemas.microsoft.com/office/drawing/2014/main" id="{8D80F501-D5FE-48C2-B230-D02BE20DCB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92" name="Rectangle 1191">
                            <a:extLst>
                              <a:ext uri="{FF2B5EF4-FFF2-40B4-BE49-F238E27FC236}">
                                <a16:creationId xmlns:a16="http://schemas.microsoft.com/office/drawing/2014/main" id="{97EA007F-1669-431A-A531-099057085C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93" name="Rectangle 1192">
                            <a:extLst>
                              <a:ext uri="{FF2B5EF4-FFF2-40B4-BE49-F238E27FC236}">
                                <a16:creationId xmlns:a16="http://schemas.microsoft.com/office/drawing/2014/main" id="{A23CCD31-E7A4-4DA8-B2C9-58E0085898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94" name="Rectangle 1193">
                            <a:extLst>
                              <a:ext uri="{FF2B5EF4-FFF2-40B4-BE49-F238E27FC236}">
                                <a16:creationId xmlns:a16="http://schemas.microsoft.com/office/drawing/2014/main" id="{0FECA910-D9A3-42D0-A160-2C41B2EC82A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95" name="Rectangle 1194">
                            <a:extLst>
                              <a:ext uri="{FF2B5EF4-FFF2-40B4-BE49-F238E27FC236}">
                                <a16:creationId xmlns:a16="http://schemas.microsoft.com/office/drawing/2014/main" id="{DFF84074-B606-4266-83E4-F2227B55C0F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96" name="Rectangle 1195">
                            <a:extLst>
                              <a:ext uri="{FF2B5EF4-FFF2-40B4-BE49-F238E27FC236}">
                                <a16:creationId xmlns:a16="http://schemas.microsoft.com/office/drawing/2014/main" id="{76888622-D518-4996-A0FF-0FA04144272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97" name="Rectangle 1196">
                            <a:extLst>
                              <a:ext uri="{FF2B5EF4-FFF2-40B4-BE49-F238E27FC236}">
                                <a16:creationId xmlns:a16="http://schemas.microsoft.com/office/drawing/2014/main" id="{D3A123BE-7532-4FFB-A659-4EE219BFEAE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98" name="Rectangle 1197">
                            <a:extLst>
                              <a:ext uri="{FF2B5EF4-FFF2-40B4-BE49-F238E27FC236}">
                                <a16:creationId xmlns:a16="http://schemas.microsoft.com/office/drawing/2014/main" id="{2D4241FD-B62E-4C18-A512-6D6BB4AFF7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99" name="Rectangle 1198">
                            <a:extLst>
                              <a:ext uri="{FF2B5EF4-FFF2-40B4-BE49-F238E27FC236}">
                                <a16:creationId xmlns:a16="http://schemas.microsoft.com/office/drawing/2014/main" id="{BA40F356-E2DD-41F5-8114-8A6473DEE5C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200" name="Rectangle 1199">
                            <a:extLst>
                              <a:ext uri="{FF2B5EF4-FFF2-40B4-BE49-F238E27FC236}">
                                <a16:creationId xmlns:a16="http://schemas.microsoft.com/office/drawing/2014/main" id="{863BAB22-8D80-42C4-9AB2-5EAFF4A0CA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201" name="Rectangle 1200">
                            <a:extLst>
                              <a:ext uri="{FF2B5EF4-FFF2-40B4-BE49-F238E27FC236}">
                                <a16:creationId xmlns:a16="http://schemas.microsoft.com/office/drawing/2014/main" id="{2C2D3705-6B10-46CE-8B6F-38999EF7191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202" name="Rectangle 1201">
                            <a:extLst>
                              <a:ext uri="{FF2B5EF4-FFF2-40B4-BE49-F238E27FC236}">
                                <a16:creationId xmlns:a16="http://schemas.microsoft.com/office/drawing/2014/main" id="{20476A23-1044-42B2-BA53-81A0552165D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203" name="Rectangle 1202">
                            <a:extLst>
                              <a:ext uri="{FF2B5EF4-FFF2-40B4-BE49-F238E27FC236}">
                                <a16:creationId xmlns:a16="http://schemas.microsoft.com/office/drawing/2014/main" id="{2098010B-F677-4EC8-A627-884950CDD5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204" name="Rectangle 1203">
                            <a:extLst>
                              <a:ext uri="{FF2B5EF4-FFF2-40B4-BE49-F238E27FC236}">
                                <a16:creationId xmlns:a16="http://schemas.microsoft.com/office/drawing/2014/main" id="{3F144C22-F622-4945-9324-C6EF66C301D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205" name="Rectangle 1204">
                            <a:extLst>
                              <a:ext uri="{FF2B5EF4-FFF2-40B4-BE49-F238E27FC236}">
                                <a16:creationId xmlns:a16="http://schemas.microsoft.com/office/drawing/2014/main" id="{73CC7F33-21BA-42FE-AB61-3B8A236750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</p:grpSp>
                    <p:grpSp>
                      <p:nvGrpSpPr>
                        <p:cNvPr id="1109" name="Group 1108">
                          <a:extLst>
                            <a:ext uri="{FF2B5EF4-FFF2-40B4-BE49-F238E27FC236}">
                              <a16:creationId xmlns:a16="http://schemas.microsoft.com/office/drawing/2014/main" id="{833FCD85-7BE0-4605-BEB6-FACBE145EF78}"/>
                            </a:ext>
                          </a:extLst>
                        </p:cNvPr>
                        <p:cNvGrpSpPr>
                          <a:grpSpLocks noChangeAspect="1"/>
                        </p:cNvGrpSpPr>
                        <p:nvPr/>
                      </p:nvGrpSpPr>
                      <p:grpSpPr>
                        <a:xfrm>
                          <a:off x="4232059" y="254659"/>
                          <a:ext cx="6102350" cy="6151397"/>
                          <a:chOff x="4086225" y="206982"/>
                          <a:chExt cx="6102350" cy="6096000"/>
                        </a:xfrm>
                        <a:noFill/>
                      </p:grpSpPr>
                      <p:sp>
                        <p:nvSpPr>
                          <p:cNvPr id="1110" name="Rectangle 1109">
                            <a:extLst>
                              <a:ext uri="{FF2B5EF4-FFF2-40B4-BE49-F238E27FC236}">
                                <a16:creationId xmlns:a16="http://schemas.microsoft.com/office/drawing/2014/main" id="{CFE27000-9D76-4371-A03F-EF65A541A37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11" name="Rectangle 1110">
                            <a:extLst>
                              <a:ext uri="{FF2B5EF4-FFF2-40B4-BE49-F238E27FC236}">
                                <a16:creationId xmlns:a16="http://schemas.microsoft.com/office/drawing/2014/main" id="{18C472E4-8DE5-4313-ABB5-77A5BD17720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12" name="Rectangle 1111">
                            <a:extLst>
                              <a:ext uri="{FF2B5EF4-FFF2-40B4-BE49-F238E27FC236}">
                                <a16:creationId xmlns:a16="http://schemas.microsoft.com/office/drawing/2014/main" id="{46AC412B-8BC8-4A8D-A33A-052F3B2D07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13" name="Rectangle 1112">
                            <a:extLst>
                              <a:ext uri="{FF2B5EF4-FFF2-40B4-BE49-F238E27FC236}">
                                <a16:creationId xmlns:a16="http://schemas.microsoft.com/office/drawing/2014/main" id="{26AF92B7-3741-4465-BD20-5461EFA6143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14" name="Rectangle 1113">
                            <a:extLst>
                              <a:ext uri="{FF2B5EF4-FFF2-40B4-BE49-F238E27FC236}">
                                <a16:creationId xmlns:a16="http://schemas.microsoft.com/office/drawing/2014/main" id="{97BEC02B-9509-4933-A230-A0E78041B13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15" name="Rectangle 1114">
                            <a:extLst>
                              <a:ext uri="{FF2B5EF4-FFF2-40B4-BE49-F238E27FC236}">
                                <a16:creationId xmlns:a16="http://schemas.microsoft.com/office/drawing/2014/main" id="{BD2B2114-B9E6-44C3-A3CA-A4B9BB74B9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16" name="Rectangle 1115">
                            <a:extLst>
                              <a:ext uri="{FF2B5EF4-FFF2-40B4-BE49-F238E27FC236}">
                                <a16:creationId xmlns:a16="http://schemas.microsoft.com/office/drawing/2014/main" id="{E150BD90-6EA3-49C0-A8EA-F224C0CBBBD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17" name="Rectangle 1116">
                            <a:extLst>
                              <a:ext uri="{FF2B5EF4-FFF2-40B4-BE49-F238E27FC236}">
                                <a16:creationId xmlns:a16="http://schemas.microsoft.com/office/drawing/2014/main" id="{5A2BF664-D746-4530-B0D3-DB6544F4027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18" name="Rectangle 1117">
                            <a:extLst>
                              <a:ext uri="{FF2B5EF4-FFF2-40B4-BE49-F238E27FC236}">
                                <a16:creationId xmlns:a16="http://schemas.microsoft.com/office/drawing/2014/main" id="{02CA3AB8-2407-4783-ACC7-C760D4DFA8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19" name="Rectangle 1118">
                            <a:extLst>
                              <a:ext uri="{FF2B5EF4-FFF2-40B4-BE49-F238E27FC236}">
                                <a16:creationId xmlns:a16="http://schemas.microsoft.com/office/drawing/2014/main" id="{508981B3-EBB4-48C5-9DCE-9A91FDA61E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20" name="Rectangle 1119">
                            <a:extLst>
                              <a:ext uri="{FF2B5EF4-FFF2-40B4-BE49-F238E27FC236}">
                                <a16:creationId xmlns:a16="http://schemas.microsoft.com/office/drawing/2014/main" id="{87FB9889-783C-4227-AA2C-04FD4065FFB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21" name="Rectangle 1120">
                            <a:extLst>
                              <a:ext uri="{FF2B5EF4-FFF2-40B4-BE49-F238E27FC236}">
                                <a16:creationId xmlns:a16="http://schemas.microsoft.com/office/drawing/2014/main" id="{93DB8304-DA1B-4E37-90D4-E1BDB9FFA4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22" name="Rectangle 1121">
                            <a:extLst>
                              <a:ext uri="{FF2B5EF4-FFF2-40B4-BE49-F238E27FC236}">
                                <a16:creationId xmlns:a16="http://schemas.microsoft.com/office/drawing/2014/main" id="{0B5AFAD6-4E83-4D89-9C0E-62D0A04566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23" name="Rectangle 1122">
                            <a:extLst>
                              <a:ext uri="{FF2B5EF4-FFF2-40B4-BE49-F238E27FC236}">
                                <a16:creationId xmlns:a16="http://schemas.microsoft.com/office/drawing/2014/main" id="{CB771E18-4469-4DFF-97CA-EBBF8A17F18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24" name="Rectangle 1123">
                            <a:extLst>
                              <a:ext uri="{FF2B5EF4-FFF2-40B4-BE49-F238E27FC236}">
                                <a16:creationId xmlns:a16="http://schemas.microsoft.com/office/drawing/2014/main" id="{6375B27F-EB05-40FE-AB7C-8DD12273D6B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25" name="Rectangle 1124">
                            <a:extLst>
                              <a:ext uri="{FF2B5EF4-FFF2-40B4-BE49-F238E27FC236}">
                                <a16:creationId xmlns:a16="http://schemas.microsoft.com/office/drawing/2014/main" id="{8EAE2BA5-8E85-4F77-94AB-798B40732AF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26" name="Rectangle 1125">
                            <a:extLst>
                              <a:ext uri="{FF2B5EF4-FFF2-40B4-BE49-F238E27FC236}">
                                <a16:creationId xmlns:a16="http://schemas.microsoft.com/office/drawing/2014/main" id="{2DB19288-3F05-4533-BCF2-B50EFF44481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27" name="Rectangle 1126">
                            <a:extLst>
                              <a:ext uri="{FF2B5EF4-FFF2-40B4-BE49-F238E27FC236}">
                                <a16:creationId xmlns:a16="http://schemas.microsoft.com/office/drawing/2014/main" id="{1F519B11-42F8-4E82-BD54-AB472D533A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28" name="Rectangle 1127">
                            <a:extLst>
                              <a:ext uri="{FF2B5EF4-FFF2-40B4-BE49-F238E27FC236}">
                                <a16:creationId xmlns:a16="http://schemas.microsoft.com/office/drawing/2014/main" id="{C1B4810D-C7A6-4B09-82D4-61B7F971131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29" name="Rectangle 1128">
                            <a:extLst>
                              <a:ext uri="{FF2B5EF4-FFF2-40B4-BE49-F238E27FC236}">
                                <a16:creationId xmlns:a16="http://schemas.microsoft.com/office/drawing/2014/main" id="{70AF08FF-0DA4-4C3C-A16E-0B83AE0821D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30" name="Rectangle 1129">
                            <a:extLst>
                              <a:ext uri="{FF2B5EF4-FFF2-40B4-BE49-F238E27FC236}">
                                <a16:creationId xmlns:a16="http://schemas.microsoft.com/office/drawing/2014/main" id="{5AFF4BFD-0046-4107-82D8-5E8362DEF83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31" name="Rectangle 1130">
                            <a:extLst>
                              <a:ext uri="{FF2B5EF4-FFF2-40B4-BE49-F238E27FC236}">
                                <a16:creationId xmlns:a16="http://schemas.microsoft.com/office/drawing/2014/main" id="{DF7575F3-DB05-4E07-BB59-1438831EDA3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32" name="Rectangle 1131">
                            <a:extLst>
                              <a:ext uri="{FF2B5EF4-FFF2-40B4-BE49-F238E27FC236}">
                                <a16:creationId xmlns:a16="http://schemas.microsoft.com/office/drawing/2014/main" id="{609FC17E-76B4-41CB-9845-0F67E09E36A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33" name="Rectangle 1132">
                            <a:extLst>
                              <a:ext uri="{FF2B5EF4-FFF2-40B4-BE49-F238E27FC236}">
                                <a16:creationId xmlns:a16="http://schemas.microsoft.com/office/drawing/2014/main" id="{0F087D02-A183-4A34-94D5-165606632BF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34" name="Rectangle 1133">
                            <a:extLst>
                              <a:ext uri="{FF2B5EF4-FFF2-40B4-BE49-F238E27FC236}">
                                <a16:creationId xmlns:a16="http://schemas.microsoft.com/office/drawing/2014/main" id="{6D2FF05E-F110-4E36-B356-77C227AAB1A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35" name="Rectangle 1134">
                            <a:extLst>
                              <a:ext uri="{FF2B5EF4-FFF2-40B4-BE49-F238E27FC236}">
                                <a16:creationId xmlns:a16="http://schemas.microsoft.com/office/drawing/2014/main" id="{29C7A7A0-00E3-4294-8A2A-42FC753483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36" name="Rectangle 1135">
                            <a:extLst>
                              <a:ext uri="{FF2B5EF4-FFF2-40B4-BE49-F238E27FC236}">
                                <a16:creationId xmlns:a16="http://schemas.microsoft.com/office/drawing/2014/main" id="{338627CB-4F3F-425D-B4A4-A83679997E8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37" name="Rectangle 1136">
                            <a:extLst>
                              <a:ext uri="{FF2B5EF4-FFF2-40B4-BE49-F238E27FC236}">
                                <a16:creationId xmlns:a16="http://schemas.microsoft.com/office/drawing/2014/main" id="{CDD7F906-9430-4296-B972-F0BFFA3E198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38" name="Rectangle 1137">
                            <a:extLst>
                              <a:ext uri="{FF2B5EF4-FFF2-40B4-BE49-F238E27FC236}">
                                <a16:creationId xmlns:a16="http://schemas.microsoft.com/office/drawing/2014/main" id="{B97F99E9-2716-41B5-9BFD-38F8E1C88C4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39" name="Rectangle 1138">
                            <a:extLst>
                              <a:ext uri="{FF2B5EF4-FFF2-40B4-BE49-F238E27FC236}">
                                <a16:creationId xmlns:a16="http://schemas.microsoft.com/office/drawing/2014/main" id="{1423897B-794F-4DF5-BF0C-403899D81EA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40" name="Rectangle 1139">
                            <a:extLst>
                              <a:ext uri="{FF2B5EF4-FFF2-40B4-BE49-F238E27FC236}">
                                <a16:creationId xmlns:a16="http://schemas.microsoft.com/office/drawing/2014/main" id="{42C612E3-5500-42A8-8C27-50DB64B2669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41" name="Rectangle 1140">
                            <a:extLst>
                              <a:ext uri="{FF2B5EF4-FFF2-40B4-BE49-F238E27FC236}">
                                <a16:creationId xmlns:a16="http://schemas.microsoft.com/office/drawing/2014/main" id="{E7ACA1AE-40E9-4B59-9159-05D0DC58E6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42" name="Rectangle 1141">
                            <a:extLst>
                              <a:ext uri="{FF2B5EF4-FFF2-40B4-BE49-F238E27FC236}">
                                <a16:creationId xmlns:a16="http://schemas.microsoft.com/office/drawing/2014/main" id="{5C937CA6-C3C9-4E75-856A-638AC53B837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43" name="Rectangle 1142">
                            <a:extLst>
                              <a:ext uri="{FF2B5EF4-FFF2-40B4-BE49-F238E27FC236}">
                                <a16:creationId xmlns:a16="http://schemas.microsoft.com/office/drawing/2014/main" id="{CAC6BCF6-ABF1-46C2-8F11-CDD635EB6E9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44" name="Rectangle 1143">
                            <a:extLst>
                              <a:ext uri="{FF2B5EF4-FFF2-40B4-BE49-F238E27FC236}">
                                <a16:creationId xmlns:a16="http://schemas.microsoft.com/office/drawing/2014/main" id="{CCCE5F21-2F99-4C0E-B128-10D124C470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45" name="Rectangle 1144">
                            <a:extLst>
                              <a:ext uri="{FF2B5EF4-FFF2-40B4-BE49-F238E27FC236}">
                                <a16:creationId xmlns:a16="http://schemas.microsoft.com/office/drawing/2014/main" id="{7B3B1404-4835-47D1-9159-DFC4EB18ED9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46" name="Rectangle 1145">
                            <a:extLst>
                              <a:ext uri="{FF2B5EF4-FFF2-40B4-BE49-F238E27FC236}">
                                <a16:creationId xmlns:a16="http://schemas.microsoft.com/office/drawing/2014/main" id="{06E13112-66EB-48CE-9BFE-F3B126DD67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47" name="Rectangle 1146">
                            <a:extLst>
                              <a:ext uri="{FF2B5EF4-FFF2-40B4-BE49-F238E27FC236}">
                                <a16:creationId xmlns:a16="http://schemas.microsoft.com/office/drawing/2014/main" id="{E959E20C-4BD9-471B-933F-D3BBBAE58DC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48" name="Rectangle 1147">
                            <a:extLst>
                              <a:ext uri="{FF2B5EF4-FFF2-40B4-BE49-F238E27FC236}">
                                <a16:creationId xmlns:a16="http://schemas.microsoft.com/office/drawing/2014/main" id="{4C9DD32D-49F5-453D-B7C4-369945ED9E1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49" name="Rectangle 1148">
                            <a:extLst>
                              <a:ext uri="{FF2B5EF4-FFF2-40B4-BE49-F238E27FC236}">
                                <a16:creationId xmlns:a16="http://schemas.microsoft.com/office/drawing/2014/main" id="{32A34E29-B544-4A4C-8A7A-4987DC5454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50" name="Rectangle 1149">
                            <a:extLst>
                              <a:ext uri="{FF2B5EF4-FFF2-40B4-BE49-F238E27FC236}">
                                <a16:creationId xmlns:a16="http://schemas.microsoft.com/office/drawing/2014/main" id="{666D7D54-2D01-4ACB-AA03-D20352EE307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51" name="Rectangle 1150">
                            <a:extLst>
                              <a:ext uri="{FF2B5EF4-FFF2-40B4-BE49-F238E27FC236}">
                                <a16:creationId xmlns:a16="http://schemas.microsoft.com/office/drawing/2014/main" id="{B8D480E6-3028-4D85-AF12-0CF54114B04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52" name="Rectangle 1151">
                            <a:extLst>
                              <a:ext uri="{FF2B5EF4-FFF2-40B4-BE49-F238E27FC236}">
                                <a16:creationId xmlns:a16="http://schemas.microsoft.com/office/drawing/2014/main" id="{0BD4B0F7-BBA2-4B73-9BD1-B7840E9D0B1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53" name="Rectangle 1152">
                            <a:extLst>
                              <a:ext uri="{FF2B5EF4-FFF2-40B4-BE49-F238E27FC236}">
                                <a16:creationId xmlns:a16="http://schemas.microsoft.com/office/drawing/2014/main" id="{E501F9F3-459E-488A-8E23-A91AEB09AE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54" name="Rectangle 1153">
                            <a:extLst>
                              <a:ext uri="{FF2B5EF4-FFF2-40B4-BE49-F238E27FC236}">
                                <a16:creationId xmlns:a16="http://schemas.microsoft.com/office/drawing/2014/main" id="{4B68462E-22E4-437A-9178-1E8FBFF46FB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55" name="Rectangle 1154">
                            <a:extLst>
                              <a:ext uri="{FF2B5EF4-FFF2-40B4-BE49-F238E27FC236}">
                                <a16:creationId xmlns:a16="http://schemas.microsoft.com/office/drawing/2014/main" id="{86C9CFD9-BF6D-407A-8877-97F7F2F4BF9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56" name="Rectangle 1155">
                            <a:extLst>
                              <a:ext uri="{FF2B5EF4-FFF2-40B4-BE49-F238E27FC236}">
                                <a16:creationId xmlns:a16="http://schemas.microsoft.com/office/drawing/2014/main" id="{5F101F4B-CF5A-478E-A9EF-EA7798C119E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57" name="Rectangle 1156">
                            <a:extLst>
                              <a:ext uri="{FF2B5EF4-FFF2-40B4-BE49-F238E27FC236}">
                                <a16:creationId xmlns:a16="http://schemas.microsoft.com/office/drawing/2014/main" id="{3C481A35-6071-41C8-9B24-08B692432E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</p:grpSp>
                  </p:grpSp>
                  <p:grpSp>
                    <p:nvGrpSpPr>
                      <p:cNvPr id="1009" name="Group 1008">
                        <a:extLst>
                          <a:ext uri="{FF2B5EF4-FFF2-40B4-BE49-F238E27FC236}">
                            <a16:creationId xmlns:a16="http://schemas.microsoft.com/office/drawing/2014/main" id="{42377210-1DAA-4FD1-9A30-3C6ECDF8520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565434" y="219681"/>
                        <a:ext cx="24409400" cy="24605588"/>
                        <a:chOff x="4232059" y="254659"/>
                        <a:chExt cx="6102350" cy="6151397"/>
                      </a:xfrm>
                    </p:grpSpPr>
                    <p:grpSp>
                      <p:nvGrpSpPr>
                        <p:cNvPr id="1010" name="Group 1009">
                          <a:extLst>
                            <a:ext uri="{FF2B5EF4-FFF2-40B4-BE49-F238E27FC236}">
                              <a16:creationId xmlns:a16="http://schemas.microsoft.com/office/drawing/2014/main" id="{614B320C-BEAB-4BE6-933E-C20C109E0FC0}"/>
                            </a:ext>
                          </a:extLst>
                        </p:cNvPr>
                        <p:cNvGrpSpPr>
                          <a:grpSpLocks noChangeAspect="1"/>
                        </p:cNvGrpSpPr>
                        <p:nvPr/>
                      </p:nvGrpSpPr>
                      <p:grpSpPr>
                        <a:xfrm>
                          <a:off x="5757704" y="1793785"/>
                          <a:ext cx="3051175" cy="3075699"/>
                          <a:chOff x="4086225" y="206982"/>
                          <a:chExt cx="6102350" cy="6096000"/>
                        </a:xfrm>
                        <a:noFill/>
                      </p:grpSpPr>
                      <p:sp>
                        <p:nvSpPr>
                          <p:cNvPr id="1060" name="Rectangle 1059">
                            <a:extLst>
                              <a:ext uri="{FF2B5EF4-FFF2-40B4-BE49-F238E27FC236}">
                                <a16:creationId xmlns:a16="http://schemas.microsoft.com/office/drawing/2014/main" id="{CC88193E-2F64-41C2-83F3-B5C6A0F3EF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61" name="Rectangle 1060">
                            <a:extLst>
                              <a:ext uri="{FF2B5EF4-FFF2-40B4-BE49-F238E27FC236}">
                                <a16:creationId xmlns:a16="http://schemas.microsoft.com/office/drawing/2014/main" id="{DF8AAA8A-BFE4-453F-8F52-40F3CAD03E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62" name="Rectangle 1061">
                            <a:extLst>
                              <a:ext uri="{FF2B5EF4-FFF2-40B4-BE49-F238E27FC236}">
                                <a16:creationId xmlns:a16="http://schemas.microsoft.com/office/drawing/2014/main" id="{8E953B0F-D495-4EC2-B492-ED08A1E784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63" name="Rectangle 1062">
                            <a:extLst>
                              <a:ext uri="{FF2B5EF4-FFF2-40B4-BE49-F238E27FC236}">
                                <a16:creationId xmlns:a16="http://schemas.microsoft.com/office/drawing/2014/main" id="{0419E53E-60D4-4E61-B4E9-1C919CFC105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64" name="Rectangle 1063">
                            <a:extLst>
                              <a:ext uri="{FF2B5EF4-FFF2-40B4-BE49-F238E27FC236}">
                                <a16:creationId xmlns:a16="http://schemas.microsoft.com/office/drawing/2014/main" id="{D0E837CC-D0DC-4F1B-BA2B-4B19342A42D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65" name="Rectangle 1064">
                            <a:extLst>
                              <a:ext uri="{FF2B5EF4-FFF2-40B4-BE49-F238E27FC236}">
                                <a16:creationId xmlns:a16="http://schemas.microsoft.com/office/drawing/2014/main" id="{F1698619-268E-49A9-AC1C-B9816705ED4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66" name="Rectangle 1065">
                            <a:extLst>
                              <a:ext uri="{FF2B5EF4-FFF2-40B4-BE49-F238E27FC236}">
                                <a16:creationId xmlns:a16="http://schemas.microsoft.com/office/drawing/2014/main" id="{D00C8085-6D25-4EC4-850D-C45A53EEDAB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67" name="Rectangle 1066">
                            <a:extLst>
                              <a:ext uri="{FF2B5EF4-FFF2-40B4-BE49-F238E27FC236}">
                                <a16:creationId xmlns:a16="http://schemas.microsoft.com/office/drawing/2014/main" id="{8AF2E096-4CA6-4471-B01C-B438951F3A7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68" name="Rectangle 1067">
                            <a:extLst>
                              <a:ext uri="{FF2B5EF4-FFF2-40B4-BE49-F238E27FC236}">
                                <a16:creationId xmlns:a16="http://schemas.microsoft.com/office/drawing/2014/main" id="{6AC524B7-DFA8-4A01-ACC5-2D8F0CA5913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69" name="Rectangle 1068">
                            <a:extLst>
                              <a:ext uri="{FF2B5EF4-FFF2-40B4-BE49-F238E27FC236}">
                                <a16:creationId xmlns:a16="http://schemas.microsoft.com/office/drawing/2014/main" id="{33A82FB9-7232-4A4B-8F81-48C437A5B1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70" name="Rectangle 1069">
                            <a:extLst>
                              <a:ext uri="{FF2B5EF4-FFF2-40B4-BE49-F238E27FC236}">
                                <a16:creationId xmlns:a16="http://schemas.microsoft.com/office/drawing/2014/main" id="{9E277C88-EA6B-4CBC-9977-7AFA6C23CE6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71" name="Rectangle 1070">
                            <a:extLst>
                              <a:ext uri="{FF2B5EF4-FFF2-40B4-BE49-F238E27FC236}">
                                <a16:creationId xmlns:a16="http://schemas.microsoft.com/office/drawing/2014/main" id="{F328F9D2-60C4-4798-8485-6855C6B4E6C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72" name="Rectangle 1071">
                            <a:extLst>
                              <a:ext uri="{FF2B5EF4-FFF2-40B4-BE49-F238E27FC236}">
                                <a16:creationId xmlns:a16="http://schemas.microsoft.com/office/drawing/2014/main" id="{6E3A5D1A-443E-4B9D-8DD5-AC4EE7C0C1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73" name="Rectangle 1072">
                            <a:extLst>
                              <a:ext uri="{FF2B5EF4-FFF2-40B4-BE49-F238E27FC236}">
                                <a16:creationId xmlns:a16="http://schemas.microsoft.com/office/drawing/2014/main" id="{C2AADC9E-27F8-4F42-8AA9-F956CADFAEC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74" name="Rectangle 1073">
                            <a:extLst>
                              <a:ext uri="{FF2B5EF4-FFF2-40B4-BE49-F238E27FC236}">
                                <a16:creationId xmlns:a16="http://schemas.microsoft.com/office/drawing/2014/main" id="{6B1760ED-9A45-4C5F-B73F-3553B3ADBE8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75" name="Rectangle 1074">
                            <a:extLst>
                              <a:ext uri="{FF2B5EF4-FFF2-40B4-BE49-F238E27FC236}">
                                <a16:creationId xmlns:a16="http://schemas.microsoft.com/office/drawing/2014/main" id="{CE96EB54-9440-4F66-88F1-A1AED5B0582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76" name="Rectangle 1075">
                            <a:extLst>
                              <a:ext uri="{FF2B5EF4-FFF2-40B4-BE49-F238E27FC236}">
                                <a16:creationId xmlns:a16="http://schemas.microsoft.com/office/drawing/2014/main" id="{A5B3B80A-0622-42AE-A2CA-CCB9641658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77" name="Rectangle 1076">
                            <a:extLst>
                              <a:ext uri="{FF2B5EF4-FFF2-40B4-BE49-F238E27FC236}">
                                <a16:creationId xmlns:a16="http://schemas.microsoft.com/office/drawing/2014/main" id="{0CCD2A1E-087F-484E-8E66-561E56C3FD7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78" name="Rectangle 1077">
                            <a:extLst>
                              <a:ext uri="{FF2B5EF4-FFF2-40B4-BE49-F238E27FC236}">
                                <a16:creationId xmlns:a16="http://schemas.microsoft.com/office/drawing/2014/main" id="{395215A8-B001-45C1-BE0D-04A29088CF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79" name="Rectangle 1078">
                            <a:extLst>
                              <a:ext uri="{FF2B5EF4-FFF2-40B4-BE49-F238E27FC236}">
                                <a16:creationId xmlns:a16="http://schemas.microsoft.com/office/drawing/2014/main" id="{BF8AAC17-3154-4F0B-B3F4-53B500BE63A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80" name="Rectangle 1079">
                            <a:extLst>
                              <a:ext uri="{FF2B5EF4-FFF2-40B4-BE49-F238E27FC236}">
                                <a16:creationId xmlns:a16="http://schemas.microsoft.com/office/drawing/2014/main" id="{B1CBBCF2-F009-480E-B982-B09676FA158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81" name="Rectangle 1080">
                            <a:extLst>
                              <a:ext uri="{FF2B5EF4-FFF2-40B4-BE49-F238E27FC236}">
                                <a16:creationId xmlns:a16="http://schemas.microsoft.com/office/drawing/2014/main" id="{2581E829-FA80-42EF-B5B4-446F52A3EB6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82" name="Rectangle 1081">
                            <a:extLst>
                              <a:ext uri="{FF2B5EF4-FFF2-40B4-BE49-F238E27FC236}">
                                <a16:creationId xmlns:a16="http://schemas.microsoft.com/office/drawing/2014/main" id="{6388AC4F-B5B5-4942-85FC-C0467ABC0CF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83" name="Rectangle 1082">
                            <a:extLst>
                              <a:ext uri="{FF2B5EF4-FFF2-40B4-BE49-F238E27FC236}">
                                <a16:creationId xmlns:a16="http://schemas.microsoft.com/office/drawing/2014/main" id="{62FA7001-59D7-485A-8D5B-C5E0E436EFD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84" name="Rectangle 1083">
                            <a:extLst>
                              <a:ext uri="{FF2B5EF4-FFF2-40B4-BE49-F238E27FC236}">
                                <a16:creationId xmlns:a16="http://schemas.microsoft.com/office/drawing/2014/main" id="{0CFEB59A-3F0F-41B9-84E8-11503A32DB8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85" name="Rectangle 1084">
                            <a:extLst>
                              <a:ext uri="{FF2B5EF4-FFF2-40B4-BE49-F238E27FC236}">
                                <a16:creationId xmlns:a16="http://schemas.microsoft.com/office/drawing/2014/main" id="{0F64C569-BAB2-4475-998A-8DE62FE73D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86" name="Rectangle 1085">
                            <a:extLst>
                              <a:ext uri="{FF2B5EF4-FFF2-40B4-BE49-F238E27FC236}">
                                <a16:creationId xmlns:a16="http://schemas.microsoft.com/office/drawing/2014/main" id="{931354AC-4350-405C-90D3-4F52FCE7AD2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87" name="Rectangle 1086">
                            <a:extLst>
                              <a:ext uri="{FF2B5EF4-FFF2-40B4-BE49-F238E27FC236}">
                                <a16:creationId xmlns:a16="http://schemas.microsoft.com/office/drawing/2014/main" id="{F259759C-9932-4A4C-B6DB-B29E4C86848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88" name="Rectangle 1087">
                            <a:extLst>
                              <a:ext uri="{FF2B5EF4-FFF2-40B4-BE49-F238E27FC236}">
                                <a16:creationId xmlns:a16="http://schemas.microsoft.com/office/drawing/2014/main" id="{E14E4EC4-5EF7-4EB8-96DC-45518F1F8E8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89" name="Rectangle 1088">
                            <a:extLst>
                              <a:ext uri="{FF2B5EF4-FFF2-40B4-BE49-F238E27FC236}">
                                <a16:creationId xmlns:a16="http://schemas.microsoft.com/office/drawing/2014/main" id="{B2BCAB4B-FA38-4794-B461-2152A6405B5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90" name="Rectangle 1089">
                            <a:extLst>
                              <a:ext uri="{FF2B5EF4-FFF2-40B4-BE49-F238E27FC236}">
                                <a16:creationId xmlns:a16="http://schemas.microsoft.com/office/drawing/2014/main" id="{E5067DA6-53D5-4936-A5AC-DC428D89B72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91" name="Rectangle 1090">
                            <a:extLst>
                              <a:ext uri="{FF2B5EF4-FFF2-40B4-BE49-F238E27FC236}">
                                <a16:creationId xmlns:a16="http://schemas.microsoft.com/office/drawing/2014/main" id="{DA9C89C4-DC8A-4819-A716-1479229A59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92" name="Rectangle 1091">
                            <a:extLst>
                              <a:ext uri="{FF2B5EF4-FFF2-40B4-BE49-F238E27FC236}">
                                <a16:creationId xmlns:a16="http://schemas.microsoft.com/office/drawing/2014/main" id="{D97D6640-BBB3-437E-A57A-6608ED703F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93" name="Rectangle 1092">
                            <a:extLst>
                              <a:ext uri="{FF2B5EF4-FFF2-40B4-BE49-F238E27FC236}">
                                <a16:creationId xmlns:a16="http://schemas.microsoft.com/office/drawing/2014/main" id="{10FD35BC-CEDE-4EC7-B2D0-9B8ED1A70CA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94" name="Rectangle 1093">
                            <a:extLst>
                              <a:ext uri="{FF2B5EF4-FFF2-40B4-BE49-F238E27FC236}">
                                <a16:creationId xmlns:a16="http://schemas.microsoft.com/office/drawing/2014/main" id="{F23D32D6-A3A8-4A94-9C6F-18DC78ED978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95" name="Rectangle 1094">
                            <a:extLst>
                              <a:ext uri="{FF2B5EF4-FFF2-40B4-BE49-F238E27FC236}">
                                <a16:creationId xmlns:a16="http://schemas.microsoft.com/office/drawing/2014/main" id="{4E1DC738-74D7-4E0E-ADDB-1CF45671F97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96" name="Rectangle 1095">
                            <a:extLst>
                              <a:ext uri="{FF2B5EF4-FFF2-40B4-BE49-F238E27FC236}">
                                <a16:creationId xmlns:a16="http://schemas.microsoft.com/office/drawing/2014/main" id="{B5E7B82A-1F76-43C5-BA00-32B6CFF1551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97" name="Rectangle 1096">
                            <a:extLst>
                              <a:ext uri="{FF2B5EF4-FFF2-40B4-BE49-F238E27FC236}">
                                <a16:creationId xmlns:a16="http://schemas.microsoft.com/office/drawing/2014/main" id="{665FD651-BC1F-437E-B0E4-DAC2C4BAAA1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98" name="Rectangle 1097">
                            <a:extLst>
                              <a:ext uri="{FF2B5EF4-FFF2-40B4-BE49-F238E27FC236}">
                                <a16:creationId xmlns:a16="http://schemas.microsoft.com/office/drawing/2014/main" id="{4BAE14BB-5C02-4526-BF0A-39577A679CC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99" name="Rectangle 1098">
                            <a:extLst>
                              <a:ext uri="{FF2B5EF4-FFF2-40B4-BE49-F238E27FC236}">
                                <a16:creationId xmlns:a16="http://schemas.microsoft.com/office/drawing/2014/main" id="{52D63618-AED6-4244-BE0D-CBE1A91BF7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00" name="Rectangle 1099">
                            <a:extLst>
                              <a:ext uri="{FF2B5EF4-FFF2-40B4-BE49-F238E27FC236}">
                                <a16:creationId xmlns:a16="http://schemas.microsoft.com/office/drawing/2014/main" id="{DF4C2EB4-4B51-4AF0-8B0D-E364B9E8E9F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01" name="Rectangle 1100">
                            <a:extLst>
                              <a:ext uri="{FF2B5EF4-FFF2-40B4-BE49-F238E27FC236}">
                                <a16:creationId xmlns:a16="http://schemas.microsoft.com/office/drawing/2014/main" id="{17199699-A1F2-469B-AB82-0E92A85EAC9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02" name="Rectangle 1101">
                            <a:extLst>
                              <a:ext uri="{FF2B5EF4-FFF2-40B4-BE49-F238E27FC236}">
                                <a16:creationId xmlns:a16="http://schemas.microsoft.com/office/drawing/2014/main" id="{FD32B598-7DF3-4037-9CEC-CD2D2C501A4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03" name="Rectangle 1102">
                            <a:extLst>
                              <a:ext uri="{FF2B5EF4-FFF2-40B4-BE49-F238E27FC236}">
                                <a16:creationId xmlns:a16="http://schemas.microsoft.com/office/drawing/2014/main" id="{A397841D-5459-4455-B49E-3ACF91BCD97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04" name="Rectangle 1103">
                            <a:extLst>
                              <a:ext uri="{FF2B5EF4-FFF2-40B4-BE49-F238E27FC236}">
                                <a16:creationId xmlns:a16="http://schemas.microsoft.com/office/drawing/2014/main" id="{1AD6D6E0-AF82-43A7-A6D2-A4352034C6F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05" name="Rectangle 1104">
                            <a:extLst>
                              <a:ext uri="{FF2B5EF4-FFF2-40B4-BE49-F238E27FC236}">
                                <a16:creationId xmlns:a16="http://schemas.microsoft.com/office/drawing/2014/main" id="{CAD41953-B3B0-41E8-B8C6-41527DA3B4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06" name="Rectangle 1105">
                            <a:extLst>
                              <a:ext uri="{FF2B5EF4-FFF2-40B4-BE49-F238E27FC236}">
                                <a16:creationId xmlns:a16="http://schemas.microsoft.com/office/drawing/2014/main" id="{B54EBD8F-98AB-4287-AD73-2C11A8D08C6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107" name="Rectangle 1106">
                            <a:extLst>
                              <a:ext uri="{FF2B5EF4-FFF2-40B4-BE49-F238E27FC236}">
                                <a16:creationId xmlns:a16="http://schemas.microsoft.com/office/drawing/2014/main" id="{9152B4A6-6B5E-4008-95AA-097124AFD93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</p:grpSp>
                    <p:grpSp>
                      <p:nvGrpSpPr>
                        <p:cNvPr id="1011" name="Group 1010">
                          <a:extLst>
                            <a:ext uri="{FF2B5EF4-FFF2-40B4-BE49-F238E27FC236}">
                              <a16:creationId xmlns:a16="http://schemas.microsoft.com/office/drawing/2014/main" id="{57821843-776F-49AA-9941-ACFCB3B96BC2}"/>
                            </a:ext>
                          </a:extLst>
                        </p:cNvPr>
                        <p:cNvGrpSpPr>
                          <a:grpSpLocks noChangeAspect="1"/>
                        </p:cNvGrpSpPr>
                        <p:nvPr/>
                      </p:nvGrpSpPr>
                      <p:grpSpPr>
                        <a:xfrm>
                          <a:off x="4232059" y="254659"/>
                          <a:ext cx="6102350" cy="6151397"/>
                          <a:chOff x="4086225" y="206982"/>
                          <a:chExt cx="6102350" cy="6096000"/>
                        </a:xfrm>
                        <a:noFill/>
                      </p:grpSpPr>
                      <p:sp>
                        <p:nvSpPr>
                          <p:cNvPr id="1012" name="Rectangle 1011">
                            <a:extLst>
                              <a:ext uri="{FF2B5EF4-FFF2-40B4-BE49-F238E27FC236}">
                                <a16:creationId xmlns:a16="http://schemas.microsoft.com/office/drawing/2014/main" id="{B265DD6C-40FC-47A7-84FB-E16861446DC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13" name="Rectangle 1012">
                            <a:extLst>
                              <a:ext uri="{FF2B5EF4-FFF2-40B4-BE49-F238E27FC236}">
                                <a16:creationId xmlns:a16="http://schemas.microsoft.com/office/drawing/2014/main" id="{F452EFC1-32C0-4D11-ACDE-9E38FAD040F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14" name="Rectangle 1013">
                            <a:extLst>
                              <a:ext uri="{FF2B5EF4-FFF2-40B4-BE49-F238E27FC236}">
                                <a16:creationId xmlns:a16="http://schemas.microsoft.com/office/drawing/2014/main" id="{DC1EE0D2-A322-475C-8AD4-23D5A20A96A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15" name="Rectangle 1014">
                            <a:extLst>
                              <a:ext uri="{FF2B5EF4-FFF2-40B4-BE49-F238E27FC236}">
                                <a16:creationId xmlns:a16="http://schemas.microsoft.com/office/drawing/2014/main" id="{D4CF7AA9-97B9-4531-822D-5F0A731ACAA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16" name="Rectangle 1015">
                            <a:extLst>
                              <a:ext uri="{FF2B5EF4-FFF2-40B4-BE49-F238E27FC236}">
                                <a16:creationId xmlns:a16="http://schemas.microsoft.com/office/drawing/2014/main" id="{65D55BEC-34D5-419E-B313-979D8735EA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17" name="Rectangle 1016">
                            <a:extLst>
                              <a:ext uri="{FF2B5EF4-FFF2-40B4-BE49-F238E27FC236}">
                                <a16:creationId xmlns:a16="http://schemas.microsoft.com/office/drawing/2014/main" id="{2B4C9535-4AC9-49DC-99F6-E6133F92E0D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18" name="Rectangle 1017">
                            <a:extLst>
                              <a:ext uri="{FF2B5EF4-FFF2-40B4-BE49-F238E27FC236}">
                                <a16:creationId xmlns:a16="http://schemas.microsoft.com/office/drawing/2014/main" id="{334C3BAA-6249-405F-9155-710A578B495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19" name="Rectangle 1018">
                            <a:extLst>
                              <a:ext uri="{FF2B5EF4-FFF2-40B4-BE49-F238E27FC236}">
                                <a16:creationId xmlns:a16="http://schemas.microsoft.com/office/drawing/2014/main" id="{0D7D89CF-F3A8-4E46-9DE2-17E9F172F6A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20" name="Rectangle 1019">
                            <a:extLst>
                              <a:ext uri="{FF2B5EF4-FFF2-40B4-BE49-F238E27FC236}">
                                <a16:creationId xmlns:a16="http://schemas.microsoft.com/office/drawing/2014/main" id="{B4CC0884-0C48-4EEE-A8BA-67CD426D5FA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21" name="Rectangle 1020">
                            <a:extLst>
                              <a:ext uri="{FF2B5EF4-FFF2-40B4-BE49-F238E27FC236}">
                                <a16:creationId xmlns:a16="http://schemas.microsoft.com/office/drawing/2014/main" id="{9B1A6923-26E2-4729-A139-0D7C7444551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22" name="Rectangle 1021">
                            <a:extLst>
                              <a:ext uri="{FF2B5EF4-FFF2-40B4-BE49-F238E27FC236}">
                                <a16:creationId xmlns:a16="http://schemas.microsoft.com/office/drawing/2014/main" id="{448E29C1-E6B2-47D2-B44E-B468F49C52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23" name="Rectangle 1022">
                            <a:extLst>
                              <a:ext uri="{FF2B5EF4-FFF2-40B4-BE49-F238E27FC236}">
                                <a16:creationId xmlns:a16="http://schemas.microsoft.com/office/drawing/2014/main" id="{81EDBDC4-6BA7-4999-AEDA-F1F73FA0387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24" name="Rectangle 1023">
                            <a:extLst>
                              <a:ext uri="{FF2B5EF4-FFF2-40B4-BE49-F238E27FC236}">
                                <a16:creationId xmlns:a16="http://schemas.microsoft.com/office/drawing/2014/main" id="{AEE59D4B-327E-4CC9-964C-0F67C5B9A8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25" name="Rectangle 1024">
                            <a:extLst>
                              <a:ext uri="{FF2B5EF4-FFF2-40B4-BE49-F238E27FC236}">
                                <a16:creationId xmlns:a16="http://schemas.microsoft.com/office/drawing/2014/main" id="{FE6A38B0-20A6-4353-ADF1-FE7804A5A68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26" name="Rectangle 1025">
                            <a:extLst>
                              <a:ext uri="{FF2B5EF4-FFF2-40B4-BE49-F238E27FC236}">
                                <a16:creationId xmlns:a16="http://schemas.microsoft.com/office/drawing/2014/main" id="{15B55EAE-7F86-403B-8DF3-E51E9F8C8CA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10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27" name="Rectangle 1026">
                            <a:extLst>
                              <a:ext uri="{FF2B5EF4-FFF2-40B4-BE49-F238E27FC236}">
                                <a16:creationId xmlns:a16="http://schemas.microsoft.com/office/drawing/2014/main" id="{9927D0FB-09CA-4CC2-A5CE-83AC27AE8C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28" name="Rectangle 1027">
                            <a:extLst>
                              <a:ext uri="{FF2B5EF4-FFF2-40B4-BE49-F238E27FC236}">
                                <a16:creationId xmlns:a16="http://schemas.microsoft.com/office/drawing/2014/main" id="{518996D5-1F50-46E2-AB0F-A7DB59F7EDF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29" name="Rectangle 1028">
                            <a:extLst>
                              <a:ext uri="{FF2B5EF4-FFF2-40B4-BE49-F238E27FC236}">
                                <a16:creationId xmlns:a16="http://schemas.microsoft.com/office/drawing/2014/main" id="{6476FC91-7D14-48A9-A7C2-7EDE5908E7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30" name="Rectangle 1029">
                            <a:extLst>
                              <a:ext uri="{FF2B5EF4-FFF2-40B4-BE49-F238E27FC236}">
                                <a16:creationId xmlns:a16="http://schemas.microsoft.com/office/drawing/2014/main" id="{9A9454C8-EFFB-4961-B604-ED39A069139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31" name="Rectangle 1030">
                            <a:extLst>
                              <a:ext uri="{FF2B5EF4-FFF2-40B4-BE49-F238E27FC236}">
                                <a16:creationId xmlns:a16="http://schemas.microsoft.com/office/drawing/2014/main" id="{ED90CB88-23A2-44B9-AB99-B4815015CB4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32" name="Rectangle 1031">
                            <a:extLst>
                              <a:ext uri="{FF2B5EF4-FFF2-40B4-BE49-F238E27FC236}">
                                <a16:creationId xmlns:a16="http://schemas.microsoft.com/office/drawing/2014/main" id="{BBE64469-5D14-443F-AC65-B66BDEC08FF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822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33" name="Rectangle 1032">
                            <a:extLst>
                              <a:ext uri="{FF2B5EF4-FFF2-40B4-BE49-F238E27FC236}">
                                <a16:creationId xmlns:a16="http://schemas.microsoft.com/office/drawing/2014/main" id="{29A15A8E-B0E2-463D-AAF9-7040874363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8622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34" name="Rectangle 1033">
                            <a:extLst>
                              <a:ext uri="{FF2B5EF4-FFF2-40B4-BE49-F238E27FC236}">
                                <a16:creationId xmlns:a16="http://schemas.microsoft.com/office/drawing/2014/main" id="{113AA3A2-ADEC-44A5-B52D-63BAA7C763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35" name="Rectangle 1034">
                            <a:extLst>
                              <a:ext uri="{FF2B5EF4-FFF2-40B4-BE49-F238E27FC236}">
                                <a16:creationId xmlns:a16="http://schemas.microsoft.com/office/drawing/2014/main" id="{C8A2FA12-2F49-4884-B64A-1B63E1B95AB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7222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36" name="Rectangle 1035">
                            <a:extLst>
                              <a:ext uri="{FF2B5EF4-FFF2-40B4-BE49-F238E27FC236}">
                                <a16:creationId xmlns:a16="http://schemas.microsoft.com/office/drawing/2014/main" id="{A1FCBBE6-1017-4092-82EF-61CF24D84B6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37" name="Rectangle 1036">
                            <a:extLst>
                              <a:ext uri="{FF2B5EF4-FFF2-40B4-BE49-F238E27FC236}">
                                <a16:creationId xmlns:a16="http://schemas.microsoft.com/office/drawing/2014/main" id="{F0D27FBB-B046-49C9-90BA-B2272F87DD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38" name="Rectangle 1037">
                            <a:extLst>
                              <a:ext uri="{FF2B5EF4-FFF2-40B4-BE49-F238E27FC236}">
                                <a16:creationId xmlns:a16="http://schemas.microsoft.com/office/drawing/2014/main" id="{70B6FCD9-DDE5-46D3-B3D2-8767AF6F8F6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39" name="Rectangle 1038">
                            <a:extLst>
                              <a:ext uri="{FF2B5EF4-FFF2-40B4-BE49-F238E27FC236}">
                                <a16:creationId xmlns:a16="http://schemas.microsoft.com/office/drawing/2014/main" id="{E36D92AA-4E17-4B0E-9AB8-5CBB3B3EF5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40" name="Rectangle 1039">
                            <a:extLst>
                              <a:ext uri="{FF2B5EF4-FFF2-40B4-BE49-F238E27FC236}">
                                <a16:creationId xmlns:a16="http://schemas.microsoft.com/office/drawing/2014/main" id="{16BF31C9-C191-43D6-902C-DDD37B5BAB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41" name="Rectangle 1040">
                            <a:extLst>
                              <a:ext uri="{FF2B5EF4-FFF2-40B4-BE49-F238E27FC236}">
                                <a16:creationId xmlns:a16="http://schemas.microsoft.com/office/drawing/2014/main" id="{E57B2F42-0B4D-481B-A748-3B1C8F5754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42" name="Rectangle 1041">
                            <a:extLst>
                              <a:ext uri="{FF2B5EF4-FFF2-40B4-BE49-F238E27FC236}">
                                <a16:creationId xmlns:a16="http://schemas.microsoft.com/office/drawing/2014/main" id="{32D55A57-9F3B-467A-90A0-C011B645D1E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3254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43" name="Rectangle 1042">
                            <a:extLst>
                              <a:ext uri="{FF2B5EF4-FFF2-40B4-BE49-F238E27FC236}">
                                <a16:creationId xmlns:a16="http://schemas.microsoft.com/office/drawing/2014/main" id="{3C583224-6646-4D0B-B181-16C291D1BF8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401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44" name="Rectangle 1043">
                            <a:extLst>
                              <a:ext uri="{FF2B5EF4-FFF2-40B4-BE49-F238E27FC236}">
                                <a16:creationId xmlns:a16="http://schemas.microsoft.com/office/drawing/2014/main" id="{C3943862-5D7D-4AB5-9CFE-BDB018207CF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45" name="Rectangle 1044">
                            <a:extLst>
                              <a:ext uri="{FF2B5EF4-FFF2-40B4-BE49-F238E27FC236}">
                                <a16:creationId xmlns:a16="http://schemas.microsoft.com/office/drawing/2014/main" id="{DD292469-F8EE-4AA3-B261-493B4AEA5FA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46" name="Rectangle 1045">
                            <a:extLst>
                              <a:ext uri="{FF2B5EF4-FFF2-40B4-BE49-F238E27FC236}">
                                <a16:creationId xmlns:a16="http://schemas.microsoft.com/office/drawing/2014/main" id="{FAD7D1CF-DF80-4425-8F22-352046E6000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477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47" name="Rectangle 1046">
                            <a:extLst>
                              <a:ext uri="{FF2B5EF4-FFF2-40B4-BE49-F238E27FC236}">
                                <a16:creationId xmlns:a16="http://schemas.microsoft.com/office/drawing/2014/main" id="{F571A015-0661-457D-A85F-5CF47FAF65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554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48" name="Rectangle 1047">
                            <a:extLst>
                              <a:ext uri="{FF2B5EF4-FFF2-40B4-BE49-F238E27FC236}">
                                <a16:creationId xmlns:a16="http://schemas.microsoft.com/office/drawing/2014/main" id="{E4751054-6947-4EFF-B494-930AF968174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49" name="Rectangle 1048">
                            <a:extLst>
                              <a:ext uri="{FF2B5EF4-FFF2-40B4-BE49-F238E27FC236}">
                                <a16:creationId xmlns:a16="http://schemas.microsoft.com/office/drawing/2014/main" id="{862E1323-470D-482A-A2BE-B6C5FE9143E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50" name="Rectangle 1049">
                            <a:extLst>
                              <a:ext uri="{FF2B5EF4-FFF2-40B4-BE49-F238E27FC236}">
                                <a16:creationId xmlns:a16="http://schemas.microsoft.com/office/drawing/2014/main" id="{0F78F747-A294-4263-AC76-9AF9C8FE956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902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51" name="Rectangle 1050">
                            <a:extLst>
                              <a:ext uri="{FF2B5EF4-FFF2-40B4-BE49-F238E27FC236}">
                                <a16:creationId xmlns:a16="http://schemas.microsoft.com/office/drawing/2014/main" id="{6B422BFC-1BB1-4096-AA06-35335B0F308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52" name="Rectangle 1051">
                            <a:extLst>
                              <a:ext uri="{FF2B5EF4-FFF2-40B4-BE49-F238E27FC236}">
                                <a16:creationId xmlns:a16="http://schemas.microsoft.com/office/drawing/2014/main" id="{3DEA3BC9-CE38-4B5B-93C7-E5CB14C485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53" name="Rectangle 1052">
                            <a:extLst>
                              <a:ext uri="{FF2B5EF4-FFF2-40B4-BE49-F238E27FC236}">
                                <a16:creationId xmlns:a16="http://schemas.microsoft.com/office/drawing/2014/main" id="{2BDBB14A-DE9B-4506-BF4A-2ACC1C05DC4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54" name="Rectangle 1053">
                            <a:extLst>
                              <a:ext uri="{FF2B5EF4-FFF2-40B4-BE49-F238E27FC236}">
                                <a16:creationId xmlns:a16="http://schemas.microsoft.com/office/drawing/2014/main" id="{744517CD-D49F-40CB-BCA6-D5B4E190B6E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55" name="Rectangle 1054">
                            <a:extLst>
                              <a:ext uri="{FF2B5EF4-FFF2-40B4-BE49-F238E27FC236}">
                                <a16:creationId xmlns:a16="http://schemas.microsoft.com/office/drawing/2014/main" id="{C92727C1-D823-48F8-B31F-100548C20E4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1730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56" name="Rectangle 1055">
                            <a:extLst>
                              <a:ext uri="{FF2B5EF4-FFF2-40B4-BE49-F238E27FC236}">
                                <a16:creationId xmlns:a16="http://schemas.microsoft.com/office/drawing/2014/main" id="{98980DB0-4FF2-45AB-8914-D7822FED083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866457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57" name="Rectangle 1056">
                            <a:extLst>
                              <a:ext uri="{FF2B5EF4-FFF2-40B4-BE49-F238E27FC236}">
                                <a16:creationId xmlns:a16="http://schemas.microsoft.com/office/drawing/2014/main" id="{0C0DE1BE-5995-4436-BD4D-CFBD474C9A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9426575" y="2492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58" name="Rectangle 1057">
                            <a:extLst>
                              <a:ext uri="{FF2B5EF4-FFF2-40B4-BE49-F238E27FC236}">
                                <a16:creationId xmlns:a16="http://schemas.microsoft.com/office/drawing/2014/main" id="{F6073C37-82DB-499E-8992-B3AE716A56D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206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  <p:sp>
                        <p:nvSpPr>
                          <p:cNvPr id="1059" name="Rectangle 1058">
                            <a:extLst>
                              <a:ext uri="{FF2B5EF4-FFF2-40B4-BE49-F238E27FC236}">
                                <a16:creationId xmlns:a16="http://schemas.microsoft.com/office/drawing/2014/main" id="{4FC52593-9861-40B5-833A-61056469861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7140575" y="968982"/>
                            <a:ext cx="762000" cy="762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5FA95631-CE6D-44A8-912F-ABDB9C4D0397}"/>
                      </a:ext>
                    </a:extLst>
                  </p:cNvPr>
                  <p:cNvGrpSpPr/>
                  <p:nvPr/>
                </p:nvGrpSpPr>
                <p:grpSpPr>
                  <a:xfrm>
                    <a:off x="4628934" y="315790"/>
                    <a:ext cx="24435712" cy="24664573"/>
                    <a:chOff x="4552734" y="287381"/>
                    <a:chExt cx="24435712" cy="24664573"/>
                  </a:xfrm>
                </p:grpSpPr>
                <p:grpSp>
                  <p:nvGrpSpPr>
                    <p:cNvPr id="36" name="Group 35">
                      <a:extLst>
                        <a:ext uri="{FF2B5EF4-FFF2-40B4-BE49-F238E27FC236}">
                          <a16:creationId xmlns:a16="http://schemas.microsoft.com/office/drawing/2014/main" id="{8DFE59FE-0187-4640-9D8B-A8B0FF8BAAE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52734" y="287381"/>
                      <a:ext cx="24435712" cy="24664573"/>
                      <a:chOff x="4552734" y="287381"/>
                      <a:chExt cx="24435712" cy="24664573"/>
                    </a:xfrm>
                  </p:grpSpPr>
                  <p:grpSp>
                    <p:nvGrpSpPr>
                      <p:cNvPr id="31" name="Group 30">
                        <a:extLst>
                          <a:ext uri="{FF2B5EF4-FFF2-40B4-BE49-F238E27FC236}">
                            <a16:creationId xmlns:a16="http://schemas.microsoft.com/office/drawing/2014/main" id="{4697B9D7-E9E0-4648-86E0-7D58BB9F5F8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552734" y="287381"/>
                        <a:ext cx="24435712" cy="24664573"/>
                        <a:chOff x="4552734" y="246439"/>
                        <a:chExt cx="24435712" cy="24664573"/>
                      </a:xfrm>
                    </p:grpSpPr>
                    <p:grpSp>
                      <p:nvGrpSpPr>
                        <p:cNvPr id="7" name="Group 6">
                          <a:extLst>
                            <a:ext uri="{FF2B5EF4-FFF2-40B4-BE49-F238E27FC236}">
                              <a16:creationId xmlns:a16="http://schemas.microsoft.com/office/drawing/2014/main" id="{32C9BC80-79E3-4879-AD22-7F73D41C452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3716126" y="9465425"/>
                          <a:ext cx="6108928" cy="6145519"/>
                          <a:chOff x="4228884" y="265645"/>
                          <a:chExt cx="6108928" cy="6145519"/>
                        </a:xfrm>
                      </p:grpSpPr>
                      <p:grpSp>
                        <p:nvGrpSpPr>
                          <p:cNvPr id="1515" name="Group 1514">
                            <a:extLst>
                              <a:ext uri="{FF2B5EF4-FFF2-40B4-BE49-F238E27FC236}">
                                <a16:creationId xmlns:a16="http://schemas.microsoft.com/office/drawing/2014/main" id="{F17040C9-003E-4DC4-BF84-39A3C015111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228884" y="265645"/>
                            <a:ext cx="6108928" cy="6145519"/>
                            <a:chOff x="4087046" y="206052"/>
                            <a:chExt cx="6069979" cy="6106346"/>
                          </a:xfrm>
                          <a:noFill/>
                        </p:grpSpPr>
                        <p:grpSp>
                          <p:nvGrpSpPr>
                            <p:cNvPr id="1516" name="Group 1515">
                              <a:extLst>
                                <a:ext uri="{FF2B5EF4-FFF2-40B4-BE49-F238E27FC236}">
                                  <a16:creationId xmlns:a16="http://schemas.microsoft.com/office/drawing/2014/main" id="{3BAEF75F-5432-4CA9-93DF-E4049EADB71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087046" y="206052"/>
                              <a:ext cx="6069979" cy="6106346"/>
                              <a:chOff x="4087046" y="206052"/>
                              <a:chExt cx="6069979" cy="6106346"/>
                            </a:xfrm>
                            <a:grpFill/>
                          </p:grpSpPr>
                          <p:grpSp>
                            <p:nvGrpSpPr>
                              <p:cNvPr id="1532" name="Group 1531">
                                <a:extLst>
                                  <a:ext uri="{FF2B5EF4-FFF2-40B4-BE49-F238E27FC236}">
                                    <a16:creationId xmlns:a16="http://schemas.microsoft.com/office/drawing/2014/main" id="{2F881305-CB74-49F8-B339-32B76F1B152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087046" y="953333"/>
                                <a:ext cx="6069979" cy="5359065"/>
                                <a:chOff x="4087046" y="953333"/>
                                <a:chExt cx="6069979" cy="5359065"/>
                              </a:xfrm>
                              <a:grpFill/>
                            </p:grpSpPr>
                            <p:cxnSp>
                              <p:nvCxnSpPr>
                                <p:cNvPr id="1541" name="Straight Connector 1540">
                                  <a:extLst>
                                    <a:ext uri="{FF2B5EF4-FFF2-40B4-BE49-F238E27FC236}">
                                      <a16:creationId xmlns:a16="http://schemas.microsoft.com/office/drawing/2014/main" id="{4A06D160-FBE0-4A54-9911-D8CF7676BE2D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7889749" y="4796248"/>
                                  <a:ext cx="0" cy="74572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43" name="Straight Connector 1542">
                                  <a:extLst>
                                    <a:ext uri="{FF2B5EF4-FFF2-40B4-BE49-F238E27FC236}">
                                      <a16:creationId xmlns:a16="http://schemas.microsoft.com/office/drawing/2014/main" id="{84683FE8-ABC1-4F07-8159-9786AEB8D39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6364966" y="5553601"/>
                                  <a:ext cx="0" cy="748278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44" name="Straight Connector 1543">
                                  <a:extLst>
                                    <a:ext uri="{FF2B5EF4-FFF2-40B4-BE49-F238E27FC236}">
                                      <a16:creationId xmlns:a16="http://schemas.microsoft.com/office/drawing/2014/main" id="{E0EE2D57-AB7D-4B7A-B84C-4D52242C4817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9397239" y="4789755"/>
                                  <a:ext cx="0" cy="75472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45" name="Straight Connector 1544">
                                  <a:extLst>
                                    <a:ext uri="{FF2B5EF4-FFF2-40B4-BE49-F238E27FC236}">
                                      <a16:creationId xmlns:a16="http://schemas.microsoft.com/office/drawing/2014/main" id="{10815560-FDA1-4262-9054-09B5B24BA210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10157025" y="4011494"/>
                                  <a:ext cx="0" cy="154355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46" name="Straight Connector 1545">
                                  <a:extLst>
                                    <a:ext uri="{FF2B5EF4-FFF2-40B4-BE49-F238E27FC236}">
                                      <a16:creationId xmlns:a16="http://schemas.microsoft.com/office/drawing/2014/main" id="{FC30D036-6634-43B1-B98B-F7B5D5D13D2E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4101972" y="6312398"/>
                                  <a:ext cx="2247764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47" name="Straight Connector 1546">
                                  <a:extLst>
                                    <a:ext uri="{FF2B5EF4-FFF2-40B4-BE49-F238E27FC236}">
                                      <a16:creationId xmlns:a16="http://schemas.microsoft.com/office/drawing/2014/main" id="{29A6B166-143F-4332-A3AF-90A028D1E5B2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4087046" y="964029"/>
                                  <a:ext cx="0" cy="1504355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48" name="Straight Connector 1547">
                                  <a:extLst>
                                    <a:ext uri="{FF2B5EF4-FFF2-40B4-BE49-F238E27FC236}">
                                      <a16:creationId xmlns:a16="http://schemas.microsoft.com/office/drawing/2014/main" id="{FD4F1044-1205-423F-B22E-1712FCC57696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4101972" y="4771341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49" name="Straight Connector 1548">
                                  <a:extLst>
                                    <a:ext uri="{FF2B5EF4-FFF2-40B4-BE49-F238E27FC236}">
                                      <a16:creationId xmlns:a16="http://schemas.microsoft.com/office/drawing/2014/main" id="{ADE61EC5-4F49-4699-B044-9275A82AE24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6371076" y="953333"/>
                                  <a:ext cx="2246332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352" name="Straight Connector 351">
                                  <a:extLst>
                                    <a:ext uri="{FF2B5EF4-FFF2-40B4-BE49-F238E27FC236}">
                                      <a16:creationId xmlns:a16="http://schemas.microsoft.com/office/drawing/2014/main" id="{96E6DE96-AF20-44FD-9889-9B93E4DE68EF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7904463" y="4786939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353" name="Straight Connector 352">
                                  <a:extLst>
                                    <a:ext uri="{FF2B5EF4-FFF2-40B4-BE49-F238E27FC236}">
                                      <a16:creationId xmlns:a16="http://schemas.microsoft.com/office/drawing/2014/main" id="{38089AEF-8CDA-42EC-AC76-C30EE43B1D3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6389374" y="5551991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1533" name="Group 1532">
                                <a:extLst>
                                  <a:ext uri="{FF2B5EF4-FFF2-40B4-BE49-F238E27FC236}">
                                    <a16:creationId xmlns:a16="http://schemas.microsoft.com/office/drawing/2014/main" id="{F59D6802-8B45-4812-BF68-5503F00B5FFB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 rot="10800000">
                                <a:off x="4846608" y="206052"/>
                                <a:ext cx="5287171" cy="1513957"/>
                                <a:chOff x="4152587" y="4788866"/>
                                <a:chExt cx="5287171" cy="1513957"/>
                              </a:xfrm>
                              <a:grpFill/>
                            </p:grpSpPr>
                            <p:cxnSp>
                              <p:nvCxnSpPr>
                                <p:cNvPr id="1534" name="Straight Connector 1533">
                                  <a:extLst>
                                    <a:ext uri="{FF2B5EF4-FFF2-40B4-BE49-F238E27FC236}">
                                      <a16:creationId xmlns:a16="http://schemas.microsoft.com/office/drawing/2014/main" id="{5AF667E4-8676-4A34-9576-11C61F7C40CB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 flipV="1">
                                  <a:off x="7926222" y="4788980"/>
                                  <a:ext cx="0" cy="76533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36" name="Straight Connector 1535">
                                  <a:extLst>
                                    <a:ext uri="{FF2B5EF4-FFF2-40B4-BE49-F238E27FC236}">
                                      <a16:creationId xmlns:a16="http://schemas.microsoft.com/office/drawing/2014/main" id="{3C25D2CE-49B3-468D-BCFE-F1EA01C93A15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9439758" y="4792278"/>
                                  <a:ext cx="0" cy="75472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37" name="Straight Connector 1536">
                                  <a:extLst>
                                    <a:ext uri="{FF2B5EF4-FFF2-40B4-BE49-F238E27FC236}">
                                      <a16:creationId xmlns:a16="http://schemas.microsoft.com/office/drawing/2014/main" id="{9BEEAEE3-071D-406A-94A6-6A9E5D222B55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4162151" y="6301988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38" name="Straight Connector 1537">
                                  <a:extLst>
                                    <a:ext uri="{FF2B5EF4-FFF2-40B4-BE49-F238E27FC236}">
                                      <a16:creationId xmlns:a16="http://schemas.microsoft.com/office/drawing/2014/main" id="{2D22E066-5B99-4653-956F-63515E1C84F3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 flipV="1">
                                  <a:off x="5641626" y="5556172"/>
                                  <a:ext cx="0" cy="746651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39" name="Straight Connector 1538">
                                  <a:extLst>
                                    <a:ext uri="{FF2B5EF4-FFF2-40B4-BE49-F238E27FC236}">
                                      <a16:creationId xmlns:a16="http://schemas.microsoft.com/office/drawing/2014/main" id="{B422E2E3-CC87-4477-9FE3-522E1ADEE7DB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4152587" y="4798430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09" name="Straight Connector 708">
                                  <a:extLst>
                                    <a:ext uri="{FF2B5EF4-FFF2-40B4-BE49-F238E27FC236}">
                                      <a16:creationId xmlns:a16="http://schemas.microsoft.com/office/drawing/2014/main" id="{89A6E1EC-2521-4BBD-80A0-EBAAB0EA0AA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7950050" y="4788866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  <p:grpSp>
                          <p:nvGrpSpPr>
                            <p:cNvPr id="1517" name="Group 1516">
                              <a:extLst>
                                <a:ext uri="{FF2B5EF4-FFF2-40B4-BE49-F238E27FC236}">
                                  <a16:creationId xmlns:a16="http://schemas.microsoft.com/office/drawing/2014/main" id="{7B47204E-8E0C-42D8-A0BA-D6F6C231746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5400000">
                              <a:off x="4831541" y="229595"/>
                              <a:ext cx="4595886" cy="6055018"/>
                              <a:chOff x="4835488" y="208128"/>
                              <a:chExt cx="4595886" cy="6055018"/>
                            </a:xfrm>
                            <a:grpFill/>
                          </p:grpSpPr>
                          <p:grpSp>
                            <p:nvGrpSpPr>
                              <p:cNvPr id="1518" name="Group 1517">
                                <a:extLst>
                                  <a:ext uri="{FF2B5EF4-FFF2-40B4-BE49-F238E27FC236}">
                                    <a16:creationId xmlns:a16="http://schemas.microsoft.com/office/drawing/2014/main" id="{E663D5F4-B032-4E18-8DE1-B3BA4AA369AF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835488" y="966780"/>
                                <a:ext cx="3787475" cy="5296366"/>
                                <a:chOff x="4835488" y="966780"/>
                                <a:chExt cx="3787475" cy="5296366"/>
                              </a:xfrm>
                              <a:grpFill/>
                            </p:grpSpPr>
                            <p:cxnSp>
                              <p:nvCxnSpPr>
                                <p:cNvPr id="1526" name="Straight Connector 1525">
                                  <a:extLst>
                                    <a:ext uri="{FF2B5EF4-FFF2-40B4-BE49-F238E27FC236}">
                                      <a16:creationId xmlns:a16="http://schemas.microsoft.com/office/drawing/2014/main" id="{2DDC439A-E09D-44BF-8B72-5195E5E03DC1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7508658" y="5147487"/>
                                  <a:ext cx="7485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27" name="Straight Connector 1526">
                                  <a:extLst>
                                    <a:ext uri="{FF2B5EF4-FFF2-40B4-BE49-F238E27FC236}">
                                      <a16:creationId xmlns:a16="http://schemas.microsoft.com/office/drawing/2014/main" id="{BD7E8DA5-AAFC-4FF2-834D-157B7BB74EFA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V="1">
                                  <a:off x="8259359" y="4402672"/>
                                  <a:ext cx="0" cy="727209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29" name="Straight Connector 1528">
                                  <a:extLst>
                                    <a:ext uri="{FF2B5EF4-FFF2-40B4-BE49-F238E27FC236}">
                                      <a16:creationId xmlns:a16="http://schemas.microsoft.com/office/drawing/2014/main" id="{2E9B8A27-3F33-41EE-A903-0116B93B5A02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V="1">
                                  <a:off x="7117331" y="4780635"/>
                                  <a:ext cx="0" cy="1487043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31" name="Straight Connector 1530">
                                  <a:extLst>
                                    <a:ext uri="{FF2B5EF4-FFF2-40B4-BE49-F238E27FC236}">
                                      <a16:creationId xmlns:a16="http://schemas.microsoft.com/office/drawing/2014/main" id="{D9BBA7A5-1D4E-4196-B16B-A281FEF3178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4467952" y="5895611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07" name="Straight Connector 706">
                                  <a:extLst>
                                    <a:ext uri="{FF2B5EF4-FFF2-40B4-BE49-F238E27FC236}">
                                      <a16:creationId xmlns:a16="http://schemas.microsoft.com/office/drawing/2014/main" id="{AF741A8F-9160-4F66-833F-43AA451FA8BF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5985565" y="5895611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08" name="Straight Connector 707">
                                  <a:extLst>
                                    <a:ext uri="{FF2B5EF4-FFF2-40B4-BE49-F238E27FC236}">
                                      <a16:creationId xmlns:a16="http://schemas.microsoft.com/office/drawing/2014/main" id="{6CD537BB-95C8-4697-B5FB-ECD2F8624DA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5999147" y="1334316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1519" name="Group 1518">
                                <a:extLst>
                                  <a:ext uri="{FF2B5EF4-FFF2-40B4-BE49-F238E27FC236}">
                                    <a16:creationId xmlns:a16="http://schemas.microsoft.com/office/drawing/2014/main" id="{4C593B63-0ABA-459D-9CD6-9651A9A731DE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 rot="10800000">
                                <a:off x="5597917" y="208128"/>
                                <a:ext cx="3833457" cy="1505248"/>
                                <a:chOff x="4854992" y="4795499"/>
                                <a:chExt cx="3833457" cy="1505248"/>
                              </a:xfrm>
                              <a:grpFill/>
                            </p:grpSpPr>
                            <p:cxnSp>
                              <p:nvCxnSpPr>
                                <p:cNvPr id="1521" name="Straight Connector 1520">
                                  <a:extLst>
                                    <a:ext uri="{FF2B5EF4-FFF2-40B4-BE49-F238E27FC236}">
                                      <a16:creationId xmlns:a16="http://schemas.microsoft.com/office/drawing/2014/main" id="{53C814C1-B681-4D01-8525-145B18328046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7926447" y="4795499"/>
                                  <a:ext cx="762002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22" name="Straight Connector 1521">
                                  <a:extLst>
                                    <a:ext uri="{FF2B5EF4-FFF2-40B4-BE49-F238E27FC236}">
                                      <a16:creationId xmlns:a16="http://schemas.microsoft.com/office/drawing/2014/main" id="{E1BF3FAA-84A1-4E48-881B-A184B48A9F20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6026202" y="5919526"/>
                                  <a:ext cx="748558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23" name="Straight Connector 1522">
                                  <a:extLst>
                                    <a:ext uri="{FF2B5EF4-FFF2-40B4-BE49-F238E27FC236}">
                                      <a16:creationId xmlns:a16="http://schemas.microsoft.com/office/drawing/2014/main" id="{86F88E20-432E-4565-9B74-7A2475F1670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7160929" y="4801456"/>
                                  <a:ext cx="0" cy="149167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422" name="Straight Connector 421">
                                  <a:extLst>
                                    <a:ext uri="{FF2B5EF4-FFF2-40B4-BE49-F238E27FC236}">
                                      <a16:creationId xmlns:a16="http://schemas.microsoft.com/office/drawing/2014/main" id="{02703D80-AF95-4BC3-BE23-70815746A2EE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4480713" y="5926468"/>
                                  <a:ext cx="748558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571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</p:grpSp>
                      <p:grpSp>
                        <p:nvGrpSpPr>
                          <p:cNvPr id="711" name="Group 710">
                            <a:extLst>
                              <a:ext uri="{FF2B5EF4-FFF2-40B4-BE49-F238E27FC236}">
                                <a16:creationId xmlns:a16="http://schemas.microsoft.com/office/drawing/2014/main" id="{5FDD0E4A-4310-4804-88DC-7721DEBC9E5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56116" y="1799278"/>
                            <a:ext cx="3054464" cy="3072760"/>
                            <a:chOff x="4087046" y="206052"/>
                            <a:chExt cx="6069979" cy="6106346"/>
                          </a:xfrm>
                          <a:noFill/>
                        </p:grpSpPr>
                        <p:grpSp>
                          <p:nvGrpSpPr>
                            <p:cNvPr id="712" name="Group 711">
                              <a:extLst>
                                <a:ext uri="{FF2B5EF4-FFF2-40B4-BE49-F238E27FC236}">
                                  <a16:creationId xmlns:a16="http://schemas.microsoft.com/office/drawing/2014/main" id="{04E9CFB5-C0BC-44CC-A09E-00C1C58498B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087046" y="206052"/>
                              <a:ext cx="6069979" cy="6106346"/>
                              <a:chOff x="4087046" y="206052"/>
                              <a:chExt cx="6069979" cy="6106346"/>
                            </a:xfrm>
                            <a:grpFill/>
                          </p:grpSpPr>
                          <p:grpSp>
                            <p:nvGrpSpPr>
                              <p:cNvPr id="726" name="Group 725">
                                <a:extLst>
                                  <a:ext uri="{FF2B5EF4-FFF2-40B4-BE49-F238E27FC236}">
                                    <a16:creationId xmlns:a16="http://schemas.microsoft.com/office/drawing/2014/main" id="{7287A771-E268-4230-99B2-7A8465A71CD9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087046" y="953333"/>
                                <a:ext cx="6069979" cy="5359065"/>
                                <a:chOff x="4087046" y="953333"/>
                                <a:chExt cx="6069979" cy="5359065"/>
                              </a:xfrm>
                              <a:grpFill/>
                            </p:grpSpPr>
                            <p:cxnSp>
                              <p:nvCxnSpPr>
                                <p:cNvPr id="734" name="Straight Connector 733">
                                  <a:extLst>
                                    <a:ext uri="{FF2B5EF4-FFF2-40B4-BE49-F238E27FC236}">
                                      <a16:creationId xmlns:a16="http://schemas.microsoft.com/office/drawing/2014/main" id="{BA338AD7-FEDD-48F0-AE2A-5C01CBD4C82D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7889749" y="4796248"/>
                                  <a:ext cx="0" cy="74572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35" name="Straight Connector 734">
                                  <a:extLst>
                                    <a:ext uri="{FF2B5EF4-FFF2-40B4-BE49-F238E27FC236}">
                                      <a16:creationId xmlns:a16="http://schemas.microsoft.com/office/drawing/2014/main" id="{C6CAC858-8FC4-43F9-B42C-9756878F0AD1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6364966" y="5553601"/>
                                  <a:ext cx="0" cy="748278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36" name="Straight Connector 735">
                                  <a:extLst>
                                    <a:ext uri="{FF2B5EF4-FFF2-40B4-BE49-F238E27FC236}">
                                      <a16:creationId xmlns:a16="http://schemas.microsoft.com/office/drawing/2014/main" id="{1CC98772-B9C1-4FCC-B625-8A6D94D8419A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9397239" y="4789755"/>
                                  <a:ext cx="0" cy="75472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37" name="Straight Connector 736">
                                  <a:extLst>
                                    <a:ext uri="{FF2B5EF4-FFF2-40B4-BE49-F238E27FC236}">
                                      <a16:creationId xmlns:a16="http://schemas.microsoft.com/office/drawing/2014/main" id="{D02F6521-BA2E-43B0-A424-1FC62EDDFC16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10157025" y="4011494"/>
                                  <a:ext cx="0" cy="154355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86" name="Straight Connector 785">
                                  <a:extLst>
                                    <a:ext uri="{FF2B5EF4-FFF2-40B4-BE49-F238E27FC236}">
                                      <a16:creationId xmlns:a16="http://schemas.microsoft.com/office/drawing/2014/main" id="{15B71998-84D1-4C18-97BD-0878DDE886B1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4101972" y="6312398"/>
                                  <a:ext cx="2247764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87" name="Straight Connector 786">
                                  <a:extLst>
                                    <a:ext uri="{FF2B5EF4-FFF2-40B4-BE49-F238E27FC236}">
                                      <a16:creationId xmlns:a16="http://schemas.microsoft.com/office/drawing/2014/main" id="{70F1DCD7-4D92-4C42-AC50-3A697488FE8D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4087046" y="964029"/>
                                  <a:ext cx="0" cy="1504355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88" name="Straight Connector 787">
                                  <a:extLst>
                                    <a:ext uri="{FF2B5EF4-FFF2-40B4-BE49-F238E27FC236}">
                                      <a16:creationId xmlns:a16="http://schemas.microsoft.com/office/drawing/2014/main" id="{94374496-461B-4D8E-8EC1-2B7E556D2254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4101972" y="4771341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89" name="Straight Connector 788">
                                  <a:extLst>
                                    <a:ext uri="{FF2B5EF4-FFF2-40B4-BE49-F238E27FC236}">
                                      <a16:creationId xmlns:a16="http://schemas.microsoft.com/office/drawing/2014/main" id="{6E7CEE01-06E8-4521-8DE3-FE9FF23EA2DE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6371076" y="953333"/>
                                  <a:ext cx="2246332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90" name="Straight Connector 789">
                                  <a:extLst>
                                    <a:ext uri="{FF2B5EF4-FFF2-40B4-BE49-F238E27FC236}">
                                      <a16:creationId xmlns:a16="http://schemas.microsoft.com/office/drawing/2014/main" id="{A2A4FA92-814C-4A76-B726-DFAF787FCC9E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7904463" y="4786939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91" name="Straight Connector 790">
                                  <a:extLst>
                                    <a:ext uri="{FF2B5EF4-FFF2-40B4-BE49-F238E27FC236}">
                                      <a16:creationId xmlns:a16="http://schemas.microsoft.com/office/drawing/2014/main" id="{4E4C2134-2B03-4F52-9355-B567A437BFB7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6389374" y="5551991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727" name="Group 726">
                                <a:extLst>
                                  <a:ext uri="{FF2B5EF4-FFF2-40B4-BE49-F238E27FC236}">
                                    <a16:creationId xmlns:a16="http://schemas.microsoft.com/office/drawing/2014/main" id="{64A1E4E5-2CEF-491B-947D-D6422258F33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 rot="10800000">
                                <a:off x="4846608" y="206052"/>
                                <a:ext cx="5287171" cy="1513957"/>
                                <a:chOff x="4152587" y="4788866"/>
                                <a:chExt cx="5287171" cy="1513957"/>
                              </a:xfrm>
                              <a:grpFill/>
                            </p:grpSpPr>
                            <p:cxnSp>
                              <p:nvCxnSpPr>
                                <p:cNvPr id="728" name="Straight Connector 727">
                                  <a:extLst>
                                    <a:ext uri="{FF2B5EF4-FFF2-40B4-BE49-F238E27FC236}">
                                      <a16:creationId xmlns:a16="http://schemas.microsoft.com/office/drawing/2014/main" id="{BEA514B3-2C49-498F-8797-6DE2BB88D620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 flipV="1">
                                  <a:off x="7926222" y="4788980"/>
                                  <a:ext cx="0" cy="76533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29" name="Straight Connector 728">
                                  <a:extLst>
                                    <a:ext uri="{FF2B5EF4-FFF2-40B4-BE49-F238E27FC236}">
                                      <a16:creationId xmlns:a16="http://schemas.microsoft.com/office/drawing/2014/main" id="{39D58FA3-96D8-4FF2-B4A0-37C8EE33DE56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9439758" y="4792278"/>
                                  <a:ext cx="0" cy="75472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30" name="Straight Connector 729">
                                  <a:extLst>
                                    <a:ext uri="{FF2B5EF4-FFF2-40B4-BE49-F238E27FC236}">
                                      <a16:creationId xmlns:a16="http://schemas.microsoft.com/office/drawing/2014/main" id="{F2A963B6-3AF5-4E0B-BAD6-37A92874F073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4162151" y="6301988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31" name="Straight Connector 730">
                                  <a:extLst>
                                    <a:ext uri="{FF2B5EF4-FFF2-40B4-BE49-F238E27FC236}">
                                      <a16:creationId xmlns:a16="http://schemas.microsoft.com/office/drawing/2014/main" id="{CD83993F-D92B-4FBF-ADA7-EF12C97B44A4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 flipV="1">
                                  <a:off x="5641626" y="5556172"/>
                                  <a:ext cx="0" cy="746651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32" name="Straight Connector 731">
                                  <a:extLst>
                                    <a:ext uri="{FF2B5EF4-FFF2-40B4-BE49-F238E27FC236}">
                                      <a16:creationId xmlns:a16="http://schemas.microsoft.com/office/drawing/2014/main" id="{C03A32AB-2207-4F0C-9730-1A6F9323FD41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4152587" y="4798430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33" name="Straight Connector 732">
                                  <a:extLst>
                                    <a:ext uri="{FF2B5EF4-FFF2-40B4-BE49-F238E27FC236}">
                                      <a16:creationId xmlns:a16="http://schemas.microsoft.com/office/drawing/2014/main" id="{3527D28B-D713-40BA-8AC5-60DEC5626431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7950050" y="4788866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  <p:grpSp>
                          <p:nvGrpSpPr>
                            <p:cNvPr id="713" name="Group 712">
                              <a:extLst>
                                <a:ext uri="{FF2B5EF4-FFF2-40B4-BE49-F238E27FC236}">
                                  <a16:creationId xmlns:a16="http://schemas.microsoft.com/office/drawing/2014/main" id="{4E8F232A-676F-4C75-988F-856B628CFA6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5400000">
                              <a:off x="4831541" y="229595"/>
                              <a:ext cx="4595886" cy="6055018"/>
                              <a:chOff x="4835488" y="208128"/>
                              <a:chExt cx="4595886" cy="6055018"/>
                            </a:xfrm>
                            <a:grpFill/>
                          </p:grpSpPr>
                          <p:grpSp>
                            <p:nvGrpSpPr>
                              <p:cNvPr id="714" name="Group 713">
                                <a:extLst>
                                  <a:ext uri="{FF2B5EF4-FFF2-40B4-BE49-F238E27FC236}">
                                    <a16:creationId xmlns:a16="http://schemas.microsoft.com/office/drawing/2014/main" id="{69FE9408-1510-42E5-9AA7-0C24E037245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835488" y="966780"/>
                                <a:ext cx="3787475" cy="5296366"/>
                                <a:chOff x="4835488" y="966780"/>
                                <a:chExt cx="3787475" cy="5296366"/>
                              </a:xfrm>
                              <a:grpFill/>
                            </p:grpSpPr>
                            <p:cxnSp>
                              <p:nvCxnSpPr>
                                <p:cNvPr id="720" name="Straight Connector 719">
                                  <a:extLst>
                                    <a:ext uri="{FF2B5EF4-FFF2-40B4-BE49-F238E27FC236}">
                                      <a16:creationId xmlns:a16="http://schemas.microsoft.com/office/drawing/2014/main" id="{A0381322-5305-4793-B338-ED5525EBFD02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7508658" y="5147487"/>
                                  <a:ext cx="7485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21" name="Straight Connector 720">
                                  <a:extLst>
                                    <a:ext uri="{FF2B5EF4-FFF2-40B4-BE49-F238E27FC236}">
                                      <a16:creationId xmlns:a16="http://schemas.microsoft.com/office/drawing/2014/main" id="{1AB06102-5E13-4F03-870A-FE0C951A1DCE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V="1">
                                  <a:off x="8259359" y="4402672"/>
                                  <a:ext cx="0" cy="727209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22" name="Straight Connector 721">
                                  <a:extLst>
                                    <a:ext uri="{FF2B5EF4-FFF2-40B4-BE49-F238E27FC236}">
                                      <a16:creationId xmlns:a16="http://schemas.microsoft.com/office/drawing/2014/main" id="{33FC5362-215F-4D65-8ACF-6D80264F5B03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V="1">
                                  <a:off x="7117331" y="4780635"/>
                                  <a:ext cx="0" cy="1487043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23" name="Straight Connector 722">
                                  <a:extLst>
                                    <a:ext uri="{FF2B5EF4-FFF2-40B4-BE49-F238E27FC236}">
                                      <a16:creationId xmlns:a16="http://schemas.microsoft.com/office/drawing/2014/main" id="{432AB09C-E9F6-48F5-BCB2-5D2EB1C69AE3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4467952" y="5895611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24" name="Straight Connector 723">
                                  <a:extLst>
                                    <a:ext uri="{FF2B5EF4-FFF2-40B4-BE49-F238E27FC236}">
                                      <a16:creationId xmlns:a16="http://schemas.microsoft.com/office/drawing/2014/main" id="{FF3B5B6B-7874-470B-BB32-B7B8695B6795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5985565" y="5895611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25" name="Straight Connector 724">
                                  <a:extLst>
                                    <a:ext uri="{FF2B5EF4-FFF2-40B4-BE49-F238E27FC236}">
                                      <a16:creationId xmlns:a16="http://schemas.microsoft.com/office/drawing/2014/main" id="{01EE5224-76BC-4461-A2B3-7238C2CDC8BE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5999147" y="1334316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715" name="Group 714">
                                <a:extLst>
                                  <a:ext uri="{FF2B5EF4-FFF2-40B4-BE49-F238E27FC236}">
                                    <a16:creationId xmlns:a16="http://schemas.microsoft.com/office/drawing/2014/main" id="{E5F651A4-9851-493E-84FF-5724A0309125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 rot="10800000">
                                <a:off x="5597917" y="208128"/>
                                <a:ext cx="3833457" cy="1505248"/>
                                <a:chOff x="4854992" y="4795499"/>
                                <a:chExt cx="3833457" cy="1505248"/>
                              </a:xfrm>
                              <a:grpFill/>
                            </p:grpSpPr>
                            <p:cxnSp>
                              <p:nvCxnSpPr>
                                <p:cNvPr id="716" name="Straight Connector 715">
                                  <a:extLst>
                                    <a:ext uri="{FF2B5EF4-FFF2-40B4-BE49-F238E27FC236}">
                                      <a16:creationId xmlns:a16="http://schemas.microsoft.com/office/drawing/2014/main" id="{E6F03C34-8460-450F-9C51-04D15DF30170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7926447" y="4795499"/>
                                  <a:ext cx="762002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17" name="Straight Connector 716">
                                  <a:extLst>
                                    <a:ext uri="{FF2B5EF4-FFF2-40B4-BE49-F238E27FC236}">
                                      <a16:creationId xmlns:a16="http://schemas.microsoft.com/office/drawing/2014/main" id="{20242FB8-1E21-4DF4-ACC8-CFC22DDD35BC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6027226" y="5920548"/>
                                  <a:ext cx="74651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18" name="Straight Connector 717">
                                  <a:extLst>
                                    <a:ext uri="{FF2B5EF4-FFF2-40B4-BE49-F238E27FC236}">
                                      <a16:creationId xmlns:a16="http://schemas.microsoft.com/office/drawing/2014/main" id="{3CE1C426-99F8-4A45-AB77-244FB6C725F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7160929" y="4801456"/>
                                  <a:ext cx="0" cy="149167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19" name="Straight Connector 718">
                                  <a:extLst>
                                    <a:ext uri="{FF2B5EF4-FFF2-40B4-BE49-F238E27FC236}">
                                      <a16:creationId xmlns:a16="http://schemas.microsoft.com/office/drawing/2014/main" id="{6F2A4CA9-7D14-48E8-AC91-F1F8ED8F2E92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4480713" y="5926468"/>
                                  <a:ext cx="748558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28575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</p:grpSp>
                    </p:grpSp>
                    <p:grpSp>
                      <p:nvGrpSpPr>
                        <p:cNvPr id="30" name="Group 29">
                          <a:extLst>
                            <a:ext uri="{FF2B5EF4-FFF2-40B4-BE49-F238E27FC236}">
                              <a16:creationId xmlns:a16="http://schemas.microsoft.com/office/drawing/2014/main" id="{868552C8-CFCD-44A9-AA8E-BEB6FBCCEE9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552734" y="246439"/>
                          <a:ext cx="24435712" cy="24664573"/>
                          <a:chOff x="4552734" y="246439"/>
                          <a:chExt cx="24435712" cy="24664573"/>
                        </a:xfrm>
                      </p:grpSpPr>
                      <p:grpSp>
                        <p:nvGrpSpPr>
                          <p:cNvPr id="843" name="Group 842">
                            <a:extLst>
                              <a:ext uri="{FF2B5EF4-FFF2-40B4-BE49-F238E27FC236}">
                                <a16:creationId xmlns:a16="http://schemas.microsoft.com/office/drawing/2014/main" id="{12E4EBB4-4E97-4EFA-A7D8-2F28E45B3C0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552734" y="246439"/>
                            <a:ext cx="24435712" cy="24664573"/>
                            <a:chOff x="4087046" y="201783"/>
                            <a:chExt cx="6069979" cy="6126839"/>
                          </a:xfrm>
                          <a:noFill/>
                        </p:grpSpPr>
                        <p:grpSp>
                          <p:nvGrpSpPr>
                            <p:cNvPr id="877" name="Group 876">
                              <a:extLst>
                                <a:ext uri="{FF2B5EF4-FFF2-40B4-BE49-F238E27FC236}">
                                  <a16:creationId xmlns:a16="http://schemas.microsoft.com/office/drawing/2014/main" id="{77A2DE47-5DE2-443A-98A1-29B127741B0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087046" y="201783"/>
                              <a:ext cx="6069979" cy="6126839"/>
                              <a:chOff x="4087046" y="201783"/>
                              <a:chExt cx="6069979" cy="6126839"/>
                            </a:xfrm>
                            <a:grpFill/>
                          </p:grpSpPr>
                          <p:grpSp>
                            <p:nvGrpSpPr>
                              <p:cNvPr id="891" name="Group 890">
                                <a:extLst>
                                  <a:ext uri="{FF2B5EF4-FFF2-40B4-BE49-F238E27FC236}">
                                    <a16:creationId xmlns:a16="http://schemas.microsoft.com/office/drawing/2014/main" id="{DED415BA-3E73-4A6A-9071-E155F51D05FC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087046" y="953333"/>
                                <a:ext cx="6069979" cy="5375289"/>
                                <a:chOff x="4087046" y="953333"/>
                                <a:chExt cx="6069979" cy="5375289"/>
                              </a:xfrm>
                              <a:grpFill/>
                            </p:grpSpPr>
                            <p:cxnSp>
                              <p:nvCxnSpPr>
                                <p:cNvPr id="899" name="Straight Connector 898">
                                  <a:extLst>
                                    <a:ext uri="{FF2B5EF4-FFF2-40B4-BE49-F238E27FC236}">
                                      <a16:creationId xmlns:a16="http://schemas.microsoft.com/office/drawing/2014/main" id="{37513469-4B5A-4392-8A9E-EB0B3B7DBCA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7889749" y="4796248"/>
                                  <a:ext cx="0" cy="74572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900" name="Straight Connector 899">
                                  <a:extLst>
                                    <a:ext uri="{FF2B5EF4-FFF2-40B4-BE49-F238E27FC236}">
                                      <a16:creationId xmlns:a16="http://schemas.microsoft.com/office/drawing/2014/main" id="{BFD26BBD-B96E-4D30-8835-48E7EFDED66B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6361811" y="5553601"/>
                                  <a:ext cx="0" cy="758797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901" name="Straight Connector 900">
                                  <a:extLst>
                                    <a:ext uri="{FF2B5EF4-FFF2-40B4-BE49-F238E27FC236}">
                                      <a16:creationId xmlns:a16="http://schemas.microsoft.com/office/drawing/2014/main" id="{EE319DD0-A54E-4D83-9F41-331C2BDC0407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9397239" y="4789755"/>
                                  <a:ext cx="0" cy="75472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902" name="Straight Connector 901">
                                  <a:extLst>
                                    <a:ext uri="{FF2B5EF4-FFF2-40B4-BE49-F238E27FC236}">
                                      <a16:creationId xmlns:a16="http://schemas.microsoft.com/office/drawing/2014/main" id="{99FD6F0A-679D-4BF2-9FCD-95966648E9CA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10157025" y="4011494"/>
                                  <a:ext cx="0" cy="154355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903" name="Straight Connector 902">
                                  <a:extLst>
                                    <a:ext uri="{FF2B5EF4-FFF2-40B4-BE49-F238E27FC236}">
                                      <a16:creationId xmlns:a16="http://schemas.microsoft.com/office/drawing/2014/main" id="{8AF3575D-F5BE-4DE2-984A-2445569D4195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4101972" y="6328622"/>
                                  <a:ext cx="2247764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904" name="Straight Connector 903">
                                  <a:extLst>
                                    <a:ext uri="{FF2B5EF4-FFF2-40B4-BE49-F238E27FC236}">
                                      <a16:creationId xmlns:a16="http://schemas.microsoft.com/office/drawing/2014/main" id="{087CF2A0-A20D-4D83-9BFA-8A5F06D4A9A5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4087046" y="964029"/>
                                  <a:ext cx="0" cy="1504355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905" name="Straight Connector 904">
                                  <a:extLst>
                                    <a:ext uri="{FF2B5EF4-FFF2-40B4-BE49-F238E27FC236}">
                                      <a16:creationId xmlns:a16="http://schemas.microsoft.com/office/drawing/2014/main" id="{688DD950-6302-4E1C-B64E-E36D9E8AF6A0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4101972" y="4781007"/>
                                  <a:ext cx="1494673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906" name="Straight Connector 905">
                                  <a:extLst>
                                    <a:ext uri="{FF2B5EF4-FFF2-40B4-BE49-F238E27FC236}">
                                      <a16:creationId xmlns:a16="http://schemas.microsoft.com/office/drawing/2014/main" id="{61A7C596-49FF-4B8F-82A3-1B3357F31294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6371076" y="953333"/>
                                  <a:ext cx="2273664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907" name="Straight Connector 906">
                                  <a:extLst>
                                    <a:ext uri="{FF2B5EF4-FFF2-40B4-BE49-F238E27FC236}">
                                      <a16:creationId xmlns:a16="http://schemas.microsoft.com/office/drawing/2014/main" id="{4711C981-3393-4A7C-B204-E3785C4F3490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7904463" y="4786939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908" name="Straight Connector 907">
                                  <a:extLst>
                                    <a:ext uri="{FF2B5EF4-FFF2-40B4-BE49-F238E27FC236}">
                                      <a16:creationId xmlns:a16="http://schemas.microsoft.com/office/drawing/2014/main" id="{1946994B-9811-4A4B-8465-10FDD5BE436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6360144" y="5551991"/>
                                  <a:ext cx="15343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892" name="Group 891">
                                <a:extLst>
                                  <a:ext uri="{FF2B5EF4-FFF2-40B4-BE49-F238E27FC236}">
                                    <a16:creationId xmlns:a16="http://schemas.microsoft.com/office/drawing/2014/main" id="{94F36943-8491-4747-90F5-C9B16645A69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 rot="10800000">
                                <a:off x="4846608" y="201783"/>
                                <a:ext cx="5303443" cy="1518226"/>
                                <a:chOff x="4136315" y="4788866"/>
                                <a:chExt cx="5303443" cy="1518226"/>
                              </a:xfrm>
                              <a:grpFill/>
                            </p:grpSpPr>
                            <p:cxnSp>
                              <p:nvCxnSpPr>
                                <p:cNvPr id="893" name="Straight Connector 892">
                                  <a:extLst>
                                    <a:ext uri="{FF2B5EF4-FFF2-40B4-BE49-F238E27FC236}">
                                      <a16:creationId xmlns:a16="http://schemas.microsoft.com/office/drawing/2014/main" id="{869C40E6-4285-4709-BFD2-FA3898CE37B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 flipV="1">
                                  <a:off x="7926222" y="4788980"/>
                                  <a:ext cx="0" cy="76533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94" name="Straight Connector 893">
                                  <a:extLst>
                                    <a:ext uri="{FF2B5EF4-FFF2-40B4-BE49-F238E27FC236}">
                                      <a16:creationId xmlns:a16="http://schemas.microsoft.com/office/drawing/2014/main" id="{89BCB00B-5D42-4B7E-ABAF-890735DA99EF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9439758" y="4792278"/>
                                  <a:ext cx="0" cy="75472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95" name="Straight Connector 894">
                                  <a:extLst>
                                    <a:ext uri="{FF2B5EF4-FFF2-40B4-BE49-F238E27FC236}">
                                      <a16:creationId xmlns:a16="http://schemas.microsoft.com/office/drawing/2014/main" id="{02E7D9FC-8F96-4B2C-8A18-C4A66BF612FD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4136315" y="6307092"/>
                                  <a:ext cx="1492643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96" name="Straight Connector 895">
                                  <a:extLst>
                                    <a:ext uri="{FF2B5EF4-FFF2-40B4-BE49-F238E27FC236}">
                                      <a16:creationId xmlns:a16="http://schemas.microsoft.com/office/drawing/2014/main" id="{03D67585-F24E-4FD2-A4A1-0218C703579F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 flipV="1">
                                  <a:off x="5641626" y="5556172"/>
                                  <a:ext cx="0" cy="746651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97" name="Straight Connector 896">
                                  <a:extLst>
                                    <a:ext uri="{FF2B5EF4-FFF2-40B4-BE49-F238E27FC236}">
                                      <a16:creationId xmlns:a16="http://schemas.microsoft.com/office/drawing/2014/main" id="{99052C44-145A-4E2F-A38B-4FD27A507836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4136315" y="4790544"/>
                                  <a:ext cx="1502208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98" name="Straight Connector 897">
                                  <a:extLst>
                                    <a:ext uri="{FF2B5EF4-FFF2-40B4-BE49-F238E27FC236}">
                                      <a16:creationId xmlns:a16="http://schemas.microsoft.com/office/drawing/2014/main" id="{FEC38670-34FF-41BF-86E5-86CD1973158F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7929391" y="4788866"/>
                                  <a:ext cx="151036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  <p:grpSp>
                          <p:nvGrpSpPr>
                            <p:cNvPr id="878" name="Group 877">
                              <a:extLst>
                                <a:ext uri="{FF2B5EF4-FFF2-40B4-BE49-F238E27FC236}">
                                  <a16:creationId xmlns:a16="http://schemas.microsoft.com/office/drawing/2014/main" id="{1E1A9309-1E0E-4A10-933A-EB8984FC3BEE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5400000">
                              <a:off x="4831541" y="229595"/>
                              <a:ext cx="4595886" cy="6055018"/>
                              <a:chOff x="4835488" y="208128"/>
                              <a:chExt cx="4595886" cy="6055018"/>
                            </a:xfrm>
                            <a:grpFill/>
                          </p:grpSpPr>
                          <p:grpSp>
                            <p:nvGrpSpPr>
                              <p:cNvPr id="879" name="Group 878">
                                <a:extLst>
                                  <a:ext uri="{FF2B5EF4-FFF2-40B4-BE49-F238E27FC236}">
                                    <a16:creationId xmlns:a16="http://schemas.microsoft.com/office/drawing/2014/main" id="{1368A0A6-2585-429F-A42E-B065A258FED5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835488" y="966780"/>
                                <a:ext cx="3812179" cy="5296366"/>
                                <a:chOff x="4835488" y="966780"/>
                                <a:chExt cx="3812179" cy="5296366"/>
                              </a:xfrm>
                              <a:grpFill/>
                            </p:grpSpPr>
                            <p:cxnSp>
                              <p:nvCxnSpPr>
                                <p:cNvPr id="885" name="Straight Connector 884">
                                  <a:extLst>
                                    <a:ext uri="{FF2B5EF4-FFF2-40B4-BE49-F238E27FC236}">
                                      <a16:creationId xmlns:a16="http://schemas.microsoft.com/office/drawing/2014/main" id="{FA5C89A8-D54D-4565-8DE8-9748FEA09E0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7514966" y="5142756"/>
                                  <a:ext cx="7485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86" name="Straight Connector 885">
                                  <a:extLst>
                                    <a:ext uri="{FF2B5EF4-FFF2-40B4-BE49-F238E27FC236}">
                                      <a16:creationId xmlns:a16="http://schemas.microsoft.com/office/drawing/2014/main" id="{9CD115F8-25D3-41B5-8451-570B5BC45EB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V="1">
                                  <a:off x="8271711" y="4390320"/>
                                  <a:ext cx="0" cy="751913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87" name="Straight Connector 886">
                                  <a:extLst>
                                    <a:ext uri="{FF2B5EF4-FFF2-40B4-BE49-F238E27FC236}">
                                      <a16:creationId xmlns:a16="http://schemas.microsoft.com/office/drawing/2014/main" id="{ECBF3D7F-27C5-4669-8F1E-DA0C53A17721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V="1">
                                  <a:off x="7132695" y="4765271"/>
                                  <a:ext cx="0" cy="151777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88" name="Straight Connector 887">
                                  <a:extLst>
                                    <a:ext uri="{FF2B5EF4-FFF2-40B4-BE49-F238E27FC236}">
                                      <a16:creationId xmlns:a16="http://schemas.microsoft.com/office/drawing/2014/main" id="{873C0A31-C3AE-4AC8-9334-20B9F6068477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4467952" y="5895611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89" name="Straight Connector 888">
                                  <a:extLst>
                                    <a:ext uri="{FF2B5EF4-FFF2-40B4-BE49-F238E27FC236}">
                                      <a16:creationId xmlns:a16="http://schemas.microsoft.com/office/drawing/2014/main" id="{526304F7-816D-42B9-B7A1-BD6F67A75A7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5985565" y="5895611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90" name="Straight Connector 889">
                                  <a:extLst>
                                    <a:ext uri="{FF2B5EF4-FFF2-40B4-BE49-F238E27FC236}">
                                      <a16:creationId xmlns:a16="http://schemas.microsoft.com/office/drawing/2014/main" id="{B8FCF097-E3E8-4F81-B762-417D13973137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5999147" y="1334316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880" name="Group 879">
                                <a:extLst>
                                  <a:ext uri="{FF2B5EF4-FFF2-40B4-BE49-F238E27FC236}">
                                    <a16:creationId xmlns:a16="http://schemas.microsoft.com/office/drawing/2014/main" id="{0498B764-F0E6-4B24-9C5C-CBFAE647580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 rot="10800000">
                                <a:off x="5597917" y="208128"/>
                                <a:ext cx="3833457" cy="1505248"/>
                                <a:chOff x="4854992" y="4795499"/>
                                <a:chExt cx="3833457" cy="1505248"/>
                              </a:xfrm>
                              <a:grpFill/>
                            </p:grpSpPr>
                            <p:cxnSp>
                              <p:nvCxnSpPr>
                                <p:cNvPr id="881" name="Straight Connector 880">
                                  <a:extLst>
                                    <a:ext uri="{FF2B5EF4-FFF2-40B4-BE49-F238E27FC236}">
                                      <a16:creationId xmlns:a16="http://schemas.microsoft.com/office/drawing/2014/main" id="{B0D4F810-1E46-4CEB-9594-4D90FD25C1A7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7926447" y="4795499"/>
                                  <a:ext cx="762002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82" name="Straight Connector 881">
                                  <a:extLst>
                                    <a:ext uri="{FF2B5EF4-FFF2-40B4-BE49-F238E27FC236}">
                                      <a16:creationId xmlns:a16="http://schemas.microsoft.com/office/drawing/2014/main" id="{F974509A-42CF-4349-8CBD-4E6071DC6492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6026202" y="5919526"/>
                                  <a:ext cx="748558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83" name="Straight Connector 882">
                                  <a:extLst>
                                    <a:ext uri="{FF2B5EF4-FFF2-40B4-BE49-F238E27FC236}">
                                      <a16:creationId xmlns:a16="http://schemas.microsoft.com/office/drawing/2014/main" id="{3476CFA9-B7B6-4A71-BF4C-F39FD6A669DB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7160055" y="4782629"/>
                                  <a:ext cx="0" cy="1523019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84" name="Straight Connector 883">
                                  <a:extLst>
                                    <a:ext uri="{FF2B5EF4-FFF2-40B4-BE49-F238E27FC236}">
                                      <a16:creationId xmlns:a16="http://schemas.microsoft.com/office/drawing/2014/main" id="{DD0CB88F-94AE-4539-BF04-1642C01B7016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4480713" y="5926468"/>
                                  <a:ext cx="748558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1524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</p:grpSp>
                      <p:grpSp>
                        <p:nvGrpSpPr>
                          <p:cNvPr id="844" name="Group 843">
                            <a:extLst>
                              <a:ext uri="{FF2B5EF4-FFF2-40B4-BE49-F238E27FC236}">
                                <a16:creationId xmlns:a16="http://schemas.microsoft.com/office/drawing/2014/main" id="{55065D86-463A-4A5F-BE8B-D9F6564B581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661662" y="6368081"/>
                            <a:ext cx="12251320" cy="12321116"/>
                            <a:chOff x="4087046" y="191112"/>
                            <a:chExt cx="6086604" cy="6121286"/>
                          </a:xfrm>
                          <a:noFill/>
                        </p:grpSpPr>
                        <p:grpSp>
                          <p:nvGrpSpPr>
                            <p:cNvPr id="845" name="Group 844">
                              <a:extLst>
                                <a:ext uri="{FF2B5EF4-FFF2-40B4-BE49-F238E27FC236}">
                                  <a16:creationId xmlns:a16="http://schemas.microsoft.com/office/drawing/2014/main" id="{D5322723-5286-4F0C-8FDE-2E785F53C4E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087046" y="191112"/>
                              <a:ext cx="6086604" cy="6121286"/>
                              <a:chOff x="4087046" y="191112"/>
                              <a:chExt cx="6086604" cy="6121286"/>
                            </a:xfrm>
                            <a:grpFill/>
                          </p:grpSpPr>
                          <p:grpSp>
                            <p:nvGrpSpPr>
                              <p:cNvPr id="859" name="Group 858">
                                <a:extLst>
                                  <a:ext uri="{FF2B5EF4-FFF2-40B4-BE49-F238E27FC236}">
                                    <a16:creationId xmlns:a16="http://schemas.microsoft.com/office/drawing/2014/main" id="{B0C0B6A0-9CF6-49E1-93C1-227A19B69D3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087046" y="953333"/>
                                <a:ext cx="6069979" cy="5359065"/>
                                <a:chOff x="4087046" y="953333"/>
                                <a:chExt cx="6069979" cy="5359065"/>
                              </a:xfrm>
                              <a:grpFill/>
                            </p:grpSpPr>
                            <p:cxnSp>
                              <p:nvCxnSpPr>
                                <p:cNvPr id="867" name="Straight Connector 866">
                                  <a:extLst>
                                    <a:ext uri="{FF2B5EF4-FFF2-40B4-BE49-F238E27FC236}">
                                      <a16:creationId xmlns:a16="http://schemas.microsoft.com/office/drawing/2014/main" id="{0C12EC0C-0F4B-484C-A6A3-2551CEE2338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7889749" y="4796248"/>
                                  <a:ext cx="0" cy="74572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68" name="Straight Connector 867">
                                  <a:extLst>
                                    <a:ext uri="{FF2B5EF4-FFF2-40B4-BE49-F238E27FC236}">
                                      <a16:creationId xmlns:a16="http://schemas.microsoft.com/office/drawing/2014/main" id="{5BC7E17B-BAC1-4A79-A30F-047F7C0E8050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6364966" y="5553601"/>
                                  <a:ext cx="0" cy="748278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69" name="Straight Connector 868">
                                  <a:extLst>
                                    <a:ext uri="{FF2B5EF4-FFF2-40B4-BE49-F238E27FC236}">
                                      <a16:creationId xmlns:a16="http://schemas.microsoft.com/office/drawing/2014/main" id="{0A3742CE-B1C2-4E83-8658-6E84F10CF1CA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9397239" y="4789755"/>
                                  <a:ext cx="0" cy="75472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70" name="Straight Connector 869">
                                  <a:extLst>
                                    <a:ext uri="{FF2B5EF4-FFF2-40B4-BE49-F238E27FC236}">
                                      <a16:creationId xmlns:a16="http://schemas.microsoft.com/office/drawing/2014/main" id="{E094D675-81C1-4210-9015-E801CCD8CE4D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10157025" y="4011494"/>
                                  <a:ext cx="0" cy="154355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71" name="Straight Connector 870">
                                  <a:extLst>
                                    <a:ext uri="{FF2B5EF4-FFF2-40B4-BE49-F238E27FC236}">
                                      <a16:creationId xmlns:a16="http://schemas.microsoft.com/office/drawing/2014/main" id="{2ADADF49-83C0-4A1F-BFDE-7B8990DFD1A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4101972" y="6312398"/>
                                  <a:ext cx="2247764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72" name="Straight Connector 871">
                                  <a:extLst>
                                    <a:ext uri="{FF2B5EF4-FFF2-40B4-BE49-F238E27FC236}">
                                      <a16:creationId xmlns:a16="http://schemas.microsoft.com/office/drawing/2014/main" id="{5050E981-1CD1-43F1-835D-11F576313F6A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4087046" y="964029"/>
                                  <a:ext cx="0" cy="1504355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73" name="Straight Connector 872">
                                  <a:extLst>
                                    <a:ext uri="{FF2B5EF4-FFF2-40B4-BE49-F238E27FC236}">
                                      <a16:creationId xmlns:a16="http://schemas.microsoft.com/office/drawing/2014/main" id="{9354D8C5-A251-4271-A63D-EF92EDFF1BD3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4101972" y="4771341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74" name="Straight Connector 873">
                                  <a:extLst>
                                    <a:ext uri="{FF2B5EF4-FFF2-40B4-BE49-F238E27FC236}">
                                      <a16:creationId xmlns:a16="http://schemas.microsoft.com/office/drawing/2014/main" id="{D525248F-2E01-489B-AECA-FFDFECFC0B6F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6371076" y="953333"/>
                                  <a:ext cx="2246332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75" name="Straight Connector 874">
                                  <a:extLst>
                                    <a:ext uri="{FF2B5EF4-FFF2-40B4-BE49-F238E27FC236}">
                                      <a16:creationId xmlns:a16="http://schemas.microsoft.com/office/drawing/2014/main" id="{37C9161F-7BD6-4244-A235-53DE42747EEF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7904463" y="4786939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76" name="Straight Connector 875">
                                  <a:extLst>
                                    <a:ext uri="{FF2B5EF4-FFF2-40B4-BE49-F238E27FC236}">
                                      <a16:creationId xmlns:a16="http://schemas.microsoft.com/office/drawing/2014/main" id="{0D4984A5-3AF4-422F-A38F-E58A824C308C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6389374" y="5551991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860" name="Group 859">
                                <a:extLst>
                                  <a:ext uri="{FF2B5EF4-FFF2-40B4-BE49-F238E27FC236}">
                                    <a16:creationId xmlns:a16="http://schemas.microsoft.com/office/drawing/2014/main" id="{C2687508-8CF8-4DFC-A7E3-984D6270B8D8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 rot="10800000">
                                <a:off x="4846608" y="191112"/>
                                <a:ext cx="5327042" cy="1535108"/>
                                <a:chOff x="4112716" y="4782655"/>
                                <a:chExt cx="5327042" cy="1535108"/>
                              </a:xfrm>
                              <a:grpFill/>
                            </p:grpSpPr>
                            <p:cxnSp>
                              <p:nvCxnSpPr>
                                <p:cNvPr id="861" name="Straight Connector 860">
                                  <a:extLst>
                                    <a:ext uri="{FF2B5EF4-FFF2-40B4-BE49-F238E27FC236}">
                                      <a16:creationId xmlns:a16="http://schemas.microsoft.com/office/drawing/2014/main" id="{83678C21-6168-47F6-905A-0F36B5E2F2FA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 flipV="1">
                                  <a:off x="7926222" y="4788980"/>
                                  <a:ext cx="0" cy="76533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62" name="Straight Connector 861">
                                  <a:extLst>
                                    <a:ext uri="{FF2B5EF4-FFF2-40B4-BE49-F238E27FC236}">
                                      <a16:creationId xmlns:a16="http://schemas.microsoft.com/office/drawing/2014/main" id="{A561E834-8A06-4768-8852-F4CB94079AEF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9439758" y="4792278"/>
                                  <a:ext cx="0" cy="75472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63" name="Straight Connector 862">
                                  <a:extLst>
                                    <a:ext uri="{FF2B5EF4-FFF2-40B4-BE49-F238E27FC236}">
                                      <a16:creationId xmlns:a16="http://schemas.microsoft.com/office/drawing/2014/main" id="{DDC077DB-21E1-4931-8C73-555F846740F3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4129373" y="6317763"/>
                                  <a:ext cx="1499585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64" name="Straight Connector 863">
                                  <a:extLst>
                                    <a:ext uri="{FF2B5EF4-FFF2-40B4-BE49-F238E27FC236}">
                                      <a16:creationId xmlns:a16="http://schemas.microsoft.com/office/drawing/2014/main" id="{028EBD12-F38D-4BE8-90D0-C313867ABFB2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 flipV="1">
                                  <a:off x="5641626" y="5556172"/>
                                  <a:ext cx="0" cy="746651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65" name="Straight Connector 864">
                                  <a:extLst>
                                    <a:ext uri="{FF2B5EF4-FFF2-40B4-BE49-F238E27FC236}">
                                      <a16:creationId xmlns:a16="http://schemas.microsoft.com/office/drawing/2014/main" id="{502AACC9-4ABA-49B0-92D3-7AD00337B24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4112716" y="4782655"/>
                                  <a:ext cx="1506678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66" name="Straight Connector 865">
                                  <a:extLst>
                                    <a:ext uri="{FF2B5EF4-FFF2-40B4-BE49-F238E27FC236}">
                                      <a16:creationId xmlns:a16="http://schemas.microsoft.com/office/drawing/2014/main" id="{E523E1B3-FB85-40B9-AF7E-49FBC12FCF12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7950050" y="4788866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  <p:grpSp>
                          <p:nvGrpSpPr>
                            <p:cNvPr id="846" name="Group 845">
                              <a:extLst>
                                <a:ext uri="{FF2B5EF4-FFF2-40B4-BE49-F238E27FC236}">
                                  <a16:creationId xmlns:a16="http://schemas.microsoft.com/office/drawing/2014/main" id="{C6C8B903-B7A2-4D5E-92F1-0648C0CD712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5400000">
                              <a:off x="4831541" y="229595"/>
                              <a:ext cx="4595886" cy="6055018"/>
                              <a:chOff x="4835488" y="208128"/>
                              <a:chExt cx="4595886" cy="6055018"/>
                            </a:xfrm>
                            <a:grpFill/>
                          </p:grpSpPr>
                          <p:grpSp>
                            <p:nvGrpSpPr>
                              <p:cNvPr id="847" name="Group 846">
                                <a:extLst>
                                  <a:ext uri="{FF2B5EF4-FFF2-40B4-BE49-F238E27FC236}">
                                    <a16:creationId xmlns:a16="http://schemas.microsoft.com/office/drawing/2014/main" id="{714EF437-F3A4-41B3-8922-6C0BE42FB0BB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835488" y="966780"/>
                                <a:ext cx="3787475" cy="5296366"/>
                                <a:chOff x="4835488" y="966780"/>
                                <a:chExt cx="3787475" cy="5296366"/>
                              </a:xfrm>
                              <a:grpFill/>
                            </p:grpSpPr>
                            <p:cxnSp>
                              <p:nvCxnSpPr>
                                <p:cNvPr id="853" name="Straight Connector 852">
                                  <a:extLst>
                                    <a:ext uri="{FF2B5EF4-FFF2-40B4-BE49-F238E27FC236}">
                                      <a16:creationId xmlns:a16="http://schemas.microsoft.com/office/drawing/2014/main" id="{6A3A594B-B6D4-4DA2-8DB3-C85917EC869C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7508658" y="5147487"/>
                                  <a:ext cx="7485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54" name="Straight Connector 853">
                                  <a:extLst>
                                    <a:ext uri="{FF2B5EF4-FFF2-40B4-BE49-F238E27FC236}">
                                      <a16:creationId xmlns:a16="http://schemas.microsoft.com/office/drawing/2014/main" id="{270EC35D-09AD-47E6-A991-B9DB1938E153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V="1">
                                  <a:off x="8259359" y="4402672"/>
                                  <a:ext cx="0" cy="727209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55" name="Straight Connector 854">
                                  <a:extLst>
                                    <a:ext uri="{FF2B5EF4-FFF2-40B4-BE49-F238E27FC236}">
                                      <a16:creationId xmlns:a16="http://schemas.microsoft.com/office/drawing/2014/main" id="{338FD434-2AFC-4E03-BB5D-9EC90FC72D14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V="1">
                                  <a:off x="7117331" y="4780635"/>
                                  <a:ext cx="0" cy="1487043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56" name="Straight Connector 855">
                                  <a:extLst>
                                    <a:ext uri="{FF2B5EF4-FFF2-40B4-BE49-F238E27FC236}">
                                      <a16:creationId xmlns:a16="http://schemas.microsoft.com/office/drawing/2014/main" id="{1FE9848B-398D-4562-BBE0-59C9B264D824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4467952" y="5895611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57" name="Straight Connector 856">
                                  <a:extLst>
                                    <a:ext uri="{FF2B5EF4-FFF2-40B4-BE49-F238E27FC236}">
                                      <a16:creationId xmlns:a16="http://schemas.microsoft.com/office/drawing/2014/main" id="{9D07B8F2-671A-48C2-B19D-839069663C42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5985565" y="5895611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58" name="Straight Connector 857">
                                  <a:extLst>
                                    <a:ext uri="{FF2B5EF4-FFF2-40B4-BE49-F238E27FC236}">
                                      <a16:creationId xmlns:a16="http://schemas.microsoft.com/office/drawing/2014/main" id="{B07E27D7-C3E1-434B-911F-738E0276FBD4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5999147" y="1334316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848" name="Group 847">
                                <a:extLst>
                                  <a:ext uri="{FF2B5EF4-FFF2-40B4-BE49-F238E27FC236}">
                                    <a16:creationId xmlns:a16="http://schemas.microsoft.com/office/drawing/2014/main" id="{A58528CA-35B7-4293-9B10-63F2CDB215D7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 rot="10800000">
                                <a:off x="5597917" y="208128"/>
                                <a:ext cx="3833457" cy="1505248"/>
                                <a:chOff x="4854992" y="4795499"/>
                                <a:chExt cx="3833457" cy="1505248"/>
                              </a:xfrm>
                              <a:grpFill/>
                            </p:grpSpPr>
                            <p:cxnSp>
                              <p:nvCxnSpPr>
                                <p:cNvPr id="849" name="Straight Connector 848">
                                  <a:extLst>
                                    <a:ext uri="{FF2B5EF4-FFF2-40B4-BE49-F238E27FC236}">
                                      <a16:creationId xmlns:a16="http://schemas.microsoft.com/office/drawing/2014/main" id="{566BA686-CEE9-4FAC-8702-A897FEC67784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7926447" y="4795499"/>
                                  <a:ext cx="762002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50" name="Straight Connector 849">
                                  <a:extLst>
                                    <a:ext uri="{FF2B5EF4-FFF2-40B4-BE49-F238E27FC236}">
                                      <a16:creationId xmlns:a16="http://schemas.microsoft.com/office/drawing/2014/main" id="{3F84827C-26CB-4A6D-8A07-F0C8EA01668A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6027226" y="5920548"/>
                                  <a:ext cx="74651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51" name="Straight Connector 850">
                                  <a:extLst>
                                    <a:ext uri="{FF2B5EF4-FFF2-40B4-BE49-F238E27FC236}">
                                      <a16:creationId xmlns:a16="http://schemas.microsoft.com/office/drawing/2014/main" id="{F5188CB8-AC93-4CCE-871B-2BE06B0D4E75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7160929" y="4801456"/>
                                  <a:ext cx="0" cy="149167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852" name="Straight Connector 851">
                                  <a:extLst>
                                    <a:ext uri="{FF2B5EF4-FFF2-40B4-BE49-F238E27FC236}">
                                      <a16:creationId xmlns:a16="http://schemas.microsoft.com/office/drawing/2014/main" id="{12E444C5-0599-4113-A8A5-8C6EF8CC80A5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4480713" y="5926468"/>
                                  <a:ext cx="748558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7620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</p:grpSp>
                    </p:grpSp>
                  </p:grpSp>
                  <p:grpSp>
                    <p:nvGrpSpPr>
                      <p:cNvPr id="35" name="Group 34">
                        <a:extLst>
                          <a:ext uri="{FF2B5EF4-FFF2-40B4-BE49-F238E27FC236}">
                            <a16:creationId xmlns:a16="http://schemas.microsoft.com/office/drawing/2014/main" id="{0F3BC777-CB41-4EDC-AAC4-8898EA388C1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08168" y="11806899"/>
                        <a:ext cx="1524845" cy="1539126"/>
                        <a:chOff x="16008168" y="11806899"/>
                        <a:chExt cx="1524845" cy="1539126"/>
                      </a:xfrm>
                    </p:grpSpPr>
                    <p:grpSp>
                      <p:nvGrpSpPr>
                        <p:cNvPr id="34" name="Group 33">
                          <a:extLst>
                            <a:ext uri="{FF2B5EF4-FFF2-40B4-BE49-F238E27FC236}">
                              <a16:creationId xmlns:a16="http://schemas.microsoft.com/office/drawing/2014/main" id="{6386A00F-B376-4CC9-9826-B491C36F943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579985" y="12382185"/>
                          <a:ext cx="381211" cy="383494"/>
                          <a:chOff x="16579985" y="12382185"/>
                          <a:chExt cx="381211" cy="383494"/>
                        </a:xfrm>
                      </p:grpSpPr>
                      <p:grpSp>
                        <p:nvGrpSpPr>
                          <p:cNvPr id="1275" name="Group 1274">
                            <a:extLst>
                              <a:ext uri="{FF2B5EF4-FFF2-40B4-BE49-F238E27FC236}">
                                <a16:creationId xmlns:a16="http://schemas.microsoft.com/office/drawing/2014/main" id="{E667A9C9-46DF-4E1B-9246-41AD08AE1E0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579985" y="12382185"/>
                            <a:ext cx="381211" cy="383494"/>
                            <a:chOff x="4087046" y="206052"/>
                            <a:chExt cx="6069979" cy="6106346"/>
                          </a:xfrm>
                          <a:noFill/>
                        </p:grpSpPr>
                        <p:grpSp>
                          <p:nvGrpSpPr>
                            <p:cNvPr id="1309" name="Group 1308">
                              <a:extLst>
                                <a:ext uri="{FF2B5EF4-FFF2-40B4-BE49-F238E27FC236}">
                                  <a16:creationId xmlns:a16="http://schemas.microsoft.com/office/drawing/2014/main" id="{40EE6DB2-BFB7-4E47-99C9-C96C02C3D4E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087046" y="206052"/>
                              <a:ext cx="6069979" cy="6106346"/>
                              <a:chOff x="4087046" y="206052"/>
                              <a:chExt cx="6069979" cy="6106346"/>
                            </a:xfrm>
                            <a:grpFill/>
                          </p:grpSpPr>
                          <p:grpSp>
                            <p:nvGrpSpPr>
                              <p:cNvPr id="1323" name="Group 1322">
                                <a:extLst>
                                  <a:ext uri="{FF2B5EF4-FFF2-40B4-BE49-F238E27FC236}">
                                    <a16:creationId xmlns:a16="http://schemas.microsoft.com/office/drawing/2014/main" id="{E9E43F02-860E-4670-96F9-A573BE8BC930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087046" y="953333"/>
                                <a:ext cx="6069979" cy="5359065"/>
                                <a:chOff x="4087046" y="953333"/>
                                <a:chExt cx="6069979" cy="5359065"/>
                              </a:xfrm>
                              <a:grpFill/>
                            </p:grpSpPr>
                            <p:cxnSp>
                              <p:nvCxnSpPr>
                                <p:cNvPr id="1331" name="Straight Connector 1330">
                                  <a:extLst>
                                    <a:ext uri="{FF2B5EF4-FFF2-40B4-BE49-F238E27FC236}">
                                      <a16:creationId xmlns:a16="http://schemas.microsoft.com/office/drawing/2014/main" id="{408C91FA-CB74-4DF8-BB21-2F78B1C15794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7889749" y="4796248"/>
                                  <a:ext cx="0" cy="74572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32" name="Straight Connector 1331">
                                  <a:extLst>
                                    <a:ext uri="{FF2B5EF4-FFF2-40B4-BE49-F238E27FC236}">
                                      <a16:creationId xmlns:a16="http://schemas.microsoft.com/office/drawing/2014/main" id="{73E23B40-6CAB-4FDF-AFC4-617CD26FC7F0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6364966" y="5553601"/>
                                  <a:ext cx="0" cy="748278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33" name="Straight Connector 1332">
                                  <a:extLst>
                                    <a:ext uri="{FF2B5EF4-FFF2-40B4-BE49-F238E27FC236}">
                                      <a16:creationId xmlns:a16="http://schemas.microsoft.com/office/drawing/2014/main" id="{4F3F99D3-34B7-4E85-AFB4-F7DEE7C25B63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9397239" y="4789755"/>
                                  <a:ext cx="0" cy="75472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34" name="Straight Connector 1333">
                                  <a:extLst>
                                    <a:ext uri="{FF2B5EF4-FFF2-40B4-BE49-F238E27FC236}">
                                      <a16:creationId xmlns:a16="http://schemas.microsoft.com/office/drawing/2014/main" id="{BA9823BD-8DA4-4906-9815-8C50C4114123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10157025" y="4011494"/>
                                  <a:ext cx="0" cy="154355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35" name="Straight Connector 1334">
                                  <a:extLst>
                                    <a:ext uri="{FF2B5EF4-FFF2-40B4-BE49-F238E27FC236}">
                                      <a16:creationId xmlns:a16="http://schemas.microsoft.com/office/drawing/2014/main" id="{71A6F36F-C4BB-410C-A78F-6631D637C35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4101972" y="6312398"/>
                                  <a:ext cx="2247764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36" name="Straight Connector 1335">
                                  <a:extLst>
                                    <a:ext uri="{FF2B5EF4-FFF2-40B4-BE49-F238E27FC236}">
                                      <a16:creationId xmlns:a16="http://schemas.microsoft.com/office/drawing/2014/main" id="{5604FA11-F2AD-4E64-B980-8D2C480CBBC1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4087046" y="964029"/>
                                  <a:ext cx="0" cy="1504355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37" name="Straight Connector 1336">
                                  <a:extLst>
                                    <a:ext uri="{FF2B5EF4-FFF2-40B4-BE49-F238E27FC236}">
                                      <a16:creationId xmlns:a16="http://schemas.microsoft.com/office/drawing/2014/main" id="{AF832CFF-64A4-4C1F-B8B4-2960BA3BDA01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4101972" y="4771341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38" name="Straight Connector 1337">
                                  <a:extLst>
                                    <a:ext uri="{FF2B5EF4-FFF2-40B4-BE49-F238E27FC236}">
                                      <a16:creationId xmlns:a16="http://schemas.microsoft.com/office/drawing/2014/main" id="{8D6EFA2C-0100-48BB-9B86-8A3FA434BF16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6371076" y="953333"/>
                                  <a:ext cx="2246332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39" name="Straight Connector 1338">
                                  <a:extLst>
                                    <a:ext uri="{FF2B5EF4-FFF2-40B4-BE49-F238E27FC236}">
                                      <a16:creationId xmlns:a16="http://schemas.microsoft.com/office/drawing/2014/main" id="{B5A6106C-FD92-4796-9699-9DE9445D38A1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7904463" y="4786939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40" name="Straight Connector 1339">
                                  <a:extLst>
                                    <a:ext uri="{FF2B5EF4-FFF2-40B4-BE49-F238E27FC236}">
                                      <a16:creationId xmlns:a16="http://schemas.microsoft.com/office/drawing/2014/main" id="{9D83C84A-1370-410A-A56E-6BE65328ACA6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6389374" y="5551991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1324" name="Group 1323">
                                <a:extLst>
                                  <a:ext uri="{FF2B5EF4-FFF2-40B4-BE49-F238E27FC236}">
                                    <a16:creationId xmlns:a16="http://schemas.microsoft.com/office/drawing/2014/main" id="{E3C27D03-5C3B-4A11-9859-E6F607FE954D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 rot="10800000">
                                <a:off x="4846608" y="206052"/>
                                <a:ext cx="5287171" cy="1513957"/>
                                <a:chOff x="4152587" y="4788866"/>
                                <a:chExt cx="5287171" cy="1513957"/>
                              </a:xfrm>
                              <a:grpFill/>
                            </p:grpSpPr>
                            <p:cxnSp>
                              <p:nvCxnSpPr>
                                <p:cNvPr id="1325" name="Straight Connector 1324">
                                  <a:extLst>
                                    <a:ext uri="{FF2B5EF4-FFF2-40B4-BE49-F238E27FC236}">
                                      <a16:creationId xmlns:a16="http://schemas.microsoft.com/office/drawing/2014/main" id="{34CE8A9D-E0C0-4D37-894C-D16EA7661A4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 flipV="1">
                                  <a:off x="7926222" y="4788980"/>
                                  <a:ext cx="0" cy="76533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26" name="Straight Connector 1325">
                                  <a:extLst>
                                    <a:ext uri="{FF2B5EF4-FFF2-40B4-BE49-F238E27FC236}">
                                      <a16:creationId xmlns:a16="http://schemas.microsoft.com/office/drawing/2014/main" id="{4DB493DA-B338-48FB-82EF-A6EEED03DC9A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9439758" y="4792278"/>
                                  <a:ext cx="0" cy="75472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27" name="Straight Connector 1326">
                                  <a:extLst>
                                    <a:ext uri="{FF2B5EF4-FFF2-40B4-BE49-F238E27FC236}">
                                      <a16:creationId xmlns:a16="http://schemas.microsoft.com/office/drawing/2014/main" id="{740C5CE3-F55D-4823-AF6A-F2D1ABAF7DBE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4162151" y="6301988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28" name="Straight Connector 1327">
                                  <a:extLst>
                                    <a:ext uri="{FF2B5EF4-FFF2-40B4-BE49-F238E27FC236}">
                                      <a16:creationId xmlns:a16="http://schemas.microsoft.com/office/drawing/2014/main" id="{C0A447F8-5CC6-4D41-AD12-3CCAFF4C75C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 flipV="1">
                                  <a:off x="5641626" y="5556172"/>
                                  <a:ext cx="0" cy="746651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29" name="Straight Connector 1328">
                                  <a:extLst>
                                    <a:ext uri="{FF2B5EF4-FFF2-40B4-BE49-F238E27FC236}">
                                      <a16:creationId xmlns:a16="http://schemas.microsoft.com/office/drawing/2014/main" id="{45BA23B8-8AE4-4AE3-B19E-943B2D573E3C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4152587" y="4798430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30" name="Straight Connector 1329">
                                  <a:extLst>
                                    <a:ext uri="{FF2B5EF4-FFF2-40B4-BE49-F238E27FC236}">
                                      <a16:creationId xmlns:a16="http://schemas.microsoft.com/office/drawing/2014/main" id="{CA6EACB4-B98E-43E7-84FF-B7A043281535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7950050" y="4788866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  <p:grpSp>
                          <p:nvGrpSpPr>
                            <p:cNvPr id="1310" name="Group 1309">
                              <a:extLst>
                                <a:ext uri="{FF2B5EF4-FFF2-40B4-BE49-F238E27FC236}">
                                  <a16:creationId xmlns:a16="http://schemas.microsoft.com/office/drawing/2014/main" id="{018764FC-0D2B-4AFD-A066-E5067361F23E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5400000">
                              <a:off x="4831541" y="229595"/>
                              <a:ext cx="4595886" cy="6055018"/>
                              <a:chOff x="4835488" y="208128"/>
                              <a:chExt cx="4595886" cy="6055018"/>
                            </a:xfrm>
                            <a:grpFill/>
                          </p:grpSpPr>
                          <p:grpSp>
                            <p:nvGrpSpPr>
                              <p:cNvPr id="1311" name="Group 1310">
                                <a:extLst>
                                  <a:ext uri="{FF2B5EF4-FFF2-40B4-BE49-F238E27FC236}">
                                    <a16:creationId xmlns:a16="http://schemas.microsoft.com/office/drawing/2014/main" id="{D6847F48-B250-4305-A74E-527D6CAE1CF9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835488" y="966780"/>
                                <a:ext cx="3787475" cy="5296366"/>
                                <a:chOff x="4835488" y="966780"/>
                                <a:chExt cx="3787475" cy="5296366"/>
                              </a:xfrm>
                              <a:grpFill/>
                            </p:grpSpPr>
                            <p:cxnSp>
                              <p:nvCxnSpPr>
                                <p:cNvPr id="1317" name="Straight Connector 1316">
                                  <a:extLst>
                                    <a:ext uri="{FF2B5EF4-FFF2-40B4-BE49-F238E27FC236}">
                                      <a16:creationId xmlns:a16="http://schemas.microsoft.com/office/drawing/2014/main" id="{13F88105-6F9D-4535-BAEB-83CF122912F5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7508658" y="5147487"/>
                                  <a:ext cx="7485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18" name="Straight Connector 1317">
                                  <a:extLst>
                                    <a:ext uri="{FF2B5EF4-FFF2-40B4-BE49-F238E27FC236}">
                                      <a16:creationId xmlns:a16="http://schemas.microsoft.com/office/drawing/2014/main" id="{B8B0C063-4D89-4C22-A6EC-29A054FDE6D0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V="1">
                                  <a:off x="8259359" y="4402672"/>
                                  <a:ext cx="0" cy="727209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19" name="Straight Connector 1318">
                                  <a:extLst>
                                    <a:ext uri="{FF2B5EF4-FFF2-40B4-BE49-F238E27FC236}">
                                      <a16:creationId xmlns:a16="http://schemas.microsoft.com/office/drawing/2014/main" id="{B2D95A0D-608F-4B43-AAC7-396DE2DCDD4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V="1">
                                  <a:off x="7117331" y="4780635"/>
                                  <a:ext cx="0" cy="1487043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20" name="Straight Connector 1319">
                                  <a:extLst>
                                    <a:ext uri="{FF2B5EF4-FFF2-40B4-BE49-F238E27FC236}">
                                      <a16:creationId xmlns:a16="http://schemas.microsoft.com/office/drawing/2014/main" id="{3E156E3A-1BAA-43BF-AF0B-C038357EB07D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4467952" y="5895611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21" name="Straight Connector 1320">
                                  <a:extLst>
                                    <a:ext uri="{FF2B5EF4-FFF2-40B4-BE49-F238E27FC236}">
                                      <a16:creationId xmlns:a16="http://schemas.microsoft.com/office/drawing/2014/main" id="{9C48C30C-F8F9-4A6B-8376-9E35553ACB1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5985565" y="5895611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22" name="Straight Connector 1321">
                                  <a:extLst>
                                    <a:ext uri="{FF2B5EF4-FFF2-40B4-BE49-F238E27FC236}">
                                      <a16:creationId xmlns:a16="http://schemas.microsoft.com/office/drawing/2014/main" id="{663A82DC-BA36-4D9C-B15E-456718A8D544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5999147" y="1334316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1312" name="Group 1311">
                                <a:extLst>
                                  <a:ext uri="{FF2B5EF4-FFF2-40B4-BE49-F238E27FC236}">
                                    <a16:creationId xmlns:a16="http://schemas.microsoft.com/office/drawing/2014/main" id="{94CC1F77-ED40-4821-BBFB-0E164588F929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 rot="10800000">
                                <a:off x="5597917" y="208128"/>
                                <a:ext cx="3833457" cy="1505248"/>
                                <a:chOff x="4854992" y="4795499"/>
                                <a:chExt cx="3833457" cy="1505248"/>
                              </a:xfrm>
                              <a:grpFill/>
                            </p:grpSpPr>
                            <p:cxnSp>
                              <p:nvCxnSpPr>
                                <p:cNvPr id="1313" name="Straight Connector 1312">
                                  <a:extLst>
                                    <a:ext uri="{FF2B5EF4-FFF2-40B4-BE49-F238E27FC236}">
                                      <a16:creationId xmlns:a16="http://schemas.microsoft.com/office/drawing/2014/main" id="{8FB850D4-83A0-4627-BEBE-C40B72568B2F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7926447" y="4795499"/>
                                  <a:ext cx="762002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14" name="Straight Connector 1313">
                                  <a:extLst>
                                    <a:ext uri="{FF2B5EF4-FFF2-40B4-BE49-F238E27FC236}">
                                      <a16:creationId xmlns:a16="http://schemas.microsoft.com/office/drawing/2014/main" id="{07E58C33-2665-431B-989F-3AD9FEA2A671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6026202" y="5919526"/>
                                  <a:ext cx="748558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15" name="Straight Connector 1314">
                                  <a:extLst>
                                    <a:ext uri="{FF2B5EF4-FFF2-40B4-BE49-F238E27FC236}">
                                      <a16:creationId xmlns:a16="http://schemas.microsoft.com/office/drawing/2014/main" id="{ADF936B6-9D17-400D-B720-25EB13BA9F8C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7160929" y="4801456"/>
                                  <a:ext cx="0" cy="149167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16" name="Straight Connector 1315">
                                  <a:extLst>
                                    <a:ext uri="{FF2B5EF4-FFF2-40B4-BE49-F238E27FC236}">
                                      <a16:creationId xmlns:a16="http://schemas.microsoft.com/office/drawing/2014/main" id="{512DDC3D-780F-479B-B3C0-402A90A9D2E1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4480713" y="5926468"/>
                                  <a:ext cx="748558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</p:grpSp>
                      <p:grpSp>
                        <p:nvGrpSpPr>
                          <p:cNvPr id="1276" name="Group 1275">
                            <a:extLst>
                              <a:ext uri="{FF2B5EF4-FFF2-40B4-BE49-F238E27FC236}">
                                <a16:creationId xmlns:a16="http://schemas.microsoft.com/office/drawing/2014/main" id="{1C5F3591-5306-45F6-A617-6D438088140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675288" y="12477887"/>
                            <a:ext cx="190606" cy="191747"/>
                            <a:chOff x="4087046" y="206052"/>
                            <a:chExt cx="6069979" cy="6106346"/>
                          </a:xfrm>
                          <a:noFill/>
                        </p:grpSpPr>
                        <p:grpSp>
                          <p:nvGrpSpPr>
                            <p:cNvPr id="1277" name="Group 1276">
                              <a:extLst>
                                <a:ext uri="{FF2B5EF4-FFF2-40B4-BE49-F238E27FC236}">
                                  <a16:creationId xmlns:a16="http://schemas.microsoft.com/office/drawing/2014/main" id="{86349F4D-411E-438F-BDA2-7BA34995717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087046" y="206052"/>
                              <a:ext cx="6069979" cy="6106346"/>
                              <a:chOff x="4087046" y="206052"/>
                              <a:chExt cx="6069979" cy="6106346"/>
                            </a:xfrm>
                            <a:grpFill/>
                          </p:grpSpPr>
                          <p:grpSp>
                            <p:nvGrpSpPr>
                              <p:cNvPr id="1291" name="Group 1290">
                                <a:extLst>
                                  <a:ext uri="{FF2B5EF4-FFF2-40B4-BE49-F238E27FC236}">
                                    <a16:creationId xmlns:a16="http://schemas.microsoft.com/office/drawing/2014/main" id="{0CAC4E81-A890-467E-A4F7-C9DA2319D450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087046" y="953333"/>
                                <a:ext cx="6069979" cy="5359065"/>
                                <a:chOff x="4087046" y="953333"/>
                                <a:chExt cx="6069979" cy="5359065"/>
                              </a:xfrm>
                              <a:grpFill/>
                            </p:grpSpPr>
                            <p:cxnSp>
                              <p:nvCxnSpPr>
                                <p:cNvPr id="1299" name="Straight Connector 1298">
                                  <a:extLst>
                                    <a:ext uri="{FF2B5EF4-FFF2-40B4-BE49-F238E27FC236}">
                                      <a16:creationId xmlns:a16="http://schemas.microsoft.com/office/drawing/2014/main" id="{83066894-8282-4FC7-B30A-8B84FA2E492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7889749" y="4796248"/>
                                  <a:ext cx="0" cy="74572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00" name="Straight Connector 1299">
                                  <a:extLst>
                                    <a:ext uri="{FF2B5EF4-FFF2-40B4-BE49-F238E27FC236}">
                                      <a16:creationId xmlns:a16="http://schemas.microsoft.com/office/drawing/2014/main" id="{21911EF1-5498-439E-92F0-5415C5C725C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6364966" y="5553601"/>
                                  <a:ext cx="0" cy="748278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01" name="Straight Connector 1300">
                                  <a:extLst>
                                    <a:ext uri="{FF2B5EF4-FFF2-40B4-BE49-F238E27FC236}">
                                      <a16:creationId xmlns:a16="http://schemas.microsoft.com/office/drawing/2014/main" id="{02B6C287-0704-451E-A8E1-C6DEF07DAB4B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9397239" y="4789755"/>
                                  <a:ext cx="0" cy="75472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02" name="Straight Connector 1301">
                                  <a:extLst>
                                    <a:ext uri="{FF2B5EF4-FFF2-40B4-BE49-F238E27FC236}">
                                      <a16:creationId xmlns:a16="http://schemas.microsoft.com/office/drawing/2014/main" id="{BC93F549-D78A-42E7-A760-10D6C50BACCD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10157025" y="4011494"/>
                                  <a:ext cx="0" cy="154355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03" name="Straight Connector 1302">
                                  <a:extLst>
                                    <a:ext uri="{FF2B5EF4-FFF2-40B4-BE49-F238E27FC236}">
                                      <a16:creationId xmlns:a16="http://schemas.microsoft.com/office/drawing/2014/main" id="{6F7175AD-C8F1-441D-8287-8A5F8F43ECC2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4101972" y="6312398"/>
                                  <a:ext cx="2247764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04" name="Straight Connector 1303">
                                  <a:extLst>
                                    <a:ext uri="{FF2B5EF4-FFF2-40B4-BE49-F238E27FC236}">
                                      <a16:creationId xmlns:a16="http://schemas.microsoft.com/office/drawing/2014/main" id="{D95CE696-9AA0-4442-8EFD-456DAE6F364C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4087046" y="964029"/>
                                  <a:ext cx="0" cy="1504355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05" name="Straight Connector 1304">
                                  <a:extLst>
                                    <a:ext uri="{FF2B5EF4-FFF2-40B4-BE49-F238E27FC236}">
                                      <a16:creationId xmlns:a16="http://schemas.microsoft.com/office/drawing/2014/main" id="{8DFA7FF6-83A3-4040-BE9E-1FA5EDB6EFDF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4101972" y="4771341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06" name="Straight Connector 1305">
                                  <a:extLst>
                                    <a:ext uri="{FF2B5EF4-FFF2-40B4-BE49-F238E27FC236}">
                                      <a16:creationId xmlns:a16="http://schemas.microsoft.com/office/drawing/2014/main" id="{886B4132-9BA7-4326-AD6E-78F4A2756142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6371076" y="953333"/>
                                  <a:ext cx="2246332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07" name="Straight Connector 1306">
                                  <a:extLst>
                                    <a:ext uri="{FF2B5EF4-FFF2-40B4-BE49-F238E27FC236}">
                                      <a16:creationId xmlns:a16="http://schemas.microsoft.com/office/drawing/2014/main" id="{D3B98B79-55E2-4D7B-99B2-907E4D16C657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7904463" y="4786939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308" name="Straight Connector 1307">
                                  <a:extLst>
                                    <a:ext uri="{FF2B5EF4-FFF2-40B4-BE49-F238E27FC236}">
                                      <a16:creationId xmlns:a16="http://schemas.microsoft.com/office/drawing/2014/main" id="{D5CBDA84-4CC9-41C5-929F-A68081B337E8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6389374" y="5551991"/>
                                  <a:ext cx="14867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1292" name="Group 1291">
                                <a:extLst>
                                  <a:ext uri="{FF2B5EF4-FFF2-40B4-BE49-F238E27FC236}">
                                    <a16:creationId xmlns:a16="http://schemas.microsoft.com/office/drawing/2014/main" id="{0C12AC56-294A-4184-B035-E787D77ED6F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 rot="10800000">
                                <a:off x="4846608" y="206052"/>
                                <a:ext cx="5287171" cy="1513957"/>
                                <a:chOff x="4152587" y="4788866"/>
                                <a:chExt cx="5287171" cy="1513957"/>
                              </a:xfrm>
                              <a:grpFill/>
                            </p:grpSpPr>
                            <p:cxnSp>
                              <p:nvCxnSpPr>
                                <p:cNvPr id="1293" name="Straight Connector 1292">
                                  <a:extLst>
                                    <a:ext uri="{FF2B5EF4-FFF2-40B4-BE49-F238E27FC236}">
                                      <a16:creationId xmlns:a16="http://schemas.microsoft.com/office/drawing/2014/main" id="{5650D09D-9112-46E4-A435-9CC8A00B7C0F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 flipV="1">
                                  <a:off x="7926222" y="4788980"/>
                                  <a:ext cx="0" cy="76533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94" name="Straight Connector 1293">
                                  <a:extLst>
                                    <a:ext uri="{FF2B5EF4-FFF2-40B4-BE49-F238E27FC236}">
                                      <a16:creationId xmlns:a16="http://schemas.microsoft.com/office/drawing/2014/main" id="{059C7869-BA91-4FBD-8CB1-2E016A5B1E85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9439758" y="4792278"/>
                                  <a:ext cx="0" cy="75472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95" name="Straight Connector 1294">
                                  <a:extLst>
                                    <a:ext uri="{FF2B5EF4-FFF2-40B4-BE49-F238E27FC236}">
                                      <a16:creationId xmlns:a16="http://schemas.microsoft.com/office/drawing/2014/main" id="{F9F26415-3450-415F-9A02-0F9F9FF9EBE0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4162151" y="6301988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96" name="Straight Connector 1295">
                                  <a:extLst>
                                    <a:ext uri="{FF2B5EF4-FFF2-40B4-BE49-F238E27FC236}">
                                      <a16:creationId xmlns:a16="http://schemas.microsoft.com/office/drawing/2014/main" id="{73B4BC56-7645-474C-8859-5DA8CCA02EBB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 flipV="1">
                                  <a:off x="5641626" y="5556172"/>
                                  <a:ext cx="0" cy="746651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97" name="Straight Connector 1296">
                                  <a:extLst>
                                    <a:ext uri="{FF2B5EF4-FFF2-40B4-BE49-F238E27FC236}">
                                      <a16:creationId xmlns:a16="http://schemas.microsoft.com/office/drawing/2014/main" id="{2071F588-A877-4D9E-90F8-19D3FE4F67E3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4152587" y="4798430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98" name="Straight Connector 1297">
                                  <a:extLst>
                                    <a:ext uri="{FF2B5EF4-FFF2-40B4-BE49-F238E27FC236}">
                                      <a16:creationId xmlns:a16="http://schemas.microsoft.com/office/drawing/2014/main" id="{CB4A3B46-038F-4324-986A-4A49EB259189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0800000">
                                  <a:off x="7950050" y="4788866"/>
                                  <a:ext cx="1466807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  <p:grpSp>
                          <p:nvGrpSpPr>
                            <p:cNvPr id="1278" name="Group 1277">
                              <a:extLst>
                                <a:ext uri="{FF2B5EF4-FFF2-40B4-BE49-F238E27FC236}">
                                  <a16:creationId xmlns:a16="http://schemas.microsoft.com/office/drawing/2014/main" id="{10768E64-B940-4E08-B50F-44D84854FDE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5400000">
                              <a:off x="4831541" y="229595"/>
                              <a:ext cx="4595886" cy="6055018"/>
                              <a:chOff x="4835488" y="208128"/>
                              <a:chExt cx="4595886" cy="6055018"/>
                            </a:xfrm>
                            <a:grpFill/>
                          </p:grpSpPr>
                          <p:grpSp>
                            <p:nvGrpSpPr>
                              <p:cNvPr id="1279" name="Group 1278">
                                <a:extLst>
                                  <a:ext uri="{FF2B5EF4-FFF2-40B4-BE49-F238E27FC236}">
                                    <a16:creationId xmlns:a16="http://schemas.microsoft.com/office/drawing/2014/main" id="{33F1A596-6EEE-4F40-AA90-22C4557168CD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835488" y="966780"/>
                                <a:ext cx="3787475" cy="5296366"/>
                                <a:chOff x="4835488" y="966780"/>
                                <a:chExt cx="3787475" cy="5296366"/>
                              </a:xfrm>
                              <a:grpFill/>
                            </p:grpSpPr>
                            <p:cxnSp>
                              <p:nvCxnSpPr>
                                <p:cNvPr id="1285" name="Straight Connector 1284">
                                  <a:extLst>
                                    <a:ext uri="{FF2B5EF4-FFF2-40B4-BE49-F238E27FC236}">
                                      <a16:creationId xmlns:a16="http://schemas.microsoft.com/office/drawing/2014/main" id="{12B89278-95E0-4880-B967-8277143BA167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7508658" y="5147487"/>
                                  <a:ext cx="74856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86" name="Straight Connector 1285">
                                  <a:extLst>
                                    <a:ext uri="{FF2B5EF4-FFF2-40B4-BE49-F238E27FC236}">
                                      <a16:creationId xmlns:a16="http://schemas.microsoft.com/office/drawing/2014/main" id="{63F70F91-7D33-4FA7-BF51-8B32A5CE987C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V="1">
                                  <a:off x="8259359" y="4402672"/>
                                  <a:ext cx="0" cy="727209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87" name="Straight Connector 1286">
                                  <a:extLst>
                                    <a:ext uri="{FF2B5EF4-FFF2-40B4-BE49-F238E27FC236}">
                                      <a16:creationId xmlns:a16="http://schemas.microsoft.com/office/drawing/2014/main" id="{0740EE62-0DE7-41F5-A3CB-841793067AEE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V="1">
                                  <a:off x="7117331" y="4780635"/>
                                  <a:ext cx="0" cy="1487043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88" name="Straight Connector 1287">
                                  <a:extLst>
                                    <a:ext uri="{FF2B5EF4-FFF2-40B4-BE49-F238E27FC236}">
                                      <a16:creationId xmlns:a16="http://schemas.microsoft.com/office/drawing/2014/main" id="{073A5DF3-2BD1-466B-8422-E7ACBEE036CE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4467952" y="5895611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89" name="Straight Connector 1288">
                                  <a:extLst>
                                    <a:ext uri="{FF2B5EF4-FFF2-40B4-BE49-F238E27FC236}">
                                      <a16:creationId xmlns:a16="http://schemas.microsoft.com/office/drawing/2014/main" id="{4ADB7428-ED09-4F66-BC27-21CB07009D35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5985565" y="5895611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90" name="Straight Connector 1289">
                                  <a:extLst>
                                    <a:ext uri="{FF2B5EF4-FFF2-40B4-BE49-F238E27FC236}">
                                      <a16:creationId xmlns:a16="http://schemas.microsoft.com/office/drawing/2014/main" id="{39965333-DAB8-4500-84D0-D2307108D086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16200000" flipH="1">
                                  <a:off x="5999147" y="1334316"/>
                                  <a:ext cx="735071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1280" name="Group 1279">
                                <a:extLst>
                                  <a:ext uri="{FF2B5EF4-FFF2-40B4-BE49-F238E27FC236}">
                                    <a16:creationId xmlns:a16="http://schemas.microsoft.com/office/drawing/2014/main" id="{44935961-0AD7-49E0-BDE0-830B9281BB00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 rot="10800000">
                                <a:off x="5597917" y="208128"/>
                                <a:ext cx="3833457" cy="1505248"/>
                                <a:chOff x="4854992" y="4795499"/>
                                <a:chExt cx="3833457" cy="1505248"/>
                              </a:xfrm>
                              <a:grpFill/>
                            </p:grpSpPr>
                            <p:cxnSp>
                              <p:nvCxnSpPr>
                                <p:cNvPr id="1281" name="Straight Connector 1280">
                                  <a:extLst>
                                    <a:ext uri="{FF2B5EF4-FFF2-40B4-BE49-F238E27FC236}">
                                      <a16:creationId xmlns:a16="http://schemas.microsoft.com/office/drawing/2014/main" id="{0DF616D8-48B5-40A7-B840-8ECD17AC1DFC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7926447" y="4795499"/>
                                  <a:ext cx="762002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82" name="Straight Connector 1281">
                                  <a:extLst>
                                    <a:ext uri="{FF2B5EF4-FFF2-40B4-BE49-F238E27FC236}">
                                      <a16:creationId xmlns:a16="http://schemas.microsoft.com/office/drawing/2014/main" id="{9B0CF4A5-3593-46E4-AFE4-B478A31813F0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6027226" y="5920548"/>
                                  <a:ext cx="746510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83" name="Straight Connector 1282">
                                  <a:extLst>
                                    <a:ext uri="{FF2B5EF4-FFF2-40B4-BE49-F238E27FC236}">
                                      <a16:creationId xmlns:a16="http://schemas.microsoft.com/office/drawing/2014/main" id="{D27B80FD-79FD-45C6-B7D8-263F8984A1FA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7160929" y="4801456"/>
                                  <a:ext cx="0" cy="1491676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84" name="Straight Connector 1283">
                                  <a:extLst>
                                    <a:ext uri="{FF2B5EF4-FFF2-40B4-BE49-F238E27FC236}">
                                      <a16:creationId xmlns:a16="http://schemas.microsoft.com/office/drawing/2014/main" id="{5A3C8CC9-4979-4386-B323-F9D2F745704A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rot="5400000">
                                  <a:off x="4480713" y="5926468"/>
                                  <a:ext cx="748558" cy="0"/>
                                </a:xfrm>
                                <a:prstGeom prst="line">
                                  <a:avLst/>
                                </a:prstGeom>
                                <a:grpFill/>
                                <a:ln w="6350" cap="rnd"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</p:grpSp>
                    </p:grpSp>
                    <p:grpSp>
                      <p:nvGrpSpPr>
                        <p:cNvPr id="1209" name="Group 1208">
                          <a:extLst>
                            <a:ext uri="{FF2B5EF4-FFF2-40B4-BE49-F238E27FC236}">
                              <a16:creationId xmlns:a16="http://schemas.microsoft.com/office/drawing/2014/main" id="{5EF69BA7-9693-42C2-8EEE-EA3FC77060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008168" y="11806899"/>
                          <a:ext cx="1524845" cy="1539126"/>
                          <a:chOff x="4087046" y="201783"/>
                          <a:chExt cx="6069979" cy="6126839"/>
                        </a:xfrm>
                        <a:noFill/>
                      </p:grpSpPr>
                      <p:grpSp>
                        <p:nvGrpSpPr>
                          <p:cNvPr id="1243" name="Group 1242">
                            <a:extLst>
                              <a:ext uri="{FF2B5EF4-FFF2-40B4-BE49-F238E27FC236}">
                                <a16:creationId xmlns:a16="http://schemas.microsoft.com/office/drawing/2014/main" id="{0BAB62AC-6522-451D-92EE-55E679E003A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087046" y="201783"/>
                            <a:ext cx="6069979" cy="6126839"/>
                            <a:chOff x="4087046" y="201783"/>
                            <a:chExt cx="6069979" cy="6126839"/>
                          </a:xfrm>
                          <a:grpFill/>
                        </p:grpSpPr>
                        <p:grpSp>
                          <p:nvGrpSpPr>
                            <p:cNvPr id="1257" name="Group 1256">
                              <a:extLst>
                                <a:ext uri="{FF2B5EF4-FFF2-40B4-BE49-F238E27FC236}">
                                  <a16:creationId xmlns:a16="http://schemas.microsoft.com/office/drawing/2014/main" id="{CCD30700-CD3A-4E7E-8C59-B1F1E83B5BB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087046" y="953333"/>
                              <a:ext cx="6069979" cy="5375289"/>
                              <a:chOff x="4087046" y="953333"/>
                              <a:chExt cx="6069979" cy="5375289"/>
                            </a:xfrm>
                            <a:grpFill/>
                          </p:grpSpPr>
                          <p:cxnSp>
                            <p:nvCxnSpPr>
                              <p:cNvPr id="1265" name="Straight Connector 1264">
                                <a:extLst>
                                  <a:ext uri="{FF2B5EF4-FFF2-40B4-BE49-F238E27FC236}">
                                    <a16:creationId xmlns:a16="http://schemas.microsoft.com/office/drawing/2014/main" id="{8F5D2241-C7C4-49C6-9019-79C8E6116FF6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7889749" y="4796248"/>
                                <a:ext cx="0" cy="74572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66" name="Straight Connector 1265">
                                <a:extLst>
                                  <a:ext uri="{FF2B5EF4-FFF2-40B4-BE49-F238E27FC236}">
                                    <a16:creationId xmlns:a16="http://schemas.microsoft.com/office/drawing/2014/main" id="{ED8BFD8B-0B0D-4EAE-BCA3-85656989F15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6361811" y="5553601"/>
                                <a:ext cx="0" cy="758797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67" name="Straight Connector 1266">
                                <a:extLst>
                                  <a:ext uri="{FF2B5EF4-FFF2-40B4-BE49-F238E27FC236}">
                                    <a16:creationId xmlns:a16="http://schemas.microsoft.com/office/drawing/2014/main" id="{E1C0CFC5-923F-4D33-B15C-5BEAC38335F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9397239" y="4789755"/>
                                <a:ext cx="0" cy="754726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68" name="Straight Connector 1267">
                                <a:extLst>
                                  <a:ext uri="{FF2B5EF4-FFF2-40B4-BE49-F238E27FC236}">
                                    <a16:creationId xmlns:a16="http://schemas.microsoft.com/office/drawing/2014/main" id="{AE008E20-282C-409D-9452-49F5EEA28F49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0157025" y="4011494"/>
                                <a:ext cx="0" cy="154355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69" name="Straight Connector 1268">
                                <a:extLst>
                                  <a:ext uri="{FF2B5EF4-FFF2-40B4-BE49-F238E27FC236}">
                                    <a16:creationId xmlns:a16="http://schemas.microsoft.com/office/drawing/2014/main" id="{2E9CAFB0-D525-4DD7-BE1D-5EF355B3E126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H="1">
                                <a:off x="4101972" y="6328622"/>
                                <a:ext cx="2247764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70" name="Straight Connector 1269">
                                <a:extLst>
                                  <a:ext uri="{FF2B5EF4-FFF2-40B4-BE49-F238E27FC236}">
                                    <a16:creationId xmlns:a16="http://schemas.microsoft.com/office/drawing/2014/main" id="{8263E9D0-2368-4367-9986-EC7332D386E7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4087046" y="964029"/>
                                <a:ext cx="0" cy="1504355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71" name="Straight Connector 1270">
                                <a:extLst>
                                  <a:ext uri="{FF2B5EF4-FFF2-40B4-BE49-F238E27FC236}">
                                    <a16:creationId xmlns:a16="http://schemas.microsoft.com/office/drawing/2014/main" id="{35653D67-1CE5-44ED-9991-AC09701942C0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H="1">
                                <a:off x="4101972" y="4781007"/>
                                <a:ext cx="1494673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72" name="Straight Connector 1271">
                                <a:extLst>
                                  <a:ext uri="{FF2B5EF4-FFF2-40B4-BE49-F238E27FC236}">
                                    <a16:creationId xmlns:a16="http://schemas.microsoft.com/office/drawing/2014/main" id="{F45AF9A3-AEC5-408C-8C5C-47BC2272E5EF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H="1">
                                <a:off x="6371076" y="953333"/>
                                <a:ext cx="2273664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73" name="Straight Connector 1272">
                                <a:extLst>
                                  <a:ext uri="{FF2B5EF4-FFF2-40B4-BE49-F238E27FC236}">
                                    <a16:creationId xmlns:a16="http://schemas.microsoft.com/office/drawing/2014/main" id="{A0BBD412-3E6A-4586-8893-1EBF71EBA7DE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H="1">
                                <a:off x="7904463" y="4786939"/>
                                <a:ext cx="1486760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74" name="Straight Connector 1273">
                                <a:extLst>
                                  <a:ext uri="{FF2B5EF4-FFF2-40B4-BE49-F238E27FC236}">
                                    <a16:creationId xmlns:a16="http://schemas.microsoft.com/office/drawing/2014/main" id="{81168D3A-3358-47CF-AB31-D3EE9BE15B9C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H="1">
                                <a:off x="6360144" y="5551991"/>
                                <a:ext cx="1534360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grpSp>
                          <p:nvGrpSpPr>
                            <p:cNvPr id="1258" name="Group 1257">
                              <a:extLst>
                                <a:ext uri="{FF2B5EF4-FFF2-40B4-BE49-F238E27FC236}">
                                  <a16:creationId xmlns:a16="http://schemas.microsoft.com/office/drawing/2014/main" id="{DE361CB2-DD82-42BF-A765-C223FD78641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4846608" y="201783"/>
                              <a:ext cx="5303443" cy="1518226"/>
                              <a:chOff x="4136315" y="4788866"/>
                              <a:chExt cx="5303443" cy="1518226"/>
                            </a:xfrm>
                            <a:grpFill/>
                          </p:grpSpPr>
                          <p:cxnSp>
                            <p:nvCxnSpPr>
                              <p:cNvPr id="1259" name="Straight Connector 1258">
                                <a:extLst>
                                  <a:ext uri="{FF2B5EF4-FFF2-40B4-BE49-F238E27FC236}">
                                    <a16:creationId xmlns:a16="http://schemas.microsoft.com/office/drawing/2014/main" id="{C140AD00-6A0D-4791-A22A-A6792A53432E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0800000" flipV="1">
                                <a:off x="7926222" y="4788980"/>
                                <a:ext cx="0" cy="76533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60" name="Straight Connector 1259">
                                <a:extLst>
                                  <a:ext uri="{FF2B5EF4-FFF2-40B4-BE49-F238E27FC236}">
                                    <a16:creationId xmlns:a16="http://schemas.microsoft.com/office/drawing/2014/main" id="{0BB23759-0F27-4C58-A305-529F06E88816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9439758" y="4792278"/>
                                <a:ext cx="0" cy="754726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61" name="Straight Connector 1260">
                                <a:extLst>
                                  <a:ext uri="{FF2B5EF4-FFF2-40B4-BE49-F238E27FC236}">
                                    <a16:creationId xmlns:a16="http://schemas.microsoft.com/office/drawing/2014/main" id="{C69E7B51-2452-4539-8A3F-2D19695E387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0800000">
                                <a:off x="4136315" y="6307092"/>
                                <a:ext cx="1492643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62" name="Straight Connector 1261">
                                <a:extLst>
                                  <a:ext uri="{FF2B5EF4-FFF2-40B4-BE49-F238E27FC236}">
                                    <a16:creationId xmlns:a16="http://schemas.microsoft.com/office/drawing/2014/main" id="{EBFED264-3984-4EFE-9A4F-25A96AE504B2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0800000" flipV="1">
                                <a:off x="5641626" y="5556172"/>
                                <a:ext cx="0" cy="746651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63" name="Straight Connector 1262">
                                <a:extLst>
                                  <a:ext uri="{FF2B5EF4-FFF2-40B4-BE49-F238E27FC236}">
                                    <a16:creationId xmlns:a16="http://schemas.microsoft.com/office/drawing/2014/main" id="{6BC8FE38-D08A-4550-AC89-B8A70AF99C7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0800000">
                                <a:off x="4136315" y="4790544"/>
                                <a:ext cx="1502208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64" name="Straight Connector 1263">
                                <a:extLst>
                                  <a:ext uri="{FF2B5EF4-FFF2-40B4-BE49-F238E27FC236}">
                                    <a16:creationId xmlns:a16="http://schemas.microsoft.com/office/drawing/2014/main" id="{7B643790-A997-4461-AAA7-15EFF1EEB8E2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0800000">
                                <a:off x="7929391" y="4788866"/>
                                <a:ext cx="1510367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  <p:grpSp>
                        <p:nvGrpSpPr>
                          <p:cNvPr id="1244" name="Group 1243">
                            <a:extLst>
                              <a:ext uri="{FF2B5EF4-FFF2-40B4-BE49-F238E27FC236}">
                                <a16:creationId xmlns:a16="http://schemas.microsoft.com/office/drawing/2014/main" id="{2644BE52-4048-4630-AAB9-1CB88AF1BF7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5400000">
                            <a:off x="4831541" y="229595"/>
                            <a:ext cx="4595886" cy="6055018"/>
                            <a:chOff x="4835488" y="208128"/>
                            <a:chExt cx="4595886" cy="6055018"/>
                          </a:xfrm>
                          <a:grpFill/>
                        </p:grpSpPr>
                        <p:grpSp>
                          <p:nvGrpSpPr>
                            <p:cNvPr id="1245" name="Group 1244">
                              <a:extLst>
                                <a:ext uri="{FF2B5EF4-FFF2-40B4-BE49-F238E27FC236}">
                                  <a16:creationId xmlns:a16="http://schemas.microsoft.com/office/drawing/2014/main" id="{96227A5E-3523-40C3-BCF2-0FFFE81B8E8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835488" y="966780"/>
                              <a:ext cx="3812179" cy="5296366"/>
                              <a:chOff x="4835488" y="966780"/>
                              <a:chExt cx="3812179" cy="5296366"/>
                            </a:xfrm>
                            <a:grpFill/>
                          </p:grpSpPr>
                          <p:cxnSp>
                            <p:nvCxnSpPr>
                              <p:cNvPr id="1251" name="Straight Connector 1250">
                                <a:extLst>
                                  <a:ext uri="{FF2B5EF4-FFF2-40B4-BE49-F238E27FC236}">
                                    <a16:creationId xmlns:a16="http://schemas.microsoft.com/office/drawing/2014/main" id="{44F36031-54B6-4DFF-87B0-5D0D1EBA0102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6200000" flipH="1">
                                <a:off x="7514966" y="5142756"/>
                                <a:ext cx="748560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52" name="Straight Connector 1251">
                                <a:extLst>
                                  <a:ext uri="{FF2B5EF4-FFF2-40B4-BE49-F238E27FC236}">
                                    <a16:creationId xmlns:a16="http://schemas.microsoft.com/office/drawing/2014/main" id="{4F73AFF7-1C23-41D3-B74E-5316604CBF72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6200000" flipV="1">
                                <a:off x="8271711" y="4390320"/>
                                <a:ext cx="0" cy="751913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53" name="Straight Connector 1252">
                                <a:extLst>
                                  <a:ext uri="{FF2B5EF4-FFF2-40B4-BE49-F238E27FC236}">
                                    <a16:creationId xmlns:a16="http://schemas.microsoft.com/office/drawing/2014/main" id="{36BE761C-2D20-4D18-8D71-C60CDA5E487E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6200000" flipV="1">
                                <a:off x="7132695" y="4765271"/>
                                <a:ext cx="0" cy="151777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54" name="Straight Connector 1253">
                                <a:extLst>
                                  <a:ext uri="{FF2B5EF4-FFF2-40B4-BE49-F238E27FC236}">
                                    <a16:creationId xmlns:a16="http://schemas.microsoft.com/office/drawing/2014/main" id="{5841559A-C685-4A96-8B22-968BAB5E7917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6200000" flipH="1">
                                <a:off x="4467952" y="5895611"/>
                                <a:ext cx="735071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55" name="Straight Connector 1254">
                                <a:extLst>
                                  <a:ext uri="{FF2B5EF4-FFF2-40B4-BE49-F238E27FC236}">
                                    <a16:creationId xmlns:a16="http://schemas.microsoft.com/office/drawing/2014/main" id="{89FE89A8-EBCF-4762-A967-63BA9ADBFCB4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6200000" flipH="1">
                                <a:off x="5985565" y="5895611"/>
                                <a:ext cx="735071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56" name="Straight Connector 1255">
                                <a:extLst>
                                  <a:ext uri="{FF2B5EF4-FFF2-40B4-BE49-F238E27FC236}">
                                    <a16:creationId xmlns:a16="http://schemas.microsoft.com/office/drawing/2014/main" id="{506DD5DE-56A3-45E4-887D-FB933F7B3277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6200000" flipH="1">
                                <a:off x="5999147" y="1334316"/>
                                <a:ext cx="735071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grpSp>
                          <p:nvGrpSpPr>
                            <p:cNvPr id="1246" name="Group 1245">
                              <a:extLst>
                                <a:ext uri="{FF2B5EF4-FFF2-40B4-BE49-F238E27FC236}">
                                  <a16:creationId xmlns:a16="http://schemas.microsoft.com/office/drawing/2014/main" id="{B044DA07-C017-420B-B5B9-65D8831FEDA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5597917" y="208128"/>
                              <a:ext cx="3833457" cy="1505248"/>
                              <a:chOff x="4854992" y="4795499"/>
                              <a:chExt cx="3833457" cy="1505248"/>
                            </a:xfrm>
                            <a:grpFill/>
                          </p:grpSpPr>
                          <p:cxnSp>
                            <p:nvCxnSpPr>
                              <p:cNvPr id="1247" name="Straight Connector 1246">
                                <a:extLst>
                                  <a:ext uri="{FF2B5EF4-FFF2-40B4-BE49-F238E27FC236}">
                                    <a16:creationId xmlns:a16="http://schemas.microsoft.com/office/drawing/2014/main" id="{D8B8E43F-3FCF-47D2-B680-408DC05B2ED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H="1">
                                <a:off x="7926447" y="4795499"/>
                                <a:ext cx="762002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48" name="Straight Connector 1247">
                                <a:extLst>
                                  <a:ext uri="{FF2B5EF4-FFF2-40B4-BE49-F238E27FC236}">
                                    <a16:creationId xmlns:a16="http://schemas.microsoft.com/office/drawing/2014/main" id="{36A601A7-16B1-4F66-A8BB-E1171ED24433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5400000">
                                <a:off x="6026202" y="5919526"/>
                                <a:ext cx="748558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49" name="Straight Connector 1248">
                                <a:extLst>
                                  <a:ext uri="{FF2B5EF4-FFF2-40B4-BE49-F238E27FC236}">
                                    <a16:creationId xmlns:a16="http://schemas.microsoft.com/office/drawing/2014/main" id="{1EFE9A67-597B-40EA-8342-92F5F5C0C7B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5400000">
                                <a:off x="7160055" y="4782629"/>
                                <a:ext cx="0" cy="1523019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50" name="Straight Connector 1249">
                                <a:extLst>
                                  <a:ext uri="{FF2B5EF4-FFF2-40B4-BE49-F238E27FC236}">
                                    <a16:creationId xmlns:a16="http://schemas.microsoft.com/office/drawing/2014/main" id="{264D3A1C-2A02-477F-A88B-99C2E583A91E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5400000">
                                <a:off x="4480713" y="5926468"/>
                                <a:ext cx="748558" cy="0"/>
                              </a:xfrm>
                              <a:prstGeom prst="line">
                                <a:avLst/>
                              </a:prstGeom>
                              <a:grpFill/>
                              <a:ln w="1270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</p:grpSp>
                    <p:grpSp>
                      <p:nvGrpSpPr>
                        <p:cNvPr id="1210" name="Group 1209">
                          <a:extLst>
                            <a:ext uri="{FF2B5EF4-FFF2-40B4-BE49-F238E27FC236}">
                              <a16:creationId xmlns:a16="http://schemas.microsoft.com/office/drawing/2014/main" id="{6D510EDB-DBD8-40C8-B8AC-8FD07957025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389379" y="12188904"/>
                          <a:ext cx="764511" cy="768866"/>
                          <a:chOff x="4087046" y="191112"/>
                          <a:chExt cx="6086604" cy="6121286"/>
                        </a:xfrm>
                        <a:noFill/>
                      </p:grpSpPr>
                      <p:grpSp>
                        <p:nvGrpSpPr>
                          <p:cNvPr id="1211" name="Group 1210">
                            <a:extLst>
                              <a:ext uri="{FF2B5EF4-FFF2-40B4-BE49-F238E27FC236}">
                                <a16:creationId xmlns:a16="http://schemas.microsoft.com/office/drawing/2014/main" id="{6BAC8167-C7F6-4D3A-9905-C2489B88572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087046" y="191112"/>
                            <a:ext cx="6086604" cy="6121286"/>
                            <a:chOff x="4087046" y="191112"/>
                            <a:chExt cx="6086604" cy="6121286"/>
                          </a:xfrm>
                          <a:grpFill/>
                        </p:grpSpPr>
                        <p:grpSp>
                          <p:nvGrpSpPr>
                            <p:cNvPr id="1225" name="Group 1224">
                              <a:extLst>
                                <a:ext uri="{FF2B5EF4-FFF2-40B4-BE49-F238E27FC236}">
                                  <a16:creationId xmlns:a16="http://schemas.microsoft.com/office/drawing/2014/main" id="{FD05946D-DC62-4AE8-A9E7-F5C211CE425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087046" y="953333"/>
                              <a:ext cx="6069979" cy="5359065"/>
                              <a:chOff x="4087046" y="953333"/>
                              <a:chExt cx="6069979" cy="5359065"/>
                            </a:xfrm>
                            <a:grpFill/>
                          </p:grpSpPr>
                          <p:cxnSp>
                            <p:nvCxnSpPr>
                              <p:cNvPr id="1233" name="Straight Connector 1232">
                                <a:extLst>
                                  <a:ext uri="{FF2B5EF4-FFF2-40B4-BE49-F238E27FC236}">
                                    <a16:creationId xmlns:a16="http://schemas.microsoft.com/office/drawing/2014/main" id="{F670952A-BCD7-4E88-B05C-68BB4B037548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7889749" y="4796248"/>
                                <a:ext cx="0" cy="74572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34" name="Straight Connector 1233">
                                <a:extLst>
                                  <a:ext uri="{FF2B5EF4-FFF2-40B4-BE49-F238E27FC236}">
                                    <a16:creationId xmlns:a16="http://schemas.microsoft.com/office/drawing/2014/main" id="{EFA83B8B-8AB0-4957-94F2-36FC715D9B6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6364966" y="5553601"/>
                                <a:ext cx="0" cy="748278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35" name="Straight Connector 1234">
                                <a:extLst>
                                  <a:ext uri="{FF2B5EF4-FFF2-40B4-BE49-F238E27FC236}">
                                    <a16:creationId xmlns:a16="http://schemas.microsoft.com/office/drawing/2014/main" id="{ABB2B1FA-78B5-4665-A336-AF1475695E5F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9397239" y="4789755"/>
                                <a:ext cx="0" cy="754726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36" name="Straight Connector 1235">
                                <a:extLst>
                                  <a:ext uri="{FF2B5EF4-FFF2-40B4-BE49-F238E27FC236}">
                                    <a16:creationId xmlns:a16="http://schemas.microsoft.com/office/drawing/2014/main" id="{47034CED-092C-49F7-9EFF-678377F5A86C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0157025" y="4011494"/>
                                <a:ext cx="0" cy="154355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37" name="Straight Connector 1236">
                                <a:extLst>
                                  <a:ext uri="{FF2B5EF4-FFF2-40B4-BE49-F238E27FC236}">
                                    <a16:creationId xmlns:a16="http://schemas.microsoft.com/office/drawing/2014/main" id="{C8A7CC5F-3F44-4A5C-8F5E-8FCB243E6E52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H="1">
                                <a:off x="4101972" y="6312398"/>
                                <a:ext cx="2247764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38" name="Straight Connector 1237">
                                <a:extLst>
                                  <a:ext uri="{FF2B5EF4-FFF2-40B4-BE49-F238E27FC236}">
                                    <a16:creationId xmlns:a16="http://schemas.microsoft.com/office/drawing/2014/main" id="{8A134F08-07B5-41C8-BCCF-F6646A857D53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4087046" y="964029"/>
                                <a:ext cx="0" cy="1504355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39" name="Straight Connector 1238">
                                <a:extLst>
                                  <a:ext uri="{FF2B5EF4-FFF2-40B4-BE49-F238E27FC236}">
                                    <a16:creationId xmlns:a16="http://schemas.microsoft.com/office/drawing/2014/main" id="{4CC3F3FA-1244-4DC6-955A-E612A9D4FCA4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H="1">
                                <a:off x="4101972" y="4771341"/>
                                <a:ext cx="1486760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40" name="Straight Connector 1239">
                                <a:extLst>
                                  <a:ext uri="{FF2B5EF4-FFF2-40B4-BE49-F238E27FC236}">
                                    <a16:creationId xmlns:a16="http://schemas.microsoft.com/office/drawing/2014/main" id="{9CF5B862-5A3E-490B-86AB-FF701A1E3CE8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H="1">
                                <a:off x="6371076" y="953333"/>
                                <a:ext cx="2246332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41" name="Straight Connector 1240">
                                <a:extLst>
                                  <a:ext uri="{FF2B5EF4-FFF2-40B4-BE49-F238E27FC236}">
                                    <a16:creationId xmlns:a16="http://schemas.microsoft.com/office/drawing/2014/main" id="{FF961622-D724-4CF5-9152-56382ECA2851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H="1">
                                <a:off x="7904463" y="4786939"/>
                                <a:ext cx="1486760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42" name="Straight Connector 1241">
                                <a:extLst>
                                  <a:ext uri="{FF2B5EF4-FFF2-40B4-BE49-F238E27FC236}">
                                    <a16:creationId xmlns:a16="http://schemas.microsoft.com/office/drawing/2014/main" id="{059B24AF-CA5A-4DBF-87E1-E5A9E1596478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H="1">
                                <a:off x="6389374" y="5551991"/>
                                <a:ext cx="1486760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grpSp>
                          <p:nvGrpSpPr>
                            <p:cNvPr id="1226" name="Group 1225">
                              <a:extLst>
                                <a:ext uri="{FF2B5EF4-FFF2-40B4-BE49-F238E27FC236}">
                                  <a16:creationId xmlns:a16="http://schemas.microsoft.com/office/drawing/2014/main" id="{A8E2E7E8-CD98-48CA-B713-40663F48EAA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4846608" y="191112"/>
                              <a:ext cx="5327042" cy="1535108"/>
                              <a:chOff x="4112716" y="4782655"/>
                              <a:chExt cx="5327042" cy="1535108"/>
                            </a:xfrm>
                            <a:grpFill/>
                          </p:grpSpPr>
                          <p:cxnSp>
                            <p:nvCxnSpPr>
                              <p:cNvPr id="1227" name="Straight Connector 1226">
                                <a:extLst>
                                  <a:ext uri="{FF2B5EF4-FFF2-40B4-BE49-F238E27FC236}">
                                    <a16:creationId xmlns:a16="http://schemas.microsoft.com/office/drawing/2014/main" id="{5F947445-39DB-4D14-9AAD-2694875D207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0800000" flipV="1">
                                <a:off x="7926222" y="4788980"/>
                                <a:ext cx="0" cy="76533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28" name="Straight Connector 1227">
                                <a:extLst>
                                  <a:ext uri="{FF2B5EF4-FFF2-40B4-BE49-F238E27FC236}">
                                    <a16:creationId xmlns:a16="http://schemas.microsoft.com/office/drawing/2014/main" id="{E058EC36-5459-4131-B393-FAD5069618B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9439758" y="4792278"/>
                                <a:ext cx="0" cy="754726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29" name="Straight Connector 1228">
                                <a:extLst>
                                  <a:ext uri="{FF2B5EF4-FFF2-40B4-BE49-F238E27FC236}">
                                    <a16:creationId xmlns:a16="http://schemas.microsoft.com/office/drawing/2014/main" id="{04CFAF49-51BF-4494-8404-76BC3A8D49A9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0800000">
                                <a:off x="4129373" y="6317763"/>
                                <a:ext cx="1499585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30" name="Straight Connector 1229">
                                <a:extLst>
                                  <a:ext uri="{FF2B5EF4-FFF2-40B4-BE49-F238E27FC236}">
                                    <a16:creationId xmlns:a16="http://schemas.microsoft.com/office/drawing/2014/main" id="{43BE3258-6374-4E6B-8594-477572964D1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0800000" flipV="1">
                                <a:off x="5641626" y="5556172"/>
                                <a:ext cx="0" cy="746651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31" name="Straight Connector 1230">
                                <a:extLst>
                                  <a:ext uri="{FF2B5EF4-FFF2-40B4-BE49-F238E27FC236}">
                                    <a16:creationId xmlns:a16="http://schemas.microsoft.com/office/drawing/2014/main" id="{370E2740-6DFB-4475-A060-7CD471AD0F79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0800000">
                                <a:off x="4112716" y="4782655"/>
                                <a:ext cx="1506678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32" name="Straight Connector 1231">
                                <a:extLst>
                                  <a:ext uri="{FF2B5EF4-FFF2-40B4-BE49-F238E27FC236}">
                                    <a16:creationId xmlns:a16="http://schemas.microsoft.com/office/drawing/2014/main" id="{164F40C9-226C-4956-944A-086D36DB9756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0800000">
                                <a:off x="7950050" y="4788866"/>
                                <a:ext cx="1466807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  <p:grpSp>
                        <p:nvGrpSpPr>
                          <p:cNvPr id="1212" name="Group 1211">
                            <a:extLst>
                              <a:ext uri="{FF2B5EF4-FFF2-40B4-BE49-F238E27FC236}">
                                <a16:creationId xmlns:a16="http://schemas.microsoft.com/office/drawing/2014/main" id="{7A0BB98E-2E9E-4BCE-9A4F-6CBB9CDFCCB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5400000">
                            <a:off x="4831541" y="229595"/>
                            <a:ext cx="4595886" cy="6055018"/>
                            <a:chOff x="4835488" y="208128"/>
                            <a:chExt cx="4595886" cy="6055018"/>
                          </a:xfrm>
                          <a:grpFill/>
                        </p:grpSpPr>
                        <p:grpSp>
                          <p:nvGrpSpPr>
                            <p:cNvPr id="1213" name="Group 1212">
                              <a:extLst>
                                <a:ext uri="{FF2B5EF4-FFF2-40B4-BE49-F238E27FC236}">
                                  <a16:creationId xmlns:a16="http://schemas.microsoft.com/office/drawing/2014/main" id="{C506C9F6-72FE-41D9-AE50-63D3E38E4DA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835488" y="966780"/>
                              <a:ext cx="3787475" cy="5296366"/>
                              <a:chOff x="4835488" y="966780"/>
                              <a:chExt cx="3787475" cy="5296366"/>
                            </a:xfrm>
                            <a:grpFill/>
                          </p:grpSpPr>
                          <p:cxnSp>
                            <p:nvCxnSpPr>
                              <p:cNvPr id="1219" name="Straight Connector 1218">
                                <a:extLst>
                                  <a:ext uri="{FF2B5EF4-FFF2-40B4-BE49-F238E27FC236}">
                                    <a16:creationId xmlns:a16="http://schemas.microsoft.com/office/drawing/2014/main" id="{76AEEBA9-411B-45EF-97EE-1707958B812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6200000" flipH="1">
                                <a:off x="7508658" y="5147487"/>
                                <a:ext cx="748560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20" name="Straight Connector 1219">
                                <a:extLst>
                                  <a:ext uri="{FF2B5EF4-FFF2-40B4-BE49-F238E27FC236}">
                                    <a16:creationId xmlns:a16="http://schemas.microsoft.com/office/drawing/2014/main" id="{379E399C-D660-49E0-985D-F92E28DBEEDE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6200000" flipV="1">
                                <a:off x="8259359" y="4402672"/>
                                <a:ext cx="0" cy="727209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21" name="Straight Connector 1220">
                                <a:extLst>
                                  <a:ext uri="{FF2B5EF4-FFF2-40B4-BE49-F238E27FC236}">
                                    <a16:creationId xmlns:a16="http://schemas.microsoft.com/office/drawing/2014/main" id="{AD5FA886-F6C6-4270-A7CA-1EE899588788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6200000" flipV="1">
                                <a:off x="7117331" y="4780635"/>
                                <a:ext cx="0" cy="1487043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22" name="Straight Connector 1221">
                                <a:extLst>
                                  <a:ext uri="{FF2B5EF4-FFF2-40B4-BE49-F238E27FC236}">
                                    <a16:creationId xmlns:a16="http://schemas.microsoft.com/office/drawing/2014/main" id="{DFF8AC0C-7C15-4273-BA07-45887AAB712A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6200000" flipH="1">
                                <a:off x="4467952" y="5895611"/>
                                <a:ext cx="735071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23" name="Straight Connector 1222">
                                <a:extLst>
                                  <a:ext uri="{FF2B5EF4-FFF2-40B4-BE49-F238E27FC236}">
                                    <a16:creationId xmlns:a16="http://schemas.microsoft.com/office/drawing/2014/main" id="{A47C5E46-0775-4A68-B6C0-581C79836BB4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6200000" flipH="1">
                                <a:off x="5985565" y="5895611"/>
                                <a:ext cx="735071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24" name="Straight Connector 1223">
                                <a:extLst>
                                  <a:ext uri="{FF2B5EF4-FFF2-40B4-BE49-F238E27FC236}">
                                    <a16:creationId xmlns:a16="http://schemas.microsoft.com/office/drawing/2014/main" id="{9C9A38DF-D1BB-4F10-B7FF-ED1005BCABC2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16200000" flipH="1">
                                <a:off x="5999147" y="1334316"/>
                                <a:ext cx="735071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grpSp>
                          <p:nvGrpSpPr>
                            <p:cNvPr id="1214" name="Group 1213">
                              <a:extLst>
                                <a:ext uri="{FF2B5EF4-FFF2-40B4-BE49-F238E27FC236}">
                                  <a16:creationId xmlns:a16="http://schemas.microsoft.com/office/drawing/2014/main" id="{E2CE8F0D-3EDA-40AE-ADC5-4FE107097F8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5597917" y="208128"/>
                              <a:ext cx="3833457" cy="1505248"/>
                              <a:chOff x="4854992" y="4795499"/>
                              <a:chExt cx="3833457" cy="1505248"/>
                            </a:xfrm>
                            <a:grpFill/>
                          </p:grpSpPr>
                          <p:cxnSp>
                            <p:nvCxnSpPr>
                              <p:cNvPr id="1215" name="Straight Connector 1214">
                                <a:extLst>
                                  <a:ext uri="{FF2B5EF4-FFF2-40B4-BE49-F238E27FC236}">
                                    <a16:creationId xmlns:a16="http://schemas.microsoft.com/office/drawing/2014/main" id="{B0A1609A-79E0-48B7-B550-4EE1EE9DADF2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H="1">
                                <a:off x="7926447" y="4795499"/>
                                <a:ext cx="762002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16" name="Straight Connector 1215">
                                <a:extLst>
                                  <a:ext uri="{FF2B5EF4-FFF2-40B4-BE49-F238E27FC236}">
                                    <a16:creationId xmlns:a16="http://schemas.microsoft.com/office/drawing/2014/main" id="{7CA81D39-6920-40D5-9687-B74BFDC4F8E7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5400000">
                                <a:off x="6027226" y="5920548"/>
                                <a:ext cx="746510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17" name="Straight Connector 1216">
                                <a:extLst>
                                  <a:ext uri="{FF2B5EF4-FFF2-40B4-BE49-F238E27FC236}">
                                    <a16:creationId xmlns:a16="http://schemas.microsoft.com/office/drawing/2014/main" id="{91E5CE8B-88FD-463A-A7C1-87767B35C41F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5400000">
                                <a:off x="7160929" y="4801456"/>
                                <a:ext cx="0" cy="1491676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18" name="Straight Connector 1217">
                                <a:extLst>
                                  <a:ext uri="{FF2B5EF4-FFF2-40B4-BE49-F238E27FC236}">
                                    <a16:creationId xmlns:a16="http://schemas.microsoft.com/office/drawing/2014/main" id="{1A912021-ACA3-4ACB-AEFD-618E42D861CE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rot="5400000">
                                <a:off x="4480713" y="5926468"/>
                                <a:ext cx="748558" cy="0"/>
                              </a:xfrm>
                              <a:prstGeom prst="line">
                                <a:avLst/>
                              </a:prstGeom>
                              <a:grpFill/>
                              <a:ln w="6350" cap="rnd">
                                <a:solidFill>
                                  <a:srgbClr val="00206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</p:grpSp>
                  </p:grpSp>
                </p:grpSp>
                <p:sp>
                  <p:nvSpPr>
                    <p:cNvPr id="40" name="Rectangle 39">
                      <a:extLst>
                        <a:ext uri="{FF2B5EF4-FFF2-40B4-BE49-F238E27FC236}">
                          <a16:creationId xmlns:a16="http://schemas.microsoft.com/office/drawing/2014/main" id="{A29CB17D-E98B-4BD2-A21F-CF256F4BC3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641767" y="12461879"/>
                      <a:ext cx="261610" cy="18466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pt-PT" sz="600" b="1" dirty="0">
                          <a:solidFill>
                            <a:srgbClr val="F4B18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pt-PT" sz="800" dirty="0">
                        <a:solidFill>
                          <a:srgbClr val="F4B183"/>
                        </a:solidFill>
                      </a:endParaRPr>
                    </a:p>
                  </p:txBody>
                </p:sp>
                <p:sp>
                  <p:nvSpPr>
                    <p:cNvPr id="782" name="Rectangle 781">
                      <a:extLst>
                        <a:ext uri="{FF2B5EF4-FFF2-40B4-BE49-F238E27FC236}">
                          <a16:creationId xmlns:a16="http://schemas.microsoft.com/office/drawing/2014/main" id="{C4B339DD-8A93-4411-B83D-DAA812C1B5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635421" y="12454613"/>
                      <a:ext cx="261610" cy="18466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pt-PT" sz="6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pt-PT" sz="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p:grp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7521F265-88AA-47F8-A31C-897509D97E9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547629" y="278780"/>
                    <a:ext cx="24606000" cy="24606000"/>
                  </a:xfrm>
                  <a:prstGeom prst="rect">
                    <a:avLst/>
                  </a:prstGeom>
                  <a:grpFill/>
                  <a:ln w="304800" cap="rnd"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324" name="Group 323">
                <a:extLst>
                  <a:ext uri="{FF2B5EF4-FFF2-40B4-BE49-F238E27FC236}">
                    <a16:creationId xmlns:a16="http://schemas.microsoft.com/office/drawing/2014/main" id="{EA6CE6EA-BE5A-43E8-B916-D14C740EA85D}"/>
                  </a:ext>
                </a:extLst>
              </p:cNvPr>
              <p:cNvGrpSpPr/>
              <p:nvPr/>
            </p:nvGrpSpPr>
            <p:grpSpPr>
              <a:xfrm>
                <a:off x="2318312" y="-2114128"/>
                <a:ext cx="25809845" cy="26458874"/>
                <a:chOff x="2318312" y="-2114128"/>
                <a:chExt cx="25809845" cy="26458874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08C9C184-9370-4348-8CCA-9913D28390B4}"/>
                    </a:ext>
                  </a:extLst>
                </p:cNvPr>
                <p:cNvGrpSpPr/>
                <p:nvPr/>
              </p:nvGrpSpPr>
              <p:grpSpPr>
                <a:xfrm>
                  <a:off x="2318312" y="802918"/>
                  <a:ext cx="14929563" cy="23541828"/>
                  <a:chOff x="2318312" y="802918"/>
                  <a:chExt cx="14929563" cy="23541828"/>
                </a:xfrm>
              </p:grpSpPr>
              <p:grpSp>
                <p:nvGrpSpPr>
                  <p:cNvPr id="55" name="Group 54">
                    <a:extLst>
                      <a:ext uri="{FF2B5EF4-FFF2-40B4-BE49-F238E27FC236}">
                        <a16:creationId xmlns:a16="http://schemas.microsoft.com/office/drawing/2014/main" id="{7198CDA1-EEE2-4550-85FB-0E03798ED0B7}"/>
                      </a:ext>
                    </a:extLst>
                  </p:cNvPr>
                  <p:cNvGrpSpPr/>
                  <p:nvPr/>
                </p:nvGrpSpPr>
                <p:grpSpPr>
                  <a:xfrm>
                    <a:off x="2591624" y="802918"/>
                    <a:ext cx="13498119" cy="11977138"/>
                    <a:chOff x="2591624" y="802918"/>
                    <a:chExt cx="13498119" cy="11977138"/>
                  </a:xfrm>
                </p:grpSpPr>
                <p:grpSp>
                  <p:nvGrpSpPr>
                    <p:cNvPr id="53" name="Group 52">
                      <a:extLst>
                        <a:ext uri="{FF2B5EF4-FFF2-40B4-BE49-F238E27FC236}">
                          <a16:creationId xmlns:a16="http://schemas.microsoft.com/office/drawing/2014/main" id="{3E34DA5F-6D38-4ED3-AD7D-8824058DB6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502491" y="6514660"/>
                      <a:ext cx="6587252" cy="5704654"/>
                      <a:chOff x="9502491" y="6514660"/>
                      <a:chExt cx="6587252" cy="5704654"/>
                    </a:xfrm>
                  </p:grpSpPr>
                  <p:sp>
                    <p:nvSpPr>
                      <p:cNvPr id="1347" name="Rectangle 1346">
                        <a:extLst>
                          <a:ext uri="{FF2B5EF4-FFF2-40B4-BE49-F238E27FC236}">
                            <a16:creationId xmlns:a16="http://schemas.microsoft.com/office/drawing/2014/main" id="{51858C1E-B9C9-466E-B4D3-F64ACABF98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02491" y="6514660"/>
                        <a:ext cx="813043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8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3</a:t>
                        </a:r>
                        <a:endParaRPr lang="pt-PT" sz="8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48" name="Rectangle 1347">
                        <a:extLst>
                          <a:ext uri="{FF2B5EF4-FFF2-40B4-BE49-F238E27FC236}">
                            <a16:creationId xmlns:a16="http://schemas.microsoft.com/office/drawing/2014/main" id="{CED0F5C4-235B-434F-BE30-7C105DE779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02491" y="8041276"/>
                        <a:ext cx="813043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8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4</a:t>
                        </a:r>
                        <a:endParaRPr lang="pt-PT" sz="8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49" name="Rectangle 1348">
                        <a:extLst>
                          <a:ext uri="{FF2B5EF4-FFF2-40B4-BE49-F238E27FC236}">
                            <a16:creationId xmlns:a16="http://schemas.microsoft.com/office/drawing/2014/main" id="{A5BF4BE3-D39C-494B-A0ED-E44B6C0F52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090072" y="9557499"/>
                        <a:ext cx="527709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4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5</a:t>
                        </a:r>
                        <a:endParaRPr lang="pt-PT" sz="4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50" name="Rectangle 1349">
                        <a:extLst>
                          <a:ext uri="{FF2B5EF4-FFF2-40B4-BE49-F238E27FC236}">
                            <a16:creationId xmlns:a16="http://schemas.microsoft.com/office/drawing/2014/main" id="{C5D80012-F121-48D1-B264-E515FBFE90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090072" y="10190036"/>
                        <a:ext cx="527709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4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6</a:t>
                        </a:r>
                        <a:endParaRPr lang="pt-PT" sz="4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51" name="Rectangle 1350">
                        <a:extLst>
                          <a:ext uri="{FF2B5EF4-FFF2-40B4-BE49-F238E27FC236}">
                            <a16:creationId xmlns:a16="http://schemas.microsoft.com/office/drawing/2014/main" id="{ED6ADA27-EBE5-4970-BE9E-1612B6DB3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917092" y="11118039"/>
                        <a:ext cx="341760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22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7</a:t>
                        </a:r>
                        <a:endParaRPr lang="pt-PT" sz="22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52" name="Rectangle 1351">
                        <a:extLst>
                          <a:ext uri="{FF2B5EF4-FFF2-40B4-BE49-F238E27FC236}">
                            <a16:creationId xmlns:a16="http://schemas.microsoft.com/office/drawing/2014/main" id="{FE2CC408-7B96-4A18-AB68-F8861FC9DA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917092" y="11430088"/>
                        <a:ext cx="341760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22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8</a:t>
                        </a:r>
                        <a:endParaRPr lang="pt-PT" sz="22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61" name="Rectangle 1360">
                        <a:extLst>
                          <a:ext uri="{FF2B5EF4-FFF2-40B4-BE49-F238E27FC236}">
                            <a16:creationId xmlns:a16="http://schemas.microsoft.com/office/drawing/2014/main" id="{D4ADA237-8C6F-4921-9CC8-880CBD0BB8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834545" y="11824799"/>
                        <a:ext cx="255198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10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9</a:t>
                        </a:r>
                        <a:endParaRPr lang="pt-PT" sz="10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62" name="Rectangle 1361">
                        <a:extLst>
                          <a:ext uri="{FF2B5EF4-FFF2-40B4-BE49-F238E27FC236}">
                            <a16:creationId xmlns:a16="http://schemas.microsoft.com/office/drawing/2014/main" id="{88CCFDA1-AD9A-441C-8B94-8EC7B9BA5E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746583" y="11973093"/>
                        <a:ext cx="325730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10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10</a:t>
                        </a:r>
                        <a:endParaRPr lang="pt-PT" sz="10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5456D6AC-04AA-44ED-B51C-FFF18BD815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91624" y="802918"/>
                      <a:ext cx="1098378" cy="11977138"/>
                      <a:chOff x="2591624" y="802918"/>
                      <a:chExt cx="1098378" cy="11977138"/>
                    </a:xfrm>
                  </p:grpSpPr>
                  <p:sp>
                    <p:nvSpPr>
                      <p:cNvPr id="1366" name="Rectangle 1365">
                        <a:extLst>
                          <a:ext uri="{FF2B5EF4-FFF2-40B4-BE49-F238E27FC236}">
                            <a16:creationId xmlns:a16="http://schemas.microsoft.com/office/drawing/2014/main" id="{74DCB4FC-2CD0-45B0-A3D5-3988604DAB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91999" y="12072170"/>
                        <a:ext cx="697627" cy="707886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40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…</a:t>
                        </a:r>
                        <a:endParaRPr lang="pt-PT" sz="4000" b="1" dirty="0"/>
                      </a:p>
                    </p:txBody>
                  </p:sp>
                  <p:sp>
                    <p:nvSpPr>
                      <p:cNvPr id="52" name="Rectangle 51">
                        <a:extLst>
                          <a:ext uri="{FF2B5EF4-FFF2-40B4-BE49-F238E27FC236}">
                            <a16:creationId xmlns:a16="http://schemas.microsoft.com/office/drawing/2014/main" id="{41AFB23F-2007-4DA9-941F-B88574FF03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91624" y="802918"/>
                        <a:ext cx="1098378" cy="2062103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2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1</a:t>
                        </a:r>
                        <a:endParaRPr lang="pt-PT" sz="12800" dirty="0"/>
                      </a:p>
                    </p:txBody>
                  </p:sp>
                  <p:sp>
                    <p:nvSpPr>
                      <p:cNvPr id="1346" name="Rectangle 1345">
                        <a:extLst>
                          <a:ext uri="{FF2B5EF4-FFF2-40B4-BE49-F238E27FC236}">
                            <a16:creationId xmlns:a16="http://schemas.microsoft.com/office/drawing/2014/main" id="{F304CE5E-4CBF-406D-A08D-4A4BB0A632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91624" y="3627671"/>
                        <a:ext cx="1098378" cy="2062103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2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2</a:t>
                        </a:r>
                        <a:endParaRPr lang="pt-PT" sz="12800" dirty="0"/>
                      </a:p>
                    </p:txBody>
                  </p:sp>
                  <p:sp>
                    <p:nvSpPr>
                      <p:cNvPr id="1355" name="Rectangle 1354">
                        <a:extLst>
                          <a:ext uri="{FF2B5EF4-FFF2-40B4-BE49-F238E27FC236}">
                            <a16:creationId xmlns:a16="http://schemas.microsoft.com/office/drawing/2014/main" id="{3FEB2C9D-E5DD-43B6-A095-53481C5B6D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69933" y="11118039"/>
                        <a:ext cx="341760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22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7</a:t>
                        </a:r>
                        <a:endParaRPr lang="pt-PT" sz="2200" dirty="0"/>
                      </a:p>
                    </p:txBody>
                  </p:sp>
                  <p:sp>
                    <p:nvSpPr>
                      <p:cNvPr id="1356" name="Rectangle 1355">
                        <a:extLst>
                          <a:ext uri="{FF2B5EF4-FFF2-40B4-BE49-F238E27FC236}">
                            <a16:creationId xmlns:a16="http://schemas.microsoft.com/office/drawing/2014/main" id="{4A7060AA-AA2B-4A52-B876-C2018F43F2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69933" y="11430088"/>
                        <a:ext cx="341760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22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8</a:t>
                        </a:r>
                        <a:endParaRPr lang="pt-PT" sz="2200" dirty="0"/>
                      </a:p>
                    </p:txBody>
                  </p:sp>
                  <p:sp>
                    <p:nvSpPr>
                      <p:cNvPr id="1357" name="Rectangle 1356">
                        <a:extLst>
                          <a:ext uri="{FF2B5EF4-FFF2-40B4-BE49-F238E27FC236}">
                            <a16:creationId xmlns:a16="http://schemas.microsoft.com/office/drawing/2014/main" id="{17C862B0-4A5C-492D-804B-5783435431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76959" y="9557499"/>
                        <a:ext cx="527709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4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5</a:t>
                        </a:r>
                        <a:endParaRPr lang="pt-PT" sz="4800" dirty="0"/>
                      </a:p>
                    </p:txBody>
                  </p:sp>
                  <p:sp>
                    <p:nvSpPr>
                      <p:cNvPr id="1358" name="Rectangle 1357">
                        <a:extLst>
                          <a:ext uri="{FF2B5EF4-FFF2-40B4-BE49-F238E27FC236}">
                            <a16:creationId xmlns:a16="http://schemas.microsoft.com/office/drawing/2014/main" id="{1EF69261-AEE5-47F3-9345-584FDBC899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76958" y="10190036"/>
                        <a:ext cx="527709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4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6</a:t>
                        </a:r>
                        <a:endParaRPr lang="pt-PT" sz="4800" dirty="0"/>
                      </a:p>
                    </p:txBody>
                  </p:sp>
                  <p:sp>
                    <p:nvSpPr>
                      <p:cNvPr id="1359" name="Rectangle 1358">
                        <a:extLst>
                          <a:ext uri="{FF2B5EF4-FFF2-40B4-BE49-F238E27FC236}">
                            <a16:creationId xmlns:a16="http://schemas.microsoft.com/office/drawing/2014/main" id="{AA010EC8-7D7B-48BA-9C96-F6FAB5A47F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34292" y="6514660"/>
                        <a:ext cx="813043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8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3</a:t>
                        </a:r>
                        <a:endParaRPr lang="pt-PT" sz="8800" dirty="0"/>
                      </a:p>
                    </p:txBody>
                  </p:sp>
                  <p:sp>
                    <p:nvSpPr>
                      <p:cNvPr id="1360" name="Rectangle 1359">
                        <a:extLst>
                          <a:ext uri="{FF2B5EF4-FFF2-40B4-BE49-F238E27FC236}">
                            <a16:creationId xmlns:a16="http://schemas.microsoft.com/office/drawing/2014/main" id="{9D82579B-5E73-478D-BA66-730EE64143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34292" y="8041276"/>
                        <a:ext cx="813043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8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4</a:t>
                        </a:r>
                        <a:endParaRPr lang="pt-PT" sz="8800" dirty="0"/>
                      </a:p>
                    </p:txBody>
                  </p:sp>
                  <p:sp>
                    <p:nvSpPr>
                      <p:cNvPr id="1363" name="Rectangle 1362">
                        <a:extLst>
                          <a:ext uri="{FF2B5EF4-FFF2-40B4-BE49-F238E27FC236}">
                            <a16:creationId xmlns:a16="http://schemas.microsoft.com/office/drawing/2014/main" id="{332D6356-0A4F-435C-A1B9-E689511C9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3214" y="11824799"/>
                        <a:ext cx="255198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0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9</a:t>
                        </a:r>
                        <a:endParaRPr lang="pt-PT" sz="1000" dirty="0"/>
                      </a:p>
                    </p:txBody>
                  </p:sp>
                  <p:sp>
                    <p:nvSpPr>
                      <p:cNvPr id="1364" name="Rectangle 1363">
                        <a:extLst>
                          <a:ext uri="{FF2B5EF4-FFF2-40B4-BE49-F238E27FC236}">
                            <a16:creationId xmlns:a16="http://schemas.microsoft.com/office/drawing/2014/main" id="{0EFC8166-31A1-4C74-B39D-6954622AEB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948" y="11973093"/>
                        <a:ext cx="325731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0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10</a:t>
                        </a:r>
                        <a:endParaRPr lang="pt-PT" sz="1000" dirty="0"/>
                      </a:p>
                    </p:txBody>
                  </p:sp>
                </p:grpSp>
              </p:grpSp>
              <p:grpSp>
                <p:nvGrpSpPr>
                  <p:cNvPr id="58" name="Group 57">
                    <a:extLst>
                      <a:ext uri="{FF2B5EF4-FFF2-40B4-BE49-F238E27FC236}">
                        <a16:creationId xmlns:a16="http://schemas.microsoft.com/office/drawing/2014/main" id="{77A24F13-514C-40A8-9890-B2B2F4802415}"/>
                      </a:ext>
                    </a:extLst>
                  </p:cNvPr>
                  <p:cNvGrpSpPr/>
                  <p:nvPr/>
                </p:nvGrpSpPr>
                <p:grpSpPr>
                  <a:xfrm>
                    <a:off x="2318312" y="12053049"/>
                    <a:ext cx="14929563" cy="12291697"/>
                    <a:chOff x="2318312" y="12053049"/>
                    <a:chExt cx="14929563" cy="12291697"/>
                  </a:xfrm>
                </p:grpSpPr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583942D0-7C77-4E8D-A722-E41D614FE2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34171" y="12053049"/>
                      <a:ext cx="8013704" cy="6579955"/>
                      <a:chOff x="9234171" y="12053049"/>
                      <a:chExt cx="8013704" cy="6579955"/>
                    </a:xfrm>
                  </p:grpSpPr>
                  <p:sp>
                    <p:nvSpPr>
                      <p:cNvPr id="1381" name="Rectangle 1380">
                        <a:extLst>
                          <a:ext uri="{FF2B5EF4-FFF2-40B4-BE49-F238E27FC236}">
                            <a16:creationId xmlns:a16="http://schemas.microsoft.com/office/drawing/2014/main" id="{E3E255FE-1BEC-4F8E-B32B-C25E67DD49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34171" y="17186454"/>
                        <a:ext cx="1188146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8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-3</a:t>
                        </a:r>
                        <a:endParaRPr lang="pt-PT" sz="8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82" name="Rectangle 1381">
                        <a:extLst>
                          <a:ext uri="{FF2B5EF4-FFF2-40B4-BE49-F238E27FC236}">
                            <a16:creationId xmlns:a16="http://schemas.microsoft.com/office/drawing/2014/main" id="{E89F7E7A-A878-4409-971E-B5F2249756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34171" y="15659838"/>
                        <a:ext cx="1188146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8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-4</a:t>
                        </a:r>
                        <a:endParaRPr lang="pt-PT" sz="8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83" name="Rectangle 1382">
                        <a:extLst>
                          <a:ext uri="{FF2B5EF4-FFF2-40B4-BE49-F238E27FC236}">
                            <a16:creationId xmlns:a16="http://schemas.microsoft.com/office/drawing/2014/main" id="{0E82B9C5-A7A1-40CD-B119-F0E861AB1B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941997" y="14759168"/>
                        <a:ext cx="732893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4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-5</a:t>
                        </a:r>
                        <a:endParaRPr lang="pt-PT" sz="4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84" name="Rectangle 1383">
                        <a:extLst>
                          <a:ext uri="{FF2B5EF4-FFF2-40B4-BE49-F238E27FC236}">
                            <a16:creationId xmlns:a16="http://schemas.microsoft.com/office/drawing/2014/main" id="{875AAE08-BDF9-41DC-8AF9-7D7817A140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941997" y="14126631"/>
                        <a:ext cx="732893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4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-6</a:t>
                        </a:r>
                        <a:endParaRPr lang="pt-PT" sz="4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85" name="Rectangle 1384">
                        <a:extLst>
                          <a:ext uri="{FF2B5EF4-FFF2-40B4-BE49-F238E27FC236}">
                            <a16:creationId xmlns:a16="http://schemas.microsoft.com/office/drawing/2014/main" id="{9FECBF6D-AED1-420A-B2FA-4A5F4337FD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835985" y="13690520"/>
                        <a:ext cx="436338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22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-7</a:t>
                        </a:r>
                        <a:endParaRPr lang="pt-PT" sz="22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86" name="Rectangle 1385">
                        <a:extLst>
                          <a:ext uri="{FF2B5EF4-FFF2-40B4-BE49-F238E27FC236}">
                            <a16:creationId xmlns:a16="http://schemas.microsoft.com/office/drawing/2014/main" id="{65C10A88-8BD6-4AB4-9AA8-60FCF25C02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835985" y="13378471"/>
                        <a:ext cx="436338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22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-8</a:t>
                        </a:r>
                        <a:endParaRPr lang="pt-PT" sz="22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87" name="Rectangle 1386">
                        <a:extLst>
                          <a:ext uri="{FF2B5EF4-FFF2-40B4-BE49-F238E27FC236}">
                            <a16:creationId xmlns:a16="http://schemas.microsoft.com/office/drawing/2014/main" id="{C99B9023-2E71-4EC5-A6D0-989F67E43D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736214" y="13118060"/>
                        <a:ext cx="298480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10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-9</a:t>
                        </a:r>
                        <a:endParaRPr lang="pt-PT" sz="10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388" name="Rectangle 1387">
                        <a:extLst>
                          <a:ext uri="{FF2B5EF4-FFF2-40B4-BE49-F238E27FC236}">
                            <a16:creationId xmlns:a16="http://schemas.microsoft.com/office/drawing/2014/main" id="{1B291CCB-0998-46B6-8E74-30C2823CB2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708979" y="12969766"/>
                        <a:ext cx="369012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10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-10</a:t>
                        </a:r>
                        <a:endParaRPr lang="pt-PT" sz="10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34" name="Rectangle 1433">
                        <a:extLst>
                          <a:ext uri="{FF2B5EF4-FFF2-40B4-BE49-F238E27FC236}">
                            <a16:creationId xmlns:a16="http://schemas.microsoft.com/office/drawing/2014/main" id="{593212D4-ADEC-485A-88C4-25010F3F09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205961" y="12804417"/>
                        <a:ext cx="274434" cy="2000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7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…</a:t>
                        </a:r>
                        <a:endParaRPr lang="pt-PT" sz="7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35" name="Rectangle 1434">
                        <a:extLst>
                          <a:ext uri="{FF2B5EF4-FFF2-40B4-BE49-F238E27FC236}">
                            <a16:creationId xmlns:a16="http://schemas.microsoft.com/office/drawing/2014/main" id="{CC0A64FA-B7CA-4BE0-8DD8-AAF5021CEE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211110" y="12146581"/>
                        <a:ext cx="274434" cy="2000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7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…</a:t>
                        </a:r>
                        <a:endParaRPr lang="pt-PT" sz="7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778" name="Rectangle 777">
                        <a:extLst>
                          <a:ext uri="{FF2B5EF4-FFF2-40B4-BE49-F238E27FC236}">
                            <a16:creationId xmlns:a16="http://schemas.microsoft.com/office/drawing/2014/main" id="{718D6A58-3542-47CD-A367-ACACF8C34B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322573" y="12053049"/>
                        <a:ext cx="274434" cy="2000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7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…</a:t>
                        </a:r>
                        <a:endParaRPr lang="pt-PT" sz="7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779" name="Rectangle 778">
                        <a:extLst>
                          <a:ext uri="{FF2B5EF4-FFF2-40B4-BE49-F238E27FC236}">
                            <a16:creationId xmlns:a16="http://schemas.microsoft.com/office/drawing/2014/main" id="{9FAB7C9C-3A2F-428F-B510-9E4A8CCC37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973441" y="12053049"/>
                        <a:ext cx="274434" cy="2000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7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…</a:t>
                        </a:r>
                        <a:endParaRPr lang="pt-PT" sz="7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57" name="Group 56">
                      <a:extLst>
                        <a:ext uri="{FF2B5EF4-FFF2-40B4-BE49-F238E27FC236}">
                          <a16:creationId xmlns:a16="http://schemas.microsoft.com/office/drawing/2014/main" id="{CD9B23C7-1909-466E-8332-CBEDC24630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18312" y="12928350"/>
                      <a:ext cx="1645002" cy="11416396"/>
                      <a:chOff x="2318312" y="12928350"/>
                      <a:chExt cx="1645002" cy="11416396"/>
                    </a:xfrm>
                  </p:grpSpPr>
                  <p:sp>
                    <p:nvSpPr>
                      <p:cNvPr id="1370" name="Rectangle 1369">
                        <a:extLst>
                          <a:ext uri="{FF2B5EF4-FFF2-40B4-BE49-F238E27FC236}">
                            <a16:creationId xmlns:a16="http://schemas.microsoft.com/office/drawing/2014/main" id="{29B380BB-EEFE-4A43-90D2-E028F03110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18312" y="22282643"/>
                        <a:ext cx="1645002" cy="2062103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2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-1</a:t>
                        </a:r>
                        <a:endParaRPr lang="pt-PT" sz="12800" dirty="0"/>
                      </a:p>
                    </p:txBody>
                  </p:sp>
                  <p:sp>
                    <p:nvSpPr>
                      <p:cNvPr id="1371" name="Rectangle 1370">
                        <a:extLst>
                          <a:ext uri="{FF2B5EF4-FFF2-40B4-BE49-F238E27FC236}">
                            <a16:creationId xmlns:a16="http://schemas.microsoft.com/office/drawing/2014/main" id="{D70C37BE-4968-4B89-8671-932AFDAA7B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18312" y="19457890"/>
                        <a:ext cx="1645002" cy="2062103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2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-2</a:t>
                        </a:r>
                        <a:endParaRPr lang="pt-PT" sz="12800" dirty="0"/>
                      </a:p>
                    </p:txBody>
                  </p:sp>
                  <p:sp>
                    <p:nvSpPr>
                      <p:cNvPr id="1372" name="Rectangle 1371">
                        <a:extLst>
                          <a:ext uri="{FF2B5EF4-FFF2-40B4-BE49-F238E27FC236}">
                            <a16:creationId xmlns:a16="http://schemas.microsoft.com/office/drawing/2014/main" id="{64E5F04A-6440-4809-A668-DAA078AD76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22644" y="13598738"/>
                        <a:ext cx="436338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22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-7</a:t>
                        </a:r>
                        <a:endParaRPr lang="pt-PT" sz="2200" dirty="0"/>
                      </a:p>
                    </p:txBody>
                  </p:sp>
                  <p:sp>
                    <p:nvSpPr>
                      <p:cNvPr id="1373" name="Rectangle 1372">
                        <a:extLst>
                          <a:ext uri="{FF2B5EF4-FFF2-40B4-BE49-F238E27FC236}">
                            <a16:creationId xmlns:a16="http://schemas.microsoft.com/office/drawing/2014/main" id="{1F4EE377-0DF4-4A53-B18E-459961869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22644" y="13286689"/>
                        <a:ext cx="436338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22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-8</a:t>
                        </a:r>
                        <a:endParaRPr lang="pt-PT" sz="2200" dirty="0"/>
                      </a:p>
                    </p:txBody>
                  </p:sp>
                  <p:sp>
                    <p:nvSpPr>
                      <p:cNvPr id="1374" name="Rectangle 1373">
                        <a:extLst>
                          <a:ext uri="{FF2B5EF4-FFF2-40B4-BE49-F238E27FC236}">
                            <a16:creationId xmlns:a16="http://schemas.microsoft.com/office/drawing/2014/main" id="{68BC3E45-F02D-4ABB-9AA2-7CE5849364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74367" y="14759168"/>
                        <a:ext cx="732893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4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-5</a:t>
                        </a:r>
                        <a:endParaRPr lang="pt-PT" sz="4800" dirty="0"/>
                      </a:p>
                    </p:txBody>
                  </p:sp>
                  <p:sp>
                    <p:nvSpPr>
                      <p:cNvPr id="1375" name="Rectangle 1374">
                        <a:extLst>
                          <a:ext uri="{FF2B5EF4-FFF2-40B4-BE49-F238E27FC236}">
                            <a16:creationId xmlns:a16="http://schemas.microsoft.com/office/drawing/2014/main" id="{85601379-EBF5-4E3B-8EA8-421021FEDF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74367" y="14126631"/>
                        <a:ext cx="732893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4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-6</a:t>
                        </a:r>
                        <a:endParaRPr lang="pt-PT" sz="4800" dirty="0"/>
                      </a:p>
                    </p:txBody>
                  </p:sp>
                  <p:sp>
                    <p:nvSpPr>
                      <p:cNvPr id="1376" name="Rectangle 1375">
                        <a:extLst>
                          <a:ext uri="{FF2B5EF4-FFF2-40B4-BE49-F238E27FC236}">
                            <a16:creationId xmlns:a16="http://schemas.microsoft.com/office/drawing/2014/main" id="{24688DAA-30AF-4E7D-B958-B7B6853A0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46741" y="17186454"/>
                        <a:ext cx="1188146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8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-3</a:t>
                        </a:r>
                        <a:endParaRPr lang="pt-PT" sz="8800" dirty="0"/>
                      </a:p>
                    </p:txBody>
                  </p:sp>
                  <p:sp>
                    <p:nvSpPr>
                      <p:cNvPr id="1377" name="Rectangle 1376">
                        <a:extLst>
                          <a:ext uri="{FF2B5EF4-FFF2-40B4-BE49-F238E27FC236}">
                            <a16:creationId xmlns:a16="http://schemas.microsoft.com/office/drawing/2014/main" id="{7508E105-C7C2-4B34-8EB0-6998249064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46741" y="15659838"/>
                        <a:ext cx="1188146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8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-4</a:t>
                        </a:r>
                        <a:endParaRPr lang="pt-PT" sz="8800" dirty="0"/>
                      </a:p>
                    </p:txBody>
                  </p:sp>
                  <p:sp>
                    <p:nvSpPr>
                      <p:cNvPr id="1378" name="Rectangle 1377">
                        <a:extLst>
                          <a:ext uri="{FF2B5EF4-FFF2-40B4-BE49-F238E27FC236}">
                            <a16:creationId xmlns:a16="http://schemas.microsoft.com/office/drawing/2014/main" id="{B00A5291-7E10-4513-BFE0-E7C45CB7FA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91573" y="13076644"/>
                        <a:ext cx="298480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0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-9</a:t>
                        </a:r>
                        <a:endParaRPr lang="pt-PT" sz="1000" dirty="0"/>
                      </a:p>
                    </p:txBody>
                  </p:sp>
                  <p:sp>
                    <p:nvSpPr>
                      <p:cNvPr id="1379" name="Rectangle 1378">
                        <a:extLst>
                          <a:ext uri="{FF2B5EF4-FFF2-40B4-BE49-F238E27FC236}">
                            <a16:creationId xmlns:a16="http://schemas.microsoft.com/office/drawing/2014/main" id="{6EE16A52-CB07-4842-B936-A00E10EDE1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56308" y="12928350"/>
                        <a:ext cx="369012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0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-10</a:t>
                        </a:r>
                        <a:endParaRPr lang="pt-PT" sz="1000" dirty="0"/>
                      </a:p>
                    </p:txBody>
                  </p:sp>
                </p:grpSp>
              </p:grpSp>
            </p:grpSp>
            <p:grpSp>
              <p:nvGrpSpPr>
                <p:cNvPr id="323" name="Group 322">
                  <a:extLst>
                    <a:ext uri="{FF2B5EF4-FFF2-40B4-BE49-F238E27FC236}">
                      <a16:creationId xmlns:a16="http://schemas.microsoft.com/office/drawing/2014/main" id="{836E1277-5C24-4409-8695-9E63C478159C}"/>
                    </a:ext>
                  </a:extLst>
                </p:cNvPr>
                <p:cNvGrpSpPr/>
                <p:nvPr/>
              </p:nvGrpSpPr>
              <p:grpSpPr>
                <a:xfrm>
                  <a:off x="5413799" y="-2114128"/>
                  <a:ext cx="22714358" cy="13968135"/>
                  <a:chOff x="5413799" y="-2114128"/>
                  <a:chExt cx="22714358" cy="13968135"/>
                </a:xfrm>
              </p:grpSpPr>
              <p:grpSp>
                <p:nvGrpSpPr>
                  <p:cNvPr id="322" name="Group 321">
                    <a:extLst>
                      <a:ext uri="{FF2B5EF4-FFF2-40B4-BE49-F238E27FC236}">
                        <a16:creationId xmlns:a16="http://schemas.microsoft.com/office/drawing/2014/main" id="{77CC9A1A-B4B3-4CCD-BD2E-ADE88FBA983D}"/>
                      </a:ext>
                    </a:extLst>
                  </p:cNvPr>
                  <p:cNvGrpSpPr/>
                  <p:nvPr/>
                </p:nvGrpSpPr>
                <p:grpSpPr>
                  <a:xfrm>
                    <a:off x="5413799" y="-2114128"/>
                    <a:ext cx="22714358" cy="13968135"/>
                    <a:chOff x="5413799" y="-2114128"/>
                    <a:chExt cx="22714358" cy="13968135"/>
                  </a:xfrm>
                </p:grpSpPr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E6DCD50A-2C76-40BC-A712-7E2CD7B0E75F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10931796" y="4934469"/>
                      <a:ext cx="5485363" cy="6919538"/>
                      <a:chOff x="17118193" y="4989509"/>
                      <a:chExt cx="5485363" cy="6919538"/>
                    </a:xfrm>
                  </p:grpSpPr>
                  <p:sp>
                    <p:nvSpPr>
                      <p:cNvPr id="1426" name="Rectangle 1425">
                        <a:extLst>
                          <a:ext uri="{FF2B5EF4-FFF2-40B4-BE49-F238E27FC236}">
                            <a16:creationId xmlns:a16="http://schemas.microsoft.com/office/drawing/2014/main" id="{5D83320F-DB77-4803-A354-4144BAF07D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604565" y="4989509"/>
                        <a:ext cx="998991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8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</a:t>
                        </a:r>
                        <a:endParaRPr lang="pt-PT" sz="8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27" name="Rectangle 1426">
                        <a:extLst>
                          <a:ext uri="{FF2B5EF4-FFF2-40B4-BE49-F238E27FC236}">
                            <a16:creationId xmlns:a16="http://schemas.microsoft.com/office/drawing/2014/main" id="{A147A016-1902-4349-BFB8-1CDA4EADC3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77949" y="4989509"/>
                        <a:ext cx="998991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8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</a:t>
                        </a:r>
                        <a:endParaRPr lang="pt-PT" sz="8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28" name="Rectangle 1427">
                        <a:extLst>
                          <a:ext uri="{FF2B5EF4-FFF2-40B4-BE49-F238E27FC236}">
                            <a16:creationId xmlns:a16="http://schemas.microsoft.com/office/drawing/2014/main" id="{12058578-91DB-495A-811F-198701EDAF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071481" y="8813517"/>
                        <a:ext cx="595035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4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</a:t>
                        </a:r>
                        <a:endParaRPr lang="pt-PT" sz="4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29" name="Rectangle 1428">
                        <a:extLst>
                          <a:ext uri="{FF2B5EF4-FFF2-40B4-BE49-F238E27FC236}">
                            <a16:creationId xmlns:a16="http://schemas.microsoft.com/office/drawing/2014/main" id="{1066CED8-37EA-43DC-A8B0-7117D8785A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455775" y="8796685"/>
                        <a:ext cx="561372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4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F</a:t>
                        </a:r>
                        <a:endParaRPr lang="pt-PT" sz="4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30" name="Rectangle 1429">
                        <a:extLst>
                          <a:ext uri="{FF2B5EF4-FFF2-40B4-BE49-F238E27FC236}">
                            <a16:creationId xmlns:a16="http://schemas.microsoft.com/office/drawing/2014/main" id="{6C5DD520-EF97-4ABF-A13D-B28AD5DFB7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806374" y="10745213"/>
                        <a:ext cx="404278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22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</a:t>
                        </a:r>
                        <a:endParaRPr lang="pt-PT" sz="22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31" name="Rectangle 1430">
                        <a:extLst>
                          <a:ext uri="{FF2B5EF4-FFF2-40B4-BE49-F238E27FC236}">
                            <a16:creationId xmlns:a16="http://schemas.microsoft.com/office/drawing/2014/main" id="{0D04A6E7-0226-4D47-8950-734D727A4A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2340" y="10737198"/>
                        <a:ext cx="388248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22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H</a:t>
                        </a:r>
                        <a:endParaRPr lang="pt-PT" sz="22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32" name="Rectangle 1431">
                        <a:extLst>
                          <a:ext uri="{FF2B5EF4-FFF2-40B4-BE49-F238E27FC236}">
                            <a16:creationId xmlns:a16="http://schemas.microsoft.com/office/drawing/2014/main" id="{ABE7B838-0EB5-4AC5-B6CB-F2E8CE8403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284120" y="11662826"/>
                        <a:ext cx="219932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10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</a:t>
                        </a:r>
                        <a:endParaRPr lang="pt-PT" sz="10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33" name="Rectangle 1432">
                        <a:extLst>
                          <a:ext uri="{FF2B5EF4-FFF2-40B4-BE49-F238E27FC236}">
                            <a16:creationId xmlns:a16="http://schemas.microsoft.com/office/drawing/2014/main" id="{BB3B1DB2-54AB-4CC6-9F0D-914A88DB69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118193" y="11653224"/>
                        <a:ext cx="255198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10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J</a:t>
                        </a:r>
                        <a:endParaRPr lang="pt-PT" sz="10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60" name="Group 59">
                      <a:extLst>
                        <a:ext uri="{FF2B5EF4-FFF2-40B4-BE49-F238E27FC236}">
                          <a16:creationId xmlns:a16="http://schemas.microsoft.com/office/drawing/2014/main" id="{F3260586-0F4C-462F-8CF0-D6B3293260BB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5413799" y="-2114128"/>
                      <a:ext cx="11075277" cy="2062103"/>
                      <a:chOff x="17118194" y="-2048814"/>
                      <a:chExt cx="11075277" cy="2062103"/>
                    </a:xfrm>
                  </p:grpSpPr>
                  <p:sp>
                    <p:nvSpPr>
                      <p:cNvPr id="1415" name="Rectangle 1414">
                        <a:extLst>
                          <a:ext uri="{FF2B5EF4-FFF2-40B4-BE49-F238E27FC236}">
                            <a16:creationId xmlns:a16="http://schemas.microsoft.com/office/drawing/2014/main" id="{B8F38AC2-B5F5-4CF0-8C83-272AC9A51E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822583" y="-2048814"/>
                        <a:ext cx="1370888" cy="2062103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2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</a:t>
                        </a:r>
                        <a:endParaRPr lang="pt-PT" sz="12800" dirty="0"/>
                      </a:p>
                    </p:txBody>
                  </p:sp>
                  <p:sp>
                    <p:nvSpPr>
                      <p:cNvPr id="1416" name="Rectangle 1415">
                        <a:extLst>
                          <a:ext uri="{FF2B5EF4-FFF2-40B4-BE49-F238E27FC236}">
                            <a16:creationId xmlns:a16="http://schemas.microsoft.com/office/drawing/2014/main" id="{CF8E6344-C986-4CF7-9433-C7E1608E09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997830" y="-2048814"/>
                        <a:ext cx="1370888" cy="2062103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2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</a:t>
                        </a:r>
                        <a:endParaRPr lang="pt-PT" sz="12800" dirty="0"/>
                      </a:p>
                    </p:txBody>
                  </p:sp>
                  <p:sp>
                    <p:nvSpPr>
                      <p:cNvPr id="1417" name="Rectangle 1416">
                        <a:extLst>
                          <a:ext uri="{FF2B5EF4-FFF2-40B4-BE49-F238E27FC236}">
                            <a16:creationId xmlns:a16="http://schemas.microsoft.com/office/drawing/2014/main" id="{60A07A5B-381B-479B-9A1D-A75B7ACB71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806375" y="-1233206"/>
                        <a:ext cx="404278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22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</a:t>
                        </a:r>
                        <a:endParaRPr lang="pt-PT" sz="2200" dirty="0"/>
                      </a:p>
                    </p:txBody>
                  </p:sp>
                  <p:sp>
                    <p:nvSpPr>
                      <p:cNvPr id="1418" name="Rectangle 1417">
                        <a:extLst>
                          <a:ext uri="{FF2B5EF4-FFF2-40B4-BE49-F238E27FC236}">
                            <a16:creationId xmlns:a16="http://schemas.microsoft.com/office/drawing/2014/main" id="{A09F145D-7129-4622-B702-522EE695F0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2341" y="-1233205"/>
                        <a:ext cx="388248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22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H</a:t>
                        </a:r>
                        <a:endParaRPr lang="pt-PT" sz="2200" dirty="0"/>
                      </a:p>
                    </p:txBody>
                  </p:sp>
                  <p:sp>
                    <p:nvSpPr>
                      <p:cNvPr id="1419" name="Rectangle 1418">
                        <a:extLst>
                          <a:ext uri="{FF2B5EF4-FFF2-40B4-BE49-F238E27FC236}">
                            <a16:creationId xmlns:a16="http://schemas.microsoft.com/office/drawing/2014/main" id="{89F6D177-3C5E-4164-856E-70F6D95689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071481" y="-1433260"/>
                        <a:ext cx="595035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4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</a:t>
                        </a:r>
                        <a:endParaRPr lang="pt-PT" sz="4800" dirty="0"/>
                      </a:p>
                    </p:txBody>
                  </p:sp>
                  <p:sp>
                    <p:nvSpPr>
                      <p:cNvPr id="1420" name="Rectangle 1419">
                        <a:extLst>
                          <a:ext uri="{FF2B5EF4-FFF2-40B4-BE49-F238E27FC236}">
                            <a16:creationId xmlns:a16="http://schemas.microsoft.com/office/drawing/2014/main" id="{2571ABAC-33C1-4F4B-BEEA-4099A52D1F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455776" y="-1433261"/>
                        <a:ext cx="561372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4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F</a:t>
                        </a:r>
                        <a:endParaRPr lang="pt-PT" sz="4800" dirty="0"/>
                      </a:p>
                    </p:txBody>
                  </p:sp>
                  <p:sp>
                    <p:nvSpPr>
                      <p:cNvPr id="1421" name="Rectangle 1420">
                        <a:extLst>
                          <a:ext uri="{FF2B5EF4-FFF2-40B4-BE49-F238E27FC236}">
                            <a16:creationId xmlns:a16="http://schemas.microsoft.com/office/drawing/2014/main" id="{2593D534-465A-418F-8A42-F62E53A255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604566" y="-1741037"/>
                        <a:ext cx="998991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8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</a:t>
                        </a:r>
                        <a:endParaRPr lang="pt-PT" sz="8800" dirty="0"/>
                      </a:p>
                    </p:txBody>
                  </p:sp>
                  <p:sp>
                    <p:nvSpPr>
                      <p:cNvPr id="1422" name="Rectangle 1421">
                        <a:extLst>
                          <a:ext uri="{FF2B5EF4-FFF2-40B4-BE49-F238E27FC236}">
                            <a16:creationId xmlns:a16="http://schemas.microsoft.com/office/drawing/2014/main" id="{67E51033-95AB-4C10-AA9E-136481FCDB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77950" y="-1741037"/>
                        <a:ext cx="998991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8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</a:t>
                        </a:r>
                        <a:endParaRPr lang="pt-PT" sz="8800" dirty="0"/>
                      </a:p>
                    </p:txBody>
                  </p:sp>
                  <p:sp>
                    <p:nvSpPr>
                      <p:cNvPr id="1423" name="Rectangle 1422">
                        <a:extLst>
                          <a:ext uri="{FF2B5EF4-FFF2-40B4-BE49-F238E27FC236}">
                            <a16:creationId xmlns:a16="http://schemas.microsoft.com/office/drawing/2014/main" id="{DC2AD202-C4C9-43F0-8565-C105EE06AE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284121" y="-1140872"/>
                        <a:ext cx="219932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0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</a:t>
                        </a:r>
                        <a:endParaRPr lang="pt-PT" sz="1000" dirty="0"/>
                      </a:p>
                    </p:txBody>
                  </p:sp>
                  <p:sp>
                    <p:nvSpPr>
                      <p:cNvPr id="1424" name="Rectangle 1423">
                        <a:extLst>
                          <a:ext uri="{FF2B5EF4-FFF2-40B4-BE49-F238E27FC236}">
                            <a16:creationId xmlns:a16="http://schemas.microsoft.com/office/drawing/2014/main" id="{DCB258FA-A16E-475C-86F5-98B69E5955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118194" y="-1140872"/>
                        <a:ext cx="255198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0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J</a:t>
                        </a:r>
                        <a:endParaRPr lang="pt-PT" sz="1000" dirty="0"/>
                      </a:p>
                    </p:txBody>
                  </p:sp>
                </p:grpSp>
                <p:grpSp>
                  <p:nvGrpSpPr>
                    <p:cNvPr id="63" name="Group 62">
                      <a:extLst>
                        <a:ext uri="{FF2B5EF4-FFF2-40B4-BE49-F238E27FC236}">
                          <a16:creationId xmlns:a16="http://schemas.microsoft.com/office/drawing/2014/main" id="{C69535B3-A335-4907-BC3A-95089079A4B2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17206768" y="4961850"/>
                      <a:ext cx="5374756" cy="6881883"/>
                      <a:chOff x="11025746" y="5027164"/>
                      <a:chExt cx="5374756" cy="6881883"/>
                    </a:xfrm>
                  </p:grpSpPr>
                  <p:sp>
                    <p:nvSpPr>
                      <p:cNvPr id="1405" name="Rectangle 1404">
                        <a:extLst>
                          <a:ext uri="{FF2B5EF4-FFF2-40B4-BE49-F238E27FC236}">
                            <a16:creationId xmlns:a16="http://schemas.microsoft.com/office/drawing/2014/main" id="{9AA1EB59-1419-400A-B087-A62203A789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025746" y="5027164"/>
                        <a:ext cx="813043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8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</a:t>
                        </a:r>
                        <a:endParaRPr lang="pt-PT" sz="8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06" name="Rectangle 1405">
                        <a:extLst>
                          <a:ext uri="{FF2B5EF4-FFF2-40B4-BE49-F238E27FC236}">
                            <a16:creationId xmlns:a16="http://schemas.microsoft.com/office/drawing/2014/main" id="{AF6FC493-FD5A-40EA-8F4E-0B4AAF71F6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521905" y="5057621"/>
                        <a:ext cx="873957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8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</a:t>
                        </a:r>
                        <a:endParaRPr lang="pt-PT" sz="8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07" name="Rectangle 1406">
                        <a:extLst>
                          <a:ext uri="{FF2B5EF4-FFF2-40B4-BE49-F238E27FC236}">
                            <a16:creationId xmlns:a16="http://schemas.microsoft.com/office/drawing/2014/main" id="{D6B0ECA7-EC5E-46B0-A104-D53E73E32E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903475" y="8779854"/>
                        <a:ext cx="527709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4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</a:t>
                        </a:r>
                        <a:endParaRPr lang="pt-PT" sz="4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08" name="Rectangle 1407">
                        <a:extLst>
                          <a:ext uri="{FF2B5EF4-FFF2-40B4-BE49-F238E27FC236}">
                            <a16:creationId xmlns:a16="http://schemas.microsoft.com/office/drawing/2014/main" id="{368A4392-0F8A-4396-8E73-C13CCF7032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604942" y="8778299"/>
                        <a:ext cx="389850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48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f</a:t>
                        </a:r>
                        <a:endParaRPr lang="pt-PT" sz="48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09" name="Rectangle 1408">
                        <a:extLst>
                          <a:ext uri="{FF2B5EF4-FFF2-40B4-BE49-F238E27FC236}">
                            <a16:creationId xmlns:a16="http://schemas.microsoft.com/office/drawing/2014/main" id="{10B4F8DC-0295-4E93-B33A-9408286316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348920" y="10721969"/>
                        <a:ext cx="357790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22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</a:t>
                        </a:r>
                        <a:endParaRPr lang="pt-PT" sz="22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10" name="Rectangle 1409">
                        <a:extLst>
                          <a:ext uri="{FF2B5EF4-FFF2-40B4-BE49-F238E27FC236}">
                            <a16:creationId xmlns:a16="http://schemas.microsoft.com/office/drawing/2014/main" id="{A5B6EF27-AB90-46A9-AA65-A0BDEA4CB9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660969" y="10721969"/>
                        <a:ext cx="357790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22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h</a:t>
                        </a:r>
                        <a:endParaRPr lang="pt-PT" sz="22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11" name="Rectangle 1410">
                        <a:extLst>
                          <a:ext uri="{FF2B5EF4-FFF2-40B4-BE49-F238E27FC236}">
                            <a16:creationId xmlns:a16="http://schemas.microsoft.com/office/drawing/2014/main" id="{28CBCA78-FD3F-4A53-B033-BDCAE7D9EB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032276" y="11662826"/>
                        <a:ext cx="219932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10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</a:t>
                        </a:r>
                        <a:endParaRPr lang="pt-PT" sz="10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  <p:sp>
                    <p:nvSpPr>
                      <p:cNvPr id="1412" name="Rectangle 1411">
                        <a:extLst>
                          <a:ext uri="{FF2B5EF4-FFF2-40B4-BE49-F238E27FC236}">
                            <a16:creationId xmlns:a16="http://schemas.microsoft.com/office/drawing/2014/main" id="{A47CF0AC-E62B-4940-A8A5-C501C208ED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180570" y="11651800"/>
                        <a:ext cx="219932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pt-PT" sz="1000" b="1" dirty="0">
                            <a:solidFill>
                              <a:srgbClr val="FBE5D6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j</a:t>
                        </a:r>
                        <a:endParaRPr lang="pt-PT" sz="1000" dirty="0">
                          <a:solidFill>
                            <a:srgbClr val="FBE5D6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62" name="Group 61">
                      <a:extLst>
                        <a:ext uri="{FF2B5EF4-FFF2-40B4-BE49-F238E27FC236}">
                          <a16:creationId xmlns:a16="http://schemas.microsoft.com/office/drawing/2014/main" id="{3E74546C-7A54-4C22-BAD5-683CF6047BB0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17206768" y="-2114127"/>
                      <a:ext cx="10921389" cy="2062103"/>
                      <a:chOff x="5479113" y="-2048813"/>
                      <a:chExt cx="10921389" cy="2062103"/>
                    </a:xfrm>
                  </p:grpSpPr>
                  <p:sp>
                    <p:nvSpPr>
                      <p:cNvPr id="1394" name="Rectangle 1393">
                        <a:extLst>
                          <a:ext uri="{FF2B5EF4-FFF2-40B4-BE49-F238E27FC236}">
                            <a16:creationId xmlns:a16="http://schemas.microsoft.com/office/drawing/2014/main" id="{90444132-98F2-48AE-B8F6-D508FC27ED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79113" y="-2048813"/>
                        <a:ext cx="1098378" cy="2062103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2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</a:t>
                        </a:r>
                        <a:endParaRPr lang="pt-PT" sz="12800" dirty="0"/>
                      </a:p>
                    </p:txBody>
                  </p:sp>
                  <p:sp>
                    <p:nvSpPr>
                      <p:cNvPr id="1395" name="Rectangle 1394">
                        <a:extLst>
                          <a:ext uri="{FF2B5EF4-FFF2-40B4-BE49-F238E27FC236}">
                            <a16:creationId xmlns:a16="http://schemas.microsoft.com/office/drawing/2014/main" id="{47F09B7E-541D-44D8-A900-4A249AF433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58982" y="-2048813"/>
                        <a:ext cx="1188146" cy="2062103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2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</a:t>
                        </a:r>
                        <a:endParaRPr lang="pt-PT" sz="12800" dirty="0"/>
                      </a:p>
                    </p:txBody>
                  </p:sp>
                  <p:sp>
                    <p:nvSpPr>
                      <p:cNvPr id="1396" name="Rectangle 1395">
                        <a:extLst>
                          <a:ext uri="{FF2B5EF4-FFF2-40B4-BE49-F238E27FC236}">
                            <a16:creationId xmlns:a16="http://schemas.microsoft.com/office/drawing/2014/main" id="{453D1D2D-A5A7-4D60-AA8F-4D6141A124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348920" y="-1233206"/>
                        <a:ext cx="357790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22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</a:t>
                        </a:r>
                        <a:endParaRPr lang="pt-PT" sz="2200" dirty="0"/>
                      </a:p>
                    </p:txBody>
                  </p:sp>
                  <p:sp>
                    <p:nvSpPr>
                      <p:cNvPr id="1397" name="Rectangle 1396">
                        <a:extLst>
                          <a:ext uri="{FF2B5EF4-FFF2-40B4-BE49-F238E27FC236}">
                            <a16:creationId xmlns:a16="http://schemas.microsoft.com/office/drawing/2014/main" id="{5154142D-7A52-402C-8EC5-B0B7D5F19D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660969" y="-1233206"/>
                        <a:ext cx="357790" cy="43088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22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h</a:t>
                        </a:r>
                        <a:endParaRPr lang="pt-PT" sz="2200" dirty="0"/>
                      </a:p>
                    </p:txBody>
                  </p:sp>
                  <p:sp>
                    <p:nvSpPr>
                      <p:cNvPr id="1398" name="Rectangle 1397">
                        <a:extLst>
                          <a:ext uri="{FF2B5EF4-FFF2-40B4-BE49-F238E27FC236}">
                            <a16:creationId xmlns:a16="http://schemas.microsoft.com/office/drawing/2014/main" id="{3863FD66-1749-46DE-BE3B-C0D5715B5C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903475" y="-1433260"/>
                        <a:ext cx="527709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4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</a:t>
                        </a:r>
                        <a:endParaRPr lang="pt-PT" sz="4800" dirty="0"/>
                      </a:p>
                    </p:txBody>
                  </p:sp>
                  <p:sp>
                    <p:nvSpPr>
                      <p:cNvPr id="1399" name="Rectangle 1398">
                        <a:extLst>
                          <a:ext uri="{FF2B5EF4-FFF2-40B4-BE49-F238E27FC236}">
                            <a16:creationId xmlns:a16="http://schemas.microsoft.com/office/drawing/2014/main" id="{F590386A-5B0F-4BBD-BF24-1C7103C6D6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604942" y="-1433261"/>
                        <a:ext cx="389850" cy="83099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4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f</a:t>
                        </a:r>
                        <a:endParaRPr lang="pt-PT" sz="4800" dirty="0"/>
                      </a:p>
                    </p:txBody>
                  </p:sp>
                  <p:sp>
                    <p:nvSpPr>
                      <p:cNvPr id="1400" name="Rectangle 1399">
                        <a:extLst>
                          <a:ext uri="{FF2B5EF4-FFF2-40B4-BE49-F238E27FC236}">
                            <a16:creationId xmlns:a16="http://schemas.microsoft.com/office/drawing/2014/main" id="{EF10D1BD-8D99-4D2E-BF49-BF42DB2C9B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025746" y="-1741037"/>
                        <a:ext cx="813043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8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</a:t>
                        </a:r>
                        <a:endParaRPr lang="pt-PT" sz="8800" dirty="0"/>
                      </a:p>
                    </p:txBody>
                  </p:sp>
                  <p:sp>
                    <p:nvSpPr>
                      <p:cNvPr id="1401" name="Rectangle 1400">
                        <a:extLst>
                          <a:ext uri="{FF2B5EF4-FFF2-40B4-BE49-F238E27FC236}">
                            <a16:creationId xmlns:a16="http://schemas.microsoft.com/office/drawing/2014/main" id="{17113B53-4B00-446D-973F-705E04DF66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521905" y="-1741037"/>
                        <a:ext cx="873957" cy="144655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88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</a:t>
                        </a:r>
                        <a:endParaRPr lang="pt-PT" sz="8800" dirty="0"/>
                      </a:p>
                    </p:txBody>
                  </p:sp>
                  <p:sp>
                    <p:nvSpPr>
                      <p:cNvPr id="1402" name="Rectangle 1401">
                        <a:extLst>
                          <a:ext uri="{FF2B5EF4-FFF2-40B4-BE49-F238E27FC236}">
                            <a16:creationId xmlns:a16="http://schemas.microsoft.com/office/drawing/2014/main" id="{7A926A89-92CD-40A7-A235-7B597D003C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032276" y="-1140873"/>
                        <a:ext cx="219932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0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</a:t>
                        </a:r>
                        <a:endParaRPr lang="pt-PT" sz="1000" dirty="0"/>
                      </a:p>
                    </p:txBody>
                  </p:sp>
                  <p:sp>
                    <p:nvSpPr>
                      <p:cNvPr id="1403" name="Rectangle 1402">
                        <a:extLst>
                          <a:ext uri="{FF2B5EF4-FFF2-40B4-BE49-F238E27FC236}">
                            <a16:creationId xmlns:a16="http://schemas.microsoft.com/office/drawing/2014/main" id="{AF9F0B6D-2188-49BA-B1F8-A2EF857AFB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180570" y="-1140873"/>
                        <a:ext cx="219932" cy="24622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pt-PT" sz="1000" b="1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j</a:t>
                        </a:r>
                        <a:endParaRPr lang="pt-PT" sz="1000" dirty="0"/>
                      </a:p>
                    </p:txBody>
                  </p:sp>
                </p:grpSp>
              </p:grpSp>
              <p:sp>
                <p:nvSpPr>
                  <p:cNvPr id="1436" name="Rectangle 1435">
                    <a:extLst>
                      <a:ext uri="{FF2B5EF4-FFF2-40B4-BE49-F238E27FC236}">
                        <a16:creationId xmlns:a16="http://schemas.microsoft.com/office/drawing/2014/main" id="{DB8DBE6C-1028-4172-9654-12B4A53092CD}"/>
                      </a:ext>
                    </a:extLst>
                  </p:cNvPr>
                  <p:cNvSpPr/>
                  <p:nvPr/>
                </p:nvSpPr>
                <p:spPr>
                  <a:xfrm flipH="1">
                    <a:off x="16494390" y="-1589919"/>
                    <a:ext cx="697627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pt-PT" sz="40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…</a:t>
                    </a:r>
                    <a:endParaRPr lang="pt-PT" sz="4000" b="1" dirty="0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70272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EE62511-0A2B-408A-88FB-5D1111A2A2AC}"/>
              </a:ext>
            </a:extLst>
          </p:cNvPr>
          <p:cNvGrpSpPr>
            <a:grpSpLocks noChangeAspect="1"/>
          </p:cNvGrpSpPr>
          <p:nvPr/>
        </p:nvGrpSpPr>
        <p:grpSpPr>
          <a:xfrm>
            <a:off x="6351655" y="2705390"/>
            <a:ext cx="1539451" cy="1537849"/>
            <a:chOff x="4955729" y="426314"/>
            <a:chExt cx="6102350" cy="6096000"/>
          </a:xfrm>
        </p:grpSpPr>
        <p:grpSp>
          <p:nvGrpSpPr>
            <p:cNvPr id="1924" name="Group 1923">
              <a:extLst>
                <a:ext uri="{FF2B5EF4-FFF2-40B4-BE49-F238E27FC236}">
                  <a16:creationId xmlns:a16="http://schemas.microsoft.com/office/drawing/2014/main" id="{580A7A93-3677-419A-89A8-B5B0FD9C1471}"/>
                </a:ext>
              </a:extLst>
            </p:cNvPr>
            <p:cNvGrpSpPr/>
            <p:nvPr/>
          </p:nvGrpSpPr>
          <p:grpSpPr>
            <a:xfrm>
              <a:off x="4955729" y="426314"/>
              <a:ext cx="6102350" cy="6096000"/>
              <a:chOff x="4086225" y="206982"/>
              <a:chExt cx="6102350" cy="6096000"/>
            </a:xfrm>
          </p:grpSpPr>
          <p:sp>
            <p:nvSpPr>
              <p:cNvPr id="2044" name="Rectangle 2043">
                <a:extLst>
                  <a:ext uri="{FF2B5EF4-FFF2-40B4-BE49-F238E27FC236}">
                    <a16:creationId xmlns:a16="http://schemas.microsoft.com/office/drawing/2014/main" id="{EA462BE9-E0C9-4023-9D71-EBCAF0DDFD49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5" name="Rectangle 2044">
                <a:extLst>
                  <a:ext uri="{FF2B5EF4-FFF2-40B4-BE49-F238E27FC236}">
                    <a16:creationId xmlns:a16="http://schemas.microsoft.com/office/drawing/2014/main" id="{385BC172-905C-4823-B0DD-ACF78CD006A7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6" name="Rectangle 2045">
                <a:extLst>
                  <a:ext uri="{FF2B5EF4-FFF2-40B4-BE49-F238E27FC236}">
                    <a16:creationId xmlns:a16="http://schemas.microsoft.com/office/drawing/2014/main" id="{916AB837-0F8B-43BF-9510-3374B71D9AB3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7" name="Rectangle 2046">
                <a:extLst>
                  <a:ext uri="{FF2B5EF4-FFF2-40B4-BE49-F238E27FC236}">
                    <a16:creationId xmlns:a16="http://schemas.microsoft.com/office/drawing/2014/main" id="{3405B01A-C298-49F6-B1F4-A9C971D328C9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8" name="Rectangle 2047">
                <a:extLst>
                  <a:ext uri="{FF2B5EF4-FFF2-40B4-BE49-F238E27FC236}">
                    <a16:creationId xmlns:a16="http://schemas.microsoft.com/office/drawing/2014/main" id="{3A275460-80B9-4B0A-A981-2DCCA59B79EC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9" name="Rectangle 2048">
                <a:extLst>
                  <a:ext uri="{FF2B5EF4-FFF2-40B4-BE49-F238E27FC236}">
                    <a16:creationId xmlns:a16="http://schemas.microsoft.com/office/drawing/2014/main" id="{F59C7BF5-4635-45C8-A321-6141B1366623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0" name="Rectangle 2049">
                <a:extLst>
                  <a:ext uri="{FF2B5EF4-FFF2-40B4-BE49-F238E27FC236}">
                    <a16:creationId xmlns:a16="http://schemas.microsoft.com/office/drawing/2014/main" id="{E071D2B5-1F50-4825-A2FE-052544E13D3B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1" name="Rectangle 2050">
                <a:extLst>
                  <a:ext uri="{FF2B5EF4-FFF2-40B4-BE49-F238E27FC236}">
                    <a16:creationId xmlns:a16="http://schemas.microsoft.com/office/drawing/2014/main" id="{A1609EF2-AA00-4E37-8D45-07A4D0CB2BD3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2" name="Rectangle 2051">
                <a:extLst>
                  <a:ext uri="{FF2B5EF4-FFF2-40B4-BE49-F238E27FC236}">
                    <a16:creationId xmlns:a16="http://schemas.microsoft.com/office/drawing/2014/main" id="{B14AB044-6C2D-4DBD-92A9-115EC88E0D61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3" name="Rectangle 2052">
                <a:extLst>
                  <a:ext uri="{FF2B5EF4-FFF2-40B4-BE49-F238E27FC236}">
                    <a16:creationId xmlns:a16="http://schemas.microsoft.com/office/drawing/2014/main" id="{72018933-F83C-4EA4-AA8C-5E32A7980D42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4" name="Rectangle 2053">
                <a:extLst>
                  <a:ext uri="{FF2B5EF4-FFF2-40B4-BE49-F238E27FC236}">
                    <a16:creationId xmlns:a16="http://schemas.microsoft.com/office/drawing/2014/main" id="{2C635AEA-401B-47E1-B5F6-2CC8159F8EBB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5" name="Rectangle 2054">
                <a:extLst>
                  <a:ext uri="{FF2B5EF4-FFF2-40B4-BE49-F238E27FC236}">
                    <a16:creationId xmlns:a16="http://schemas.microsoft.com/office/drawing/2014/main" id="{5AAC48BF-D017-4CDA-99B0-6D1FF17C563D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6" name="Rectangle 2055">
                <a:extLst>
                  <a:ext uri="{FF2B5EF4-FFF2-40B4-BE49-F238E27FC236}">
                    <a16:creationId xmlns:a16="http://schemas.microsoft.com/office/drawing/2014/main" id="{F922C3DA-9D13-407D-8D68-146A7DCD18C6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7" name="Rectangle 2056">
                <a:extLst>
                  <a:ext uri="{FF2B5EF4-FFF2-40B4-BE49-F238E27FC236}">
                    <a16:creationId xmlns:a16="http://schemas.microsoft.com/office/drawing/2014/main" id="{B162C787-7FBE-41DD-8114-014FD248226F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8" name="Rectangle 2057">
                <a:extLst>
                  <a:ext uri="{FF2B5EF4-FFF2-40B4-BE49-F238E27FC236}">
                    <a16:creationId xmlns:a16="http://schemas.microsoft.com/office/drawing/2014/main" id="{E07B4683-480C-4F09-8607-13689C521F39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9" name="Rectangle 2058">
                <a:extLst>
                  <a:ext uri="{FF2B5EF4-FFF2-40B4-BE49-F238E27FC236}">
                    <a16:creationId xmlns:a16="http://schemas.microsoft.com/office/drawing/2014/main" id="{33A6EF5E-3605-47AE-8C0B-A10D19BEBD7F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0" name="Rectangle 2059">
                <a:extLst>
                  <a:ext uri="{FF2B5EF4-FFF2-40B4-BE49-F238E27FC236}">
                    <a16:creationId xmlns:a16="http://schemas.microsoft.com/office/drawing/2014/main" id="{5604FE24-6D80-4A26-9B65-7DB1DEB5D305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1" name="Rectangle 2060">
                <a:extLst>
                  <a:ext uri="{FF2B5EF4-FFF2-40B4-BE49-F238E27FC236}">
                    <a16:creationId xmlns:a16="http://schemas.microsoft.com/office/drawing/2014/main" id="{DA00FC38-72D0-40E0-94AB-3E62938594A0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2" name="Rectangle 2061">
                <a:extLst>
                  <a:ext uri="{FF2B5EF4-FFF2-40B4-BE49-F238E27FC236}">
                    <a16:creationId xmlns:a16="http://schemas.microsoft.com/office/drawing/2014/main" id="{5C890176-69F0-4F00-8B8A-5C2799E992C8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3" name="Rectangle 2062">
                <a:extLst>
                  <a:ext uri="{FF2B5EF4-FFF2-40B4-BE49-F238E27FC236}">
                    <a16:creationId xmlns:a16="http://schemas.microsoft.com/office/drawing/2014/main" id="{D4E25E43-75DC-40FD-8439-CC3C40CE5711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4" name="Rectangle 2063">
                <a:extLst>
                  <a:ext uri="{FF2B5EF4-FFF2-40B4-BE49-F238E27FC236}">
                    <a16:creationId xmlns:a16="http://schemas.microsoft.com/office/drawing/2014/main" id="{44F320C6-628B-4AFA-945A-4EE704FDC1EB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5" name="Rectangle 2064">
                <a:extLst>
                  <a:ext uri="{FF2B5EF4-FFF2-40B4-BE49-F238E27FC236}">
                    <a16:creationId xmlns:a16="http://schemas.microsoft.com/office/drawing/2014/main" id="{C793ACEA-B657-43A7-A49E-5D4ED3FABA48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6" name="Rectangle 2065">
                <a:extLst>
                  <a:ext uri="{FF2B5EF4-FFF2-40B4-BE49-F238E27FC236}">
                    <a16:creationId xmlns:a16="http://schemas.microsoft.com/office/drawing/2014/main" id="{CF2D8745-D087-435B-80D8-022AACE8B47D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7" name="Rectangle 2066">
                <a:extLst>
                  <a:ext uri="{FF2B5EF4-FFF2-40B4-BE49-F238E27FC236}">
                    <a16:creationId xmlns:a16="http://schemas.microsoft.com/office/drawing/2014/main" id="{3D46B03F-4ECF-43D1-9E57-A92A201CD42E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8" name="Rectangle 2067">
                <a:extLst>
                  <a:ext uri="{FF2B5EF4-FFF2-40B4-BE49-F238E27FC236}">
                    <a16:creationId xmlns:a16="http://schemas.microsoft.com/office/drawing/2014/main" id="{2374850F-555B-44A3-B562-4A5BB0A59528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9" name="Rectangle 2068">
                <a:extLst>
                  <a:ext uri="{FF2B5EF4-FFF2-40B4-BE49-F238E27FC236}">
                    <a16:creationId xmlns:a16="http://schemas.microsoft.com/office/drawing/2014/main" id="{0F819682-5FEF-473E-9824-05478C4E82F2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0" name="Rectangle 2069">
                <a:extLst>
                  <a:ext uri="{FF2B5EF4-FFF2-40B4-BE49-F238E27FC236}">
                    <a16:creationId xmlns:a16="http://schemas.microsoft.com/office/drawing/2014/main" id="{31FD5050-F693-48A7-8082-59915909E164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1" name="Rectangle 2070">
                <a:extLst>
                  <a:ext uri="{FF2B5EF4-FFF2-40B4-BE49-F238E27FC236}">
                    <a16:creationId xmlns:a16="http://schemas.microsoft.com/office/drawing/2014/main" id="{63A98CFA-1D44-4A63-9517-F6357525D195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2" name="Rectangle 2071">
                <a:extLst>
                  <a:ext uri="{FF2B5EF4-FFF2-40B4-BE49-F238E27FC236}">
                    <a16:creationId xmlns:a16="http://schemas.microsoft.com/office/drawing/2014/main" id="{96E7A895-EE62-4E91-B3C8-B54CD343A2C3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3" name="Rectangle 2072">
                <a:extLst>
                  <a:ext uri="{FF2B5EF4-FFF2-40B4-BE49-F238E27FC236}">
                    <a16:creationId xmlns:a16="http://schemas.microsoft.com/office/drawing/2014/main" id="{1DB0ADD6-2070-4626-B27A-3722B22D4151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4" name="Rectangle 2073">
                <a:extLst>
                  <a:ext uri="{FF2B5EF4-FFF2-40B4-BE49-F238E27FC236}">
                    <a16:creationId xmlns:a16="http://schemas.microsoft.com/office/drawing/2014/main" id="{AF493D34-F594-4BB4-B3F4-BBCCC28FC4E9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5" name="Rectangle 2074">
                <a:extLst>
                  <a:ext uri="{FF2B5EF4-FFF2-40B4-BE49-F238E27FC236}">
                    <a16:creationId xmlns:a16="http://schemas.microsoft.com/office/drawing/2014/main" id="{DF8A24D9-92E9-4D4F-993D-8CB35EF66169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6" name="Rectangle 2075">
                <a:extLst>
                  <a:ext uri="{FF2B5EF4-FFF2-40B4-BE49-F238E27FC236}">
                    <a16:creationId xmlns:a16="http://schemas.microsoft.com/office/drawing/2014/main" id="{10ABD087-5507-4A70-9A59-B172F5F66E4D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7" name="Rectangle 2076">
                <a:extLst>
                  <a:ext uri="{FF2B5EF4-FFF2-40B4-BE49-F238E27FC236}">
                    <a16:creationId xmlns:a16="http://schemas.microsoft.com/office/drawing/2014/main" id="{53D47C5A-2F7F-40A5-AEF8-BE316D77E73B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8" name="Rectangle 2077">
                <a:extLst>
                  <a:ext uri="{FF2B5EF4-FFF2-40B4-BE49-F238E27FC236}">
                    <a16:creationId xmlns:a16="http://schemas.microsoft.com/office/drawing/2014/main" id="{4CFF2B07-932E-4460-AF92-37473B2FDB7B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9" name="Rectangle 2078">
                <a:extLst>
                  <a:ext uri="{FF2B5EF4-FFF2-40B4-BE49-F238E27FC236}">
                    <a16:creationId xmlns:a16="http://schemas.microsoft.com/office/drawing/2014/main" id="{75F7DFC8-E9E5-4594-90DD-65E584D889EF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0" name="Rectangle 2079">
                <a:extLst>
                  <a:ext uri="{FF2B5EF4-FFF2-40B4-BE49-F238E27FC236}">
                    <a16:creationId xmlns:a16="http://schemas.microsoft.com/office/drawing/2014/main" id="{384EEA4C-7AFA-491D-B3DD-EA2FA9819D6D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1" name="Rectangle 2080">
                <a:extLst>
                  <a:ext uri="{FF2B5EF4-FFF2-40B4-BE49-F238E27FC236}">
                    <a16:creationId xmlns:a16="http://schemas.microsoft.com/office/drawing/2014/main" id="{155858D2-1580-40DF-B121-45D6D5695980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2" name="Rectangle 2081">
                <a:extLst>
                  <a:ext uri="{FF2B5EF4-FFF2-40B4-BE49-F238E27FC236}">
                    <a16:creationId xmlns:a16="http://schemas.microsoft.com/office/drawing/2014/main" id="{45D067A9-7325-4807-A0E6-B9098AD32E28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3" name="Rectangle 2082">
                <a:extLst>
                  <a:ext uri="{FF2B5EF4-FFF2-40B4-BE49-F238E27FC236}">
                    <a16:creationId xmlns:a16="http://schemas.microsoft.com/office/drawing/2014/main" id="{C78EB8AD-9DF1-4881-B3D1-B788C0CCC34A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4" name="Rectangle 2083">
                <a:extLst>
                  <a:ext uri="{FF2B5EF4-FFF2-40B4-BE49-F238E27FC236}">
                    <a16:creationId xmlns:a16="http://schemas.microsoft.com/office/drawing/2014/main" id="{73A75543-52F4-40BB-AF2E-9A2C3BC209FD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5" name="Rectangle 2084">
                <a:extLst>
                  <a:ext uri="{FF2B5EF4-FFF2-40B4-BE49-F238E27FC236}">
                    <a16:creationId xmlns:a16="http://schemas.microsoft.com/office/drawing/2014/main" id="{DA6CCA27-3C31-4E06-99C4-0526E6726085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6" name="Rectangle 2085">
                <a:extLst>
                  <a:ext uri="{FF2B5EF4-FFF2-40B4-BE49-F238E27FC236}">
                    <a16:creationId xmlns:a16="http://schemas.microsoft.com/office/drawing/2014/main" id="{14792F37-5798-4045-9B0B-3CD9B3DE8C5F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7" name="Rectangle 2086">
                <a:extLst>
                  <a:ext uri="{FF2B5EF4-FFF2-40B4-BE49-F238E27FC236}">
                    <a16:creationId xmlns:a16="http://schemas.microsoft.com/office/drawing/2014/main" id="{FEFA42D2-5C39-49F2-9002-31C53A4C6C8D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8" name="Rectangle 2087">
                <a:extLst>
                  <a:ext uri="{FF2B5EF4-FFF2-40B4-BE49-F238E27FC236}">
                    <a16:creationId xmlns:a16="http://schemas.microsoft.com/office/drawing/2014/main" id="{34699E23-FCED-49BA-9444-4F754AF9BD10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9" name="Rectangle 2088">
                <a:extLst>
                  <a:ext uri="{FF2B5EF4-FFF2-40B4-BE49-F238E27FC236}">
                    <a16:creationId xmlns:a16="http://schemas.microsoft.com/office/drawing/2014/main" id="{78A17DAB-41CB-4FCE-8E77-25954F408BC7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90" name="Rectangle 2089">
                <a:extLst>
                  <a:ext uri="{FF2B5EF4-FFF2-40B4-BE49-F238E27FC236}">
                    <a16:creationId xmlns:a16="http://schemas.microsoft.com/office/drawing/2014/main" id="{57A5E75D-2A52-45F4-80FC-5A39F37F9EE2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91" name="Rectangle 2090">
                <a:extLst>
                  <a:ext uri="{FF2B5EF4-FFF2-40B4-BE49-F238E27FC236}">
                    <a16:creationId xmlns:a16="http://schemas.microsoft.com/office/drawing/2014/main" id="{0E73305F-86D9-4C70-AB35-DF628249C878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925" name="Group 1924">
              <a:extLst>
                <a:ext uri="{FF2B5EF4-FFF2-40B4-BE49-F238E27FC236}">
                  <a16:creationId xmlns:a16="http://schemas.microsoft.com/office/drawing/2014/main" id="{6C0EE31C-6127-475E-9C9B-81361A05AFA4}"/>
                </a:ext>
              </a:extLst>
            </p:cNvPr>
            <p:cNvGrpSpPr/>
            <p:nvPr/>
          </p:nvGrpSpPr>
          <p:grpSpPr>
            <a:xfrm>
              <a:off x="6491694" y="1960681"/>
              <a:ext cx="3030420" cy="3027266"/>
              <a:chOff x="4086223" y="206982"/>
              <a:chExt cx="6102347" cy="6095996"/>
            </a:xfrm>
          </p:grpSpPr>
          <p:sp>
            <p:nvSpPr>
              <p:cNvPr id="1996" name="Rectangle 1995">
                <a:extLst>
                  <a:ext uri="{FF2B5EF4-FFF2-40B4-BE49-F238E27FC236}">
                    <a16:creationId xmlns:a16="http://schemas.microsoft.com/office/drawing/2014/main" id="{E02B77DE-5BEC-4335-9A7E-453DF3CAB216}"/>
                  </a:ext>
                </a:extLst>
              </p:cNvPr>
              <p:cNvSpPr/>
              <p:nvPr/>
            </p:nvSpPr>
            <p:spPr>
              <a:xfrm>
                <a:off x="4848222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7" name="Rectangle 1996">
                <a:extLst>
                  <a:ext uri="{FF2B5EF4-FFF2-40B4-BE49-F238E27FC236}">
                    <a16:creationId xmlns:a16="http://schemas.microsoft.com/office/drawing/2014/main" id="{49B195B2-FE04-4D13-89DF-02FE500D8C6F}"/>
                  </a:ext>
                </a:extLst>
              </p:cNvPr>
              <p:cNvSpPr/>
              <p:nvPr/>
            </p:nvSpPr>
            <p:spPr>
              <a:xfrm>
                <a:off x="4848222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8" name="Rectangle 1997">
                <a:extLst>
                  <a:ext uri="{FF2B5EF4-FFF2-40B4-BE49-F238E27FC236}">
                    <a16:creationId xmlns:a16="http://schemas.microsoft.com/office/drawing/2014/main" id="{3BE35C87-861D-47D1-BFBF-115614EF4A65}"/>
                  </a:ext>
                </a:extLst>
              </p:cNvPr>
              <p:cNvSpPr/>
              <p:nvPr/>
            </p:nvSpPr>
            <p:spPr>
              <a:xfrm>
                <a:off x="5610223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9" name="Rectangle 1998">
                <a:extLst>
                  <a:ext uri="{FF2B5EF4-FFF2-40B4-BE49-F238E27FC236}">
                    <a16:creationId xmlns:a16="http://schemas.microsoft.com/office/drawing/2014/main" id="{856E6910-68AB-433E-8563-3F69B3313665}"/>
                  </a:ext>
                </a:extLst>
              </p:cNvPr>
              <p:cNvSpPr/>
              <p:nvPr/>
            </p:nvSpPr>
            <p:spPr>
              <a:xfrm>
                <a:off x="5610223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0" name="Rectangle 1999">
                <a:extLst>
                  <a:ext uri="{FF2B5EF4-FFF2-40B4-BE49-F238E27FC236}">
                    <a16:creationId xmlns:a16="http://schemas.microsoft.com/office/drawing/2014/main" id="{E83EBA7A-6C09-42F1-8121-09ABA109BC4E}"/>
                  </a:ext>
                </a:extLst>
              </p:cNvPr>
              <p:cNvSpPr/>
              <p:nvPr/>
            </p:nvSpPr>
            <p:spPr>
              <a:xfrm>
                <a:off x="4848222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1" name="Rectangle 2000">
                <a:extLst>
                  <a:ext uri="{FF2B5EF4-FFF2-40B4-BE49-F238E27FC236}">
                    <a16:creationId xmlns:a16="http://schemas.microsoft.com/office/drawing/2014/main" id="{B14433DB-4F75-47C8-B005-6001D3AE6E28}"/>
                  </a:ext>
                </a:extLst>
              </p:cNvPr>
              <p:cNvSpPr/>
              <p:nvPr/>
            </p:nvSpPr>
            <p:spPr>
              <a:xfrm>
                <a:off x="4848222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2" name="Rectangle 2001">
                <a:extLst>
                  <a:ext uri="{FF2B5EF4-FFF2-40B4-BE49-F238E27FC236}">
                    <a16:creationId xmlns:a16="http://schemas.microsoft.com/office/drawing/2014/main" id="{0EE56B8B-028F-443A-BB47-F955F461ABF2}"/>
                  </a:ext>
                </a:extLst>
              </p:cNvPr>
              <p:cNvSpPr/>
              <p:nvPr/>
            </p:nvSpPr>
            <p:spPr>
              <a:xfrm>
                <a:off x="4086223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3" name="Rectangle 2002">
                <a:extLst>
                  <a:ext uri="{FF2B5EF4-FFF2-40B4-BE49-F238E27FC236}">
                    <a16:creationId xmlns:a16="http://schemas.microsoft.com/office/drawing/2014/main" id="{BCF8E99A-3339-4700-A598-67E086ACAE2E}"/>
                  </a:ext>
                </a:extLst>
              </p:cNvPr>
              <p:cNvSpPr/>
              <p:nvPr/>
            </p:nvSpPr>
            <p:spPr>
              <a:xfrm>
                <a:off x="4086223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4" name="Rectangle 2003">
                <a:extLst>
                  <a:ext uri="{FF2B5EF4-FFF2-40B4-BE49-F238E27FC236}">
                    <a16:creationId xmlns:a16="http://schemas.microsoft.com/office/drawing/2014/main" id="{1207179A-2DD2-474B-9669-F744EFF713AD}"/>
                  </a:ext>
                </a:extLst>
              </p:cNvPr>
              <p:cNvSpPr/>
              <p:nvPr/>
            </p:nvSpPr>
            <p:spPr>
              <a:xfrm>
                <a:off x="4086223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5" name="Rectangle 2004">
                <a:extLst>
                  <a:ext uri="{FF2B5EF4-FFF2-40B4-BE49-F238E27FC236}">
                    <a16:creationId xmlns:a16="http://schemas.microsoft.com/office/drawing/2014/main" id="{50FE178B-EFEC-469B-8859-AC14BAA0038A}"/>
                  </a:ext>
                </a:extLst>
              </p:cNvPr>
              <p:cNvSpPr/>
              <p:nvPr/>
            </p:nvSpPr>
            <p:spPr>
              <a:xfrm>
                <a:off x="4086223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6" name="Rectangle 2005">
                <a:extLst>
                  <a:ext uri="{FF2B5EF4-FFF2-40B4-BE49-F238E27FC236}">
                    <a16:creationId xmlns:a16="http://schemas.microsoft.com/office/drawing/2014/main" id="{EEFDF5B1-AFCB-4B20-BA35-0F71390C11E1}"/>
                  </a:ext>
                </a:extLst>
              </p:cNvPr>
              <p:cNvSpPr/>
              <p:nvPr/>
            </p:nvSpPr>
            <p:spPr>
              <a:xfrm>
                <a:off x="6372222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7" name="Rectangle 2006">
                <a:extLst>
                  <a:ext uri="{FF2B5EF4-FFF2-40B4-BE49-F238E27FC236}">
                    <a16:creationId xmlns:a16="http://schemas.microsoft.com/office/drawing/2014/main" id="{97725AB7-57FC-4155-BD98-34E0826A702B}"/>
                  </a:ext>
                </a:extLst>
              </p:cNvPr>
              <p:cNvSpPr/>
              <p:nvPr/>
            </p:nvSpPr>
            <p:spPr>
              <a:xfrm>
                <a:off x="6372222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8" name="Rectangle 2007">
                <a:extLst>
                  <a:ext uri="{FF2B5EF4-FFF2-40B4-BE49-F238E27FC236}">
                    <a16:creationId xmlns:a16="http://schemas.microsoft.com/office/drawing/2014/main" id="{30CF807F-41C1-4ABF-BA01-9C5E3F4FCC3C}"/>
                  </a:ext>
                </a:extLst>
              </p:cNvPr>
              <p:cNvSpPr/>
              <p:nvPr/>
            </p:nvSpPr>
            <p:spPr>
              <a:xfrm>
                <a:off x="5610223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9" name="Rectangle 2008">
                <a:extLst>
                  <a:ext uri="{FF2B5EF4-FFF2-40B4-BE49-F238E27FC236}">
                    <a16:creationId xmlns:a16="http://schemas.microsoft.com/office/drawing/2014/main" id="{5D4B6555-D999-44FB-8352-08599525182A}"/>
                  </a:ext>
                </a:extLst>
              </p:cNvPr>
              <p:cNvSpPr/>
              <p:nvPr/>
            </p:nvSpPr>
            <p:spPr>
              <a:xfrm>
                <a:off x="4848222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0" name="Rectangle 2009">
                <a:extLst>
                  <a:ext uri="{FF2B5EF4-FFF2-40B4-BE49-F238E27FC236}">
                    <a16:creationId xmlns:a16="http://schemas.microsoft.com/office/drawing/2014/main" id="{A00B2827-02B1-4EE6-8C6D-E06266BF9681}"/>
                  </a:ext>
                </a:extLst>
              </p:cNvPr>
              <p:cNvSpPr/>
              <p:nvPr/>
            </p:nvSpPr>
            <p:spPr>
              <a:xfrm>
                <a:off x="5610223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1" name="Rectangle 2010">
                <a:extLst>
                  <a:ext uri="{FF2B5EF4-FFF2-40B4-BE49-F238E27FC236}">
                    <a16:creationId xmlns:a16="http://schemas.microsoft.com/office/drawing/2014/main" id="{77BEF1BD-0FE0-4B26-BECC-93C15F5F5355}"/>
                  </a:ext>
                </a:extLst>
              </p:cNvPr>
              <p:cNvSpPr/>
              <p:nvPr/>
            </p:nvSpPr>
            <p:spPr>
              <a:xfrm>
                <a:off x="4848222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2" name="Rectangle 2011">
                <a:extLst>
                  <a:ext uri="{FF2B5EF4-FFF2-40B4-BE49-F238E27FC236}">
                    <a16:creationId xmlns:a16="http://schemas.microsoft.com/office/drawing/2014/main" id="{17339D86-6B43-451F-AFD6-8C834A5C4DF8}"/>
                  </a:ext>
                </a:extLst>
              </p:cNvPr>
              <p:cNvSpPr/>
              <p:nvPr/>
            </p:nvSpPr>
            <p:spPr>
              <a:xfrm>
                <a:off x="4848222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3" name="Rectangle 2012">
                <a:extLst>
                  <a:ext uri="{FF2B5EF4-FFF2-40B4-BE49-F238E27FC236}">
                    <a16:creationId xmlns:a16="http://schemas.microsoft.com/office/drawing/2014/main" id="{39B0AE4D-1BFB-4F93-A8CF-57ED6A20356E}"/>
                  </a:ext>
                </a:extLst>
              </p:cNvPr>
              <p:cNvSpPr/>
              <p:nvPr/>
            </p:nvSpPr>
            <p:spPr>
              <a:xfrm>
                <a:off x="4086223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4" name="Rectangle 2013">
                <a:extLst>
                  <a:ext uri="{FF2B5EF4-FFF2-40B4-BE49-F238E27FC236}">
                    <a16:creationId xmlns:a16="http://schemas.microsoft.com/office/drawing/2014/main" id="{03EA1FD5-D3E9-48F5-84DF-CC2005345BB4}"/>
                  </a:ext>
                </a:extLst>
              </p:cNvPr>
              <p:cNvSpPr/>
              <p:nvPr/>
            </p:nvSpPr>
            <p:spPr>
              <a:xfrm>
                <a:off x="4086223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5" name="Rectangle 2014">
                <a:extLst>
                  <a:ext uri="{FF2B5EF4-FFF2-40B4-BE49-F238E27FC236}">
                    <a16:creationId xmlns:a16="http://schemas.microsoft.com/office/drawing/2014/main" id="{BDA79530-8C85-44F2-BB1A-1D2701ACF1E6}"/>
                  </a:ext>
                </a:extLst>
              </p:cNvPr>
              <p:cNvSpPr/>
              <p:nvPr/>
            </p:nvSpPr>
            <p:spPr>
              <a:xfrm>
                <a:off x="4086223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6" name="Rectangle 2015">
                <a:extLst>
                  <a:ext uri="{FF2B5EF4-FFF2-40B4-BE49-F238E27FC236}">
                    <a16:creationId xmlns:a16="http://schemas.microsoft.com/office/drawing/2014/main" id="{C53720B6-802F-4C6D-8B0B-ECBFAFDAD717}"/>
                  </a:ext>
                </a:extLst>
              </p:cNvPr>
              <p:cNvSpPr/>
              <p:nvPr/>
            </p:nvSpPr>
            <p:spPr>
              <a:xfrm>
                <a:off x="4848222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7" name="Rectangle 2016">
                <a:extLst>
                  <a:ext uri="{FF2B5EF4-FFF2-40B4-BE49-F238E27FC236}">
                    <a16:creationId xmlns:a16="http://schemas.microsoft.com/office/drawing/2014/main" id="{F73ED74B-BB19-4243-ACF6-D9565B445894}"/>
                  </a:ext>
                </a:extLst>
              </p:cNvPr>
              <p:cNvSpPr/>
              <p:nvPr/>
            </p:nvSpPr>
            <p:spPr>
              <a:xfrm>
                <a:off x="4086223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8" name="Rectangle 2017">
                <a:extLst>
                  <a:ext uri="{FF2B5EF4-FFF2-40B4-BE49-F238E27FC236}">
                    <a16:creationId xmlns:a16="http://schemas.microsoft.com/office/drawing/2014/main" id="{57EBAA82-5EE2-4E5C-B8AE-262857F5C56B}"/>
                  </a:ext>
                </a:extLst>
              </p:cNvPr>
              <p:cNvSpPr/>
              <p:nvPr/>
            </p:nvSpPr>
            <p:spPr>
              <a:xfrm>
                <a:off x="6372222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9" name="Rectangle 2018">
                <a:extLst>
                  <a:ext uri="{FF2B5EF4-FFF2-40B4-BE49-F238E27FC236}">
                    <a16:creationId xmlns:a16="http://schemas.microsoft.com/office/drawing/2014/main" id="{94C3E1E5-9FD2-439E-B2B4-2BBDBCEE1E4F}"/>
                  </a:ext>
                </a:extLst>
              </p:cNvPr>
              <p:cNvSpPr/>
              <p:nvPr/>
            </p:nvSpPr>
            <p:spPr>
              <a:xfrm>
                <a:off x="6372222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0" name="Rectangle 2019">
                <a:extLst>
                  <a:ext uri="{FF2B5EF4-FFF2-40B4-BE49-F238E27FC236}">
                    <a16:creationId xmlns:a16="http://schemas.microsoft.com/office/drawing/2014/main" id="{BC0930BC-D616-4D5B-A47B-5BCC8EB446A0}"/>
                  </a:ext>
                </a:extLst>
              </p:cNvPr>
              <p:cNvSpPr/>
              <p:nvPr/>
            </p:nvSpPr>
            <p:spPr>
              <a:xfrm flipH="1">
                <a:off x="8664570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1" name="Rectangle 2020">
                <a:extLst>
                  <a:ext uri="{FF2B5EF4-FFF2-40B4-BE49-F238E27FC236}">
                    <a16:creationId xmlns:a16="http://schemas.microsoft.com/office/drawing/2014/main" id="{8985865E-7827-4854-87BF-CF546E29A7B4}"/>
                  </a:ext>
                </a:extLst>
              </p:cNvPr>
              <p:cNvSpPr/>
              <p:nvPr/>
            </p:nvSpPr>
            <p:spPr>
              <a:xfrm flipH="1">
                <a:off x="8664570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2" name="Rectangle 2021">
                <a:extLst>
                  <a:ext uri="{FF2B5EF4-FFF2-40B4-BE49-F238E27FC236}">
                    <a16:creationId xmlns:a16="http://schemas.microsoft.com/office/drawing/2014/main" id="{2E595977-91B7-455F-90B8-9C90D24AE4D9}"/>
                  </a:ext>
                </a:extLst>
              </p:cNvPr>
              <p:cNvSpPr/>
              <p:nvPr/>
            </p:nvSpPr>
            <p:spPr>
              <a:xfrm flipH="1">
                <a:off x="7902571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3" name="Rectangle 2022">
                <a:extLst>
                  <a:ext uri="{FF2B5EF4-FFF2-40B4-BE49-F238E27FC236}">
                    <a16:creationId xmlns:a16="http://schemas.microsoft.com/office/drawing/2014/main" id="{28F61DC7-232D-4C46-AA59-8F5C48C0B775}"/>
                  </a:ext>
                </a:extLst>
              </p:cNvPr>
              <p:cNvSpPr/>
              <p:nvPr/>
            </p:nvSpPr>
            <p:spPr>
              <a:xfrm flipH="1">
                <a:off x="7902571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4" name="Rectangle 2023">
                <a:extLst>
                  <a:ext uri="{FF2B5EF4-FFF2-40B4-BE49-F238E27FC236}">
                    <a16:creationId xmlns:a16="http://schemas.microsoft.com/office/drawing/2014/main" id="{45A64232-D565-4F79-BEDA-2163B123B5C6}"/>
                  </a:ext>
                </a:extLst>
              </p:cNvPr>
              <p:cNvSpPr/>
              <p:nvPr/>
            </p:nvSpPr>
            <p:spPr>
              <a:xfrm flipH="1">
                <a:off x="8664570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5" name="Rectangle 2024">
                <a:extLst>
                  <a:ext uri="{FF2B5EF4-FFF2-40B4-BE49-F238E27FC236}">
                    <a16:creationId xmlns:a16="http://schemas.microsoft.com/office/drawing/2014/main" id="{104FBC3F-3E34-4131-899F-DD4EB621735B}"/>
                  </a:ext>
                </a:extLst>
              </p:cNvPr>
              <p:cNvSpPr/>
              <p:nvPr/>
            </p:nvSpPr>
            <p:spPr>
              <a:xfrm flipH="1">
                <a:off x="8664570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6" name="Rectangle 2025">
                <a:extLst>
                  <a:ext uri="{FF2B5EF4-FFF2-40B4-BE49-F238E27FC236}">
                    <a16:creationId xmlns:a16="http://schemas.microsoft.com/office/drawing/2014/main" id="{F73EF31E-3C38-4A15-B20F-A6146CD98CAB}"/>
                  </a:ext>
                </a:extLst>
              </p:cNvPr>
              <p:cNvSpPr/>
              <p:nvPr/>
            </p:nvSpPr>
            <p:spPr>
              <a:xfrm flipH="1">
                <a:off x="9426571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7" name="Rectangle 2026">
                <a:extLst>
                  <a:ext uri="{FF2B5EF4-FFF2-40B4-BE49-F238E27FC236}">
                    <a16:creationId xmlns:a16="http://schemas.microsoft.com/office/drawing/2014/main" id="{C1671076-EFA8-411B-AD5D-ACEC9FC15FAA}"/>
                  </a:ext>
                </a:extLst>
              </p:cNvPr>
              <p:cNvSpPr/>
              <p:nvPr/>
            </p:nvSpPr>
            <p:spPr>
              <a:xfrm flipH="1">
                <a:off x="9426571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8" name="Rectangle 2027">
                <a:extLst>
                  <a:ext uri="{FF2B5EF4-FFF2-40B4-BE49-F238E27FC236}">
                    <a16:creationId xmlns:a16="http://schemas.microsoft.com/office/drawing/2014/main" id="{907BD9FC-E9B3-4CA5-84B0-C6E6A83BAF59}"/>
                  </a:ext>
                </a:extLst>
              </p:cNvPr>
              <p:cNvSpPr/>
              <p:nvPr/>
            </p:nvSpPr>
            <p:spPr>
              <a:xfrm flipH="1">
                <a:off x="9426571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9" name="Rectangle 2028">
                <a:extLst>
                  <a:ext uri="{FF2B5EF4-FFF2-40B4-BE49-F238E27FC236}">
                    <a16:creationId xmlns:a16="http://schemas.microsoft.com/office/drawing/2014/main" id="{56991870-37BF-4B00-A952-943F68634BC8}"/>
                  </a:ext>
                </a:extLst>
              </p:cNvPr>
              <p:cNvSpPr/>
              <p:nvPr/>
            </p:nvSpPr>
            <p:spPr>
              <a:xfrm flipH="1">
                <a:off x="9426571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0" name="Rectangle 2029">
                <a:extLst>
                  <a:ext uri="{FF2B5EF4-FFF2-40B4-BE49-F238E27FC236}">
                    <a16:creationId xmlns:a16="http://schemas.microsoft.com/office/drawing/2014/main" id="{BCAA2554-4F7F-45BC-BA04-6E7325E8252D}"/>
                  </a:ext>
                </a:extLst>
              </p:cNvPr>
              <p:cNvSpPr/>
              <p:nvPr/>
            </p:nvSpPr>
            <p:spPr>
              <a:xfrm flipH="1">
                <a:off x="7140572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1" name="Rectangle 2030">
                <a:extLst>
                  <a:ext uri="{FF2B5EF4-FFF2-40B4-BE49-F238E27FC236}">
                    <a16:creationId xmlns:a16="http://schemas.microsoft.com/office/drawing/2014/main" id="{55A277DF-0147-4DE5-BE69-1CC7CBF8AC1F}"/>
                  </a:ext>
                </a:extLst>
              </p:cNvPr>
              <p:cNvSpPr/>
              <p:nvPr/>
            </p:nvSpPr>
            <p:spPr>
              <a:xfrm flipH="1">
                <a:off x="7140572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2" name="Rectangle 2031">
                <a:extLst>
                  <a:ext uri="{FF2B5EF4-FFF2-40B4-BE49-F238E27FC236}">
                    <a16:creationId xmlns:a16="http://schemas.microsoft.com/office/drawing/2014/main" id="{049F9F0E-60C5-4AFD-B524-CE69ACCFAD0D}"/>
                  </a:ext>
                </a:extLst>
              </p:cNvPr>
              <p:cNvSpPr/>
              <p:nvPr/>
            </p:nvSpPr>
            <p:spPr>
              <a:xfrm flipH="1">
                <a:off x="7902571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3" name="Rectangle 2032">
                <a:extLst>
                  <a:ext uri="{FF2B5EF4-FFF2-40B4-BE49-F238E27FC236}">
                    <a16:creationId xmlns:a16="http://schemas.microsoft.com/office/drawing/2014/main" id="{4C8E1895-E82B-4963-9D0C-87A94853317A}"/>
                  </a:ext>
                </a:extLst>
              </p:cNvPr>
              <p:cNvSpPr/>
              <p:nvPr/>
            </p:nvSpPr>
            <p:spPr>
              <a:xfrm flipH="1">
                <a:off x="8664570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4" name="Rectangle 2033">
                <a:extLst>
                  <a:ext uri="{FF2B5EF4-FFF2-40B4-BE49-F238E27FC236}">
                    <a16:creationId xmlns:a16="http://schemas.microsoft.com/office/drawing/2014/main" id="{73DF7E1F-B6F3-48DB-AA18-CAE553F8A55A}"/>
                  </a:ext>
                </a:extLst>
              </p:cNvPr>
              <p:cNvSpPr/>
              <p:nvPr/>
            </p:nvSpPr>
            <p:spPr>
              <a:xfrm flipH="1">
                <a:off x="7902571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5" name="Rectangle 2034">
                <a:extLst>
                  <a:ext uri="{FF2B5EF4-FFF2-40B4-BE49-F238E27FC236}">
                    <a16:creationId xmlns:a16="http://schemas.microsoft.com/office/drawing/2014/main" id="{AF217CBD-AC27-4808-9DFC-AFB74395E550}"/>
                  </a:ext>
                </a:extLst>
              </p:cNvPr>
              <p:cNvSpPr/>
              <p:nvPr/>
            </p:nvSpPr>
            <p:spPr>
              <a:xfrm flipH="1">
                <a:off x="8664570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6" name="Rectangle 2035">
                <a:extLst>
                  <a:ext uri="{FF2B5EF4-FFF2-40B4-BE49-F238E27FC236}">
                    <a16:creationId xmlns:a16="http://schemas.microsoft.com/office/drawing/2014/main" id="{04E07827-1928-409F-9292-A19EB653CE00}"/>
                  </a:ext>
                </a:extLst>
              </p:cNvPr>
              <p:cNvSpPr/>
              <p:nvPr/>
            </p:nvSpPr>
            <p:spPr>
              <a:xfrm flipH="1">
                <a:off x="8664570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7" name="Rectangle 2036">
                <a:extLst>
                  <a:ext uri="{FF2B5EF4-FFF2-40B4-BE49-F238E27FC236}">
                    <a16:creationId xmlns:a16="http://schemas.microsoft.com/office/drawing/2014/main" id="{1285ED79-3288-4182-97CC-C524F4860BE8}"/>
                  </a:ext>
                </a:extLst>
              </p:cNvPr>
              <p:cNvSpPr/>
              <p:nvPr/>
            </p:nvSpPr>
            <p:spPr>
              <a:xfrm flipH="1">
                <a:off x="9426571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8" name="Rectangle 2037">
                <a:extLst>
                  <a:ext uri="{FF2B5EF4-FFF2-40B4-BE49-F238E27FC236}">
                    <a16:creationId xmlns:a16="http://schemas.microsoft.com/office/drawing/2014/main" id="{355F864A-3E73-4E8B-9053-90A43E7B582B}"/>
                  </a:ext>
                </a:extLst>
              </p:cNvPr>
              <p:cNvSpPr/>
              <p:nvPr/>
            </p:nvSpPr>
            <p:spPr>
              <a:xfrm flipH="1">
                <a:off x="9426571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9" name="Rectangle 2038">
                <a:extLst>
                  <a:ext uri="{FF2B5EF4-FFF2-40B4-BE49-F238E27FC236}">
                    <a16:creationId xmlns:a16="http://schemas.microsoft.com/office/drawing/2014/main" id="{8A72D8C6-A57C-4C50-8D72-66F67E729577}"/>
                  </a:ext>
                </a:extLst>
              </p:cNvPr>
              <p:cNvSpPr/>
              <p:nvPr/>
            </p:nvSpPr>
            <p:spPr>
              <a:xfrm flipH="1">
                <a:off x="9426571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0" name="Rectangle 2039">
                <a:extLst>
                  <a:ext uri="{FF2B5EF4-FFF2-40B4-BE49-F238E27FC236}">
                    <a16:creationId xmlns:a16="http://schemas.microsoft.com/office/drawing/2014/main" id="{CD1949E4-1387-4278-9DED-52C2CB3F7BAF}"/>
                  </a:ext>
                </a:extLst>
              </p:cNvPr>
              <p:cNvSpPr/>
              <p:nvPr/>
            </p:nvSpPr>
            <p:spPr>
              <a:xfrm flipH="1">
                <a:off x="8664570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1" name="Rectangle 2040">
                <a:extLst>
                  <a:ext uri="{FF2B5EF4-FFF2-40B4-BE49-F238E27FC236}">
                    <a16:creationId xmlns:a16="http://schemas.microsoft.com/office/drawing/2014/main" id="{6ADB5EF2-75E3-4E82-B44F-7E2E86F6466B}"/>
                  </a:ext>
                </a:extLst>
              </p:cNvPr>
              <p:cNvSpPr/>
              <p:nvPr/>
            </p:nvSpPr>
            <p:spPr>
              <a:xfrm flipH="1">
                <a:off x="9426571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2" name="Rectangle 2041">
                <a:extLst>
                  <a:ext uri="{FF2B5EF4-FFF2-40B4-BE49-F238E27FC236}">
                    <a16:creationId xmlns:a16="http://schemas.microsoft.com/office/drawing/2014/main" id="{2F2E4FDE-E7B3-408A-8F41-5B17DB89F86B}"/>
                  </a:ext>
                </a:extLst>
              </p:cNvPr>
              <p:cNvSpPr/>
              <p:nvPr/>
            </p:nvSpPr>
            <p:spPr>
              <a:xfrm flipH="1">
                <a:off x="7140572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3" name="Rectangle 2042">
                <a:extLst>
                  <a:ext uri="{FF2B5EF4-FFF2-40B4-BE49-F238E27FC236}">
                    <a16:creationId xmlns:a16="http://schemas.microsoft.com/office/drawing/2014/main" id="{5EF44399-AD19-4FEF-876D-A14C1C2EA315}"/>
                  </a:ext>
                </a:extLst>
              </p:cNvPr>
              <p:cNvSpPr/>
              <p:nvPr/>
            </p:nvSpPr>
            <p:spPr>
              <a:xfrm flipH="1">
                <a:off x="7140576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sp>
        <p:nvSpPr>
          <p:cNvPr id="342" name="TextBox 341">
            <a:extLst>
              <a:ext uri="{FF2B5EF4-FFF2-40B4-BE49-F238E27FC236}">
                <a16:creationId xmlns:a16="http://schemas.microsoft.com/office/drawing/2014/main" id="{EECF64A8-1061-4170-A2AA-D4D1F5114A58}"/>
              </a:ext>
            </a:extLst>
          </p:cNvPr>
          <p:cNvSpPr txBox="1"/>
          <p:nvPr/>
        </p:nvSpPr>
        <p:spPr>
          <a:xfrm>
            <a:off x="125435" y="206982"/>
            <a:ext cx="1845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A </a:t>
            </a:r>
            <a:r>
              <a:rPr lang="pt-PT" sz="2800" b="1" dirty="0" err="1"/>
              <a:t>new</a:t>
            </a:r>
            <a:r>
              <a:rPr lang="pt-PT" sz="2800" b="1" dirty="0"/>
              <a:t> </a:t>
            </a:r>
            <a:r>
              <a:rPr lang="pt-PT" sz="2800" b="1" dirty="0" err="1"/>
              <a:t>idea</a:t>
            </a:r>
            <a:endParaRPr lang="pt-PT" sz="2800" b="1" dirty="0"/>
          </a:p>
        </p:txBody>
      </p:sp>
      <p:sp>
        <p:nvSpPr>
          <p:cNvPr id="2347" name="TextBox 2346">
            <a:extLst>
              <a:ext uri="{FF2B5EF4-FFF2-40B4-BE49-F238E27FC236}">
                <a16:creationId xmlns:a16="http://schemas.microsoft.com/office/drawing/2014/main" id="{0F7DFE5F-3CF1-4E57-8DDA-30E69D728A8E}"/>
              </a:ext>
            </a:extLst>
          </p:cNvPr>
          <p:cNvSpPr txBox="1"/>
          <p:nvPr/>
        </p:nvSpPr>
        <p:spPr>
          <a:xfrm>
            <a:off x="125435" y="730202"/>
            <a:ext cx="2346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 err="1"/>
              <a:t>Variations</a:t>
            </a:r>
            <a:r>
              <a:rPr lang="pt-PT" sz="2800" b="1" dirty="0"/>
              <a:t> </a:t>
            </a:r>
            <a:r>
              <a:rPr lang="pt-PT" sz="2800" b="1" dirty="0" err="1"/>
              <a:t>grid</a:t>
            </a:r>
            <a:endParaRPr lang="pt-PT" sz="2800" b="1" dirty="0"/>
          </a:p>
        </p:txBody>
      </p:sp>
      <p:grpSp>
        <p:nvGrpSpPr>
          <p:cNvPr id="698" name="Group 697">
            <a:extLst>
              <a:ext uri="{FF2B5EF4-FFF2-40B4-BE49-F238E27FC236}">
                <a16:creationId xmlns:a16="http://schemas.microsoft.com/office/drawing/2014/main" id="{30CA0B98-71AB-4876-AA17-0EE424C11ACE}"/>
              </a:ext>
            </a:extLst>
          </p:cNvPr>
          <p:cNvGrpSpPr>
            <a:grpSpLocks noChangeAspect="1"/>
          </p:cNvGrpSpPr>
          <p:nvPr/>
        </p:nvGrpSpPr>
        <p:grpSpPr>
          <a:xfrm>
            <a:off x="4070205" y="426314"/>
            <a:ext cx="6102350" cy="6151397"/>
            <a:chOff x="4086225" y="206982"/>
            <a:chExt cx="6102350" cy="6096000"/>
          </a:xfrm>
        </p:grpSpPr>
        <p:sp>
          <p:nvSpPr>
            <p:cNvPr id="738" name="Rectangle 737">
              <a:extLst>
                <a:ext uri="{FF2B5EF4-FFF2-40B4-BE49-F238E27FC236}">
                  <a16:creationId xmlns:a16="http://schemas.microsoft.com/office/drawing/2014/main" id="{D53BF662-B61C-4C50-8610-ED67186CDD56}"/>
                </a:ext>
              </a:extLst>
            </p:cNvPr>
            <p:cNvSpPr/>
            <p:nvPr/>
          </p:nvSpPr>
          <p:spPr>
            <a:xfrm>
              <a:off x="4848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2EB91420-DA83-4A04-BE74-CF23B799480B}"/>
                </a:ext>
              </a:extLst>
            </p:cNvPr>
            <p:cNvSpPr/>
            <p:nvPr/>
          </p:nvSpPr>
          <p:spPr>
            <a:xfrm>
              <a:off x="4848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0" name="Rectangle 739">
              <a:extLst>
                <a:ext uri="{FF2B5EF4-FFF2-40B4-BE49-F238E27FC236}">
                  <a16:creationId xmlns:a16="http://schemas.microsoft.com/office/drawing/2014/main" id="{207F4681-2C0D-4D5D-AC4D-FECAAB546DD6}"/>
                </a:ext>
              </a:extLst>
            </p:cNvPr>
            <p:cNvSpPr/>
            <p:nvPr/>
          </p:nvSpPr>
          <p:spPr>
            <a:xfrm>
              <a:off x="5610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7205E447-3F0C-46CF-8811-B3104C3FFCB4}"/>
                </a:ext>
              </a:extLst>
            </p:cNvPr>
            <p:cNvSpPr/>
            <p:nvPr/>
          </p:nvSpPr>
          <p:spPr>
            <a:xfrm>
              <a:off x="5610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2" name="Rectangle 741">
              <a:extLst>
                <a:ext uri="{FF2B5EF4-FFF2-40B4-BE49-F238E27FC236}">
                  <a16:creationId xmlns:a16="http://schemas.microsoft.com/office/drawing/2014/main" id="{23F8F868-CB6D-4B1A-B7C7-DE4A282CDD8C}"/>
                </a:ext>
              </a:extLst>
            </p:cNvPr>
            <p:cNvSpPr/>
            <p:nvPr/>
          </p:nvSpPr>
          <p:spPr>
            <a:xfrm>
              <a:off x="4848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DB5D195D-592E-490B-BD15-570962B8AD29}"/>
                </a:ext>
              </a:extLst>
            </p:cNvPr>
            <p:cNvSpPr/>
            <p:nvPr/>
          </p:nvSpPr>
          <p:spPr>
            <a:xfrm>
              <a:off x="4848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D37A9E5A-B70E-466F-9AA3-61C17E254CB4}"/>
                </a:ext>
              </a:extLst>
            </p:cNvPr>
            <p:cNvSpPr/>
            <p:nvPr/>
          </p:nvSpPr>
          <p:spPr>
            <a:xfrm>
              <a:off x="4086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C5FE745D-5499-4A19-919F-ECF2F79D3348}"/>
                </a:ext>
              </a:extLst>
            </p:cNvPr>
            <p:cNvSpPr/>
            <p:nvPr/>
          </p:nvSpPr>
          <p:spPr>
            <a:xfrm>
              <a:off x="4086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6" name="Rectangle 745">
              <a:extLst>
                <a:ext uri="{FF2B5EF4-FFF2-40B4-BE49-F238E27FC236}">
                  <a16:creationId xmlns:a16="http://schemas.microsoft.com/office/drawing/2014/main" id="{EEB1D260-955E-4098-8723-D841707C541E}"/>
                </a:ext>
              </a:extLst>
            </p:cNvPr>
            <p:cNvSpPr/>
            <p:nvPr/>
          </p:nvSpPr>
          <p:spPr>
            <a:xfrm>
              <a:off x="4086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EA62D965-84A3-44B3-888F-3F1868C97B26}"/>
                </a:ext>
              </a:extLst>
            </p:cNvPr>
            <p:cNvSpPr/>
            <p:nvPr/>
          </p:nvSpPr>
          <p:spPr>
            <a:xfrm>
              <a:off x="4086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8" name="Rectangle 747">
              <a:extLst>
                <a:ext uri="{FF2B5EF4-FFF2-40B4-BE49-F238E27FC236}">
                  <a16:creationId xmlns:a16="http://schemas.microsoft.com/office/drawing/2014/main" id="{B6D01412-BE88-4927-AE1B-5E1E11FF0CF1}"/>
                </a:ext>
              </a:extLst>
            </p:cNvPr>
            <p:cNvSpPr/>
            <p:nvPr/>
          </p:nvSpPr>
          <p:spPr>
            <a:xfrm>
              <a:off x="6372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74A2150B-F305-4351-9559-69F1716E0567}"/>
                </a:ext>
              </a:extLst>
            </p:cNvPr>
            <p:cNvSpPr/>
            <p:nvPr/>
          </p:nvSpPr>
          <p:spPr>
            <a:xfrm>
              <a:off x="6372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0" name="Rectangle 749">
              <a:extLst>
                <a:ext uri="{FF2B5EF4-FFF2-40B4-BE49-F238E27FC236}">
                  <a16:creationId xmlns:a16="http://schemas.microsoft.com/office/drawing/2014/main" id="{F5E52E3B-3576-42E2-92E0-831DC5B8E50E}"/>
                </a:ext>
              </a:extLst>
            </p:cNvPr>
            <p:cNvSpPr/>
            <p:nvPr/>
          </p:nvSpPr>
          <p:spPr>
            <a:xfrm>
              <a:off x="5610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1" name="Rectangle 750">
              <a:extLst>
                <a:ext uri="{FF2B5EF4-FFF2-40B4-BE49-F238E27FC236}">
                  <a16:creationId xmlns:a16="http://schemas.microsoft.com/office/drawing/2014/main" id="{FEC30CA6-F29C-4C2B-8E2D-B122FAA430C9}"/>
                </a:ext>
              </a:extLst>
            </p:cNvPr>
            <p:cNvSpPr/>
            <p:nvPr/>
          </p:nvSpPr>
          <p:spPr>
            <a:xfrm>
              <a:off x="4848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0B49E2F7-DC29-45AF-A6BD-DC04A832A956}"/>
                </a:ext>
              </a:extLst>
            </p:cNvPr>
            <p:cNvSpPr/>
            <p:nvPr/>
          </p:nvSpPr>
          <p:spPr>
            <a:xfrm>
              <a:off x="5610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EDA5B3EE-8121-4718-9D7D-C395FB031AB5}"/>
                </a:ext>
              </a:extLst>
            </p:cNvPr>
            <p:cNvSpPr/>
            <p:nvPr/>
          </p:nvSpPr>
          <p:spPr>
            <a:xfrm>
              <a:off x="4848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4" name="Rectangle 753">
              <a:extLst>
                <a:ext uri="{FF2B5EF4-FFF2-40B4-BE49-F238E27FC236}">
                  <a16:creationId xmlns:a16="http://schemas.microsoft.com/office/drawing/2014/main" id="{FFF0884D-197E-41EB-BDED-CF56FDA5F09D}"/>
                </a:ext>
              </a:extLst>
            </p:cNvPr>
            <p:cNvSpPr/>
            <p:nvPr/>
          </p:nvSpPr>
          <p:spPr>
            <a:xfrm>
              <a:off x="4848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5" name="Rectangle 754">
              <a:extLst>
                <a:ext uri="{FF2B5EF4-FFF2-40B4-BE49-F238E27FC236}">
                  <a16:creationId xmlns:a16="http://schemas.microsoft.com/office/drawing/2014/main" id="{7D9DE54B-245D-4240-80D0-695C46E7EC75}"/>
                </a:ext>
              </a:extLst>
            </p:cNvPr>
            <p:cNvSpPr/>
            <p:nvPr/>
          </p:nvSpPr>
          <p:spPr>
            <a:xfrm>
              <a:off x="4086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1AA6705D-00E9-4C7A-BA27-5CDA02EB4345}"/>
                </a:ext>
              </a:extLst>
            </p:cNvPr>
            <p:cNvSpPr/>
            <p:nvPr/>
          </p:nvSpPr>
          <p:spPr>
            <a:xfrm>
              <a:off x="4086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F186555F-4673-4EF4-B1AA-258B0CDC048E}"/>
                </a:ext>
              </a:extLst>
            </p:cNvPr>
            <p:cNvSpPr/>
            <p:nvPr/>
          </p:nvSpPr>
          <p:spPr>
            <a:xfrm>
              <a:off x="4086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AB4C134D-C9BF-4101-B4C6-F363C8679967}"/>
                </a:ext>
              </a:extLst>
            </p:cNvPr>
            <p:cNvSpPr/>
            <p:nvPr/>
          </p:nvSpPr>
          <p:spPr>
            <a:xfrm>
              <a:off x="4848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50EE6709-1C22-44D7-92D6-3096CADBB77B}"/>
                </a:ext>
              </a:extLst>
            </p:cNvPr>
            <p:cNvSpPr/>
            <p:nvPr/>
          </p:nvSpPr>
          <p:spPr>
            <a:xfrm>
              <a:off x="4086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7A2A4AB2-10A6-4ADD-ACA4-00E6B4402D6E}"/>
                </a:ext>
              </a:extLst>
            </p:cNvPr>
            <p:cNvSpPr/>
            <p:nvPr/>
          </p:nvSpPr>
          <p:spPr>
            <a:xfrm>
              <a:off x="6372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1D4CBE1B-36A1-49D1-B8B3-B196883D92B7}"/>
                </a:ext>
              </a:extLst>
            </p:cNvPr>
            <p:cNvSpPr/>
            <p:nvPr/>
          </p:nvSpPr>
          <p:spPr>
            <a:xfrm>
              <a:off x="6372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C9B7E7FC-AF52-4115-A709-04832AD96CB7}"/>
                </a:ext>
              </a:extLst>
            </p:cNvPr>
            <p:cNvSpPr/>
            <p:nvPr/>
          </p:nvSpPr>
          <p:spPr>
            <a:xfrm flipH="1">
              <a:off x="8664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348DAFD7-0D04-437D-8B7E-C1830B380553}"/>
                </a:ext>
              </a:extLst>
            </p:cNvPr>
            <p:cNvSpPr/>
            <p:nvPr/>
          </p:nvSpPr>
          <p:spPr>
            <a:xfrm flipH="1">
              <a:off x="8664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63C4483E-1334-4BCF-A2AF-5E433D56C8AE}"/>
                </a:ext>
              </a:extLst>
            </p:cNvPr>
            <p:cNvSpPr/>
            <p:nvPr/>
          </p:nvSpPr>
          <p:spPr>
            <a:xfrm flipH="1">
              <a:off x="7902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A23BFB89-4FC7-4A8F-85C4-974F446FEF77}"/>
                </a:ext>
              </a:extLst>
            </p:cNvPr>
            <p:cNvSpPr/>
            <p:nvPr/>
          </p:nvSpPr>
          <p:spPr>
            <a:xfrm flipH="1">
              <a:off x="7902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91CD0B36-EB64-4D1A-9A17-701658FBA1C8}"/>
                </a:ext>
              </a:extLst>
            </p:cNvPr>
            <p:cNvSpPr/>
            <p:nvPr/>
          </p:nvSpPr>
          <p:spPr>
            <a:xfrm flipH="1">
              <a:off x="8664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6BF36E93-A0AE-45DE-901E-515FF7C4F329}"/>
                </a:ext>
              </a:extLst>
            </p:cNvPr>
            <p:cNvSpPr/>
            <p:nvPr/>
          </p:nvSpPr>
          <p:spPr>
            <a:xfrm flipH="1">
              <a:off x="8664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A772E3C1-707B-479B-AA25-DC6B162F3405}"/>
                </a:ext>
              </a:extLst>
            </p:cNvPr>
            <p:cNvSpPr/>
            <p:nvPr/>
          </p:nvSpPr>
          <p:spPr>
            <a:xfrm flipH="1">
              <a:off x="9426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587CD398-A9BE-4E73-A003-DED07E431E12}"/>
                </a:ext>
              </a:extLst>
            </p:cNvPr>
            <p:cNvSpPr/>
            <p:nvPr/>
          </p:nvSpPr>
          <p:spPr>
            <a:xfrm flipH="1">
              <a:off x="9426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DA952626-2791-4569-BCCD-969C667567E7}"/>
                </a:ext>
              </a:extLst>
            </p:cNvPr>
            <p:cNvSpPr/>
            <p:nvPr/>
          </p:nvSpPr>
          <p:spPr>
            <a:xfrm flipH="1">
              <a:off x="9426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69312500-860E-4F8B-B1F3-62BF3D2FEF4D}"/>
                </a:ext>
              </a:extLst>
            </p:cNvPr>
            <p:cNvSpPr/>
            <p:nvPr/>
          </p:nvSpPr>
          <p:spPr>
            <a:xfrm flipH="1">
              <a:off x="9426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FE78EDCB-9649-45D8-9569-36D72C39654B}"/>
                </a:ext>
              </a:extLst>
            </p:cNvPr>
            <p:cNvSpPr/>
            <p:nvPr/>
          </p:nvSpPr>
          <p:spPr>
            <a:xfrm flipH="1">
              <a:off x="7140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FA7F197A-159C-4731-A706-7581EEDF6D0B}"/>
                </a:ext>
              </a:extLst>
            </p:cNvPr>
            <p:cNvSpPr/>
            <p:nvPr/>
          </p:nvSpPr>
          <p:spPr>
            <a:xfrm flipH="1">
              <a:off x="7140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4288D029-328B-4CF1-B8D2-EF6072FAC217}"/>
                </a:ext>
              </a:extLst>
            </p:cNvPr>
            <p:cNvSpPr/>
            <p:nvPr/>
          </p:nvSpPr>
          <p:spPr>
            <a:xfrm flipH="1">
              <a:off x="7902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70DEBA21-92D5-4703-B3E7-D0FB8F913C1D}"/>
                </a:ext>
              </a:extLst>
            </p:cNvPr>
            <p:cNvSpPr/>
            <p:nvPr/>
          </p:nvSpPr>
          <p:spPr>
            <a:xfrm flipH="1">
              <a:off x="8664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2AF89DE5-4A0A-483A-B717-5460FD3128E6}"/>
                </a:ext>
              </a:extLst>
            </p:cNvPr>
            <p:cNvSpPr/>
            <p:nvPr/>
          </p:nvSpPr>
          <p:spPr>
            <a:xfrm flipH="1">
              <a:off x="7902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5275FE6E-BBA6-4A30-A7F1-BCEC00D828C0}"/>
                </a:ext>
              </a:extLst>
            </p:cNvPr>
            <p:cNvSpPr/>
            <p:nvPr/>
          </p:nvSpPr>
          <p:spPr>
            <a:xfrm flipH="1">
              <a:off x="8664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CC0EFE4D-2F33-469A-9ED6-B2AE28DFB071}"/>
                </a:ext>
              </a:extLst>
            </p:cNvPr>
            <p:cNvSpPr/>
            <p:nvPr/>
          </p:nvSpPr>
          <p:spPr>
            <a:xfrm flipH="1">
              <a:off x="8664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F12A1D2D-D20E-4A9F-9208-9F57D94CF901}"/>
                </a:ext>
              </a:extLst>
            </p:cNvPr>
            <p:cNvSpPr/>
            <p:nvPr/>
          </p:nvSpPr>
          <p:spPr>
            <a:xfrm flipH="1">
              <a:off x="9426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D6B8537E-0E3F-4E47-9F89-D18E790EA31A}"/>
                </a:ext>
              </a:extLst>
            </p:cNvPr>
            <p:cNvSpPr/>
            <p:nvPr/>
          </p:nvSpPr>
          <p:spPr>
            <a:xfrm flipH="1">
              <a:off x="9426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B1655754-5E2D-4AF5-8476-F51F5273B109}"/>
                </a:ext>
              </a:extLst>
            </p:cNvPr>
            <p:cNvSpPr/>
            <p:nvPr/>
          </p:nvSpPr>
          <p:spPr>
            <a:xfrm flipH="1">
              <a:off x="9426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481DCFF6-5925-4E60-9968-3118963EDAF7}"/>
                </a:ext>
              </a:extLst>
            </p:cNvPr>
            <p:cNvSpPr/>
            <p:nvPr/>
          </p:nvSpPr>
          <p:spPr>
            <a:xfrm flipH="1">
              <a:off x="8664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B4F9F75B-AC0E-47F7-BD0B-286D424BE62E}"/>
                </a:ext>
              </a:extLst>
            </p:cNvPr>
            <p:cNvSpPr/>
            <p:nvPr/>
          </p:nvSpPr>
          <p:spPr>
            <a:xfrm flipH="1">
              <a:off x="9426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5E018A99-2E47-42A4-A35D-52B443D8C84B}"/>
                </a:ext>
              </a:extLst>
            </p:cNvPr>
            <p:cNvSpPr/>
            <p:nvPr/>
          </p:nvSpPr>
          <p:spPr>
            <a:xfrm flipH="1">
              <a:off x="7140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4F139853-813E-47C7-9ADA-A0A5F7593B38}"/>
                </a:ext>
              </a:extLst>
            </p:cNvPr>
            <p:cNvSpPr/>
            <p:nvPr/>
          </p:nvSpPr>
          <p:spPr>
            <a:xfrm flipH="1">
              <a:off x="7140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87" name="Group 786">
            <a:extLst>
              <a:ext uri="{FF2B5EF4-FFF2-40B4-BE49-F238E27FC236}">
                <a16:creationId xmlns:a16="http://schemas.microsoft.com/office/drawing/2014/main" id="{FAC4A5F3-2372-4457-8EBD-0F4E00441E4B}"/>
              </a:ext>
            </a:extLst>
          </p:cNvPr>
          <p:cNvGrpSpPr/>
          <p:nvPr/>
        </p:nvGrpSpPr>
        <p:grpSpPr>
          <a:xfrm>
            <a:off x="5606170" y="1960681"/>
            <a:ext cx="3030420" cy="3027266"/>
            <a:chOff x="4086225" y="206982"/>
            <a:chExt cx="6102350" cy="6096000"/>
          </a:xfrm>
        </p:grpSpPr>
        <p:sp>
          <p:nvSpPr>
            <p:cNvPr id="827" name="Rectangle 826">
              <a:extLst>
                <a:ext uri="{FF2B5EF4-FFF2-40B4-BE49-F238E27FC236}">
                  <a16:creationId xmlns:a16="http://schemas.microsoft.com/office/drawing/2014/main" id="{B8C56317-8E68-42AA-933C-5A2E6890E10C}"/>
                </a:ext>
              </a:extLst>
            </p:cNvPr>
            <p:cNvSpPr/>
            <p:nvPr/>
          </p:nvSpPr>
          <p:spPr>
            <a:xfrm>
              <a:off x="4848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8" name="Rectangle 827">
              <a:extLst>
                <a:ext uri="{FF2B5EF4-FFF2-40B4-BE49-F238E27FC236}">
                  <a16:creationId xmlns:a16="http://schemas.microsoft.com/office/drawing/2014/main" id="{F5028D0D-949C-4848-BABA-99892F428255}"/>
                </a:ext>
              </a:extLst>
            </p:cNvPr>
            <p:cNvSpPr/>
            <p:nvPr/>
          </p:nvSpPr>
          <p:spPr>
            <a:xfrm>
              <a:off x="4848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9" name="Rectangle 828">
              <a:extLst>
                <a:ext uri="{FF2B5EF4-FFF2-40B4-BE49-F238E27FC236}">
                  <a16:creationId xmlns:a16="http://schemas.microsoft.com/office/drawing/2014/main" id="{9C2DCC3C-6590-41B7-98F9-F3D389A40A1F}"/>
                </a:ext>
              </a:extLst>
            </p:cNvPr>
            <p:cNvSpPr/>
            <p:nvPr/>
          </p:nvSpPr>
          <p:spPr>
            <a:xfrm>
              <a:off x="5610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0" name="Rectangle 829">
              <a:extLst>
                <a:ext uri="{FF2B5EF4-FFF2-40B4-BE49-F238E27FC236}">
                  <a16:creationId xmlns:a16="http://schemas.microsoft.com/office/drawing/2014/main" id="{CA298461-4E9E-4C3A-9D19-588753BCB9DF}"/>
                </a:ext>
              </a:extLst>
            </p:cNvPr>
            <p:cNvSpPr/>
            <p:nvPr/>
          </p:nvSpPr>
          <p:spPr>
            <a:xfrm>
              <a:off x="5610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1" name="Rectangle 830">
              <a:extLst>
                <a:ext uri="{FF2B5EF4-FFF2-40B4-BE49-F238E27FC236}">
                  <a16:creationId xmlns:a16="http://schemas.microsoft.com/office/drawing/2014/main" id="{022EADB8-FF31-4443-93FC-3058C1EAA471}"/>
                </a:ext>
              </a:extLst>
            </p:cNvPr>
            <p:cNvSpPr/>
            <p:nvPr/>
          </p:nvSpPr>
          <p:spPr>
            <a:xfrm>
              <a:off x="4848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2" name="Rectangle 831">
              <a:extLst>
                <a:ext uri="{FF2B5EF4-FFF2-40B4-BE49-F238E27FC236}">
                  <a16:creationId xmlns:a16="http://schemas.microsoft.com/office/drawing/2014/main" id="{27522401-E541-4A6D-AB09-3343E6193B90}"/>
                </a:ext>
              </a:extLst>
            </p:cNvPr>
            <p:cNvSpPr/>
            <p:nvPr/>
          </p:nvSpPr>
          <p:spPr>
            <a:xfrm>
              <a:off x="4848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3" name="Rectangle 832">
              <a:extLst>
                <a:ext uri="{FF2B5EF4-FFF2-40B4-BE49-F238E27FC236}">
                  <a16:creationId xmlns:a16="http://schemas.microsoft.com/office/drawing/2014/main" id="{A7E8CBF6-5FAD-4E19-B51D-C2E9EA6F86DA}"/>
                </a:ext>
              </a:extLst>
            </p:cNvPr>
            <p:cNvSpPr/>
            <p:nvPr/>
          </p:nvSpPr>
          <p:spPr>
            <a:xfrm>
              <a:off x="4086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4" name="Rectangle 833">
              <a:extLst>
                <a:ext uri="{FF2B5EF4-FFF2-40B4-BE49-F238E27FC236}">
                  <a16:creationId xmlns:a16="http://schemas.microsoft.com/office/drawing/2014/main" id="{EACC9848-268F-4E67-9F83-52DDD18B788E}"/>
                </a:ext>
              </a:extLst>
            </p:cNvPr>
            <p:cNvSpPr/>
            <p:nvPr/>
          </p:nvSpPr>
          <p:spPr>
            <a:xfrm>
              <a:off x="4086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CC8192A6-CA20-4A85-B444-44D053DB1A1B}"/>
                </a:ext>
              </a:extLst>
            </p:cNvPr>
            <p:cNvSpPr/>
            <p:nvPr/>
          </p:nvSpPr>
          <p:spPr>
            <a:xfrm>
              <a:off x="4086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D08A1A43-021D-4569-940B-ADFAF6964B0B}"/>
                </a:ext>
              </a:extLst>
            </p:cNvPr>
            <p:cNvSpPr/>
            <p:nvPr/>
          </p:nvSpPr>
          <p:spPr>
            <a:xfrm>
              <a:off x="4086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7" name="Rectangle 836">
              <a:extLst>
                <a:ext uri="{FF2B5EF4-FFF2-40B4-BE49-F238E27FC236}">
                  <a16:creationId xmlns:a16="http://schemas.microsoft.com/office/drawing/2014/main" id="{65B55E99-078E-453D-8399-1B8588B5FD2B}"/>
                </a:ext>
              </a:extLst>
            </p:cNvPr>
            <p:cNvSpPr/>
            <p:nvPr/>
          </p:nvSpPr>
          <p:spPr>
            <a:xfrm>
              <a:off x="6372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8" name="Rectangle 837">
              <a:extLst>
                <a:ext uri="{FF2B5EF4-FFF2-40B4-BE49-F238E27FC236}">
                  <a16:creationId xmlns:a16="http://schemas.microsoft.com/office/drawing/2014/main" id="{8ED58815-2552-4978-A0A7-69919021D65D}"/>
                </a:ext>
              </a:extLst>
            </p:cNvPr>
            <p:cNvSpPr/>
            <p:nvPr/>
          </p:nvSpPr>
          <p:spPr>
            <a:xfrm>
              <a:off x="6372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A726C470-5A1C-4F44-BF08-956AF9E10D0A}"/>
                </a:ext>
              </a:extLst>
            </p:cNvPr>
            <p:cNvSpPr/>
            <p:nvPr/>
          </p:nvSpPr>
          <p:spPr>
            <a:xfrm>
              <a:off x="5610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8722F62A-55AC-43A0-804A-F70F7330D4BB}"/>
                </a:ext>
              </a:extLst>
            </p:cNvPr>
            <p:cNvSpPr/>
            <p:nvPr/>
          </p:nvSpPr>
          <p:spPr>
            <a:xfrm>
              <a:off x="4848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1" name="Rectangle 840">
              <a:extLst>
                <a:ext uri="{FF2B5EF4-FFF2-40B4-BE49-F238E27FC236}">
                  <a16:creationId xmlns:a16="http://schemas.microsoft.com/office/drawing/2014/main" id="{2B67A67F-0392-48D8-AC05-986EE29F4D8E}"/>
                </a:ext>
              </a:extLst>
            </p:cNvPr>
            <p:cNvSpPr/>
            <p:nvPr/>
          </p:nvSpPr>
          <p:spPr>
            <a:xfrm>
              <a:off x="5610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A581A170-E05E-4B74-8F37-A668FD1634B8}"/>
                </a:ext>
              </a:extLst>
            </p:cNvPr>
            <p:cNvSpPr/>
            <p:nvPr/>
          </p:nvSpPr>
          <p:spPr>
            <a:xfrm>
              <a:off x="4848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6D3B0CEF-D96B-4757-9A0E-54B9849510DB}"/>
                </a:ext>
              </a:extLst>
            </p:cNvPr>
            <p:cNvSpPr/>
            <p:nvPr/>
          </p:nvSpPr>
          <p:spPr>
            <a:xfrm>
              <a:off x="4848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4" name="Rectangle 843">
              <a:extLst>
                <a:ext uri="{FF2B5EF4-FFF2-40B4-BE49-F238E27FC236}">
                  <a16:creationId xmlns:a16="http://schemas.microsoft.com/office/drawing/2014/main" id="{B2243DE9-A59B-482C-9103-291BD4A8BF60}"/>
                </a:ext>
              </a:extLst>
            </p:cNvPr>
            <p:cNvSpPr/>
            <p:nvPr/>
          </p:nvSpPr>
          <p:spPr>
            <a:xfrm>
              <a:off x="4086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5" name="Rectangle 844">
              <a:extLst>
                <a:ext uri="{FF2B5EF4-FFF2-40B4-BE49-F238E27FC236}">
                  <a16:creationId xmlns:a16="http://schemas.microsoft.com/office/drawing/2014/main" id="{A4A82C3A-55B5-406B-8593-986B8A449E3E}"/>
                </a:ext>
              </a:extLst>
            </p:cNvPr>
            <p:cNvSpPr/>
            <p:nvPr/>
          </p:nvSpPr>
          <p:spPr>
            <a:xfrm>
              <a:off x="4086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6" name="Rectangle 845">
              <a:extLst>
                <a:ext uri="{FF2B5EF4-FFF2-40B4-BE49-F238E27FC236}">
                  <a16:creationId xmlns:a16="http://schemas.microsoft.com/office/drawing/2014/main" id="{8CE1101B-445C-433A-BAAB-EA288A198915}"/>
                </a:ext>
              </a:extLst>
            </p:cNvPr>
            <p:cNvSpPr/>
            <p:nvPr/>
          </p:nvSpPr>
          <p:spPr>
            <a:xfrm>
              <a:off x="4086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7" name="Rectangle 846">
              <a:extLst>
                <a:ext uri="{FF2B5EF4-FFF2-40B4-BE49-F238E27FC236}">
                  <a16:creationId xmlns:a16="http://schemas.microsoft.com/office/drawing/2014/main" id="{49274256-69EB-4336-87E0-5EFBF52D3F81}"/>
                </a:ext>
              </a:extLst>
            </p:cNvPr>
            <p:cNvSpPr/>
            <p:nvPr/>
          </p:nvSpPr>
          <p:spPr>
            <a:xfrm>
              <a:off x="4848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8" name="Rectangle 847">
              <a:extLst>
                <a:ext uri="{FF2B5EF4-FFF2-40B4-BE49-F238E27FC236}">
                  <a16:creationId xmlns:a16="http://schemas.microsoft.com/office/drawing/2014/main" id="{A0D3D83D-3E5B-41A7-881D-7F29CF20F707}"/>
                </a:ext>
              </a:extLst>
            </p:cNvPr>
            <p:cNvSpPr/>
            <p:nvPr/>
          </p:nvSpPr>
          <p:spPr>
            <a:xfrm>
              <a:off x="4086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9" name="Rectangle 848">
              <a:extLst>
                <a:ext uri="{FF2B5EF4-FFF2-40B4-BE49-F238E27FC236}">
                  <a16:creationId xmlns:a16="http://schemas.microsoft.com/office/drawing/2014/main" id="{1B32200B-A161-4DF4-9D25-2B2C5616CDF5}"/>
                </a:ext>
              </a:extLst>
            </p:cNvPr>
            <p:cNvSpPr/>
            <p:nvPr/>
          </p:nvSpPr>
          <p:spPr>
            <a:xfrm>
              <a:off x="6372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16216A6C-335E-4714-9E97-8D2849E488C5}"/>
                </a:ext>
              </a:extLst>
            </p:cNvPr>
            <p:cNvSpPr/>
            <p:nvPr/>
          </p:nvSpPr>
          <p:spPr>
            <a:xfrm>
              <a:off x="6372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1" name="Rectangle 850">
              <a:extLst>
                <a:ext uri="{FF2B5EF4-FFF2-40B4-BE49-F238E27FC236}">
                  <a16:creationId xmlns:a16="http://schemas.microsoft.com/office/drawing/2014/main" id="{54853BE4-B953-4D9D-AD9A-7A9A1C1A66E0}"/>
                </a:ext>
              </a:extLst>
            </p:cNvPr>
            <p:cNvSpPr/>
            <p:nvPr/>
          </p:nvSpPr>
          <p:spPr>
            <a:xfrm flipH="1">
              <a:off x="8664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2" name="Rectangle 851">
              <a:extLst>
                <a:ext uri="{FF2B5EF4-FFF2-40B4-BE49-F238E27FC236}">
                  <a16:creationId xmlns:a16="http://schemas.microsoft.com/office/drawing/2014/main" id="{23B5CBF4-C7B8-4E4A-B9AA-833FFD4FBFA6}"/>
                </a:ext>
              </a:extLst>
            </p:cNvPr>
            <p:cNvSpPr/>
            <p:nvPr/>
          </p:nvSpPr>
          <p:spPr>
            <a:xfrm flipH="1">
              <a:off x="8664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3" name="Rectangle 852">
              <a:extLst>
                <a:ext uri="{FF2B5EF4-FFF2-40B4-BE49-F238E27FC236}">
                  <a16:creationId xmlns:a16="http://schemas.microsoft.com/office/drawing/2014/main" id="{5CA646C2-98EE-487E-9931-2396A441391B}"/>
                </a:ext>
              </a:extLst>
            </p:cNvPr>
            <p:cNvSpPr/>
            <p:nvPr/>
          </p:nvSpPr>
          <p:spPr>
            <a:xfrm flipH="1">
              <a:off x="7902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88FF85E4-A560-4607-811C-B1FBBD1DE397}"/>
                </a:ext>
              </a:extLst>
            </p:cNvPr>
            <p:cNvSpPr/>
            <p:nvPr/>
          </p:nvSpPr>
          <p:spPr>
            <a:xfrm flipH="1">
              <a:off x="7902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5" name="Rectangle 854">
              <a:extLst>
                <a:ext uri="{FF2B5EF4-FFF2-40B4-BE49-F238E27FC236}">
                  <a16:creationId xmlns:a16="http://schemas.microsoft.com/office/drawing/2014/main" id="{2AA1C648-1AE0-41D8-B89D-A1E32A9BD0DA}"/>
                </a:ext>
              </a:extLst>
            </p:cNvPr>
            <p:cNvSpPr/>
            <p:nvPr/>
          </p:nvSpPr>
          <p:spPr>
            <a:xfrm flipH="1">
              <a:off x="8664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B307D64D-6F76-4994-A32B-1FF2BE3DE3FD}"/>
                </a:ext>
              </a:extLst>
            </p:cNvPr>
            <p:cNvSpPr/>
            <p:nvPr/>
          </p:nvSpPr>
          <p:spPr>
            <a:xfrm flipH="1">
              <a:off x="8664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7" name="Rectangle 856">
              <a:extLst>
                <a:ext uri="{FF2B5EF4-FFF2-40B4-BE49-F238E27FC236}">
                  <a16:creationId xmlns:a16="http://schemas.microsoft.com/office/drawing/2014/main" id="{56843549-FB77-48FD-B385-EE0FCE07BF47}"/>
                </a:ext>
              </a:extLst>
            </p:cNvPr>
            <p:cNvSpPr/>
            <p:nvPr/>
          </p:nvSpPr>
          <p:spPr>
            <a:xfrm flipH="1">
              <a:off x="9426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447190F8-7C46-4320-9D55-388AABD50856}"/>
                </a:ext>
              </a:extLst>
            </p:cNvPr>
            <p:cNvSpPr/>
            <p:nvPr/>
          </p:nvSpPr>
          <p:spPr>
            <a:xfrm flipH="1">
              <a:off x="9426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F1BCBFE3-8FAF-47EC-8185-9F12F6A7465E}"/>
                </a:ext>
              </a:extLst>
            </p:cNvPr>
            <p:cNvSpPr/>
            <p:nvPr/>
          </p:nvSpPr>
          <p:spPr>
            <a:xfrm flipH="1">
              <a:off x="9426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F6416C5-BDAC-4AB5-9D18-E711E13F899F}"/>
                </a:ext>
              </a:extLst>
            </p:cNvPr>
            <p:cNvSpPr/>
            <p:nvPr/>
          </p:nvSpPr>
          <p:spPr>
            <a:xfrm flipH="1">
              <a:off x="9426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1" name="Rectangle 860">
              <a:extLst>
                <a:ext uri="{FF2B5EF4-FFF2-40B4-BE49-F238E27FC236}">
                  <a16:creationId xmlns:a16="http://schemas.microsoft.com/office/drawing/2014/main" id="{3A3010AF-EAEC-48F3-8813-78E0877B5F94}"/>
                </a:ext>
              </a:extLst>
            </p:cNvPr>
            <p:cNvSpPr/>
            <p:nvPr/>
          </p:nvSpPr>
          <p:spPr>
            <a:xfrm flipH="1">
              <a:off x="7140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7E748406-C5B0-4897-9D4C-DCE544799A3E}"/>
                </a:ext>
              </a:extLst>
            </p:cNvPr>
            <p:cNvSpPr/>
            <p:nvPr/>
          </p:nvSpPr>
          <p:spPr>
            <a:xfrm flipH="1">
              <a:off x="7140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3" name="Rectangle 862">
              <a:extLst>
                <a:ext uri="{FF2B5EF4-FFF2-40B4-BE49-F238E27FC236}">
                  <a16:creationId xmlns:a16="http://schemas.microsoft.com/office/drawing/2014/main" id="{7673665A-D5A1-4DE7-98AE-88CAEDAF4758}"/>
                </a:ext>
              </a:extLst>
            </p:cNvPr>
            <p:cNvSpPr/>
            <p:nvPr/>
          </p:nvSpPr>
          <p:spPr>
            <a:xfrm flipH="1">
              <a:off x="7902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E04C1EB6-6DD3-492C-9F22-81EF7F8B2150}"/>
                </a:ext>
              </a:extLst>
            </p:cNvPr>
            <p:cNvSpPr/>
            <p:nvPr/>
          </p:nvSpPr>
          <p:spPr>
            <a:xfrm flipH="1">
              <a:off x="8664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8ED53CDE-C845-44B5-8D7B-06AA7671E1D7}"/>
                </a:ext>
              </a:extLst>
            </p:cNvPr>
            <p:cNvSpPr/>
            <p:nvPr/>
          </p:nvSpPr>
          <p:spPr>
            <a:xfrm flipH="1">
              <a:off x="7902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936072F6-D781-4C80-8F3A-6680B0B2261A}"/>
                </a:ext>
              </a:extLst>
            </p:cNvPr>
            <p:cNvSpPr/>
            <p:nvPr/>
          </p:nvSpPr>
          <p:spPr>
            <a:xfrm flipH="1">
              <a:off x="8664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EC5CF5B1-F7C3-4FCE-9ECD-BB0E1AFE46A5}"/>
                </a:ext>
              </a:extLst>
            </p:cNvPr>
            <p:cNvSpPr/>
            <p:nvPr/>
          </p:nvSpPr>
          <p:spPr>
            <a:xfrm flipH="1">
              <a:off x="8664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E8FA77B7-EB2C-4C8E-B379-88247205C74C}"/>
                </a:ext>
              </a:extLst>
            </p:cNvPr>
            <p:cNvSpPr/>
            <p:nvPr/>
          </p:nvSpPr>
          <p:spPr>
            <a:xfrm flipH="1">
              <a:off x="9426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9" name="Rectangle 868">
              <a:extLst>
                <a:ext uri="{FF2B5EF4-FFF2-40B4-BE49-F238E27FC236}">
                  <a16:creationId xmlns:a16="http://schemas.microsoft.com/office/drawing/2014/main" id="{852A771B-54EC-474B-88DA-87FA57AADFEB}"/>
                </a:ext>
              </a:extLst>
            </p:cNvPr>
            <p:cNvSpPr/>
            <p:nvPr/>
          </p:nvSpPr>
          <p:spPr>
            <a:xfrm flipH="1">
              <a:off x="9426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0" name="Rectangle 869">
              <a:extLst>
                <a:ext uri="{FF2B5EF4-FFF2-40B4-BE49-F238E27FC236}">
                  <a16:creationId xmlns:a16="http://schemas.microsoft.com/office/drawing/2014/main" id="{DC1CE1C4-2898-4F08-94EF-EBF3D7581BD0}"/>
                </a:ext>
              </a:extLst>
            </p:cNvPr>
            <p:cNvSpPr/>
            <p:nvPr/>
          </p:nvSpPr>
          <p:spPr>
            <a:xfrm flipH="1">
              <a:off x="9426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1" name="Rectangle 870">
              <a:extLst>
                <a:ext uri="{FF2B5EF4-FFF2-40B4-BE49-F238E27FC236}">
                  <a16:creationId xmlns:a16="http://schemas.microsoft.com/office/drawing/2014/main" id="{61AE24FF-A6D8-41B1-9239-8BF478226758}"/>
                </a:ext>
              </a:extLst>
            </p:cNvPr>
            <p:cNvSpPr/>
            <p:nvPr/>
          </p:nvSpPr>
          <p:spPr>
            <a:xfrm flipH="1">
              <a:off x="8664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2" name="Rectangle 871">
              <a:extLst>
                <a:ext uri="{FF2B5EF4-FFF2-40B4-BE49-F238E27FC236}">
                  <a16:creationId xmlns:a16="http://schemas.microsoft.com/office/drawing/2014/main" id="{CA1C0421-2401-4505-BC4E-D567191F16A0}"/>
                </a:ext>
              </a:extLst>
            </p:cNvPr>
            <p:cNvSpPr/>
            <p:nvPr/>
          </p:nvSpPr>
          <p:spPr>
            <a:xfrm flipH="1">
              <a:off x="9426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3" name="Rectangle 872">
              <a:extLst>
                <a:ext uri="{FF2B5EF4-FFF2-40B4-BE49-F238E27FC236}">
                  <a16:creationId xmlns:a16="http://schemas.microsoft.com/office/drawing/2014/main" id="{8A470665-A856-4A8A-B00E-E61D6611C32A}"/>
                </a:ext>
              </a:extLst>
            </p:cNvPr>
            <p:cNvSpPr/>
            <p:nvPr/>
          </p:nvSpPr>
          <p:spPr>
            <a:xfrm flipH="1">
              <a:off x="7140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4" name="Rectangle 873">
              <a:extLst>
                <a:ext uri="{FF2B5EF4-FFF2-40B4-BE49-F238E27FC236}">
                  <a16:creationId xmlns:a16="http://schemas.microsoft.com/office/drawing/2014/main" id="{82E82896-B44B-4DF9-A365-AAF0C1F38FAB}"/>
                </a:ext>
              </a:extLst>
            </p:cNvPr>
            <p:cNvSpPr/>
            <p:nvPr/>
          </p:nvSpPr>
          <p:spPr>
            <a:xfrm flipH="1">
              <a:off x="7140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01D4C5-10C5-4FD6-95BE-83DEC3C483AD}"/>
              </a:ext>
            </a:extLst>
          </p:cNvPr>
          <p:cNvGrpSpPr/>
          <p:nvPr/>
        </p:nvGrpSpPr>
        <p:grpSpPr>
          <a:xfrm>
            <a:off x="4046483" y="426317"/>
            <a:ext cx="6149795" cy="6095995"/>
            <a:chOff x="4046483" y="426317"/>
            <a:chExt cx="6149795" cy="6095995"/>
          </a:xfrm>
        </p:grpSpPr>
        <p:grpSp>
          <p:nvGrpSpPr>
            <p:cNvPr id="1515" name="Group 1514">
              <a:extLst>
                <a:ext uri="{FF2B5EF4-FFF2-40B4-BE49-F238E27FC236}">
                  <a16:creationId xmlns:a16="http://schemas.microsoft.com/office/drawing/2014/main" id="{F17040C9-003E-4DC4-BF84-39A3C0151114}"/>
                </a:ext>
              </a:extLst>
            </p:cNvPr>
            <p:cNvGrpSpPr/>
            <p:nvPr/>
          </p:nvGrpSpPr>
          <p:grpSpPr>
            <a:xfrm>
              <a:off x="4046483" y="426317"/>
              <a:ext cx="6149795" cy="6095995"/>
              <a:chOff x="4066630" y="206887"/>
              <a:chExt cx="6110587" cy="6057135"/>
            </a:xfrm>
          </p:grpSpPr>
          <p:grpSp>
            <p:nvGrpSpPr>
              <p:cNvPr id="1516" name="Group 1515">
                <a:extLst>
                  <a:ext uri="{FF2B5EF4-FFF2-40B4-BE49-F238E27FC236}">
                    <a16:creationId xmlns:a16="http://schemas.microsoft.com/office/drawing/2014/main" id="{3BAEF75F-5432-4CA9-93DF-E4049EADB71A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1532" name="Group 1531">
                  <a:extLst>
                    <a:ext uri="{FF2B5EF4-FFF2-40B4-BE49-F238E27FC236}">
                      <a16:creationId xmlns:a16="http://schemas.microsoft.com/office/drawing/2014/main" id="{2F881305-CB74-49F8-B339-32B76F1B1524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1540" name="Straight Connector 1539">
                    <a:extLst>
                      <a:ext uri="{FF2B5EF4-FFF2-40B4-BE49-F238E27FC236}">
                        <a16:creationId xmlns:a16="http://schemas.microsoft.com/office/drawing/2014/main" id="{63A6EDC7-6347-483C-A47E-82E12B840B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47843" y="5515744"/>
                    <a:ext cx="1524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1" name="Straight Connector 1540">
                    <a:extLst>
                      <a:ext uri="{FF2B5EF4-FFF2-40B4-BE49-F238E27FC236}">
                        <a16:creationId xmlns:a16="http://schemas.microsoft.com/office/drawing/2014/main" id="{4A06D160-FBE0-4A54-9911-D8CF7676BE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2" name="Straight Connector 1541">
                    <a:extLst>
                      <a:ext uri="{FF2B5EF4-FFF2-40B4-BE49-F238E27FC236}">
                        <a16:creationId xmlns:a16="http://schemas.microsoft.com/office/drawing/2014/main" id="{9D9C47EB-6074-4660-9379-4537E9F568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3" name="Straight Connector 1542">
                    <a:extLst>
                      <a:ext uri="{FF2B5EF4-FFF2-40B4-BE49-F238E27FC236}">
                        <a16:creationId xmlns:a16="http://schemas.microsoft.com/office/drawing/2014/main" id="{84683FE8-ABC1-4F07-8159-9786AEB8D3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4" name="Straight Connector 1543">
                    <a:extLst>
                      <a:ext uri="{FF2B5EF4-FFF2-40B4-BE49-F238E27FC236}">
                        <a16:creationId xmlns:a16="http://schemas.microsoft.com/office/drawing/2014/main" id="{E0EE2D57-AB7D-4B7A-B84C-4D52242C48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647874" y="4773349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5" name="Straight Connector 1544">
                    <a:extLst>
                      <a:ext uri="{FF2B5EF4-FFF2-40B4-BE49-F238E27FC236}">
                        <a16:creationId xmlns:a16="http://schemas.microsoft.com/office/drawing/2014/main" id="{10815560-FDA1-4262-9054-09B5B24BA2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3984525"/>
                    <a:ext cx="0" cy="154355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6" name="Straight Connector 1545">
                    <a:extLst>
                      <a:ext uri="{FF2B5EF4-FFF2-40B4-BE49-F238E27FC236}">
                        <a16:creationId xmlns:a16="http://schemas.microsoft.com/office/drawing/2014/main" id="{FC30D036-6634-43B1-B98B-F7B5D5D13D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7" name="Straight Connector 1546">
                    <a:extLst>
                      <a:ext uri="{FF2B5EF4-FFF2-40B4-BE49-F238E27FC236}">
                        <a16:creationId xmlns:a16="http://schemas.microsoft.com/office/drawing/2014/main" id="{29A6B166-143F-4332-A3AF-90A028D1E5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8" name="Straight Connector 1547">
                    <a:extLst>
                      <a:ext uri="{FF2B5EF4-FFF2-40B4-BE49-F238E27FC236}">
                        <a16:creationId xmlns:a16="http://schemas.microsoft.com/office/drawing/2014/main" id="{FD4F1044-1205-423F-B22E-1712FCC576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9" name="Straight Connector 1548">
                    <a:extLst>
                      <a:ext uri="{FF2B5EF4-FFF2-40B4-BE49-F238E27FC236}">
                        <a16:creationId xmlns:a16="http://schemas.microsoft.com/office/drawing/2014/main" id="{ADE61EC5-4F49-4699-B044-9275A82AE2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33" name="Group 1532">
                  <a:extLst>
                    <a:ext uri="{FF2B5EF4-FFF2-40B4-BE49-F238E27FC236}">
                      <a16:creationId xmlns:a16="http://schemas.microsoft.com/office/drawing/2014/main" id="{F59D6802-8B45-4812-BF68-5503F00B5FFB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1534" name="Straight Connector 1533">
                    <a:extLst>
                      <a:ext uri="{FF2B5EF4-FFF2-40B4-BE49-F238E27FC236}">
                        <a16:creationId xmlns:a16="http://schemas.microsoft.com/office/drawing/2014/main" id="{5AF667E4-8676-4A34-9576-11C61F7C40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5" name="Straight Connector 1534">
                    <a:extLst>
                      <a:ext uri="{FF2B5EF4-FFF2-40B4-BE49-F238E27FC236}">
                        <a16:creationId xmlns:a16="http://schemas.microsoft.com/office/drawing/2014/main" id="{23CBB3D6-92C3-4E0A-BF06-3696197DCE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6" name="Straight Connector 1535">
                    <a:extLst>
                      <a:ext uri="{FF2B5EF4-FFF2-40B4-BE49-F238E27FC236}">
                        <a16:creationId xmlns:a16="http://schemas.microsoft.com/office/drawing/2014/main" id="{3C25D2CE-49B3-468D-BCFE-F1EA01C93A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7" name="Straight Connector 1536">
                    <a:extLst>
                      <a:ext uri="{FF2B5EF4-FFF2-40B4-BE49-F238E27FC236}">
                        <a16:creationId xmlns:a16="http://schemas.microsoft.com/office/drawing/2014/main" id="{9BEEAEE3-071D-406A-94A6-6A9E5D222B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8" name="Straight Connector 1537">
                    <a:extLst>
                      <a:ext uri="{FF2B5EF4-FFF2-40B4-BE49-F238E27FC236}">
                        <a16:creationId xmlns:a16="http://schemas.microsoft.com/office/drawing/2014/main" id="{2D22E066-5B99-4653-956F-63515E1C84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9" name="Straight Connector 1538">
                    <a:extLst>
                      <a:ext uri="{FF2B5EF4-FFF2-40B4-BE49-F238E27FC236}">
                        <a16:creationId xmlns:a16="http://schemas.microsoft.com/office/drawing/2014/main" id="{B422E2E3-CC87-4477-9FE3-522E1ADEE7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17" name="Group 1516">
                <a:extLst>
                  <a:ext uri="{FF2B5EF4-FFF2-40B4-BE49-F238E27FC236}">
                    <a16:creationId xmlns:a16="http://schemas.microsoft.com/office/drawing/2014/main" id="{7B47204E-8E0C-42D8-A0BA-D6F6C2317466}"/>
                  </a:ext>
                </a:extLst>
              </p:cNvPr>
              <p:cNvGrpSpPr/>
              <p:nvPr/>
            </p:nvGrpSpPr>
            <p:grpSpPr>
              <a:xfrm rot="5400000">
                <a:off x="4835339" y="178950"/>
                <a:ext cx="4568088" cy="6105503"/>
                <a:chOff x="4823986" y="192985"/>
                <a:chExt cx="4568088" cy="6105503"/>
              </a:xfrm>
            </p:grpSpPr>
            <p:grpSp>
              <p:nvGrpSpPr>
                <p:cNvPr id="1518" name="Group 1517">
                  <a:extLst>
                    <a:ext uri="{FF2B5EF4-FFF2-40B4-BE49-F238E27FC236}">
                      <a16:creationId xmlns:a16="http://schemas.microsoft.com/office/drawing/2014/main" id="{E663D5F4-B032-4E18-8DE1-B3BA4AA369AF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1526" name="Straight Connector 1525">
                    <a:extLst>
                      <a:ext uri="{FF2B5EF4-FFF2-40B4-BE49-F238E27FC236}">
                        <a16:creationId xmlns:a16="http://schemas.microsoft.com/office/drawing/2014/main" id="{2DDC439A-E09D-44BF-8B72-5195E5E03D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7" name="Straight Connector 1526">
                    <a:extLst>
                      <a:ext uri="{FF2B5EF4-FFF2-40B4-BE49-F238E27FC236}">
                        <a16:creationId xmlns:a16="http://schemas.microsoft.com/office/drawing/2014/main" id="{BD7E8DA5-AAFC-4FF2-834D-157B7BB74E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8" name="Straight Connector 1527">
                    <a:extLst>
                      <a:ext uri="{FF2B5EF4-FFF2-40B4-BE49-F238E27FC236}">
                        <a16:creationId xmlns:a16="http://schemas.microsoft.com/office/drawing/2014/main" id="{37E675C3-53E7-415B-9EE3-E54B8CD0D1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9" name="Straight Connector 1528">
                    <a:extLst>
                      <a:ext uri="{FF2B5EF4-FFF2-40B4-BE49-F238E27FC236}">
                        <a16:creationId xmlns:a16="http://schemas.microsoft.com/office/drawing/2014/main" id="{2E9B8A27-3F33-41EE-A903-0116B93B5A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0" name="Straight Connector 1529">
                    <a:extLst>
                      <a:ext uri="{FF2B5EF4-FFF2-40B4-BE49-F238E27FC236}">
                        <a16:creationId xmlns:a16="http://schemas.microsoft.com/office/drawing/2014/main" id="{F8B1630C-2FF1-4DD2-8B4C-BF05E2126A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1" name="Straight Connector 1530">
                    <a:extLst>
                      <a:ext uri="{FF2B5EF4-FFF2-40B4-BE49-F238E27FC236}">
                        <a16:creationId xmlns:a16="http://schemas.microsoft.com/office/drawing/2014/main" id="{D9BBA7A5-1D4E-4196-B16B-A281FEF317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19" name="Group 1518">
                  <a:extLst>
                    <a:ext uri="{FF2B5EF4-FFF2-40B4-BE49-F238E27FC236}">
                      <a16:creationId xmlns:a16="http://schemas.microsoft.com/office/drawing/2014/main" id="{4C593B63-0ABA-459D-9CD6-9651A9A731DE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5"/>
                  <a:ext cx="3794157" cy="3803646"/>
                  <a:chOff x="4894292" y="2512244"/>
                  <a:chExt cx="3794157" cy="3803646"/>
                </a:xfrm>
              </p:grpSpPr>
              <p:cxnSp>
                <p:nvCxnSpPr>
                  <p:cNvPr id="1520" name="Straight Connector 1519">
                    <a:extLst>
                      <a:ext uri="{FF2B5EF4-FFF2-40B4-BE49-F238E27FC236}">
                        <a16:creationId xmlns:a16="http://schemas.microsoft.com/office/drawing/2014/main" id="{CE100224-7191-4C38-A2AE-1DCAA7EC37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1" name="Straight Connector 1520">
                    <a:extLst>
                      <a:ext uri="{FF2B5EF4-FFF2-40B4-BE49-F238E27FC236}">
                        <a16:creationId xmlns:a16="http://schemas.microsoft.com/office/drawing/2014/main" id="{53C814C1-B681-4D01-8525-145B183280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2" name="Straight Connector 1521">
                    <a:extLst>
                      <a:ext uri="{FF2B5EF4-FFF2-40B4-BE49-F238E27FC236}">
                        <a16:creationId xmlns:a16="http://schemas.microsoft.com/office/drawing/2014/main" id="{E1BF3FAA-84A1-4E48-881B-A184B48A9F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67772" y="5941611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3" name="Straight Connector 1522">
                    <a:extLst>
                      <a:ext uri="{FF2B5EF4-FFF2-40B4-BE49-F238E27FC236}">
                        <a16:creationId xmlns:a16="http://schemas.microsoft.com/office/drawing/2014/main" id="{86F88E20-432E-4565-9B74-7A2475F167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4" name="Straight Connector 1523">
                    <a:extLst>
                      <a:ext uri="{FF2B5EF4-FFF2-40B4-BE49-F238E27FC236}">
                        <a16:creationId xmlns:a16="http://schemas.microsoft.com/office/drawing/2014/main" id="{0D47C7AB-ED2B-4BA5-A24C-CAB26FB6F9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5" name="Straight Connector 1524">
                    <a:extLst>
                      <a:ext uri="{FF2B5EF4-FFF2-40B4-BE49-F238E27FC236}">
                        <a16:creationId xmlns:a16="http://schemas.microsoft.com/office/drawing/2014/main" id="{422292AE-16A5-43B2-ACCA-75EECAF27C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1550" name="Group 1549">
              <a:extLst>
                <a:ext uri="{FF2B5EF4-FFF2-40B4-BE49-F238E27FC236}">
                  <a16:creationId xmlns:a16="http://schemas.microsoft.com/office/drawing/2014/main" id="{18CB4E8C-09F5-468C-ADA3-A44C32737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582396" y="1948793"/>
              <a:ext cx="3077969" cy="3051042"/>
              <a:chOff x="4066630" y="206887"/>
              <a:chExt cx="6110587" cy="6057135"/>
            </a:xfrm>
          </p:grpSpPr>
          <p:grpSp>
            <p:nvGrpSpPr>
              <p:cNvPr id="1551" name="Group 1550">
                <a:extLst>
                  <a:ext uri="{FF2B5EF4-FFF2-40B4-BE49-F238E27FC236}">
                    <a16:creationId xmlns:a16="http://schemas.microsoft.com/office/drawing/2014/main" id="{8A6832D4-A4AE-4669-9781-8AEFB640B853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1567" name="Group 1566">
                  <a:extLst>
                    <a:ext uri="{FF2B5EF4-FFF2-40B4-BE49-F238E27FC236}">
                      <a16:creationId xmlns:a16="http://schemas.microsoft.com/office/drawing/2014/main" id="{56E9014C-F043-4662-B31E-B4A177B54809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1575" name="Straight Connector 1574">
                    <a:extLst>
                      <a:ext uri="{FF2B5EF4-FFF2-40B4-BE49-F238E27FC236}">
                        <a16:creationId xmlns:a16="http://schemas.microsoft.com/office/drawing/2014/main" id="{4FFD4797-3117-4220-A4A6-35E7C8EC29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47843" y="5515744"/>
                    <a:ext cx="1524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6" name="Straight Connector 1575">
                    <a:extLst>
                      <a:ext uri="{FF2B5EF4-FFF2-40B4-BE49-F238E27FC236}">
                        <a16:creationId xmlns:a16="http://schemas.microsoft.com/office/drawing/2014/main" id="{C4FE9C2C-5B42-4407-8EDE-DA8A63942D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7" name="Straight Connector 1576">
                    <a:extLst>
                      <a:ext uri="{FF2B5EF4-FFF2-40B4-BE49-F238E27FC236}">
                        <a16:creationId xmlns:a16="http://schemas.microsoft.com/office/drawing/2014/main" id="{18422972-F839-459C-8A5E-0F799332EC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8" name="Straight Connector 1577">
                    <a:extLst>
                      <a:ext uri="{FF2B5EF4-FFF2-40B4-BE49-F238E27FC236}">
                        <a16:creationId xmlns:a16="http://schemas.microsoft.com/office/drawing/2014/main" id="{2132B5C4-19AF-4C1D-B87D-13557FF58D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9" name="Straight Connector 1578">
                    <a:extLst>
                      <a:ext uri="{FF2B5EF4-FFF2-40B4-BE49-F238E27FC236}">
                        <a16:creationId xmlns:a16="http://schemas.microsoft.com/office/drawing/2014/main" id="{6263C211-38D4-4BDA-BF8A-04E9B55E86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647874" y="4773349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0" name="Straight Connector 1579">
                    <a:extLst>
                      <a:ext uri="{FF2B5EF4-FFF2-40B4-BE49-F238E27FC236}">
                        <a16:creationId xmlns:a16="http://schemas.microsoft.com/office/drawing/2014/main" id="{1784FFBD-1E70-4E06-BD18-B2F8FA4FD8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3984525"/>
                    <a:ext cx="0" cy="154355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1" name="Straight Connector 1580">
                    <a:extLst>
                      <a:ext uri="{FF2B5EF4-FFF2-40B4-BE49-F238E27FC236}">
                        <a16:creationId xmlns:a16="http://schemas.microsoft.com/office/drawing/2014/main" id="{F653669D-04A4-4A2F-91B0-4417170A9B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2" name="Straight Connector 1581">
                    <a:extLst>
                      <a:ext uri="{FF2B5EF4-FFF2-40B4-BE49-F238E27FC236}">
                        <a16:creationId xmlns:a16="http://schemas.microsoft.com/office/drawing/2014/main" id="{E54839EA-75E9-4C8E-A36B-CC5884E7DA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3" name="Straight Connector 1582">
                    <a:extLst>
                      <a:ext uri="{FF2B5EF4-FFF2-40B4-BE49-F238E27FC236}">
                        <a16:creationId xmlns:a16="http://schemas.microsoft.com/office/drawing/2014/main" id="{43668F6B-D416-45CB-BE90-32B1C51AA2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4" name="Straight Connector 1583">
                    <a:extLst>
                      <a:ext uri="{FF2B5EF4-FFF2-40B4-BE49-F238E27FC236}">
                        <a16:creationId xmlns:a16="http://schemas.microsoft.com/office/drawing/2014/main" id="{724EFA52-80D8-4BBD-BF73-BBE1BB9B54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68" name="Group 1567">
                  <a:extLst>
                    <a:ext uri="{FF2B5EF4-FFF2-40B4-BE49-F238E27FC236}">
                      <a16:creationId xmlns:a16="http://schemas.microsoft.com/office/drawing/2014/main" id="{32A61C76-DD75-4A20-AED5-5E6558719C14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1569" name="Straight Connector 1568">
                    <a:extLst>
                      <a:ext uri="{FF2B5EF4-FFF2-40B4-BE49-F238E27FC236}">
                        <a16:creationId xmlns:a16="http://schemas.microsoft.com/office/drawing/2014/main" id="{2DC7F7DF-1359-478C-826D-3F9961C0BC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0" name="Straight Connector 1569">
                    <a:extLst>
                      <a:ext uri="{FF2B5EF4-FFF2-40B4-BE49-F238E27FC236}">
                        <a16:creationId xmlns:a16="http://schemas.microsoft.com/office/drawing/2014/main" id="{6D02D431-001F-42B6-9921-C9EE25AC22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1" name="Straight Connector 1570">
                    <a:extLst>
                      <a:ext uri="{FF2B5EF4-FFF2-40B4-BE49-F238E27FC236}">
                        <a16:creationId xmlns:a16="http://schemas.microsoft.com/office/drawing/2014/main" id="{1EC30E4F-7534-4B66-95F0-BCD1B65DAF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2" name="Straight Connector 1571">
                    <a:extLst>
                      <a:ext uri="{FF2B5EF4-FFF2-40B4-BE49-F238E27FC236}">
                        <a16:creationId xmlns:a16="http://schemas.microsoft.com/office/drawing/2014/main" id="{C3FF388B-59E9-479B-B209-19837EA473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3" name="Straight Connector 1572">
                    <a:extLst>
                      <a:ext uri="{FF2B5EF4-FFF2-40B4-BE49-F238E27FC236}">
                        <a16:creationId xmlns:a16="http://schemas.microsoft.com/office/drawing/2014/main" id="{F924E5EB-0F6F-43E6-A70B-1A64396357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4" name="Straight Connector 1573">
                    <a:extLst>
                      <a:ext uri="{FF2B5EF4-FFF2-40B4-BE49-F238E27FC236}">
                        <a16:creationId xmlns:a16="http://schemas.microsoft.com/office/drawing/2014/main" id="{EF940881-A8B2-417E-8940-F573B97793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52" name="Group 1551">
                <a:extLst>
                  <a:ext uri="{FF2B5EF4-FFF2-40B4-BE49-F238E27FC236}">
                    <a16:creationId xmlns:a16="http://schemas.microsoft.com/office/drawing/2014/main" id="{8C3753FE-C39A-473C-9432-DD8C8C3E705C}"/>
                  </a:ext>
                </a:extLst>
              </p:cNvPr>
              <p:cNvGrpSpPr/>
              <p:nvPr/>
            </p:nvGrpSpPr>
            <p:grpSpPr>
              <a:xfrm rot="5400000">
                <a:off x="4835339" y="178950"/>
                <a:ext cx="4568088" cy="6105503"/>
                <a:chOff x="4823986" y="192985"/>
                <a:chExt cx="4568088" cy="6105503"/>
              </a:xfrm>
            </p:grpSpPr>
            <p:grpSp>
              <p:nvGrpSpPr>
                <p:cNvPr id="1553" name="Group 1552">
                  <a:extLst>
                    <a:ext uri="{FF2B5EF4-FFF2-40B4-BE49-F238E27FC236}">
                      <a16:creationId xmlns:a16="http://schemas.microsoft.com/office/drawing/2014/main" id="{1B034228-36F8-49D2-9325-B09574C08CA1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1561" name="Straight Connector 1560">
                    <a:extLst>
                      <a:ext uri="{FF2B5EF4-FFF2-40B4-BE49-F238E27FC236}">
                        <a16:creationId xmlns:a16="http://schemas.microsoft.com/office/drawing/2014/main" id="{B6446367-8DBE-479B-A43A-31F8F30721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2" name="Straight Connector 1561">
                    <a:extLst>
                      <a:ext uri="{FF2B5EF4-FFF2-40B4-BE49-F238E27FC236}">
                        <a16:creationId xmlns:a16="http://schemas.microsoft.com/office/drawing/2014/main" id="{9E87932C-ABD6-4CBB-9128-F880B4BED2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3" name="Straight Connector 1562">
                    <a:extLst>
                      <a:ext uri="{FF2B5EF4-FFF2-40B4-BE49-F238E27FC236}">
                        <a16:creationId xmlns:a16="http://schemas.microsoft.com/office/drawing/2014/main" id="{4D642775-BD9E-426D-9B3B-8E11F6CA69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4" name="Straight Connector 1563">
                    <a:extLst>
                      <a:ext uri="{FF2B5EF4-FFF2-40B4-BE49-F238E27FC236}">
                        <a16:creationId xmlns:a16="http://schemas.microsoft.com/office/drawing/2014/main" id="{E4FB2C1A-5539-4CB4-9A48-293D9BEFD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5" name="Straight Connector 1564">
                    <a:extLst>
                      <a:ext uri="{FF2B5EF4-FFF2-40B4-BE49-F238E27FC236}">
                        <a16:creationId xmlns:a16="http://schemas.microsoft.com/office/drawing/2014/main" id="{08F3674B-36B6-4AE5-A0A8-2537C78906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6" name="Straight Connector 1565">
                    <a:extLst>
                      <a:ext uri="{FF2B5EF4-FFF2-40B4-BE49-F238E27FC236}">
                        <a16:creationId xmlns:a16="http://schemas.microsoft.com/office/drawing/2014/main" id="{63B545BD-B4DC-4388-936A-012E98899E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54" name="Group 1553">
                  <a:extLst>
                    <a:ext uri="{FF2B5EF4-FFF2-40B4-BE49-F238E27FC236}">
                      <a16:creationId xmlns:a16="http://schemas.microsoft.com/office/drawing/2014/main" id="{4662A4B6-E484-47B3-B143-69E888F0AFA1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5"/>
                  <a:ext cx="3794157" cy="3803646"/>
                  <a:chOff x="4894292" y="2512244"/>
                  <a:chExt cx="3794157" cy="3803646"/>
                </a:xfrm>
              </p:grpSpPr>
              <p:cxnSp>
                <p:nvCxnSpPr>
                  <p:cNvPr id="1555" name="Straight Connector 1554">
                    <a:extLst>
                      <a:ext uri="{FF2B5EF4-FFF2-40B4-BE49-F238E27FC236}">
                        <a16:creationId xmlns:a16="http://schemas.microsoft.com/office/drawing/2014/main" id="{57C2AA9A-D25B-49BF-901F-DD77DC6C2E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6" name="Straight Connector 1555">
                    <a:extLst>
                      <a:ext uri="{FF2B5EF4-FFF2-40B4-BE49-F238E27FC236}">
                        <a16:creationId xmlns:a16="http://schemas.microsoft.com/office/drawing/2014/main" id="{6EDF4429-BE81-4E18-9643-F25481E1B5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7" name="Straight Connector 1556">
                    <a:extLst>
                      <a:ext uri="{FF2B5EF4-FFF2-40B4-BE49-F238E27FC236}">
                        <a16:creationId xmlns:a16="http://schemas.microsoft.com/office/drawing/2014/main" id="{3308D02E-BB57-4AD9-ADEC-1D799D03B5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67772" y="5941611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8" name="Straight Connector 1557">
                    <a:extLst>
                      <a:ext uri="{FF2B5EF4-FFF2-40B4-BE49-F238E27FC236}">
                        <a16:creationId xmlns:a16="http://schemas.microsoft.com/office/drawing/2014/main" id="{4DFFCFF9-1B63-49F9-9AAF-84D6ECA90E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9" name="Straight Connector 1558">
                    <a:extLst>
                      <a:ext uri="{FF2B5EF4-FFF2-40B4-BE49-F238E27FC236}">
                        <a16:creationId xmlns:a16="http://schemas.microsoft.com/office/drawing/2014/main" id="{C262ECF9-C4C3-4412-9963-BDBAA75C10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0" name="Straight Connector 1559">
                    <a:extLst>
                      <a:ext uri="{FF2B5EF4-FFF2-40B4-BE49-F238E27FC236}">
                        <a16:creationId xmlns:a16="http://schemas.microsoft.com/office/drawing/2014/main" id="{F4877E54-FFB5-48A9-A6DA-9DDF5C8E4D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092" name="Group 2091">
            <a:extLst>
              <a:ext uri="{FF2B5EF4-FFF2-40B4-BE49-F238E27FC236}">
                <a16:creationId xmlns:a16="http://schemas.microsoft.com/office/drawing/2014/main" id="{A2CEA6B6-001B-4D2B-BB9E-F113633D0B99}"/>
              </a:ext>
            </a:extLst>
          </p:cNvPr>
          <p:cNvGrpSpPr>
            <a:grpSpLocks noChangeAspect="1"/>
          </p:cNvGrpSpPr>
          <p:nvPr/>
        </p:nvGrpSpPr>
        <p:grpSpPr>
          <a:xfrm>
            <a:off x="6345670" y="2705390"/>
            <a:ext cx="1551421" cy="1537849"/>
            <a:chOff x="4046483" y="426317"/>
            <a:chExt cx="6149795" cy="6095995"/>
          </a:xfrm>
        </p:grpSpPr>
        <p:grpSp>
          <p:nvGrpSpPr>
            <p:cNvPr id="2093" name="Group 2092">
              <a:extLst>
                <a:ext uri="{FF2B5EF4-FFF2-40B4-BE49-F238E27FC236}">
                  <a16:creationId xmlns:a16="http://schemas.microsoft.com/office/drawing/2014/main" id="{FAEE050A-DFA5-4588-B48C-B833487D4BFA}"/>
                </a:ext>
              </a:extLst>
            </p:cNvPr>
            <p:cNvGrpSpPr/>
            <p:nvPr/>
          </p:nvGrpSpPr>
          <p:grpSpPr>
            <a:xfrm>
              <a:off x="4046483" y="426317"/>
              <a:ext cx="6149795" cy="6095995"/>
              <a:chOff x="4066630" y="206887"/>
              <a:chExt cx="6110587" cy="6057135"/>
            </a:xfrm>
          </p:grpSpPr>
          <p:grpSp>
            <p:nvGrpSpPr>
              <p:cNvPr id="2129" name="Group 2128">
                <a:extLst>
                  <a:ext uri="{FF2B5EF4-FFF2-40B4-BE49-F238E27FC236}">
                    <a16:creationId xmlns:a16="http://schemas.microsoft.com/office/drawing/2014/main" id="{78EA060D-6FAE-411A-A6D5-8336F668AA91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2145" name="Group 2144">
                  <a:extLst>
                    <a:ext uri="{FF2B5EF4-FFF2-40B4-BE49-F238E27FC236}">
                      <a16:creationId xmlns:a16="http://schemas.microsoft.com/office/drawing/2014/main" id="{CC4E5FA4-9141-44CA-901D-DE0F09619004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2153" name="Straight Connector 2152">
                    <a:extLst>
                      <a:ext uri="{FF2B5EF4-FFF2-40B4-BE49-F238E27FC236}">
                        <a16:creationId xmlns:a16="http://schemas.microsoft.com/office/drawing/2014/main" id="{C45EBC1B-DB1D-4487-A27E-C5E9D0C361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47843" y="5515744"/>
                    <a:ext cx="1524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4" name="Straight Connector 2153">
                    <a:extLst>
                      <a:ext uri="{FF2B5EF4-FFF2-40B4-BE49-F238E27FC236}">
                        <a16:creationId xmlns:a16="http://schemas.microsoft.com/office/drawing/2014/main" id="{D827FC27-8643-40F8-B47B-33E90ABC65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5" name="Straight Connector 2154">
                    <a:extLst>
                      <a:ext uri="{FF2B5EF4-FFF2-40B4-BE49-F238E27FC236}">
                        <a16:creationId xmlns:a16="http://schemas.microsoft.com/office/drawing/2014/main" id="{5470825B-8B65-422A-8910-D849AF867C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6" name="Straight Connector 2155">
                    <a:extLst>
                      <a:ext uri="{FF2B5EF4-FFF2-40B4-BE49-F238E27FC236}">
                        <a16:creationId xmlns:a16="http://schemas.microsoft.com/office/drawing/2014/main" id="{DCC1E2D7-3AA0-4EAF-9945-24BB225584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7" name="Straight Connector 2156">
                    <a:extLst>
                      <a:ext uri="{FF2B5EF4-FFF2-40B4-BE49-F238E27FC236}">
                        <a16:creationId xmlns:a16="http://schemas.microsoft.com/office/drawing/2014/main" id="{CC0927FF-2400-4DAA-A726-C1527BB80F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647874" y="4773349"/>
                    <a:ext cx="0" cy="75472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8" name="Straight Connector 2157">
                    <a:extLst>
                      <a:ext uri="{FF2B5EF4-FFF2-40B4-BE49-F238E27FC236}">
                        <a16:creationId xmlns:a16="http://schemas.microsoft.com/office/drawing/2014/main" id="{1217D9BC-4A73-42E8-AE79-8B4B6A624B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3984525"/>
                    <a:ext cx="0" cy="154355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9" name="Straight Connector 2158">
                    <a:extLst>
                      <a:ext uri="{FF2B5EF4-FFF2-40B4-BE49-F238E27FC236}">
                        <a16:creationId xmlns:a16="http://schemas.microsoft.com/office/drawing/2014/main" id="{CAD0FE90-52AE-46E6-A10F-9F08865222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0" name="Straight Connector 2159">
                    <a:extLst>
                      <a:ext uri="{FF2B5EF4-FFF2-40B4-BE49-F238E27FC236}">
                        <a16:creationId xmlns:a16="http://schemas.microsoft.com/office/drawing/2014/main" id="{1492E1E5-1AFE-488F-AB08-7A823D2014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1" name="Straight Connector 2160">
                    <a:extLst>
                      <a:ext uri="{FF2B5EF4-FFF2-40B4-BE49-F238E27FC236}">
                        <a16:creationId xmlns:a16="http://schemas.microsoft.com/office/drawing/2014/main" id="{7B783600-62A9-4D0D-9847-8C54CA1299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2" name="Straight Connector 2161">
                    <a:extLst>
                      <a:ext uri="{FF2B5EF4-FFF2-40B4-BE49-F238E27FC236}">
                        <a16:creationId xmlns:a16="http://schemas.microsoft.com/office/drawing/2014/main" id="{9F7B4C41-293D-40B8-A4FA-89FD3AF734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46" name="Group 2145">
                  <a:extLst>
                    <a:ext uri="{FF2B5EF4-FFF2-40B4-BE49-F238E27FC236}">
                      <a16:creationId xmlns:a16="http://schemas.microsoft.com/office/drawing/2014/main" id="{2108EA7C-3470-49D9-A335-FD155023AE50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2147" name="Straight Connector 2146">
                    <a:extLst>
                      <a:ext uri="{FF2B5EF4-FFF2-40B4-BE49-F238E27FC236}">
                        <a16:creationId xmlns:a16="http://schemas.microsoft.com/office/drawing/2014/main" id="{C43ECB6D-E4F0-4414-95B2-1A0247415A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8" name="Straight Connector 2147">
                    <a:extLst>
                      <a:ext uri="{FF2B5EF4-FFF2-40B4-BE49-F238E27FC236}">
                        <a16:creationId xmlns:a16="http://schemas.microsoft.com/office/drawing/2014/main" id="{B88BF254-6069-4094-9762-331D4588BD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9" name="Straight Connector 2148">
                    <a:extLst>
                      <a:ext uri="{FF2B5EF4-FFF2-40B4-BE49-F238E27FC236}">
                        <a16:creationId xmlns:a16="http://schemas.microsoft.com/office/drawing/2014/main" id="{9382DC1F-ABF9-49FC-919A-4541FABD87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0" name="Straight Connector 2149">
                    <a:extLst>
                      <a:ext uri="{FF2B5EF4-FFF2-40B4-BE49-F238E27FC236}">
                        <a16:creationId xmlns:a16="http://schemas.microsoft.com/office/drawing/2014/main" id="{EA8972F9-B2A5-458C-A4E4-B41935C60A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1" name="Straight Connector 2150">
                    <a:extLst>
                      <a:ext uri="{FF2B5EF4-FFF2-40B4-BE49-F238E27FC236}">
                        <a16:creationId xmlns:a16="http://schemas.microsoft.com/office/drawing/2014/main" id="{9862E582-404B-4261-BE39-977CAC9FAD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2" name="Straight Connector 2151">
                    <a:extLst>
                      <a:ext uri="{FF2B5EF4-FFF2-40B4-BE49-F238E27FC236}">
                        <a16:creationId xmlns:a16="http://schemas.microsoft.com/office/drawing/2014/main" id="{24176004-75D4-4B68-A8B8-15B8E46E67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130" name="Group 2129">
                <a:extLst>
                  <a:ext uri="{FF2B5EF4-FFF2-40B4-BE49-F238E27FC236}">
                    <a16:creationId xmlns:a16="http://schemas.microsoft.com/office/drawing/2014/main" id="{7121E518-DBAA-4EDE-9057-C9EE5A0A839E}"/>
                  </a:ext>
                </a:extLst>
              </p:cNvPr>
              <p:cNvGrpSpPr/>
              <p:nvPr/>
            </p:nvGrpSpPr>
            <p:grpSpPr>
              <a:xfrm rot="5400000">
                <a:off x="4835339" y="178950"/>
                <a:ext cx="4568088" cy="6105503"/>
                <a:chOff x="4823986" y="192985"/>
                <a:chExt cx="4568088" cy="6105503"/>
              </a:xfrm>
            </p:grpSpPr>
            <p:grpSp>
              <p:nvGrpSpPr>
                <p:cNvPr id="2131" name="Group 2130">
                  <a:extLst>
                    <a:ext uri="{FF2B5EF4-FFF2-40B4-BE49-F238E27FC236}">
                      <a16:creationId xmlns:a16="http://schemas.microsoft.com/office/drawing/2014/main" id="{B7ADC240-1225-431A-A522-CCAC82A62109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2139" name="Straight Connector 2138">
                    <a:extLst>
                      <a:ext uri="{FF2B5EF4-FFF2-40B4-BE49-F238E27FC236}">
                        <a16:creationId xmlns:a16="http://schemas.microsoft.com/office/drawing/2014/main" id="{0C35D57D-9F09-44ED-B7AB-EAE95272DA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0" name="Straight Connector 2139">
                    <a:extLst>
                      <a:ext uri="{FF2B5EF4-FFF2-40B4-BE49-F238E27FC236}">
                        <a16:creationId xmlns:a16="http://schemas.microsoft.com/office/drawing/2014/main" id="{5397F949-B998-4130-A225-C30BFFB59E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1" name="Straight Connector 2140">
                    <a:extLst>
                      <a:ext uri="{FF2B5EF4-FFF2-40B4-BE49-F238E27FC236}">
                        <a16:creationId xmlns:a16="http://schemas.microsoft.com/office/drawing/2014/main" id="{E1A4A389-1A41-48FA-A898-C8F11129B9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2" name="Straight Connector 2141">
                    <a:extLst>
                      <a:ext uri="{FF2B5EF4-FFF2-40B4-BE49-F238E27FC236}">
                        <a16:creationId xmlns:a16="http://schemas.microsoft.com/office/drawing/2014/main" id="{5A8D542F-617B-4CC0-B78A-D1F74A913A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3" name="Straight Connector 2142">
                    <a:extLst>
                      <a:ext uri="{FF2B5EF4-FFF2-40B4-BE49-F238E27FC236}">
                        <a16:creationId xmlns:a16="http://schemas.microsoft.com/office/drawing/2014/main" id="{32F41660-5308-489C-A1E6-1DE3361B59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4" name="Straight Connector 2143">
                    <a:extLst>
                      <a:ext uri="{FF2B5EF4-FFF2-40B4-BE49-F238E27FC236}">
                        <a16:creationId xmlns:a16="http://schemas.microsoft.com/office/drawing/2014/main" id="{BE5EF1F6-70F5-4C6A-AD11-1A2E2E05C7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32" name="Group 2131">
                  <a:extLst>
                    <a:ext uri="{FF2B5EF4-FFF2-40B4-BE49-F238E27FC236}">
                      <a16:creationId xmlns:a16="http://schemas.microsoft.com/office/drawing/2014/main" id="{0FDBD93F-447C-4C23-AD68-4F7D6241D83E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5"/>
                  <a:ext cx="3794157" cy="3803646"/>
                  <a:chOff x="4894292" y="2512244"/>
                  <a:chExt cx="3794157" cy="3803646"/>
                </a:xfrm>
              </p:grpSpPr>
              <p:cxnSp>
                <p:nvCxnSpPr>
                  <p:cNvPr id="2133" name="Straight Connector 2132">
                    <a:extLst>
                      <a:ext uri="{FF2B5EF4-FFF2-40B4-BE49-F238E27FC236}">
                        <a16:creationId xmlns:a16="http://schemas.microsoft.com/office/drawing/2014/main" id="{805A2D1E-F3C6-4A91-ACAE-3BB7BEEC6F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4" name="Straight Connector 2133">
                    <a:extLst>
                      <a:ext uri="{FF2B5EF4-FFF2-40B4-BE49-F238E27FC236}">
                        <a16:creationId xmlns:a16="http://schemas.microsoft.com/office/drawing/2014/main" id="{21852587-71EF-4F10-B6F3-DF55F2707F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5" name="Straight Connector 2134">
                    <a:extLst>
                      <a:ext uri="{FF2B5EF4-FFF2-40B4-BE49-F238E27FC236}">
                        <a16:creationId xmlns:a16="http://schemas.microsoft.com/office/drawing/2014/main" id="{71548938-6260-4A0B-A731-79CB7D6911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67772" y="5941611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6" name="Straight Connector 2135">
                    <a:extLst>
                      <a:ext uri="{FF2B5EF4-FFF2-40B4-BE49-F238E27FC236}">
                        <a16:creationId xmlns:a16="http://schemas.microsoft.com/office/drawing/2014/main" id="{9BED81D8-C7FB-422B-ABD4-91556BC256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7" name="Straight Connector 2136">
                    <a:extLst>
                      <a:ext uri="{FF2B5EF4-FFF2-40B4-BE49-F238E27FC236}">
                        <a16:creationId xmlns:a16="http://schemas.microsoft.com/office/drawing/2014/main" id="{10BD5954-2FC1-49DC-A9D9-22B52D7054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8" name="Straight Connector 2137">
                    <a:extLst>
                      <a:ext uri="{FF2B5EF4-FFF2-40B4-BE49-F238E27FC236}">
                        <a16:creationId xmlns:a16="http://schemas.microsoft.com/office/drawing/2014/main" id="{BDBB649C-A165-4D66-9B88-7EE1959272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94" name="Group 2093">
              <a:extLst>
                <a:ext uri="{FF2B5EF4-FFF2-40B4-BE49-F238E27FC236}">
                  <a16:creationId xmlns:a16="http://schemas.microsoft.com/office/drawing/2014/main" id="{3399E202-FD94-4A6A-9FFC-664CE03C88D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582396" y="1948793"/>
              <a:ext cx="3077969" cy="3051042"/>
              <a:chOff x="4066630" y="206887"/>
              <a:chExt cx="6110587" cy="6057135"/>
            </a:xfrm>
          </p:grpSpPr>
          <p:grpSp>
            <p:nvGrpSpPr>
              <p:cNvPr id="2095" name="Group 2094">
                <a:extLst>
                  <a:ext uri="{FF2B5EF4-FFF2-40B4-BE49-F238E27FC236}">
                    <a16:creationId xmlns:a16="http://schemas.microsoft.com/office/drawing/2014/main" id="{4756130B-50E6-48D6-960B-1C071974788F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2111" name="Group 2110">
                  <a:extLst>
                    <a:ext uri="{FF2B5EF4-FFF2-40B4-BE49-F238E27FC236}">
                      <a16:creationId xmlns:a16="http://schemas.microsoft.com/office/drawing/2014/main" id="{686ED987-91F8-44F3-91E7-48197F429924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2119" name="Straight Connector 2118">
                    <a:extLst>
                      <a:ext uri="{FF2B5EF4-FFF2-40B4-BE49-F238E27FC236}">
                        <a16:creationId xmlns:a16="http://schemas.microsoft.com/office/drawing/2014/main" id="{2F38EFE6-A6AA-48B7-955E-0AB9E5CB5B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47843" y="5515744"/>
                    <a:ext cx="1524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0" name="Straight Connector 2119">
                    <a:extLst>
                      <a:ext uri="{FF2B5EF4-FFF2-40B4-BE49-F238E27FC236}">
                        <a16:creationId xmlns:a16="http://schemas.microsoft.com/office/drawing/2014/main" id="{4A98C298-6094-472C-A5A0-1D83D8ADD0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1" name="Straight Connector 2120">
                    <a:extLst>
                      <a:ext uri="{FF2B5EF4-FFF2-40B4-BE49-F238E27FC236}">
                        <a16:creationId xmlns:a16="http://schemas.microsoft.com/office/drawing/2014/main" id="{F1C1128C-7915-426B-A952-50000F5FE7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2" name="Straight Connector 2121">
                    <a:extLst>
                      <a:ext uri="{FF2B5EF4-FFF2-40B4-BE49-F238E27FC236}">
                        <a16:creationId xmlns:a16="http://schemas.microsoft.com/office/drawing/2014/main" id="{EE14FCCF-11FD-4E87-88F6-149D74C275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3" name="Straight Connector 2122">
                    <a:extLst>
                      <a:ext uri="{FF2B5EF4-FFF2-40B4-BE49-F238E27FC236}">
                        <a16:creationId xmlns:a16="http://schemas.microsoft.com/office/drawing/2014/main" id="{5D128757-9945-458D-969E-D65CAC298A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647874" y="4773349"/>
                    <a:ext cx="0" cy="75472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4" name="Straight Connector 2123">
                    <a:extLst>
                      <a:ext uri="{FF2B5EF4-FFF2-40B4-BE49-F238E27FC236}">
                        <a16:creationId xmlns:a16="http://schemas.microsoft.com/office/drawing/2014/main" id="{18A68D74-B0C6-4891-BEBE-4AB3FC670F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3984525"/>
                    <a:ext cx="0" cy="154355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5" name="Straight Connector 2124">
                    <a:extLst>
                      <a:ext uri="{FF2B5EF4-FFF2-40B4-BE49-F238E27FC236}">
                        <a16:creationId xmlns:a16="http://schemas.microsoft.com/office/drawing/2014/main" id="{367B7854-10AE-48FB-9F92-A2AEACD731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6" name="Straight Connector 2125">
                    <a:extLst>
                      <a:ext uri="{FF2B5EF4-FFF2-40B4-BE49-F238E27FC236}">
                        <a16:creationId xmlns:a16="http://schemas.microsoft.com/office/drawing/2014/main" id="{859428D8-579A-4898-8F2F-9DCEB064CC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7" name="Straight Connector 2126">
                    <a:extLst>
                      <a:ext uri="{FF2B5EF4-FFF2-40B4-BE49-F238E27FC236}">
                        <a16:creationId xmlns:a16="http://schemas.microsoft.com/office/drawing/2014/main" id="{AD356754-C71F-4074-9051-5A30E299BF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8" name="Straight Connector 2127">
                    <a:extLst>
                      <a:ext uri="{FF2B5EF4-FFF2-40B4-BE49-F238E27FC236}">
                        <a16:creationId xmlns:a16="http://schemas.microsoft.com/office/drawing/2014/main" id="{CECD1D80-58F5-4A09-A8B9-2F3ADF5F59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12" name="Group 2111">
                  <a:extLst>
                    <a:ext uri="{FF2B5EF4-FFF2-40B4-BE49-F238E27FC236}">
                      <a16:creationId xmlns:a16="http://schemas.microsoft.com/office/drawing/2014/main" id="{EECCB7AD-1907-4E58-8824-F30CAD476F11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2113" name="Straight Connector 2112">
                    <a:extLst>
                      <a:ext uri="{FF2B5EF4-FFF2-40B4-BE49-F238E27FC236}">
                        <a16:creationId xmlns:a16="http://schemas.microsoft.com/office/drawing/2014/main" id="{F3B4F675-8E5A-4CEA-9E9D-1060B2E4F1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4" name="Straight Connector 2113">
                    <a:extLst>
                      <a:ext uri="{FF2B5EF4-FFF2-40B4-BE49-F238E27FC236}">
                        <a16:creationId xmlns:a16="http://schemas.microsoft.com/office/drawing/2014/main" id="{79B7C2CA-B465-452C-93A8-B19AD88EB6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5" name="Straight Connector 2114">
                    <a:extLst>
                      <a:ext uri="{FF2B5EF4-FFF2-40B4-BE49-F238E27FC236}">
                        <a16:creationId xmlns:a16="http://schemas.microsoft.com/office/drawing/2014/main" id="{FD5A05C4-7A12-4326-9E40-66F64AAF88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6" name="Straight Connector 2115">
                    <a:extLst>
                      <a:ext uri="{FF2B5EF4-FFF2-40B4-BE49-F238E27FC236}">
                        <a16:creationId xmlns:a16="http://schemas.microsoft.com/office/drawing/2014/main" id="{57AD7CC4-094C-473F-B3D4-BA18DBD50B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7" name="Straight Connector 2116">
                    <a:extLst>
                      <a:ext uri="{FF2B5EF4-FFF2-40B4-BE49-F238E27FC236}">
                        <a16:creationId xmlns:a16="http://schemas.microsoft.com/office/drawing/2014/main" id="{45D9715F-4D0B-4E16-BF93-8A784BC995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8" name="Straight Connector 2117">
                    <a:extLst>
                      <a:ext uri="{FF2B5EF4-FFF2-40B4-BE49-F238E27FC236}">
                        <a16:creationId xmlns:a16="http://schemas.microsoft.com/office/drawing/2014/main" id="{E0A88438-BB98-4B22-A680-828B6D8BC8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96" name="Group 2095">
                <a:extLst>
                  <a:ext uri="{FF2B5EF4-FFF2-40B4-BE49-F238E27FC236}">
                    <a16:creationId xmlns:a16="http://schemas.microsoft.com/office/drawing/2014/main" id="{C0FB4EAE-9B4B-42E6-9058-2FB46E9C3EFF}"/>
                  </a:ext>
                </a:extLst>
              </p:cNvPr>
              <p:cNvGrpSpPr/>
              <p:nvPr/>
            </p:nvGrpSpPr>
            <p:grpSpPr>
              <a:xfrm rot="5400000">
                <a:off x="4835339" y="178950"/>
                <a:ext cx="4568088" cy="6105503"/>
                <a:chOff x="4823986" y="192985"/>
                <a:chExt cx="4568088" cy="6105503"/>
              </a:xfrm>
            </p:grpSpPr>
            <p:grpSp>
              <p:nvGrpSpPr>
                <p:cNvPr id="2097" name="Group 2096">
                  <a:extLst>
                    <a:ext uri="{FF2B5EF4-FFF2-40B4-BE49-F238E27FC236}">
                      <a16:creationId xmlns:a16="http://schemas.microsoft.com/office/drawing/2014/main" id="{849635DF-D748-474C-B8F1-83AFE10F6DD3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2105" name="Straight Connector 2104">
                    <a:extLst>
                      <a:ext uri="{FF2B5EF4-FFF2-40B4-BE49-F238E27FC236}">
                        <a16:creationId xmlns:a16="http://schemas.microsoft.com/office/drawing/2014/main" id="{039CF33C-4C22-45B8-AA5A-CB461BDE74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6" name="Straight Connector 2105">
                    <a:extLst>
                      <a:ext uri="{FF2B5EF4-FFF2-40B4-BE49-F238E27FC236}">
                        <a16:creationId xmlns:a16="http://schemas.microsoft.com/office/drawing/2014/main" id="{69C682B4-580E-4999-BA76-51AF759703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7" name="Straight Connector 2106">
                    <a:extLst>
                      <a:ext uri="{FF2B5EF4-FFF2-40B4-BE49-F238E27FC236}">
                        <a16:creationId xmlns:a16="http://schemas.microsoft.com/office/drawing/2014/main" id="{7E84E54C-81B5-4074-92C6-53F34323F5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8" name="Straight Connector 2107">
                    <a:extLst>
                      <a:ext uri="{FF2B5EF4-FFF2-40B4-BE49-F238E27FC236}">
                        <a16:creationId xmlns:a16="http://schemas.microsoft.com/office/drawing/2014/main" id="{D4A6D875-26D5-483C-BEA0-C47FBDB9F3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9" name="Straight Connector 2108">
                    <a:extLst>
                      <a:ext uri="{FF2B5EF4-FFF2-40B4-BE49-F238E27FC236}">
                        <a16:creationId xmlns:a16="http://schemas.microsoft.com/office/drawing/2014/main" id="{F1521B47-34F9-462D-8E55-4D944FD7B5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0" name="Straight Connector 2109">
                    <a:extLst>
                      <a:ext uri="{FF2B5EF4-FFF2-40B4-BE49-F238E27FC236}">
                        <a16:creationId xmlns:a16="http://schemas.microsoft.com/office/drawing/2014/main" id="{CB5A1897-1F89-44B7-A2FC-FF8CE8A25B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98" name="Group 2097">
                  <a:extLst>
                    <a:ext uri="{FF2B5EF4-FFF2-40B4-BE49-F238E27FC236}">
                      <a16:creationId xmlns:a16="http://schemas.microsoft.com/office/drawing/2014/main" id="{B577E5DF-EDD5-4BB1-9965-FD5CB1C38092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5"/>
                  <a:ext cx="3794157" cy="3803646"/>
                  <a:chOff x="4894292" y="2512244"/>
                  <a:chExt cx="3794157" cy="3803646"/>
                </a:xfrm>
              </p:grpSpPr>
              <p:cxnSp>
                <p:nvCxnSpPr>
                  <p:cNvPr id="2099" name="Straight Connector 2098">
                    <a:extLst>
                      <a:ext uri="{FF2B5EF4-FFF2-40B4-BE49-F238E27FC236}">
                        <a16:creationId xmlns:a16="http://schemas.microsoft.com/office/drawing/2014/main" id="{81DCB947-D104-405A-AEE4-4272319EB1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0" name="Straight Connector 2099">
                    <a:extLst>
                      <a:ext uri="{FF2B5EF4-FFF2-40B4-BE49-F238E27FC236}">
                        <a16:creationId xmlns:a16="http://schemas.microsoft.com/office/drawing/2014/main" id="{FF814D51-CA21-4894-B3F5-54FCB7E1F6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1" name="Straight Connector 2100">
                    <a:extLst>
                      <a:ext uri="{FF2B5EF4-FFF2-40B4-BE49-F238E27FC236}">
                        <a16:creationId xmlns:a16="http://schemas.microsoft.com/office/drawing/2014/main" id="{5458F009-DA95-4E3D-960D-4E0DACE69F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67772" y="5941611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2" name="Straight Connector 2101">
                    <a:extLst>
                      <a:ext uri="{FF2B5EF4-FFF2-40B4-BE49-F238E27FC236}">
                        <a16:creationId xmlns:a16="http://schemas.microsoft.com/office/drawing/2014/main" id="{FF02BBBE-5D08-4F12-8250-67A0F9CF82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3" name="Straight Connector 2102">
                    <a:extLst>
                      <a:ext uri="{FF2B5EF4-FFF2-40B4-BE49-F238E27FC236}">
                        <a16:creationId xmlns:a16="http://schemas.microsoft.com/office/drawing/2014/main" id="{4A3B87D0-C120-4EDB-8CC2-D6F94344DA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4" name="Straight Connector 2103">
                    <a:extLst>
                      <a:ext uri="{FF2B5EF4-FFF2-40B4-BE49-F238E27FC236}">
                        <a16:creationId xmlns:a16="http://schemas.microsoft.com/office/drawing/2014/main" id="{355E70B8-1975-4634-AB06-4209C26ADE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F50D3FE2-65F3-4B56-92FF-85AD39210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2514" y="825099"/>
            <a:ext cx="4324572" cy="433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EE62511-0A2B-408A-88FB-5D1111A2A2AC}"/>
              </a:ext>
            </a:extLst>
          </p:cNvPr>
          <p:cNvGrpSpPr>
            <a:grpSpLocks noChangeAspect="1"/>
          </p:cNvGrpSpPr>
          <p:nvPr/>
        </p:nvGrpSpPr>
        <p:grpSpPr>
          <a:xfrm>
            <a:off x="6351655" y="2705390"/>
            <a:ext cx="1539451" cy="1537849"/>
            <a:chOff x="4955729" y="426314"/>
            <a:chExt cx="6102350" cy="6096000"/>
          </a:xfrm>
        </p:grpSpPr>
        <p:grpSp>
          <p:nvGrpSpPr>
            <p:cNvPr id="1924" name="Group 1923">
              <a:extLst>
                <a:ext uri="{FF2B5EF4-FFF2-40B4-BE49-F238E27FC236}">
                  <a16:creationId xmlns:a16="http://schemas.microsoft.com/office/drawing/2014/main" id="{580A7A93-3677-419A-89A8-B5B0FD9C1471}"/>
                </a:ext>
              </a:extLst>
            </p:cNvPr>
            <p:cNvGrpSpPr/>
            <p:nvPr/>
          </p:nvGrpSpPr>
          <p:grpSpPr>
            <a:xfrm>
              <a:off x="4955729" y="426314"/>
              <a:ext cx="6102350" cy="6096000"/>
              <a:chOff x="4086225" y="206982"/>
              <a:chExt cx="6102350" cy="6096000"/>
            </a:xfrm>
          </p:grpSpPr>
          <p:sp>
            <p:nvSpPr>
              <p:cNvPr id="2044" name="Rectangle 2043">
                <a:extLst>
                  <a:ext uri="{FF2B5EF4-FFF2-40B4-BE49-F238E27FC236}">
                    <a16:creationId xmlns:a16="http://schemas.microsoft.com/office/drawing/2014/main" id="{EA462BE9-E0C9-4023-9D71-EBCAF0DDFD49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5" name="Rectangle 2044">
                <a:extLst>
                  <a:ext uri="{FF2B5EF4-FFF2-40B4-BE49-F238E27FC236}">
                    <a16:creationId xmlns:a16="http://schemas.microsoft.com/office/drawing/2014/main" id="{385BC172-905C-4823-B0DD-ACF78CD006A7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6" name="Rectangle 2045">
                <a:extLst>
                  <a:ext uri="{FF2B5EF4-FFF2-40B4-BE49-F238E27FC236}">
                    <a16:creationId xmlns:a16="http://schemas.microsoft.com/office/drawing/2014/main" id="{916AB837-0F8B-43BF-9510-3374B71D9AB3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7" name="Rectangle 2046">
                <a:extLst>
                  <a:ext uri="{FF2B5EF4-FFF2-40B4-BE49-F238E27FC236}">
                    <a16:creationId xmlns:a16="http://schemas.microsoft.com/office/drawing/2014/main" id="{3405B01A-C298-49F6-B1F4-A9C971D328C9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8" name="Rectangle 2047">
                <a:extLst>
                  <a:ext uri="{FF2B5EF4-FFF2-40B4-BE49-F238E27FC236}">
                    <a16:creationId xmlns:a16="http://schemas.microsoft.com/office/drawing/2014/main" id="{3A275460-80B9-4B0A-A981-2DCCA59B79EC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9" name="Rectangle 2048">
                <a:extLst>
                  <a:ext uri="{FF2B5EF4-FFF2-40B4-BE49-F238E27FC236}">
                    <a16:creationId xmlns:a16="http://schemas.microsoft.com/office/drawing/2014/main" id="{F59C7BF5-4635-45C8-A321-6141B1366623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0" name="Rectangle 2049">
                <a:extLst>
                  <a:ext uri="{FF2B5EF4-FFF2-40B4-BE49-F238E27FC236}">
                    <a16:creationId xmlns:a16="http://schemas.microsoft.com/office/drawing/2014/main" id="{E071D2B5-1F50-4825-A2FE-052544E13D3B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1" name="Rectangle 2050">
                <a:extLst>
                  <a:ext uri="{FF2B5EF4-FFF2-40B4-BE49-F238E27FC236}">
                    <a16:creationId xmlns:a16="http://schemas.microsoft.com/office/drawing/2014/main" id="{A1609EF2-AA00-4E37-8D45-07A4D0CB2BD3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2" name="Rectangle 2051">
                <a:extLst>
                  <a:ext uri="{FF2B5EF4-FFF2-40B4-BE49-F238E27FC236}">
                    <a16:creationId xmlns:a16="http://schemas.microsoft.com/office/drawing/2014/main" id="{B14AB044-6C2D-4DBD-92A9-115EC88E0D61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3" name="Rectangle 2052">
                <a:extLst>
                  <a:ext uri="{FF2B5EF4-FFF2-40B4-BE49-F238E27FC236}">
                    <a16:creationId xmlns:a16="http://schemas.microsoft.com/office/drawing/2014/main" id="{72018933-F83C-4EA4-AA8C-5E32A7980D42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4" name="Rectangle 2053">
                <a:extLst>
                  <a:ext uri="{FF2B5EF4-FFF2-40B4-BE49-F238E27FC236}">
                    <a16:creationId xmlns:a16="http://schemas.microsoft.com/office/drawing/2014/main" id="{2C635AEA-401B-47E1-B5F6-2CC8159F8EBB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5" name="Rectangle 2054">
                <a:extLst>
                  <a:ext uri="{FF2B5EF4-FFF2-40B4-BE49-F238E27FC236}">
                    <a16:creationId xmlns:a16="http://schemas.microsoft.com/office/drawing/2014/main" id="{5AAC48BF-D017-4CDA-99B0-6D1FF17C563D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6" name="Rectangle 2055">
                <a:extLst>
                  <a:ext uri="{FF2B5EF4-FFF2-40B4-BE49-F238E27FC236}">
                    <a16:creationId xmlns:a16="http://schemas.microsoft.com/office/drawing/2014/main" id="{F922C3DA-9D13-407D-8D68-146A7DCD18C6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7" name="Rectangle 2056">
                <a:extLst>
                  <a:ext uri="{FF2B5EF4-FFF2-40B4-BE49-F238E27FC236}">
                    <a16:creationId xmlns:a16="http://schemas.microsoft.com/office/drawing/2014/main" id="{B162C787-7FBE-41DD-8114-014FD248226F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8" name="Rectangle 2057">
                <a:extLst>
                  <a:ext uri="{FF2B5EF4-FFF2-40B4-BE49-F238E27FC236}">
                    <a16:creationId xmlns:a16="http://schemas.microsoft.com/office/drawing/2014/main" id="{E07B4683-480C-4F09-8607-13689C521F39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9" name="Rectangle 2058">
                <a:extLst>
                  <a:ext uri="{FF2B5EF4-FFF2-40B4-BE49-F238E27FC236}">
                    <a16:creationId xmlns:a16="http://schemas.microsoft.com/office/drawing/2014/main" id="{33A6EF5E-3605-47AE-8C0B-A10D19BEBD7F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0" name="Rectangle 2059">
                <a:extLst>
                  <a:ext uri="{FF2B5EF4-FFF2-40B4-BE49-F238E27FC236}">
                    <a16:creationId xmlns:a16="http://schemas.microsoft.com/office/drawing/2014/main" id="{5604FE24-6D80-4A26-9B65-7DB1DEB5D305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1" name="Rectangle 2060">
                <a:extLst>
                  <a:ext uri="{FF2B5EF4-FFF2-40B4-BE49-F238E27FC236}">
                    <a16:creationId xmlns:a16="http://schemas.microsoft.com/office/drawing/2014/main" id="{DA00FC38-72D0-40E0-94AB-3E62938594A0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2" name="Rectangle 2061">
                <a:extLst>
                  <a:ext uri="{FF2B5EF4-FFF2-40B4-BE49-F238E27FC236}">
                    <a16:creationId xmlns:a16="http://schemas.microsoft.com/office/drawing/2014/main" id="{5C890176-69F0-4F00-8B8A-5C2799E992C8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3" name="Rectangle 2062">
                <a:extLst>
                  <a:ext uri="{FF2B5EF4-FFF2-40B4-BE49-F238E27FC236}">
                    <a16:creationId xmlns:a16="http://schemas.microsoft.com/office/drawing/2014/main" id="{D4E25E43-75DC-40FD-8439-CC3C40CE5711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4" name="Rectangle 2063">
                <a:extLst>
                  <a:ext uri="{FF2B5EF4-FFF2-40B4-BE49-F238E27FC236}">
                    <a16:creationId xmlns:a16="http://schemas.microsoft.com/office/drawing/2014/main" id="{44F320C6-628B-4AFA-945A-4EE704FDC1EB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5" name="Rectangle 2064">
                <a:extLst>
                  <a:ext uri="{FF2B5EF4-FFF2-40B4-BE49-F238E27FC236}">
                    <a16:creationId xmlns:a16="http://schemas.microsoft.com/office/drawing/2014/main" id="{C793ACEA-B657-43A7-A49E-5D4ED3FABA48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6" name="Rectangle 2065">
                <a:extLst>
                  <a:ext uri="{FF2B5EF4-FFF2-40B4-BE49-F238E27FC236}">
                    <a16:creationId xmlns:a16="http://schemas.microsoft.com/office/drawing/2014/main" id="{CF2D8745-D087-435B-80D8-022AACE8B47D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7" name="Rectangle 2066">
                <a:extLst>
                  <a:ext uri="{FF2B5EF4-FFF2-40B4-BE49-F238E27FC236}">
                    <a16:creationId xmlns:a16="http://schemas.microsoft.com/office/drawing/2014/main" id="{3D46B03F-4ECF-43D1-9E57-A92A201CD42E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8" name="Rectangle 2067">
                <a:extLst>
                  <a:ext uri="{FF2B5EF4-FFF2-40B4-BE49-F238E27FC236}">
                    <a16:creationId xmlns:a16="http://schemas.microsoft.com/office/drawing/2014/main" id="{2374850F-555B-44A3-B562-4A5BB0A59528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9" name="Rectangle 2068">
                <a:extLst>
                  <a:ext uri="{FF2B5EF4-FFF2-40B4-BE49-F238E27FC236}">
                    <a16:creationId xmlns:a16="http://schemas.microsoft.com/office/drawing/2014/main" id="{0F819682-5FEF-473E-9824-05478C4E82F2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0" name="Rectangle 2069">
                <a:extLst>
                  <a:ext uri="{FF2B5EF4-FFF2-40B4-BE49-F238E27FC236}">
                    <a16:creationId xmlns:a16="http://schemas.microsoft.com/office/drawing/2014/main" id="{31FD5050-F693-48A7-8082-59915909E164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1" name="Rectangle 2070">
                <a:extLst>
                  <a:ext uri="{FF2B5EF4-FFF2-40B4-BE49-F238E27FC236}">
                    <a16:creationId xmlns:a16="http://schemas.microsoft.com/office/drawing/2014/main" id="{63A98CFA-1D44-4A63-9517-F6357525D195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2" name="Rectangle 2071">
                <a:extLst>
                  <a:ext uri="{FF2B5EF4-FFF2-40B4-BE49-F238E27FC236}">
                    <a16:creationId xmlns:a16="http://schemas.microsoft.com/office/drawing/2014/main" id="{96E7A895-EE62-4E91-B3C8-B54CD343A2C3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3" name="Rectangle 2072">
                <a:extLst>
                  <a:ext uri="{FF2B5EF4-FFF2-40B4-BE49-F238E27FC236}">
                    <a16:creationId xmlns:a16="http://schemas.microsoft.com/office/drawing/2014/main" id="{1DB0ADD6-2070-4626-B27A-3722B22D4151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4" name="Rectangle 2073">
                <a:extLst>
                  <a:ext uri="{FF2B5EF4-FFF2-40B4-BE49-F238E27FC236}">
                    <a16:creationId xmlns:a16="http://schemas.microsoft.com/office/drawing/2014/main" id="{AF493D34-F594-4BB4-B3F4-BBCCC28FC4E9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5" name="Rectangle 2074">
                <a:extLst>
                  <a:ext uri="{FF2B5EF4-FFF2-40B4-BE49-F238E27FC236}">
                    <a16:creationId xmlns:a16="http://schemas.microsoft.com/office/drawing/2014/main" id="{DF8A24D9-92E9-4D4F-993D-8CB35EF66169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6" name="Rectangle 2075">
                <a:extLst>
                  <a:ext uri="{FF2B5EF4-FFF2-40B4-BE49-F238E27FC236}">
                    <a16:creationId xmlns:a16="http://schemas.microsoft.com/office/drawing/2014/main" id="{10ABD087-5507-4A70-9A59-B172F5F66E4D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7" name="Rectangle 2076">
                <a:extLst>
                  <a:ext uri="{FF2B5EF4-FFF2-40B4-BE49-F238E27FC236}">
                    <a16:creationId xmlns:a16="http://schemas.microsoft.com/office/drawing/2014/main" id="{53D47C5A-2F7F-40A5-AEF8-BE316D77E73B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8" name="Rectangle 2077">
                <a:extLst>
                  <a:ext uri="{FF2B5EF4-FFF2-40B4-BE49-F238E27FC236}">
                    <a16:creationId xmlns:a16="http://schemas.microsoft.com/office/drawing/2014/main" id="{4CFF2B07-932E-4460-AF92-37473B2FDB7B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9" name="Rectangle 2078">
                <a:extLst>
                  <a:ext uri="{FF2B5EF4-FFF2-40B4-BE49-F238E27FC236}">
                    <a16:creationId xmlns:a16="http://schemas.microsoft.com/office/drawing/2014/main" id="{75F7DFC8-E9E5-4594-90DD-65E584D889EF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0" name="Rectangle 2079">
                <a:extLst>
                  <a:ext uri="{FF2B5EF4-FFF2-40B4-BE49-F238E27FC236}">
                    <a16:creationId xmlns:a16="http://schemas.microsoft.com/office/drawing/2014/main" id="{384EEA4C-7AFA-491D-B3DD-EA2FA9819D6D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1" name="Rectangle 2080">
                <a:extLst>
                  <a:ext uri="{FF2B5EF4-FFF2-40B4-BE49-F238E27FC236}">
                    <a16:creationId xmlns:a16="http://schemas.microsoft.com/office/drawing/2014/main" id="{155858D2-1580-40DF-B121-45D6D5695980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2" name="Rectangle 2081">
                <a:extLst>
                  <a:ext uri="{FF2B5EF4-FFF2-40B4-BE49-F238E27FC236}">
                    <a16:creationId xmlns:a16="http://schemas.microsoft.com/office/drawing/2014/main" id="{45D067A9-7325-4807-A0E6-B9098AD32E28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3" name="Rectangle 2082">
                <a:extLst>
                  <a:ext uri="{FF2B5EF4-FFF2-40B4-BE49-F238E27FC236}">
                    <a16:creationId xmlns:a16="http://schemas.microsoft.com/office/drawing/2014/main" id="{C78EB8AD-9DF1-4881-B3D1-B788C0CCC34A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4" name="Rectangle 2083">
                <a:extLst>
                  <a:ext uri="{FF2B5EF4-FFF2-40B4-BE49-F238E27FC236}">
                    <a16:creationId xmlns:a16="http://schemas.microsoft.com/office/drawing/2014/main" id="{73A75543-52F4-40BB-AF2E-9A2C3BC209FD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5" name="Rectangle 2084">
                <a:extLst>
                  <a:ext uri="{FF2B5EF4-FFF2-40B4-BE49-F238E27FC236}">
                    <a16:creationId xmlns:a16="http://schemas.microsoft.com/office/drawing/2014/main" id="{DA6CCA27-3C31-4E06-99C4-0526E6726085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6" name="Rectangle 2085">
                <a:extLst>
                  <a:ext uri="{FF2B5EF4-FFF2-40B4-BE49-F238E27FC236}">
                    <a16:creationId xmlns:a16="http://schemas.microsoft.com/office/drawing/2014/main" id="{14792F37-5798-4045-9B0B-3CD9B3DE8C5F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7" name="Rectangle 2086">
                <a:extLst>
                  <a:ext uri="{FF2B5EF4-FFF2-40B4-BE49-F238E27FC236}">
                    <a16:creationId xmlns:a16="http://schemas.microsoft.com/office/drawing/2014/main" id="{FEFA42D2-5C39-49F2-9002-31C53A4C6C8D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8" name="Rectangle 2087">
                <a:extLst>
                  <a:ext uri="{FF2B5EF4-FFF2-40B4-BE49-F238E27FC236}">
                    <a16:creationId xmlns:a16="http://schemas.microsoft.com/office/drawing/2014/main" id="{34699E23-FCED-49BA-9444-4F754AF9BD10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9" name="Rectangle 2088">
                <a:extLst>
                  <a:ext uri="{FF2B5EF4-FFF2-40B4-BE49-F238E27FC236}">
                    <a16:creationId xmlns:a16="http://schemas.microsoft.com/office/drawing/2014/main" id="{78A17DAB-41CB-4FCE-8E77-25954F408BC7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90" name="Rectangle 2089">
                <a:extLst>
                  <a:ext uri="{FF2B5EF4-FFF2-40B4-BE49-F238E27FC236}">
                    <a16:creationId xmlns:a16="http://schemas.microsoft.com/office/drawing/2014/main" id="{57A5E75D-2A52-45F4-80FC-5A39F37F9EE2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91" name="Rectangle 2090">
                <a:extLst>
                  <a:ext uri="{FF2B5EF4-FFF2-40B4-BE49-F238E27FC236}">
                    <a16:creationId xmlns:a16="http://schemas.microsoft.com/office/drawing/2014/main" id="{0E73305F-86D9-4C70-AB35-DF628249C878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925" name="Group 1924">
              <a:extLst>
                <a:ext uri="{FF2B5EF4-FFF2-40B4-BE49-F238E27FC236}">
                  <a16:creationId xmlns:a16="http://schemas.microsoft.com/office/drawing/2014/main" id="{6C0EE31C-6127-475E-9C9B-81361A05AFA4}"/>
                </a:ext>
              </a:extLst>
            </p:cNvPr>
            <p:cNvGrpSpPr/>
            <p:nvPr/>
          </p:nvGrpSpPr>
          <p:grpSpPr>
            <a:xfrm>
              <a:off x="6491694" y="1960681"/>
              <a:ext cx="3030420" cy="3027266"/>
              <a:chOff x="4086223" y="206982"/>
              <a:chExt cx="6102347" cy="6095996"/>
            </a:xfrm>
          </p:grpSpPr>
          <p:sp>
            <p:nvSpPr>
              <p:cNvPr id="1996" name="Rectangle 1995">
                <a:extLst>
                  <a:ext uri="{FF2B5EF4-FFF2-40B4-BE49-F238E27FC236}">
                    <a16:creationId xmlns:a16="http://schemas.microsoft.com/office/drawing/2014/main" id="{E02B77DE-5BEC-4335-9A7E-453DF3CAB216}"/>
                  </a:ext>
                </a:extLst>
              </p:cNvPr>
              <p:cNvSpPr/>
              <p:nvPr/>
            </p:nvSpPr>
            <p:spPr>
              <a:xfrm>
                <a:off x="4848222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7" name="Rectangle 1996">
                <a:extLst>
                  <a:ext uri="{FF2B5EF4-FFF2-40B4-BE49-F238E27FC236}">
                    <a16:creationId xmlns:a16="http://schemas.microsoft.com/office/drawing/2014/main" id="{49B195B2-FE04-4D13-89DF-02FE500D8C6F}"/>
                  </a:ext>
                </a:extLst>
              </p:cNvPr>
              <p:cNvSpPr/>
              <p:nvPr/>
            </p:nvSpPr>
            <p:spPr>
              <a:xfrm>
                <a:off x="4848222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8" name="Rectangle 1997">
                <a:extLst>
                  <a:ext uri="{FF2B5EF4-FFF2-40B4-BE49-F238E27FC236}">
                    <a16:creationId xmlns:a16="http://schemas.microsoft.com/office/drawing/2014/main" id="{3BE35C87-861D-47D1-BFBF-115614EF4A65}"/>
                  </a:ext>
                </a:extLst>
              </p:cNvPr>
              <p:cNvSpPr/>
              <p:nvPr/>
            </p:nvSpPr>
            <p:spPr>
              <a:xfrm>
                <a:off x="5610223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9" name="Rectangle 1998">
                <a:extLst>
                  <a:ext uri="{FF2B5EF4-FFF2-40B4-BE49-F238E27FC236}">
                    <a16:creationId xmlns:a16="http://schemas.microsoft.com/office/drawing/2014/main" id="{856E6910-68AB-433E-8563-3F69B3313665}"/>
                  </a:ext>
                </a:extLst>
              </p:cNvPr>
              <p:cNvSpPr/>
              <p:nvPr/>
            </p:nvSpPr>
            <p:spPr>
              <a:xfrm>
                <a:off x="5610223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0" name="Rectangle 1999">
                <a:extLst>
                  <a:ext uri="{FF2B5EF4-FFF2-40B4-BE49-F238E27FC236}">
                    <a16:creationId xmlns:a16="http://schemas.microsoft.com/office/drawing/2014/main" id="{E83EBA7A-6C09-42F1-8121-09ABA109BC4E}"/>
                  </a:ext>
                </a:extLst>
              </p:cNvPr>
              <p:cNvSpPr/>
              <p:nvPr/>
            </p:nvSpPr>
            <p:spPr>
              <a:xfrm>
                <a:off x="4848222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1" name="Rectangle 2000">
                <a:extLst>
                  <a:ext uri="{FF2B5EF4-FFF2-40B4-BE49-F238E27FC236}">
                    <a16:creationId xmlns:a16="http://schemas.microsoft.com/office/drawing/2014/main" id="{B14433DB-4F75-47C8-B005-6001D3AE6E28}"/>
                  </a:ext>
                </a:extLst>
              </p:cNvPr>
              <p:cNvSpPr/>
              <p:nvPr/>
            </p:nvSpPr>
            <p:spPr>
              <a:xfrm>
                <a:off x="4848222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2" name="Rectangle 2001">
                <a:extLst>
                  <a:ext uri="{FF2B5EF4-FFF2-40B4-BE49-F238E27FC236}">
                    <a16:creationId xmlns:a16="http://schemas.microsoft.com/office/drawing/2014/main" id="{0EE56B8B-028F-443A-BB47-F955F461ABF2}"/>
                  </a:ext>
                </a:extLst>
              </p:cNvPr>
              <p:cNvSpPr/>
              <p:nvPr/>
            </p:nvSpPr>
            <p:spPr>
              <a:xfrm>
                <a:off x="4086223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3" name="Rectangle 2002">
                <a:extLst>
                  <a:ext uri="{FF2B5EF4-FFF2-40B4-BE49-F238E27FC236}">
                    <a16:creationId xmlns:a16="http://schemas.microsoft.com/office/drawing/2014/main" id="{BCF8E99A-3339-4700-A598-67E086ACAE2E}"/>
                  </a:ext>
                </a:extLst>
              </p:cNvPr>
              <p:cNvSpPr/>
              <p:nvPr/>
            </p:nvSpPr>
            <p:spPr>
              <a:xfrm>
                <a:off x="4086223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4" name="Rectangle 2003">
                <a:extLst>
                  <a:ext uri="{FF2B5EF4-FFF2-40B4-BE49-F238E27FC236}">
                    <a16:creationId xmlns:a16="http://schemas.microsoft.com/office/drawing/2014/main" id="{1207179A-2DD2-474B-9669-F744EFF713AD}"/>
                  </a:ext>
                </a:extLst>
              </p:cNvPr>
              <p:cNvSpPr/>
              <p:nvPr/>
            </p:nvSpPr>
            <p:spPr>
              <a:xfrm>
                <a:off x="4086223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5" name="Rectangle 2004">
                <a:extLst>
                  <a:ext uri="{FF2B5EF4-FFF2-40B4-BE49-F238E27FC236}">
                    <a16:creationId xmlns:a16="http://schemas.microsoft.com/office/drawing/2014/main" id="{50FE178B-EFEC-469B-8859-AC14BAA0038A}"/>
                  </a:ext>
                </a:extLst>
              </p:cNvPr>
              <p:cNvSpPr/>
              <p:nvPr/>
            </p:nvSpPr>
            <p:spPr>
              <a:xfrm>
                <a:off x="4086223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6" name="Rectangle 2005">
                <a:extLst>
                  <a:ext uri="{FF2B5EF4-FFF2-40B4-BE49-F238E27FC236}">
                    <a16:creationId xmlns:a16="http://schemas.microsoft.com/office/drawing/2014/main" id="{EEFDF5B1-AFCB-4B20-BA35-0F71390C11E1}"/>
                  </a:ext>
                </a:extLst>
              </p:cNvPr>
              <p:cNvSpPr/>
              <p:nvPr/>
            </p:nvSpPr>
            <p:spPr>
              <a:xfrm>
                <a:off x="6372222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7" name="Rectangle 2006">
                <a:extLst>
                  <a:ext uri="{FF2B5EF4-FFF2-40B4-BE49-F238E27FC236}">
                    <a16:creationId xmlns:a16="http://schemas.microsoft.com/office/drawing/2014/main" id="{97725AB7-57FC-4155-BD98-34E0826A702B}"/>
                  </a:ext>
                </a:extLst>
              </p:cNvPr>
              <p:cNvSpPr/>
              <p:nvPr/>
            </p:nvSpPr>
            <p:spPr>
              <a:xfrm>
                <a:off x="6372222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8" name="Rectangle 2007">
                <a:extLst>
                  <a:ext uri="{FF2B5EF4-FFF2-40B4-BE49-F238E27FC236}">
                    <a16:creationId xmlns:a16="http://schemas.microsoft.com/office/drawing/2014/main" id="{30CF807F-41C1-4ABF-BA01-9C5E3F4FCC3C}"/>
                  </a:ext>
                </a:extLst>
              </p:cNvPr>
              <p:cNvSpPr/>
              <p:nvPr/>
            </p:nvSpPr>
            <p:spPr>
              <a:xfrm>
                <a:off x="5610223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9" name="Rectangle 2008">
                <a:extLst>
                  <a:ext uri="{FF2B5EF4-FFF2-40B4-BE49-F238E27FC236}">
                    <a16:creationId xmlns:a16="http://schemas.microsoft.com/office/drawing/2014/main" id="{5D4B6555-D999-44FB-8352-08599525182A}"/>
                  </a:ext>
                </a:extLst>
              </p:cNvPr>
              <p:cNvSpPr/>
              <p:nvPr/>
            </p:nvSpPr>
            <p:spPr>
              <a:xfrm>
                <a:off x="4848222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0" name="Rectangle 2009">
                <a:extLst>
                  <a:ext uri="{FF2B5EF4-FFF2-40B4-BE49-F238E27FC236}">
                    <a16:creationId xmlns:a16="http://schemas.microsoft.com/office/drawing/2014/main" id="{A00B2827-02B1-4EE6-8C6D-E06266BF9681}"/>
                  </a:ext>
                </a:extLst>
              </p:cNvPr>
              <p:cNvSpPr/>
              <p:nvPr/>
            </p:nvSpPr>
            <p:spPr>
              <a:xfrm>
                <a:off x="5610223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1" name="Rectangle 2010">
                <a:extLst>
                  <a:ext uri="{FF2B5EF4-FFF2-40B4-BE49-F238E27FC236}">
                    <a16:creationId xmlns:a16="http://schemas.microsoft.com/office/drawing/2014/main" id="{77BEF1BD-0FE0-4B26-BECC-93C15F5F5355}"/>
                  </a:ext>
                </a:extLst>
              </p:cNvPr>
              <p:cNvSpPr/>
              <p:nvPr/>
            </p:nvSpPr>
            <p:spPr>
              <a:xfrm>
                <a:off x="4848222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2" name="Rectangle 2011">
                <a:extLst>
                  <a:ext uri="{FF2B5EF4-FFF2-40B4-BE49-F238E27FC236}">
                    <a16:creationId xmlns:a16="http://schemas.microsoft.com/office/drawing/2014/main" id="{17339D86-6B43-451F-AFD6-8C834A5C4DF8}"/>
                  </a:ext>
                </a:extLst>
              </p:cNvPr>
              <p:cNvSpPr/>
              <p:nvPr/>
            </p:nvSpPr>
            <p:spPr>
              <a:xfrm>
                <a:off x="4848222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3" name="Rectangle 2012">
                <a:extLst>
                  <a:ext uri="{FF2B5EF4-FFF2-40B4-BE49-F238E27FC236}">
                    <a16:creationId xmlns:a16="http://schemas.microsoft.com/office/drawing/2014/main" id="{39B0AE4D-1BFB-4F93-A8CF-57ED6A20356E}"/>
                  </a:ext>
                </a:extLst>
              </p:cNvPr>
              <p:cNvSpPr/>
              <p:nvPr/>
            </p:nvSpPr>
            <p:spPr>
              <a:xfrm>
                <a:off x="4086223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4" name="Rectangle 2013">
                <a:extLst>
                  <a:ext uri="{FF2B5EF4-FFF2-40B4-BE49-F238E27FC236}">
                    <a16:creationId xmlns:a16="http://schemas.microsoft.com/office/drawing/2014/main" id="{03EA1FD5-D3E9-48F5-84DF-CC2005345BB4}"/>
                  </a:ext>
                </a:extLst>
              </p:cNvPr>
              <p:cNvSpPr/>
              <p:nvPr/>
            </p:nvSpPr>
            <p:spPr>
              <a:xfrm>
                <a:off x="4086223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5" name="Rectangle 2014">
                <a:extLst>
                  <a:ext uri="{FF2B5EF4-FFF2-40B4-BE49-F238E27FC236}">
                    <a16:creationId xmlns:a16="http://schemas.microsoft.com/office/drawing/2014/main" id="{BDA79530-8C85-44F2-BB1A-1D2701ACF1E6}"/>
                  </a:ext>
                </a:extLst>
              </p:cNvPr>
              <p:cNvSpPr/>
              <p:nvPr/>
            </p:nvSpPr>
            <p:spPr>
              <a:xfrm>
                <a:off x="4086223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6" name="Rectangle 2015">
                <a:extLst>
                  <a:ext uri="{FF2B5EF4-FFF2-40B4-BE49-F238E27FC236}">
                    <a16:creationId xmlns:a16="http://schemas.microsoft.com/office/drawing/2014/main" id="{C53720B6-802F-4C6D-8B0B-ECBFAFDAD717}"/>
                  </a:ext>
                </a:extLst>
              </p:cNvPr>
              <p:cNvSpPr/>
              <p:nvPr/>
            </p:nvSpPr>
            <p:spPr>
              <a:xfrm>
                <a:off x="4848222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7" name="Rectangle 2016">
                <a:extLst>
                  <a:ext uri="{FF2B5EF4-FFF2-40B4-BE49-F238E27FC236}">
                    <a16:creationId xmlns:a16="http://schemas.microsoft.com/office/drawing/2014/main" id="{F73ED74B-BB19-4243-ACF6-D9565B445894}"/>
                  </a:ext>
                </a:extLst>
              </p:cNvPr>
              <p:cNvSpPr/>
              <p:nvPr/>
            </p:nvSpPr>
            <p:spPr>
              <a:xfrm>
                <a:off x="4086223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8" name="Rectangle 2017">
                <a:extLst>
                  <a:ext uri="{FF2B5EF4-FFF2-40B4-BE49-F238E27FC236}">
                    <a16:creationId xmlns:a16="http://schemas.microsoft.com/office/drawing/2014/main" id="{57EBAA82-5EE2-4E5C-B8AE-262857F5C56B}"/>
                  </a:ext>
                </a:extLst>
              </p:cNvPr>
              <p:cNvSpPr/>
              <p:nvPr/>
            </p:nvSpPr>
            <p:spPr>
              <a:xfrm>
                <a:off x="6372222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9" name="Rectangle 2018">
                <a:extLst>
                  <a:ext uri="{FF2B5EF4-FFF2-40B4-BE49-F238E27FC236}">
                    <a16:creationId xmlns:a16="http://schemas.microsoft.com/office/drawing/2014/main" id="{94C3E1E5-9FD2-439E-B2B4-2BBDBCEE1E4F}"/>
                  </a:ext>
                </a:extLst>
              </p:cNvPr>
              <p:cNvSpPr/>
              <p:nvPr/>
            </p:nvSpPr>
            <p:spPr>
              <a:xfrm>
                <a:off x="6372222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0" name="Rectangle 2019">
                <a:extLst>
                  <a:ext uri="{FF2B5EF4-FFF2-40B4-BE49-F238E27FC236}">
                    <a16:creationId xmlns:a16="http://schemas.microsoft.com/office/drawing/2014/main" id="{BC0930BC-D616-4D5B-A47B-5BCC8EB446A0}"/>
                  </a:ext>
                </a:extLst>
              </p:cNvPr>
              <p:cNvSpPr/>
              <p:nvPr/>
            </p:nvSpPr>
            <p:spPr>
              <a:xfrm flipH="1">
                <a:off x="8664570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1" name="Rectangle 2020">
                <a:extLst>
                  <a:ext uri="{FF2B5EF4-FFF2-40B4-BE49-F238E27FC236}">
                    <a16:creationId xmlns:a16="http://schemas.microsoft.com/office/drawing/2014/main" id="{8985865E-7827-4854-87BF-CF546E29A7B4}"/>
                  </a:ext>
                </a:extLst>
              </p:cNvPr>
              <p:cNvSpPr/>
              <p:nvPr/>
            </p:nvSpPr>
            <p:spPr>
              <a:xfrm flipH="1">
                <a:off x="8664570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2" name="Rectangle 2021">
                <a:extLst>
                  <a:ext uri="{FF2B5EF4-FFF2-40B4-BE49-F238E27FC236}">
                    <a16:creationId xmlns:a16="http://schemas.microsoft.com/office/drawing/2014/main" id="{2E595977-91B7-455F-90B8-9C90D24AE4D9}"/>
                  </a:ext>
                </a:extLst>
              </p:cNvPr>
              <p:cNvSpPr/>
              <p:nvPr/>
            </p:nvSpPr>
            <p:spPr>
              <a:xfrm flipH="1">
                <a:off x="7902571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3" name="Rectangle 2022">
                <a:extLst>
                  <a:ext uri="{FF2B5EF4-FFF2-40B4-BE49-F238E27FC236}">
                    <a16:creationId xmlns:a16="http://schemas.microsoft.com/office/drawing/2014/main" id="{28F61DC7-232D-4C46-AA59-8F5C48C0B775}"/>
                  </a:ext>
                </a:extLst>
              </p:cNvPr>
              <p:cNvSpPr/>
              <p:nvPr/>
            </p:nvSpPr>
            <p:spPr>
              <a:xfrm flipH="1">
                <a:off x="7902571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4" name="Rectangle 2023">
                <a:extLst>
                  <a:ext uri="{FF2B5EF4-FFF2-40B4-BE49-F238E27FC236}">
                    <a16:creationId xmlns:a16="http://schemas.microsoft.com/office/drawing/2014/main" id="{45A64232-D565-4F79-BEDA-2163B123B5C6}"/>
                  </a:ext>
                </a:extLst>
              </p:cNvPr>
              <p:cNvSpPr/>
              <p:nvPr/>
            </p:nvSpPr>
            <p:spPr>
              <a:xfrm flipH="1">
                <a:off x="8664570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5" name="Rectangle 2024">
                <a:extLst>
                  <a:ext uri="{FF2B5EF4-FFF2-40B4-BE49-F238E27FC236}">
                    <a16:creationId xmlns:a16="http://schemas.microsoft.com/office/drawing/2014/main" id="{104FBC3F-3E34-4131-899F-DD4EB621735B}"/>
                  </a:ext>
                </a:extLst>
              </p:cNvPr>
              <p:cNvSpPr/>
              <p:nvPr/>
            </p:nvSpPr>
            <p:spPr>
              <a:xfrm flipH="1">
                <a:off x="8664570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6" name="Rectangle 2025">
                <a:extLst>
                  <a:ext uri="{FF2B5EF4-FFF2-40B4-BE49-F238E27FC236}">
                    <a16:creationId xmlns:a16="http://schemas.microsoft.com/office/drawing/2014/main" id="{F73EF31E-3C38-4A15-B20F-A6146CD98CAB}"/>
                  </a:ext>
                </a:extLst>
              </p:cNvPr>
              <p:cNvSpPr/>
              <p:nvPr/>
            </p:nvSpPr>
            <p:spPr>
              <a:xfrm flipH="1">
                <a:off x="9426571" y="3254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7" name="Rectangle 2026">
                <a:extLst>
                  <a:ext uri="{FF2B5EF4-FFF2-40B4-BE49-F238E27FC236}">
                    <a16:creationId xmlns:a16="http://schemas.microsoft.com/office/drawing/2014/main" id="{C1671076-EFA8-411B-AD5D-ACEC9FC15FAA}"/>
                  </a:ext>
                </a:extLst>
              </p:cNvPr>
              <p:cNvSpPr/>
              <p:nvPr/>
            </p:nvSpPr>
            <p:spPr>
              <a:xfrm flipH="1">
                <a:off x="9426571" y="4016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8" name="Rectangle 2027">
                <a:extLst>
                  <a:ext uri="{FF2B5EF4-FFF2-40B4-BE49-F238E27FC236}">
                    <a16:creationId xmlns:a16="http://schemas.microsoft.com/office/drawing/2014/main" id="{907BD9FC-E9B3-4CA5-84B0-C6E6A83BAF59}"/>
                  </a:ext>
                </a:extLst>
              </p:cNvPr>
              <p:cNvSpPr/>
              <p:nvPr/>
            </p:nvSpPr>
            <p:spPr>
              <a:xfrm flipH="1">
                <a:off x="9426571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9" name="Rectangle 2028">
                <a:extLst>
                  <a:ext uri="{FF2B5EF4-FFF2-40B4-BE49-F238E27FC236}">
                    <a16:creationId xmlns:a16="http://schemas.microsoft.com/office/drawing/2014/main" id="{56991870-37BF-4B00-A952-943F68634BC8}"/>
                  </a:ext>
                </a:extLst>
              </p:cNvPr>
              <p:cNvSpPr/>
              <p:nvPr/>
            </p:nvSpPr>
            <p:spPr>
              <a:xfrm flipH="1">
                <a:off x="9426571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0" name="Rectangle 2029">
                <a:extLst>
                  <a:ext uri="{FF2B5EF4-FFF2-40B4-BE49-F238E27FC236}">
                    <a16:creationId xmlns:a16="http://schemas.microsoft.com/office/drawing/2014/main" id="{BCAA2554-4F7F-45BC-BA04-6E7325E8252D}"/>
                  </a:ext>
                </a:extLst>
              </p:cNvPr>
              <p:cNvSpPr/>
              <p:nvPr/>
            </p:nvSpPr>
            <p:spPr>
              <a:xfrm flipH="1">
                <a:off x="7140572" y="4778980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1" name="Rectangle 2030">
                <a:extLst>
                  <a:ext uri="{FF2B5EF4-FFF2-40B4-BE49-F238E27FC236}">
                    <a16:creationId xmlns:a16="http://schemas.microsoft.com/office/drawing/2014/main" id="{55A277DF-0147-4DE5-BE69-1CC7CBF8AC1F}"/>
                  </a:ext>
                </a:extLst>
              </p:cNvPr>
              <p:cNvSpPr/>
              <p:nvPr/>
            </p:nvSpPr>
            <p:spPr>
              <a:xfrm flipH="1">
                <a:off x="7140572" y="5540979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2" name="Rectangle 2031">
                <a:extLst>
                  <a:ext uri="{FF2B5EF4-FFF2-40B4-BE49-F238E27FC236}">
                    <a16:creationId xmlns:a16="http://schemas.microsoft.com/office/drawing/2014/main" id="{049F9F0E-60C5-4AFD-B524-CE69ACCFAD0D}"/>
                  </a:ext>
                </a:extLst>
              </p:cNvPr>
              <p:cNvSpPr/>
              <p:nvPr/>
            </p:nvSpPr>
            <p:spPr>
              <a:xfrm flipH="1">
                <a:off x="7902571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3" name="Rectangle 2032">
                <a:extLst>
                  <a:ext uri="{FF2B5EF4-FFF2-40B4-BE49-F238E27FC236}">
                    <a16:creationId xmlns:a16="http://schemas.microsoft.com/office/drawing/2014/main" id="{4C8E1895-E82B-4963-9D0C-87A94853317A}"/>
                  </a:ext>
                </a:extLst>
              </p:cNvPr>
              <p:cNvSpPr/>
              <p:nvPr/>
            </p:nvSpPr>
            <p:spPr>
              <a:xfrm flipH="1">
                <a:off x="8664570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4" name="Rectangle 2033">
                <a:extLst>
                  <a:ext uri="{FF2B5EF4-FFF2-40B4-BE49-F238E27FC236}">
                    <a16:creationId xmlns:a16="http://schemas.microsoft.com/office/drawing/2014/main" id="{73DF7E1F-B6F3-48DB-AA18-CAE553F8A55A}"/>
                  </a:ext>
                </a:extLst>
              </p:cNvPr>
              <p:cNvSpPr/>
              <p:nvPr/>
            </p:nvSpPr>
            <p:spPr>
              <a:xfrm flipH="1">
                <a:off x="7902571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5" name="Rectangle 2034">
                <a:extLst>
                  <a:ext uri="{FF2B5EF4-FFF2-40B4-BE49-F238E27FC236}">
                    <a16:creationId xmlns:a16="http://schemas.microsoft.com/office/drawing/2014/main" id="{AF217CBD-AC27-4808-9DFC-AFB74395E550}"/>
                  </a:ext>
                </a:extLst>
              </p:cNvPr>
              <p:cNvSpPr/>
              <p:nvPr/>
            </p:nvSpPr>
            <p:spPr>
              <a:xfrm flipH="1">
                <a:off x="8664570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6" name="Rectangle 2035">
                <a:extLst>
                  <a:ext uri="{FF2B5EF4-FFF2-40B4-BE49-F238E27FC236}">
                    <a16:creationId xmlns:a16="http://schemas.microsoft.com/office/drawing/2014/main" id="{04E07827-1928-409F-9292-A19EB653CE00}"/>
                  </a:ext>
                </a:extLst>
              </p:cNvPr>
              <p:cNvSpPr/>
              <p:nvPr/>
            </p:nvSpPr>
            <p:spPr>
              <a:xfrm flipH="1">
                <a:off x="8664570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7" name="Rectangle 2036">
                <a:extLst>
                  <a:ext uri="{FF2B5EF4-FFF2-40B4-BE49-F238E27FC236}">
                    <a16:creationId xmlns:a16="http://schemas.microsoft.com/office/drawing/2014/main" id="{1285ED79-3288-4182-97CC-C524F4860BE8}"/>
                  </a:ext>
                </a:extLst>
              </p:cNvPr>
              <p:cNvSpPr/>
              <p:nvPr/>
            </p:nvSpPr>
            <p:spPr>
              <a:xfrm flipH="1">
                <a:off x="9426571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8" name="Rectangle 2037">
                <a:extLst>
                  <a:ext uri="{FF2B5EF4-FFF2-40B4-BE49-F238E27FC236}">
                    <a16:creationId xmlns:a16="http://schemas.microsoft.com/office/drawing/2014/main" id="{355F864A-3E73-4E8B-9053-90A43E7B582B}"/>
                  </a:ext>
                </a:extLst>
              </p:cNvPr>
              <p:cNvSpPr/>
              <p:nvPr/>
            </p:nvSpPr>
            <p:spPr>
              <a:xfrm flipH="1">
                <a:off x="9426571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9" name="Rectangle 2038">
                <a:extLst>
                  <a:ext uri="{FF2B5EF4-FFF2-40B4-BE49-F238E27FC236}">
                    <a16:creationId xmlns:a16="http://schemas.microsoft.com/office/drawing/2014/main" id="{8A72D8C6-A57C-4C50-8D72-66F67E729577}"/>
                  </a:ext>
                </a:extLst>
              </p:cNvPr>
              <p:cNvSpPr/>
              <p:nvPr/>
            </p:nvSpPr>
            <p:spPr>
              <a:xfrm flipH="1">
                <a:off x="9426571" y="1730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0" name="Rectangle 2039">
                <a:extLst>
                  <a:ext uri="{FF2B5EF4-FFF2-40B4-BE49-F238E27FC236}">
                    <a16:creationId xmlns:a16="http://schemas.microsoft.com/office/drawing/2014/main" id="{CD1949E4-1387-4278-9DED-52C2CB3F7BAF}"/>
                  </a:ext>
                </a:extLst>
              </p:cNvPr>
              <p:cNvSpPr/>
              <p:nvPr/>
            </p:nvSpPr>
            <p:spPr>
              <a:xfrm flipH="1">
                <a:off x="8664570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1" name="Rectangle 2040">
                <a:extLst>
                  <a:ext uri="{FF2B5EF4-FFF2-40B4-BE49-F238E27FC236}">
                    <a16:creationId xmlns:a16="http://schemas.microsoft.com/office/drawing/2014/main" id="{6ADB5EF2-75E3-4E82-B44F-7E2E86F6466B}"/>
                  </a:ext>
                </a:extLst>
              </p:cNvPr>
              <p:cNvSpPr/>
              <p:nvPr/>
            </p:nvSpPr>
            <p:spPr>
              <a:xfrm flipH="1">
                <a:off x="9426571" y="2492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2" name="Rectangle 2041">
                <a:extLst>
                  <a:ext uri="{FF2B5EF4-FFF2-40B4-BE49-F238E27FC236}">
                    <a16:creationId xmlns:a16="http://schemas.microsoft.com/office/drawing/2014/main" id="{2F2E4FDE-E7B3-408A-8F41-5B17DB89F86B}"/>
                  </a:ext>
                </a:extLst>
              </p:cNvPr>
              <p:cNvSpPr/>
              <p:nvPr/>
            </p:nvSpPr>
            <p:spPr>
              <a:xfrm flipH="1">
                <a:off x="7140572" y="206982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3" name="Rectangle 2042">
                <a:extLst>
                  <a:ext uri="{FF2B5EF4-FFF2-40B4-BE49-F238E27FC236}">
                    <a16:creationId xmlns:a16="http://schemas.microsoft.com/office/drawing/2014/main" id="{5EF44399-AD19-4FEF-876D-A14C1C2EA315}"/>
                  </a:ext>
                </a:extLst>
              </p:cNvPr>
              <p:cNvSpPr/>
              <p:nvPr/>
            </p:nvSpPr>
            <p:spPr>
              <a:xfrm flipH="1">
                <a:off x="7140576" y="968981"/>
                <a:ext cx="761999" cy="7619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sp>
        <p:nvSpPr>
          <p:cNvPr id="342" name="TextBox 341">
            <a:extLst>
              <a:ext uri="{FF2B5EF4-FFF2-40B4-BE49-F238E27FC236}">
                <a16:creationId xmlns:a16="http://schemas.microsoft.com/office/drawing/2014/main" id="{EECF64A8-1061-4170-A2AA-D4D1F5114A58}"/>
              </a:ext>
            </a:extLst>
          </p:cNvPr>
          <p:cNvSpPr txBox="1"/>
          <p:nvPr/>
        </p:nvSpPr>
        <p:spPr>
          <a:xfrm>
            <a:off x="125435" y="206982"/>
            <a:ext cx="1845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A </a:t>
            </a:r>
            <a:r>
              <a:rPr lang="pt-PT" sz="2800" b="1" dirty="0" err="1"/>
              <a:t>new</a:t>
            </a:r>
            <a:r>
              <a:rPr lang="pt-PT" sz="2800" b="1" dirty="0"/>
              <a:t> </a:t>
            </a:r>
            <a:r>
              <a:rPr lang="pt-PT" sz="2800" b="1" dirty="0" err="1"/>
              <a:t>idea</a:t>
            </a:r>
            <a:endParaRPr lang="pt-PT" sz="2800" b="1" dirty="0"/>
          </a:p>
        </p:txBody>
      </p:sp>
      <p:sp>
        <p:nvSpPr>
          <p:cNvPr id="2347" name="TextBox 2346">
            <a:extLst>
              <a:ext uri="{FF2B5EF4-FFF2-40B4-BE49-F238E27FC236}">
                <a16:creationId xmlns:a16="http://schemas.microsoft.com/office/drawing/2014/main" id="{0F7DFE5F-3CF1-4E57-8DDA-30E69D728A8E}"/>
              </a:ext>
            </a:extLst>
          </p:cNvPr>
          <p:cNvSpPr txBox="1"/>
          <p:nvPr/>
        </p:nvSpPr>
        <p:spPr>
          <a:xfrm>
            <a:off x="125435" y="730202"/>
            <a:ext cx="2346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 err="1"/>
              <a:t>Variations</a:t>
            </a:r>
            <a:r>
              <a:rPr lang="pt-PT" sz="2800" b="1" dirty="0"/>
              <a:t> </a:t>
            </a:r>
            <a:r>
              <a:rPr lang="pt-PT" sz="2800" b="1" dirty="0" err="1"/>
              <a:t>grid</a:t>
            </a:r>
            <a:endParaRPr lang="pt-PT" sz="2800" b="1" dirty="0"/>
          </a:p>
        </p:txBody>
      </p:sp>
      <p:grpSp>
        <p:nvGrpSpPr>
          <p:cNvPr id="698" name="Group 697">
            <a:extLst>
              <a:ext uri="{FF2B5EF4-FFF2-40B4-BE49-F238E27FC236}">
                <a16:creationId xmlns:a16="http://schemas.microsoft.com/office/drawing/2014/main" id="{30CA0B98-71AB-4876-AA17-0EE424C11ACE}"/>
              </a:ext>
            </a:extLst>
          </p:cNvPr>
          <p:cNvGrpSpPr>
            <a:grpSpLocks noChangeAspect="1"/>
          </p:cNvGrpSpPr>
          <p:nvPr/>
        </p:nvGrpSpPr>
        <p:grpSpPr>
          <a:xfrm>
            <a:off x="4070205" y="426314"/>
            <a:ext cx="6102350" cy="6151397"/>
            <a:chOff x="4086225" y="206982"/>
            <a:chExt cx="6102350" cy="6096000"/>
          </a:xfrm>
        </p:grpSpPr>
        <p:sp>
          <p:nvSpPr>
            <p:cNvPr id="738" name="Rectangle 737">
              <a:extLst>
                <a:ext uri="{FF2B5EF4-FFF2-40B4-BE49-F238E27FC236}">
                  <a16:creationId xmlns:a16="http://schemas.microsoft.com/office/drawing/2014/main" id="{D53BF662-B61C-4C50-8610-ED67186CDD56}"/>
                </a:ext>
              </a:extLst>
            </p:cNvPr>
            <p:cNvSpPr/>
            <p:nvPr/>
          </p:nvSpPr>
          <p:spPr>
            <a:xfrm>
              <a:off x="4848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2EB91420-DA83-4A04-BE74-CF23B799480B}"/>
                </a:ext>
              </a:extLst>
            </p:cNvPr>
            <p:cNvSpPr/>
            <p:nvPr/>
          </p:nvSpPr>
          <p:spPr>
            <a:xfrm>
              <a:off x="4848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0" name="Rectangle 739">
              <a:extLst>
                <a:ext uri="{FF2B5EF4-FFF2-40B4-BE49-F238E27FC236}">
                  <a16:creationId xmlns:a16="http://schemas.microsoft.com/office/drawing/2014/main" id="{207F4681-2C0D-4D5D-AC4D-FECAAB546DD6}"/>
                </a:ext>
              </a:extLst>
            </p:cNvPr>
            <p:cNvSpPr/>
            <p:nvPr/>
          </p:nvSpPr>
          <p:spPr>
            <a:xfrm>
              <a:off x="5610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7205E447-3F0C-46CF-8811-B3104C3FFCB4}"/>
                </a:ext>
              </a:extLst>
            </p:cNvPr>
            <p:cNvSpPr/>
            <p:nvPr/>
          </p:nvSpPr>
          <p:spPr>
            <a:xfrm>
              <a:off x="5610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2" name="Rectangle 741">
              <a:extLst>
                <a:ext uri="{FF2B5EF4-FFF2-40B4-BE49-F238E27FC236}">
                  <a16:creationId xmlns:a16="http://schemas.microsoft.com/office/drawing/2014/main" id="{23F8F868-CB6D-4B1A-B7C7-DE4A282CDD8C}"/>
                </a:ext>
              </a:extLst>
            </p:cNvPr>
            <p:cNvSpPr/>
            <p:nvPr/>
          </p:nvSpPr>
          <p:spPr>
            <a:xfrm>
              <a:off x="4848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DB5D195D-592E-490B-BD15-570962B8AD29}"/>
                </a:ext>
              </a:extLst>
            </p:cNvPr>
            <p:cNvSpPr/>
            <p:nvPr/>
          </p:nvSpPr>
          <p:spPr>
            <a:xfrm>
              <a:off x="4848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D37A9E5A-B70E-466F-9AA3-61C17E254CB4}"/>
                </a:ext>
              </a:extLst>
            </p:cNvPr>
            <p:cNvSpPr/>
            <p:nvPr/>
          </p:nvSpPr>
          <p:spPr>
            <a:xfrm>
              <a:off x="4086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C5FE745D-5499-4A19-919F-ECF2F79D3348}"/>
                </a:ext>
              </a:extLst>
            </p:cNvPr>
            <p:cNvSpPr/>
            <p:nvPr/>
          </p:nvSpPr>
          <p:spPr>
            <a:xfrm>
              <a:off x="4086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6" name="Rectangle 745">
              <a:extLst>
                <a:ext uri="{FF2B5EF4-FFF2-40B4-BE49-F238E27FC236}">
                  <a16:creationId xmlns:a16="http://schemas.microsoft.com/office/drawing/2014/main" id="{EEB1D260-955E-4098-8723-D841707C541E}"/>
                </a:ext>
              </a:extLst>
            </p:cNvPr>
            <p:cNvSpPr/>
            <p:nvPr/>
          </p:nvSpPr>
          <p:spPr>
            <a:xfrm>
              <a:off x="4086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EA62D965-84A3-44B3-888F-3F1868C97B26}"/>
                </a:ext>
              </a:extLst>
            </p:cNvPr>
            <p:cNvSpPr/>
            <p:nvPr/>
          </p:nvSpPr>
          <p:spPr>
            <a:xfrm>
              <a:off x="4086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8" name="Rectangle 747">
              <a:extLst>
                <a:ext uri="{FF2B5EF4-FFF2-40B4-BE49-F238E27FC236}">
                  <a16:creationId xmlns:a16="http://schemas.microsoft.com/office/drawing/2014/main" id="{B6D01412-BE88-4927-AE1B-5E1E11FF0CF1}"/>
                </a:ext>
              </a:extLst>
            </p:cNvPr>
            <p:cNvSpPr/>
            <p:nvPr/>
          </p:nvSpPr>
          <p:spPr>
            <a:xfrm>
              <a:off x="6372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74A2150B-F305-4351-9559-69F1716E0567}"/>
                </a:ext>
              </a:extLst>
            </p:cNvPr>
            <p:cNvSpPr/>
            <p:nvPr/>
          </p:nvSpPr>
          <p:spPr>
            <a:xfrm>
              <a:off x="6372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0" name="Rectangle 749">
              <a:extLst>
                <a:ext uri="{FF2B5EF4-FFF2-40B4-BE49-F238E27FC236}">
                  <a16:creationId xmlns:a16="http://schemas.microsoft.com/office/drawing/2014/main" id="{F5E52E3B-3576-42E2-92E0-831DC5B8E50E}"/>
                </a:ext>
              </a:extLst>
            </p:cNvPr>
            <p:cNvSpPr/>
            <p:nvPr/>
          </p:nvSpPr>
          <p:spPr>
            <a:xfrm>
              <a:off x="5610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1" name="Rectangle 750">
              <a:extLst>
                <a:ext uri="{FF2B5EF4-FFF2-40B4-BE49-F238E27FC236}">
                  <a16:creationId xmlns:a16="http://schemas.microsoft.com/office/drawing/2014/main" id="{FEC30CA6-F29C-4C2B-8E2D-B122FAA430C9}"/>
                </a:ext>
              </a:extLst>
            </p:cNvPr>
            <p:cNvSpPr/>
            <p:nvPr/>
          </p:nvSpPr>
          <p:spPr>
            <a:xfrm>
              <a:off x="4848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0B49E2F7-DC29-45AF-A6BD-DC04A832A956}"/>
                </a:ext>
              </a:extLst>
            </p:cNvPr>
            <p:cNvSpPr/>
            <p:nvPr/>
          </p:nvSpPr>
          <p:spPr>
            <a:xfrm>
              <a:off x="5610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EDA5B3EE-8121-4718-9D7D-C395FB031AB5}"/>
                </a:ext>
              </a:extLst>
            </p:cNvPr>
            <p:cNvSpPr/>
            <p:nvPr/>
          </p:nvSpPr>
          <p:spPr>
            <a:xfrm>
              <a:off x="4848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4" name="Rectangle 753">
              <a:extLst>
                <a:ext uri="{FF2B5EF4-FFF2-40B4-BE49-F238E27FC236}">
                  <a16:creationId xmlns:a16="http://schemas.microsoft.com/office/drawing/2014/main" id="{FFF0884D-197E-41EB-BDED-CF56FDA5F09D}"/>
                </a:ext>
              </a:extLst>
            </p:cNvPr>
            <p:cNvSpPr/>
            <p:nvPr/>
          </p:nvSpPr>
          <p:spPr>
            <a:xfrm>
              <a:off x="4848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5" name="Rectangle 754">
              <a:extLst>
                <a:ext uri="{FF2B5EF4-FFF2-40B4-BE49-F238E27FC236}">
                  <a16:creationId xmlns:a16="http://schemas.microsoft.com/office/drawing/2014/main" id="{7D9DE54B-245D-4240-80D0-695C46E7EC75}"/>
                </a:ext>
              </a:extLst>
            </p:cNvPr>
            <p:cNvSpPr/>
            <p:nvPr/>
          </p:nvSpPr>
          <p:spPr>
            <a:xfrm>
              <a:off x="4086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1AA6705D-00E9-4C7A-BA27-5CDA02EB4345}"/>
                </a:ext>
              </a:extLst>
            </p:cNvPr>
            <p:cNvSpPr/>
            <p:nvPr/>
          </p:nvSpPr>
          <p:spPr>
            <a:xfrm>
              <a:off x="4086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F186555F-4673-4EF4-B1AA-258B0CDC048E}"/>
                </a:ext>
              </a:extLst>
            </p:cNvPr>
            <p:cNvSpPr/>
            <p:nvPr/>
          </p:nvSpPr>
          <p:spPr>
            <a:xfrm>
              <a:off x="4086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AB4C134D-C9BF-4101-B4C6-F363C8679967}"/>
                </a:ext>
              </a:extLst>
            </p:cNvPr>
            <p:cNvSpPr/>
            <p:nvPr/>
          </p:nvSpPr>
          <p:spPr>
            <a:xfrm>
              <a:off x="4848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50EE6709-1C22-44D7-92D6-3096CADBB77B}"/>
                </a:ext>
              </a:extLst>
            </p:cNvPr>
            <p:cNvSpPr/>
            <p:nvPr/>
          </p:nvSpPr>
          <p:spPr>
            <a:xfrm>
              <a:off x="4086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7A2A4AB2-10A6-4ADD-ACA4-00E6B4402D6E}"/>
                </a:ext>
              </a:extLst>
            </p:cNvPr>
            <p:cNvSpPr/>
            <p:nvPr/>
          </p:nvSpPr>
          <p:spPr>
            <a:xfrm>
              <a:off x="6372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1D4CBE1B-36A1-49D1-B8B3-B196883D92B7}"/>
                </a:ext>
              </a:extLst>
            </p:cNvPr>
            <p:cNvSpPr/>
            <p:nvPr/>
          </p:nvSpPr>
          <p:spPr>
            <a:xfrm>
              <a:off x="6372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C9B7E7FC-AF52-4115-A709-04832AD96CB7}"/>
                </a:ext>
              </a:extLst>
            </p:cNvPr>
            <p:cNvSpPr/>
            <p:nvPr/>
          </p:nvSpPr>
          <p:spPr>
            <a:xfrm flipH="1">
              <a:off x="8664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348DAFD7-0D04-437D-8B7E-C1830B380553}"/>
                </a:ext>
              </a:extLst>
            </p:cNvPr>
            <p:cNvSpPr/>
            <p:nvPr/>
          </p:nvSpPr>
          <p:spPr>
            <a:xfrm flipH="1">
              <a:off x="8664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63C4483E-1334-4BCF-A2AF-5E433D56C8AE}"/>
                </a:ext>
              </a:extLst>
            </p:cNvPr>
            <p:cNvSpPr/>
            <p:nvPr/>
          </p:nvSpPr>
          <p:spPr>
            <a:xfrm flipH="1">
              <a:off x="7902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A23BFB89-4FC7-4A8F-85C4-974F446FEF77}"/>
                </a:ext>
              </a:extLst>
            </p:cNvPr>
            <p:cNvSpPr/>
            <p:nvPr/>
          </p:nvSpPr>
          <p:spPr>
            <a:xfrm flipH="1">
              <a:off x="7902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91CD0B36-EB64-4D1A-9A17-701658FBA1C8}"/>
                </a:ext>
              </a:extLst>
            </p:cNvPr>
            <p:cNvSpPr/>
            <p:nvPr/>
          </p:nvSpPr>
          <p:spPr>
            <a:xfrm flipH="1">
              <a:off x="8664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6BF36E93-A0AE-45DE-901E-515FF7C4F329}"/>
                </a:ext>
              </a:extLst>
            </p:cNvPr>
            <p:cNvSpPr/>
            <p:nvPr/>
          </p:nvSpPr>
          <p:spPr>
            <a:xfrm flipH="1">
              <a:off x="8664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A772E3C1-707B-479B-AA25-DC6B162F3405}"/>
                </a:ext>
              </a:extLst>
            </p:cNvPr>
            <p:cNvSpPr/>
            <p:nvPr/>
          </p:nvSpPr>
          <p:spPr>
            <a:xfrm flipH="1">
              <a:off x="9426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587CD398-A9BE-4E73-A003-DED07E431E12}"/>
                </a:ext>
              </a:extLst>
            </p:cNvPr>
            <p:cNvSpPr/>
            <p:nvPr/>
          </p:nvSpPr>
          <p:spPr>
            <a:xfrm flipH="1">
              <a:off x="9426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DA952626-2791-4569-BCCD-969C667567E7}"/>
                </a:ext>
              </a:extLst>
            </p:cNvPr>
            <p:cNvSpPr/>
            <p:nvPr/>
          </p:nvSpPr>
          <p:spPr>
            <a:xfrm flipH="1">
              <a:off x="9426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69312500-860E-4F8B-B1F3-62BF3D2FEF4D}"/>
                </a:ext>
              </a:extLst>
            </p:cNvPr>
            <p:cNvSpPr/>
            <p:nvPr/>
          </p:nvSpPr>
          <p:spPr>
            <a:xfrm flipH="1">
              <a:off x="9426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FE78EDCB-9649-45D8-9569-36D72C39654B}"/>
                </a:ext>
              </a:extLst>
            </p:cNvPr>
            <p:cNvSpPr/>
            <p:nvPr/>
          </p:nvSpPr>
          <p:spPr>
            <a:xfrm flipH="1">
              <a:off x="7140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FA7F197A-159C-4731-A706-7581EEDF6D0B}"/>
                </a:ext>
              </a:extLst>
            </p:cNvPr>
            <p:cNvSpPr/>
            <p:nvPr/>
          </p:nvSpPr>
          <p:spPr>
            <a:xfrm flipH="1">
              <a:off x="7140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4288D029-328B-4CF1-B8D2-EF6072FAC217}"/>
                </a:ext>
              </a:extLst>
            </p:cNvPr>
            <p:cNvSpPr/>
            <p:nvPr/>
          </p:nvSpPr>
          <p:spPr>
            <a:xfrm flipH="1">
              <a:off x="7902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70DEBA21-92D5-4703-B3E7-D0FB8F913C1D}"/>
                </a:ext>
              </a:extLst>
            </p:cNvPr>
            <p:cNvSpPr/>
            <p:nvPr/>
          </p:nvSpPr>
          <p:spPr>
            <a:xfrm flipH="1">
              <a:off x="8664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2AF89DE5-4A0A-483A-B717-5460FD3128E6}"/>
                </a:ext>
              </a:extLst>
            </p:cNvPr>
            <p:cNvSpPr/>
            <p:nvPr/>
          </p:nvSpPr>
          <p:spPr>
            <a:xfrm flipH="1">
              <a:off x="7902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5275FE6E-BBA6-4A30-A7F1-BCEC00D828C0}"/>
                </a:ext>
              </a:extLst>
            </p:cNvPr>
            <p:cNvSpPr/>
            <p:nvPr/>
          </p:nvSpPr>
          <p:spPr>
            <a:xfrm flipH="1">
              <a:off x="8664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CC0EFE4D-2F33-469A-9ED6-B2AE28DFB071}"/>
                </a:ext>
              </a:extLst>
            </p:cNvPr>
            <p:cNvSpPr/>
            <p:nvPr/>
          </p:nvSpPr>
          <p:spPr>
            <a:xfrm flipH="1">
              <a:off x="8664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F12A1D2D-D20E-4A9F-9208-9F57D94CF901}"/>
                </a:ext>
              </a:extLst>
            </p:cNvPr>
            <p:cNvSpPr/>
            <p:nvPr/>
          </p:nvSpPr>
          <p:spPr>
            <a:xfrm flipH="1">
              <a:off x="9426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D6B8537E-0E3F-4E47-9F89-D18E790EA31A}"/>
                </a:ext>
              </a:extLst>
            </p:cNvPr>
            <p:cNvSpPr/>
            <p:nvPr/>
          </p:nvSpPr>
          <p:spPr>
            <a:xfrm flipH="1">
              <a:off x="9426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B1655754-5E2D-4AF5-8476-F51F5273B109}"/>
                </a:ext>
              </a:extLst>
            </p:cNvPr>
            <p:cNvSpPr/>
            <p:nvPr/>
          </p:nvSpPr>
          <p:spPr>
            <a:xfrm flipH="1">
              <a:off x="9426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481DCFF6-5925-4E60-9968-3118963EDAF7}"/>
                </a:ext>
              </a:extLst>
            </p:cNvPr>
            <p:cNvSpPr/>
            <p:nvPr/>
          </p:nvSpPr>
          <p:spPr>
            <a:xfrm flipH="1">
              <a:off x="8664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B4F9F75B-AC0E-47F7-BD0B-286D424BE62E}"/>
                </a:ext>
              </a:extLst>
            </p:cNvPr>
            <p:cNvSpPr/>
            <p:nvPr/>
          </p:nvSpPr>
          <p:spPr>
            <a:xfrm flipH="1">
              <a:off x="9426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5E018A99-2E47-42A4-A35D-52B443D8C84B}"/>
                </a:ext>
              </a:extLst>
            </p:cNvPr>
            <p:cNvSpPr/>
            <p:nvPr/>
          </p:nvSpPr>
          <p:spPr>
            <a:xfrm flipH="1">
              <a:off x="7140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4F139853-813E-47C7-9ADA-A0A5F7593B38}"/>
                </a:ext>
              </a:extLst>
            </p:cNvPr>
            <p:cNvSpPr/>
            <p:nvPr/>
          </p:nvSpPr>
          <p:spPr>
            <a:xfrm flipH="1">
              <a:off x="7140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87" name="Group 786">
            <a:extLst>
              <a:ext uri="{FF2B5EF4-FFF2-40B4-BE49-F238E27FC236}">
                <a16:creationId xmlns:a16="http://schemas.microsoft.com/office/drawing/2014/main" id="{FAC4A5F3-2372-4457-8EBD-0F4E00441E4B}"/>
              </a:ext>
            </a:extLst>
          </p:cNvPr>
          <p:cNvGrpSpPr/>
          <p:nvPr/>
        </p:nvGrpSpPr>
        <p:grpSpPr>
          <a:xfrm>
            <a:off x="5606170" y="1960681"/>
            <a:ext cx="3030420" cy="3027266"/>
            <a:chOff x="4086225" y="206982"/>
            <a:chExt cx="6102350" cy="6096000"/>
          </a:xfrm>
        </p:grpSpPr>
        <p:sp>
          <p:nvSpPr>
            <p:cNvPr id="827" name="Rectangle 826">
              <a:extLst>
                <a:ext uri="{FF2B5EF4-FFF2-40B4-BE49-F238E27FC236}">
                  <a16:creationId xmlns:a16="http://schemas.microsoft.com/office/drawing/2014/main" id="{B8C56317-8E68-42AA-933C-5A2E6890E10C}"/>
                </a:ext>
              </a:extLst>
            </p:cNvPr>
            <p:cNvSpPr/>
            <p:nvPr/>
          </p:nvSpPr>
          <p:spPr>
            <a:xfrm>
              <a:off x="4848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8" name="Rectangle 827">
              <a:extLst>
                <a:ext uri="{FF2B5EF4-FFF2-40B4-BE49-F238E27FC236}">
                  <a16:creationId xmlns:a16="http://schemas.microsoft.com/office/drawing/2014/main" id="{F5028D0D-949C-4848-BABA-99892F428255}"/>
                </a:ext>
              </a:extLst>
            </p:cNvPr>
            <p:cNvSpPr/>
            <p:nvPr/>
          </p:nvSpPr>
          <p:spPr>
            <a:xfrm>
              <a:off x="4848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9" name="Rectangle 828">
              <a:extLst>
                <a:ext uri="{FF2B5EF4-FFF2-40B4-BE49-F238E27FC236}">
                  <a16:creationId xmlns:a16="http://schemas.microsoft.com/office/drawing/2014/main" id="{9C2DCC3C-6590-41B7-98F9-F3D389A40A1F}"/>
                </a:ext>
              </a:extLst>
            </p:cNvPr>
            <p:cNvSpPr/>
            <p:nvPr/>
          </p:nvSpPr>
          <p:spPr>
            <a:xfrm>
              <a:off x="5610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0" name="Rectangle 829">
              <a:extLst>
                <a:ext uri="{FF2B5EF4-FFF2-40B4-BE49-F238E27FC236}">
                  <a16:creationId xmlns:a16="http://schemas.microsoft.com/office/drawing/2014/main" id="{CA298461-4E9E-4C3A-9D19-588753BCB9DF}"/>
                </a:ext>
              </a:extLst>
            </p:cNvPr>
            <p:cNvSpPr/>
            <p:nvPr/>
          </p:nvSpPr>
          <p:spPr>
            <a:xfrm>
              <a:off x="5610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1" name="Rectangle 830">
              <a:extLst>
                <a:ext uri="{FF2B5EF4-FFF2-40B4-BE49-F238E27FC236}">
                  <a16:creationId xmlns:a16="http://schemas.microsoft.com/office/drawing/2014/main" id="{022EADB8-FF31-4443-93FC-3058C1EAA471}"/>
                </a:ext>
              </a:extLst>
            </p:cNvPr>
            <p:cNvSpPr/>
            <p:nvPr/>
          </p:nvSpPr>
          <p:spPr>
            <a:xfrm>
              <a:off x="4848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2" name="Rectangle 831">
              <a:extLst>
                <a:ext uri="{FF2B5EF4-FFF2-40B4-BE49-F238E27FC236}">
                  <a16:creationId xmlns:a16="http://schemas.microsoft.com/office/drawing/2014/main" id="{27522401-E541-4A6D-AB09-3343E6193B90}"/>
                </a:ext>
              </a:extLst>
            </p:cNvPr>
            <p:cNvSpPr/>
            <p:nvPr/>
          </p:nvSpPr>
          <p:spPr>
            <a:xfrm>
              <a:off x="4848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3" name="Rectangle 832">
              <a:extLst>
                <a:ext uri="{FF2B5EF4-FFF2-40B4-BE49-F238E27FC236}">
                  <a16:creationId xmlns:a16="http://schemas.microsoft.com/office/drawing/2014/main" id="{A7E8CBF6-5FAD-4E19-B51D-C2E9EA6F86DA}"/>
                </a:ext>
              </a:extLst>
            </p:cNvPr>
            <p:cNvSpPr/>
            <p:nvPr/>
          </p:nvSpPr>
          <p:spPr>
            <a:xfrm>
              <a:off x="408622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4" name="Rectangle 833">
              <a:extLst>
                <a:ext uri="{FF2B5EF4-FFF2-40B4-BE49-F238E27FC236}">
                  <a16:creationId xmlns:a16="http://schemas.microsoft.com/office/drawing/2014/main" id="{EACC9848-268F-4E67-9F83-52DDD18B788E}"/>
                </a:ext>
              </a:extLst>
            </p:cNvPr>
            <p:cNvSpPr/>
            <p:nvPr/>
          </p:nvSpPr>
          <p:spPr>
            <a:xfrm>
              <a:off x="408622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CC8192A6-CA20-4A85-B444-44D053DB1A1B}"/>
                </a:ext>
              </a:extLst>
            </p:cNvPr>
            <p:cNvSpPr/>
            <p:nvPr/>
          </p:nvSpPr>
          <p:spPr>
            <a:xfrm>
              <a:off x="4086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D08A1A43-021D-4569-940B-ADFAF6964B0B}"/>
                </a:ext>
              </a:extLst>
            </p:cNvPr>
            <p:cNvSpPr/>
            <p:nvPr/>
          </p:nvSpPr>
          <p:spPr>
            <a:xfrm>
              <a:off x="4086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7" name="Rectangle 836">
              <a:extLst>
                <a:ext uri="{FF2B5EF4-FFF2-40B4-BE49-F238E27FC236}">
                  <a16:creationId xmlns:a16="http://schemas.microsoft.com/office/drawing/2014/main" id="{65B55E99-078E-453D-8399-1B8588B5FD2B}"/>
                </a:ext>
              </a:extLst>
            </p:cNvPr>
            <p:cNvSpPr/>
            <p:nvPr/>
          </p:nvSpPr>
          <p:spPr>
            <a:xfrm>
              <a:off x="637222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8" name="Rectangle 837">
              <a:extLst>
                <a:ext uri="{FF2B5EF4-FFF2-40B4-BE49-F238E27FC236}">
                  <a16:creationId xmlns:a16="http://schemas.microsoft.com/office/drawing/2014/main" id="{8ED58815-2552-4978-A0A7-69919021D65D}"/>
                </a:ext>
              </a:extLst>
            </p:cNvPr>
            <p:cNvSpPr/>
            <p:nvPr/>
          </p:nvSpPr>
          <p:spPr>
            <a:xfrm>
              <a:off x="637222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A726C470-5A1C-4F44-BF08-956AF9E10D0A}"/>
                </a:ext>
              </a:extLst>
            </p:cNvPr>
            <p:cNvSpPr/>
            <p:nvPr/>
          </p:nvSpPr>
          <p:spPr>
            <a:xfrm>
              <a:off x="5610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8722F62A-55AC-43A0-804A-F70F7330D4BB}"/>
                </a:ext>
              </a:extLst>
            </p:cNvPr>
            <p:cNvSpPr/>
            <p:nvPr/>
          </p:nvSpPr>
          <p:spPr>
            <a:xfrm>
              <a:off x="4848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1" name="Rectangle 840">
              <a:extLst>
                <a:ext uri="{FF2B5EF4-FFF2-40B4-BE49-F238E27FC236}">
                  <a16:creationId xmlns:a16="http://schemas.microsoft.com/office/drawing/2014/main" id="{2B67A67F-0392-48D8-AC05-986EE29F4D8E}"/>
                </a:ext>
              </a:extLst>
            </p:cNvPr>
            <p:cNvSpPr/>
            <p:nvPr/>
          </p:nvSpPr>
          <p:spPr>
            <a:xfrm>
              <a:off x="5610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A581A170-E05E-4B74-8F37-A668FD1634B8}"/>
                </a:ext>
              </a:extLst>
            </p:cNvPr>
            <p:cNvSpPr/>
            <p:nvPr/>
          </p:nvSpPr>
          <p:spPr>
            <a:xfrm>
              <a:off x="4848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6D3B0CEF-D96B-4757-9A0E-54B9849510DB}"/>
                </a:ext>
              </a:extLst>
            </p:cNvPr>
            <p:cNvSpPr/>
            <p:nvPr/>
          </p:nvSpPr>
          <p:spPr>
            <a:xfrm>
              <a:off x="4848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4" name="Rectangle 843">
              <a:extLst>
                <a:ext uri="{FF2B5EF4-FFF2-40B4-BE49-F238E27FC236}">
                  <a16:creationId xmlns:a16="http://schemas.microsoft.com/office/drawing/2014/main" id="{B2243DE9-A59B-482C-9103-291BD4A8BF60}"/>
                </a:ext>
              </a:extLst>
            </p:cNvPr>
            <p:cNvSpPr/>
            <p:nvPr/>
          </p:nvSpPr>
          <p:spPr>
            <a:xfrm>
              <a:off x="4086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5" name="Rectangle 844">
              <a:extLst>
                <a:ext uri="{FF2B5EF4-FFF2-40B4-BE49-F238E27FC236}">
                  <a16:creationId xmlns:a16="http://schemas.microsoft.com/office/drawing/2014/main" id="{A4A82C3A-55B5-406B-8593-986B8A449E3E}"/>
                </a:ext>
              </a:extLst>
            </p:cNvPr>
            <p:cNvSpPr/>
            <p:nvPr/>
          </p:nvSpPr>
          <p:spPr>
            <a:xfrm>
              <a:off x="4086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6" name="Rectangle 845">
              <a:extLst>
                <a:ext uri="{FF2B5EF4-FFF2-40B4-BE49-F238E27FC236}">
                  <a16:creationId xmlns:a16="http://schemas.microsoft.com/office/drawing/2014/main" id="{8CE1101B-445C-433A-BAAB-EA288A198915}"/>
                </a:ext>
              </a:extLst>
            </p:cNvPr>
            <p:cNvSpPr/>
            <p:nvPr/>
          </p:nvSpPr>
          <p:spPr>
            <a:xfrm>
              <a:off x="408622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7" name="Rectangle 846">
              <a:extLst>
                <a:ext uri="{FF2B5EF4-FFF2-40B4-BE49-F238E27FC236}">
                  <a16:creationId xmlns:a16="http://schemas.microsoft.com/office/drawing/2014/main" id="{49274256-69EB-4336-87E0-5EFBF52D3F81}"/>
                </a:ext>
              </a:extLst>
            </p:cNvPr>
            <p:cNvSpPr/>
            <p:nvPr/>
          </p:nvSpPr>
          <p:spPr>
            <a:xfrm>
              <a:off x="4848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8" name="Rectangle 847">
              <a:extLst>
                <a:ext uri="{FF2B5EF4-FFF2-40B4-BE49-F238E27FC236}">
                  <a16:creationId xmlns:a16="http://schemas.microsoft.com/office/drawing/2014/main" id="{A0D3D83D-3E5B-41A7-881D-7F29CF20F707}"/>
                </a:ext>
              </a:extLst>
            </p:cNvPr>
            <p:cNvSpPr/>
            <p:nvPr/>
          </p:nvSpPr>
          <p:spPr>
            <a:xfrm>
              <a:off x="408622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9" name="Rectangle 848">
              <a:extLst>
                <a:ext uri="{FF2B5EF4-FFF2-40B4-BE49-F238E27FC236}">
                  <a16:creationId xmlns:a16="http://schemas.microsoft.com/office/drawing/2014/main" id="{1B32200B-A161-4DF4-9D25-2B2C5616CDF5}"/>
                </a:ext>
              </a:extLst>
            </p:cNvPr>
            <p:cNvSpPr/>
            <p:nvPr/>
          </p:nvSpPr>
          <p:spPr>
            <a:xfrm>
              <a:off x="637222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16216A6C-335E-4714-9E97-8D2849E488C5}"/>
                </a:ext>
              </a:extLst>
            </p:cNvPr>
            <p:cNvSpPr/>
            <p:nvPr/>
          </p:nvSpPr>
          <p:spPr>
            <a:xfrm>
              <a:off x="637222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1" name="Rectangle 850">
              <a:extLst>
                <a:ext uri="{FF2B5EF4-FFF2-40B4-BE49-F238E27FC236}">
                  <a16:creationId xmlns:a16="http://schemas.microsoft.com/office/drawing/2014/main" id="{54853BE4-B953-4D9D-AD9A-7A9A1C1A66E0}"/>
                </a:ext>
              </a:extLst>
            </p:cNvPr>
            <p:cNvSpPr/>
            <p:nvPr/>
          </p:nvSpPr>
          <p:spPr>
            <a:xfrm flipH="1">
              <a:off x="8664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2" name="Rectangle 851">
              <a:extLst>
                <a:ext uri="{FF2B5EF4-FFF2-40B4-BE49-F238E27FC236}">
                  <a16:creationId xmlns:a16="http://schemas.microsoft.com/office/drawing/2014/main" id="{23B5CBF4-C7B8-4E4A-B9AA-833FFD4FBFA6}"/>
                </a:ext>
              </a:extLst>
            </p:cNvPr>
            <p:cNvSpPr/>
            <p:nvPr/>
          </p:nvSpPr>
          <p:spPr>
            <a:xfrm flipH="1">
              <a:off x="8664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3" name="Rectangle 852">
              <a:extLst>
                <a:ext uri="{FF2B5EF4-FFF2-40B4-BE49-F238E27FC236}">
                  <a16:creationId xmlns:a16="http://schemas.microsoft.com/office/drawing/2014/main" id="{5CA646C2-98EE-487E-9931-2396A441391B}"/>
                </a:ext>
              </a:extLst>
            </p:cNvPr>
            <p:cNvSpPr/>
            <p:nvPr/>
          </p:nvSpPr>
          <p:spPr>
            <a:xfrm flipH="1">
              <a:off x="7902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88FF85E4-A560-4607-811C-B1FBBD1DE397}"/>
                </a:ext>
              </a:extLst>
            </p:cNvPr>
            <p:cNvSpPr/>
            <p:nvPr/>
          </p:nvSpPr>
          <p:spPr>
            <a:xfrm flipH="1">
              <a:off x="7902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5" name="Rectangle 854">
              <a:extLst>
                <a:ext uri="{FF2B5EF4-FFF2-40B4-BE49-F238E27FC236}">
                  <a16:creationId xmlns:a16="http://schemas.microsoft.com/office/drawing/2014/main" id="{2AA1C648-1AE0-41D8-B89D-A1E32A9BD0DA}"/>
                </a:ext>
              </a:extLst>
            </p:cNvPr>
            <p:cNvSpPr/>
            <p:nvPr/>
          </p:nvSpPr>
          <p:spPr>
            <a:xfrm flipH="1">
              <a:off x="8664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B307D64D-6F76-4994-A32B-1FF2BE3DE3FD}"/>
                </a:ext>
              </a:extLst>
            </p:cNvPr>
            <p:cNvSpPr/>
            <p:nvPr/>
          </p:nvSpPr>
          <p:spPr>
            <a:xfrm flipH="1">
              <a:off x="8664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7" name="Rectangle 856">
              <a:extLst>
                <a:ext uri="{FF2B5EF4-FFF2-40B4-BE49-F238E27FC236}">
                  <a16:creationId xmlns:a16="http://schemas.microsoft.com/office/drawing/2014/main" id="{56843549-FB77-48FD-B385-EE0FCE07BF47}"/>
                </a:ext>
              </a:extLst>
            </p:cNvPr>
            <p:cNvSpPr/>
            <p:nvPr/>
          </p:nvSpPr>
          <p:spPr>
            <a:xfrm flipH="1">
              <a:off x="9426575" y="3254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447190F8-7C46-4320-9D55-388AABD50856}"/>
                </a:ext>
              </a:extLst>
            </p:cNvPr>
            <p:cNvSpPr/>
            <p:nvPr/>
          </p:nvSpPr>
          <p:spPr>
            <a:xfrm flipH="1">
              <a:off x="9426575" y="401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F1BCBFE3-8FAF-47EC-8185-9F12F6A7465E}"/>
                </a:ext>
              </a:extLst>
            </p:cNvPr>
            <p:cNvSpPr/>
            <p:nvPr/>
          </p:nvSpPr>
          <p:spPr>
            <a:xfrm flipH="1">
              <a:off x="9426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F6416C5-BDAC-4AB5-9D18-E711E13F899F}"/>
                </a:ext>
              </a:extLst>
            </p:cNvPr>
            <p:cNvSpPr/>
            <p:nvPr/>
          </p:nvSpPr>
          <p:spPr>
            <a:xfrm flipH="1">
              <a:off x="9426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1" name="Rectangle 860">
              <a:extLst>
                <a:ext uri="{FF2B5EF4-FFF2-40B4-BE49-F238E27FC236}">
                  <a16:creationId xmlns:a16="http://schemas.microsoft.com/office/drawing/2014/main" id="{3A3010AF-EAEC-48F3-8813-78E0877B5F94}"/>
                </a:ext>
              </a:extLst>
            </p:cNvPr>
            <p:cNvSpPr/>
            <p:nvPr/>
          </p:nvSpPr>
          <p:spPr>
            <a:xfrm flipH="1">
              <a:off x="7140575" y="477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7E748406-C5B0-4897-9D4C-DCE544799A3E}"/>
                </a:ext>
              </a:extLst>
            </p:cNvPr>
            <p:cNvSpPr/>
            <p:nvPr/>
          </p:nvSpPr>
          <p:spPr>
            <a:xfrm flipH="1">
              <a:off x="7140575" y="554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3" name="Rectangle 862">
              <a:extLst>
                <a:ext uri="{FF2B5EF4-FFF2-40B4-BE49-F238E27FC236}">
                  <a16:creationId xmlns:a16="http://schemas.microsoft.com/office/drawing/2014/main" id="{7673665A-D5A1-4DE7-98AE-88CAEDAF4758}"/>
                </a:ext>
              </a:extLst>
            </p:cNvPr>
            <p:cNvSpPr/>
            <p:nvPr/>
          </p:nvSpPr>
          <p:spPr>
            <a:xfrm flipH="1">
              <a:off x="7902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E04C1EB6-6DD3-492C-9F22-81EF7F8B2150}"/>
                </a:ext>
              </a:extLst>
            </p:cNvPr>
            <p:cNvSpPr/>
            <p:nvPr/>
          </p:nvSpPr>
          <p:spPr>
            <a:xfrm flipH="1">
              <a:off x="8664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8ED53CDE-C845-44B5-8D7B-06AA7671E1D7}"/>
                </a:ext>
              </a:extLst>
            </p:cNvPr>
            <p:cNvSpPr/>
            <p:nvPr/>
          </p:nvSpPr>
          <p:spPr>
            <a:xfrm flipH="1">
              <a:off x="7902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936072F6-D781-4C80-8F3A-6680B0B2261A}"/>
                </a:ext>
              </a:extLst>
            </p:cNvPr>
            <p:cNvSpPr/>
            <p:nvPr/>
          </p:nvSpPr>
          <p:spPr>
            <a:xfrm flipH="1">
              <a:off x="8664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EC5CF5B1-F7C3-4FCE-9ECD-BB0E1AFE46A5}"/>
                </a:ext>
              </a:extLst>
            </p:cNvPr>
            <p:cNvSpPr/>
            <p:nvPr/>
          </p:nvSpPr>
          <p:spPr>
            <a:xfrm flipH="1">
              <a:off x="8664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E8FA77B7-EB2C-4C8E-B379-88247205C74C}"/>
                </a:ext>
              </a:extLst>
            </p:cNvPr>
            <p:cNvSpPr/>
            <p:nvPr/>
          </p:nvSpPr>
          <p:spPr>
            <a:xfrm flipH="1">
              <a:off x="9426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9" name="Rectangle 868">
              <a:extLst>
                <a:ext uri="{FF2B5EF4-FFF2-40B4-BE49-F238E27FC236}">
                  <a16:creationId xmlns:a16="http://schemas.microsoft.com/office/drawing/2014/main" id="{852A771B-54EC-474B-88DA-87FA57AADFEB}"/>
                </a:ext>
              </a:extLst>
            </p:cNvPr>
            <p:cNvSpPr/>
            <p:nvPr/>
          </p:nvSpPr>
          <p:spPr>
            <a:xfrm flipH="1">
              <a:off x="9426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0" name="Rectangle 869">
              <a:extLst>
                <a:ext uri="{FF2B5EF4-FFF2-40B4-BE49-F238E27FC236}">
                  <a16:creationId xmlns:a16="http://schemas.microsoft.com/office/drawing/2014/main" id="{DC1CE1C4-2898-4F08-94EF-EBF3D7581BD0}"/>
                </a:ext>
              </a:extLst>
            </p:cNvPr>
            <p:cNvSpPr/>
            <p:nvPr/>
          </p:nvSpPr>
          <p:spPr>
            <a:xfrm flipH="1">
              <a:off x="9426575" y="1730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1" name="Rectangle 870">
              <a:extLst>
                <a:ext uri="{FF2B5EF4-FFF2-40B4-BE49-F238E27FC236}">
                  <a16:creationId xmlns:a16="http://schemas.microsoft.com/office/drawing/2014/main" id="{61AE24FF-A6D8-41B1-9239-8BF478226758}"/>
                </a:ext>
              </a:extLst>
            </p:cNvPr>
            <p:cNvSpPr/>
            <p:nvPr/>
          </p:nvSpPr>
          <p:spPr>
            <a:xfrm flipH="1">
              <a:off x="8664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2" name="Rectangle 871">
              <a:extLst>
                <a:ext uri="{FF2B5EF4-FFF2-40B4-BE49-F238E27FC236}">
                  <a16:creationId xmlns:a16="http://schemas.microsoft.com/office/drawing/2014/main" id="{CA1C0421-2401-4505-BC4E-D567191F16A0}"/>
                </a:ext>
              </a:extLst>
            </p:cNvPr>
            <p:cNvSpPr/>
            <p:nvPr/>
          </p:nvSpPr>
          <p:spPr>
            <a:xfrm flipH="1">
              <a:off x="9426575" y="2492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3" name="Rectangle 872">
              <a:extLst>
                <a:ext uri="{FF2B5EF4-FFF2-40B4-BE49-F238E27FC236}">
                  <a16:creationId xmlns:a16="http://schemas.microsoft.com/office/drawing/2014/main" id="{8A470665-A856-4A8A-B00E-E61D6611C32A}"/>
                </a:ext>
              </a:extLst>
            </p:cNvPr>
            <p:cNvSpPr/>
            <p:nvPr/>
          </p:nvSpPr>
          <p:spPr>
            <a:xfrm flipH="1">
              <a:off x="7140575" y="206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4" name="Rectangle 873">
              <a:extLst>
                <a:ext uri="{FF2B5EF4-FFF2-40B4-BE49-F238E27FC236}">
                  <a16:creationId xmlns:a16="http://schemas.microsoft.com/office/drawing/2014/main" id="{82E82896-B44B-4DF9-A365-AAF0C1F38FAB}"/>
                </a:ext>
              </a:extLst>
            </p:cNvPr>
            <p:cNvSpPr/>
            <p:nvPr/>
          </p:nvSpPr>
          <p:spPr>
            <a:xfrm flipH="1">
              <a:off x="7140575" y="968982"/>
              <a:ext cx="762000" cy="7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01D4C5-10C5-4FD6-95BE-83DEC3C483AD}"/>
              </a:ext>
            </a:extLst>
          </p:cNvPr>
          <p:cNvGrpSpPr/>
          <p:nvPr/>
        </p:nvGrpSpPr>
        <p:grpSpPr>
          <a:xfrm>
            <a:off x="4046483" y="426317"/>
            <a:ext cx="6149795" cy="6095995"/>
            <a:chOff x="4046483" y="426317"/>
            <a:chExt cx="6149795" cy="6095995"/>
          </a:xfrm>
        </p:grpSpPr>
        <p:grpSp>
          <p:nvGrpSpPr>
            <p:cNvPr id="1515" name="Group 1514">
              <a:extLst>
                <a:ext uri="{FF2B5EF4-FFF2-40B4-BE49-F238E27FC236}">
                  <a16:creationId xmlns:a16="http://schemas.microsoft.com/office/drawing/2014/main" id="{F17040C9-003E-4DC4-BF84-39A3C0151114}"/>
                </a:ext>
              </a:extLst>
            </p:cNvPr>
            <p:cNvGrpSpPr/>
            <p:nvPr/>
          </p:nvGrpSpPr>
          <p:grpSpPr>
            <a:xfrm>
              <a:off x="4046483" y="426317"/>
              <a:ext cx="6149795" cy="6095995"/>
              <a:chOff x="4066630" y="206887"/>
              <a:chExt cx="6110587" cy="6057135"/>
            </a:xfrm>
          </p:grpSpPr>
          <p:grpSp>
            <p:nvGrpSpPr>
              <p:cNvPr id="1516" name="Group 1515">
                <a:extLst>
                  <a:ext uri="{FF2B5EF4-FFF2-40B4-BE49-F238E27FC236}">
                    <a16:creationId xmlns:a16="http://schemas.microsoft.com/office/drawing/2014/main" id="{3BAEF75F-5432-4CA9-93DF-E4049EADB71A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1532" name="Group 1531">
                  <a:extLst>
                    <a:ext uri="{FF2B5EF4-FFF2-40B4-BE49-F238E27FC236}">
                      <a16:creationId xmlns:a16="http://schemas.microsoft.com/office/drawing/2014/main" id="{2F881305-CB74-49F8-B339-32B76F1B1524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1541" name="Straight Connector 1540">
                    <a:extLst>
                      <a:ext uri="{FF2B5EF4-FFF2-40B4-BE49-F238E27FC236}">
                        <a16:creationId xmlns:a16="http://schemas.microsoft.com/office/drawing/2014/main" id="{4A06D160-FBE0-4A54-9911-D8CF7676BE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2" name="Straight Connector 1541">
                    <a:extLst>
                      <a:ext uri="{FF2B5EF4-FFF2-40B4-BE49-F238E27FC236}">
                        <a16:creationId xmlns:a16="http://schemas.microsoft.com/office/drawing/2014/main" id="{9D9C47EB-6074-4660-9379-4537E9F568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3" name="Straight Connector 1542">
                    <a:extLst>
                      <a:ext uri="{FF2B5EF4-FFF2-40B4-BE49-F238E27FC236}">
                        <a16:creationId xmlns:a16="http://schemas.microsoft.com/office/drawing/2014/main" id="{84683FE8-ABC1-4F07-8159-9786AEB8D3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4" name="Straight Connector 1543">
                    <a:extLst>
                      <a:ext uri="{FF2B5EF4-FFF2-40B4-BE49-F238E27FC236}">
                        <a16:creationId xmlns:a16="http://schemas.microsoft.com/office/drawing/2014/main" id="{E0EE2D57-AB7D-4B7A-B84C-4D52242C48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4085" y="4773349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5" name="Straight Connector 1544">
                    <a:extLst>
                      <a:ext uri="{FF2B5EF4-FFF2-40B4-BE49-F238E27FC236}">
                        <a16:creationId xmlns:a16="http://schemas.microsoft.com/office/drawing/2014/main" id="{10815560-FDA1-4262-9054-09B5B24BA2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4011494"/>
                    <a:ext cx="0" cy="154355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6" name="Straight Connector 1545">
                    <a:extLst>
                      <a:ext uri="{FF2B5EF4-FFF2-40B4-BE49-F238E27FC236}">
                        <a16:creationId xmlns:a16="http://schemas.microsoft.com/office/drawing/2014/main" id="{FC30D036-6634-43B1-B98B-F7B5D5D13D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7" name="Straight Connector 1546">
                    <a:extLst>
                      <a:ext uri="{FF2B5EF4-FFF2-40B4-BE49-F238E27FC236}">
                        <a16:creationId xmlns:a16="http://schemas.microsoft.com/office/drawing/2014/main" id="{29A6B166-143F-4332-A3AF-90A028D1E5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8" name="Straight Connector 1547">
                    <a:extLst>
                      <a:ext uri="{FF2B5EF4-FFF2-40B4-BE49-F238E27FC236}">
                        <a16:creationId xmlns:a16="http://schemas.microsoft.com/office/drawing/2014/main" id="{FD4F1044-1205-423F-B22E-1712FCC576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9" name="Straight Connector 1548">
                    <a:extLst>
                      <a:ext uri="{FF2B5EF4-FFF2-40B4-BE49-F238E27FC236}">
                        <a16:creationId xmlns:a16="http://schemas.microsoft.com/office/drawing/2014/main" id="{ADE61EC5-4F49-4699-B044-9275A82AE2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33" name="Group 1532">
                  <a:extLst>
                    <a:ext uri="{FF2B5EF4-FFF2-40B4-BE49-F238E27FC236}">
                      <a16:creationId xmlns:a16="http://schemas.microsoft.com/office/drawing/2014/main" id="{F59D6802-8B45-4812-BF68-5503F00B5FFB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1534" name="Straight Connector 1533">
                    <a:extLst>
                      <a:ext uri="{FF2B5EF4-FFF2-40B4-BE49-F238E27FC236}">
                        <a16:creationId xmlns:a16="http://schemas.microsoft.com/office/drawing/2014/main" id="{5AF667E4-8676-4A34-9576-11C61F7C40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5" name="Straight Connector 1534">
                    <a:extLst>
                      <a:ext uri="{FF2B5EF4-FFF2-40B4-BE49-F238E27FC236}">
                        <a16:creationId xmlns:a16="http://schemas.microsoft.com/office/drawing/2014/main" id="{23CBB3D6-92C3-4E0A-BF06-3696197DCE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6" name="Straight Connector 1535">
                    <a:extLst>
                      <a:ext uri="{FF2B5EF4-FFF2-40B4-BE49-F238E27FC236}">
                        <a16:creationId xmlns:a16="http://schemas.microsoft.com/office/drawing/2014/main" id="{3C25D2CE-49B3-468D-BCFE-F1EA01C93A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7" name="Straight Connector 1536">
                    <a:extLst>
                      <a:ext uri="{FF2B5EF4-FFF2-40B4-BE49-F238E27FC236}">
                        <a16:creationId xmlns:a16="http://schemas.microsoft.com/office/drawing/2014/main" id="{9BEEAEE3-071D-406A-94A6-6A9E5D222B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8" name="Straight Connector 1537">
                    <a:extLst>
                      <a:ext uri="{FF2B5EF4-FFF2-40B4-BE49-F238E27FC236}">
                        <a16:creationId xmlns:a16="http://schemas.microsoft.com/office/drawing/2014/main" id="{2D22E066-5B99-4653-956F-63515E1C84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9" name="Straight Connector 1538">
                    <a:extLst>
                      <a:ext uri="{FF2B5EF4-FFF2-40B4-BE49-F238E27FC236}">
                        <a16:creationId xmlns:a16="http://schemas.microsoft.com/office/drawing/2014/main" id="{B422E2E3-CC87-4477-9FE3-522E1ADEE7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17" name="Group 1516">
                <a:extLst>
                  <a:ext uri="{FF2B5EF4-FFF2-40B4-BE49-F238E27FC236}">
                    <a16:creationId xmlns:a16="http://schemas.microsoft.com/office/drawing/2014/main" id="{7B47204E-8E0C-42D8-A0BA-D6F6C2317466}"/>
                  </a:ext>
                </a:extLst>
              </p:cNvPr>
              <p:cNvGrpSpPr/>
              <p:nvPr/>
            </p:nvGrpSpPr>
            <p:grpSpPr>
              <a:xfrm rot="5400000">
                <a:off x="4815689" y="198600"/>
                <a:ext cx="4607388" cy="6105503"/>
                <a:chOff x="4823986" y="192985"/>
                <a:chExt cx="4607388" cy="6105503"/>
              </a:xfrm>
            </p:grpSpPr>
            <p:grpSp>
              <p:nvGrpSpPr>
                <p:cNvPr id="1518" name="Group 1517">
                  <a:extLst>
                    <a:ext uri="{FF2B5EF4-FFF2-40B4-BE49-F238E27FC236}">
                      <a16:creationId xmlns:a16="http://schemas.microsoft.com/office/drawing/2014/main" id="{E663D5F4-B032-4E18-8DE1-B3BA4AA369AF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1526" name="Straight Connector 1525">
                    <a:extLst>
                      <a:ext uri="{FF2B5EF4-FFF2-40B4-BE49-F238E27FC236}">
                        <a16:creationId xmlns:a16="http://schemas.microsoft.com/office/drawing/2014/main" id="{2DDC439A-E09D-44BF-8B72-5195E5E03D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7" name="Straight Connector 1526">
                    <a:extLst>
                      <a:ext uri="{FF2B5EF4-FFF2-40B4-BE49-F238E27FC236}">
                        <a16:creationId xmlns:a16="http://schemas.microsoft.com/office/drawing/2014/main" id="{BD7E8DA5-AAFC-4FF2-834D-157B7BB74E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8" name="Straight Connector 1527">
                    <a:extLst>
                      <a:ext uri="{FF2B5EF4-FFF2-40B4-BE49-F238E27FC236}">
                        <a16:creationId xmlns:a16="http://schemas.microsoft.com/office/drawing/2014/main" id="{37E675C3-53E7-415B-9EE3-E54B8CD0D1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9" name="Straight Connector 1528">
                    <a:extLst>
                      <a:ext uri="{FF2B5EF4-FFF2-40B4-BE49-F238E27FC236}">
                        <a16:creationId xmlns:a16="http://schemas.microsoft.com/office/drawing/2014/main" id="{2E9B8A27-3F33-41EE-A903-0116B93B5A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0" name="Straight Connector 1529">
                    <a:extLst>
                      <a:ext uri="{FF2B5EF4-FFF2-40B4-BE49-F238E27FC236}">
                        <a16:creationId xmlns:a16="http://schemas.microsoft.com/office/drawing/2014/main" id="{F8B1630C-2FF1-4DD2-8B4C-BF05E2126A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1" name="Straight Connector 1530">
                    <a:extLst>
                      <a:ext uri="{FF2B5EF4-FFF2-40B4-BE49-F238E27FC236}">
                        <a16:creationId xmlns:a16="http://schemas.microsoft.com/office/drawing/2014/main" id="{D9BBA7A5-1D4E-4196-B16B-A281FEF317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19" name="Group 1518">
                  <a:extLst>
                    <a:ext uri="{FF2B5EF4-FFF2-40B4-BE49-F238E27FC236}">
                      <a16:creationId xmlns:a16="http://schemas.microsoft.com/office/drawing/2014/main" id="{4C593B63-0ABA-459D-9CD6-9651A9A731DE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5"/>
                  <a:ext cx="3833457" cy="3803646"/>
                  <a:chOff x="4854992" y="2512244"/>
                  <a:chExt cx="3833457" cy="3803646"/>
                </a:xfrm>
              </p:grpSpPr>
              <p:cxnSp>
                <p:nvCxnSpPr>
                  <p:cNvPr id="1520" name="Straight Connector 1519">
                    <a:extLst>
                      <a:ext uri="{FF2B5EF4-FFF2-40B4-BE49-F238E27FC236}">
                        <a16:creationId xmlns:a16="http://schemas.microsoft.com/office/drawing/2014/main" id="{CE100224-7191-4C38-A2AE-1DCAA7EC37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1" name="Straight Connector 1520">
                    <a:extLst>
                      <a:ext uri="{FF2B5EF4-FFF2-40B4-BE49-F238E27FC236}">
                        <a16:creationId xmlns:a16="http://schemas.microsoft.com/office/drawing/2014/main" id="{53C814C1-B681-4D01-8525-145B183280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2" name="Straight Connector 1521">
                    <a:extLst>
                      <a:ext uri="{FF2B5EF4-FFF2-40B4-BE49-F238E27FC236}">
                        <a16:creationId xmlns:a16="http://schemas.microsoft.com/office/drawing/2014/main" id="{E1BF3FAA-84A1-4E48-881B-A184B48A9F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26202" y="5941611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3" name="Straight Connector 1522">
                    <a:extLst>
                      <a:ext uri="{FF2B5EF4-FFF2-40B4-BE49-F238E27FC236}">
                        <a16:creationId xmlns:a16="http://schemas.microsoft.com/office/drawing/2014/main" id="{86F88E20-432E-4565-9B74-7A2475F167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4" name="Straight Connector 1523">
                    <a:extLst>
                      <a:ext uri="{FF2B5EF4-FFF2-40B4-BE49-F238E27FC236}">
                        <a16:creationId xmlns:a16="http://schemas.microsoft.com/office/drawing/2014/main" id="{0D47C7AB-ED2B-4BA5-A24C-CAB26FB6F9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5" name="Straight Connector 1524">
                    <a:extLst>
                      <a:ext uri="{FF2B5EF4-FFF2-40B4-BE49-F238E27FC236}">
                        <a16:creationId xmlns:a16="http://schemas.microsoft.com/office/drawing/2014/main" id="{422292AE-16A5-43B2-ACCA-75EECAF27C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Straight Connector 421">
                    <a:extLst>
                      <a:ext uri="{FF2B5EF4-FFF2-40B4-BE49-F238E27FC236}">
                        <a16:creationId xmlns:a16="http://schemas.microsoft.com/office/drawing/2014/main" id="{02703D80-AF95-4BC3-BE23-70815746A2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480713" y="5941611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3" name="Straight Connector 422">
                    <a:extLst>
                      <a:ext uri="{FF2B5EF4-FFF2-40B4-BE49-F238E27FC236}">
                        <a16:creationId xmlns:a16="http://schemas.microsoft.com/office/drawing/2014/main" id="{2CB018F2-D641-4248-9341-ECAA0A5113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428" y="5153794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1550" name="Group 1549">
              <a:extLst>
                <a:ext uri="{FF2B5EF4-FFF2-40B4-BE49-F238E27FC236}">
                  <a16:creationId xmlns:a16="http://schemas.microsoft.com/office/drawing/2014/main" id="{18CB4E8C-09F5-468C-ADA3-A44C32737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582396" y="1948793"/>
              <a:ext cx="3077969" cy="3051042"/>
              <a:chOff x="4066630" y="206887"/>
              <a:chExt cx="6110587" cy="6057135"/>
            </a:xfrm>
          </p:grpSpPr>
          <p:grpSp>
            <p:nvGrpSpPr>
              <p:cNvPr id="1551" name="Group 1550">
                <a:extLst>
                  <a:ext uri="{FF2B5EF4-FFF2-40B4-BE49-F238E27FC236}">
                    <a16:creationId xmlns:a16="http://schemas.microsoft.com/office/drawing/2014/main" id="{8A6832D4-A4AE-4669-9781-8AEFB640B853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1567" name="Group 1566">
                  <a:extLst>
                    <a:ext uri="{FF2B5EF4-FFF2-40B4-BE49-F238E27FC236}">
                      <a16:creationId xmlns:a16="http://schemas.microsoft.com/office/drawing/2014/main" id="{56E9014C-F043-4662-B31E-B4A177B54809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1576" name="Straight Connector 1575">
                    <a:extLst>
                      <a:ext uri="{FF2B5EF4-FFF2-40B4-BE49-F238E27FC236}">
                        <a16:creationId xmlns:a16="http://schemas.microsoft.com/office/drawing/2014/main" id="{C4FE9C2C-5B42-4407-8EDE-DA8A63942D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7" name="Straight Connector 1576">
                    <a:extLst>
                      <a:ext uri="{FF2B5EF4-FFF2-40B4-BE49-F238E27FC236}">
                        <a16:creationId xmlns:a16="http://schemas.microsoft.com/office/drawing/2014/main" id="{18422972-F839-459C-8A5E-0F799332EC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8" name="Straight Connector 1577">
                    <a:extLst>
                      <a:ext uri="{FF2B5EF4-FFF2-40B4-BE49-F238E27FC236}">
                        <a16:creationId xmlns:a16="http://schemas.microsoft.com/office/drawing/2014/main" id="{2132B5C4-19AF-4C1D-B87D-13557FF58D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9" name="Straight Connector 1578">
                    <a:extLst>
                      <a:ext uri="{FF2B5EF4-FFF2-40B4-BE49-F238E27FC236}">
                        <a16:creationId xmlns:a16="http://schemas.microsoft.com/office/drawing/2014/main" id="{6263C211-38D4-4BDA-BF8A-04E9B55E86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78775" y="4773348"/>
                    <a:ext cx="0" cy="754725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0" name="Straight Connector 1579">
                    <a:extLst>
                      <a:ext uri="{FF2B5EF4-FFF2-40B4-BE49-F238E27FC236}">
                        <a16:creationId xmlns:a16="http://schemas.microsoft.com/office/drawing/2014/main" id="{1784FFBD-1E70-4E06-BD18-B2F8FA4FD8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3984525"/>
                    <a:ext cx="0" cy="154355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1" name="Straight Connector 1580">
                    <a:extLst>
                      <a:ext uri="{FF2B5EF4-FFF2-40B4-BE49-F238E27FC236}">
                        <a16:creationId xmlns:a16="http://schemas.microsoft.com/office/drawing/2014/main" id="{F653669D-04A4-4A2F-91B0-4417170A9B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2" name="Straight Connector 1581">
                    <a:extLst>
                      <a:ext uri="{FF2B5EF4-FFF2-40B4-BE49-F238E27FC236}">
                        <a16:creationId xmlns:a16="http://schemas.microsoft.com/office/drawing/2014/main" id="{E54839EA-75E9-4C8E-A36B-CC5884E7DA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3" name="Straight Connector 1582">
                    <a:extLst>
                      <a:ext uri="{FF2B5EF4-FFF2-40B4-BE49-F238E27FC236}">
                        <a16:creationId xmlns:a16="http://schemas.microsoft.com/office/drawing/2014/main" id="{43668F6B-D416-45CB-BE90-32B1C51AA2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4" name="Straight Connector 1583">
                    <a:extLst>
                      <a:ext uri="{FF2B5EF4-FFF2-40B4-BE49-F238E27FC236}">
                        <a16:creationId xmlns:a16="http://schemas.microsoft.com/office/drawing/2014/main" id="{724EFA52-80D8-4BBD-BF73-BBE1BB9B54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68" name="Group 1567">
                  <a:extLst>
                    <a:ext uri="{FF2B5EF4-FFF2-40B4-BE49-F238E27FC236}">
                      <a16:creationId xmlns:a16="http://schemas.microsoft.com/office/drawing/2014/main" id="{32A61C76-DD75-4A20-AED5-5E6558719C14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1569" name="Straight Connector 1568">
                    <a:extLst>
                      <a:ext uri="{FF2B5EF4-FFF2-40B4-BE49-F238E27FC236}">
                        <a16:creationId xmlns:a16="http://schemas.microsoft.com/office/drawing/2014/main" id="{2DC7F7DF-1359-478C-826D-3F9961C0BC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0" name="Straight Connector 1569">
                    <a:extLst>
                      <a:ext uri="{FF2B5EF4-FFF2-40B4-BE49-F238E27FC236}">
                        <a16:creationId xmlns:a16="http://schemas.microsoft.com/office/drawing/2014/main" id="{6D02D431-001F-42B6-9921-C9EE25AC22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1" name="Straight Connector 1570">
                    <a:extLst>
                      <a:ext uri="{FF2B5EF4-FFF2-40B4-BE49-F238E27FC236}">
                        <a16:creationId xmlns:a16="http://schemas.microsoft.com/office/drawing/2014/main" id="{1EC30E4F-7534-4B66-95F0-BCD1B65DAF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2" name="Straight Connector 1571">
                    <a:extLst>
                      <a:ext uri="{FF2B5EF4-FFF2-40B4-BE49-F238E27FC236}">
                        <a16:creationId xmlns:a16="http://schemas.microsoft.com/office/drawing/2014/main" id="{C3FF388B-59E9-479B-B209-19837EA473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3" name="Straight Connector 1572">
                    <a:extLst>
                      <a:ext uri="{FF2B5EF4-FFF2-40B4-BE49-F238E27FC236}">
                        <a16:creationId xmlns:a16="http://schemas.microsoft.com/office/drawing/2014/main" id="{F924E5EB-0F6F-43E6-A70B-1A64396357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4" name="Straight Connector 1573">
                    <a:extLst>
                      <a:ext uri="{FF2B5EF4-FFF2-40B4-BE49-F238E27FC236}">
                        <a16:creationId xmlns:a16="http://schemas.microsoft.com/office/drawing/2014/main" id="{EF940881-A8B2-417E-8940-F573B97793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52" name="Group 1551">
                <a:extLst>
                  <a:ext uri="{FF2B5EF4-FFF2-40B4-BE49-F238E27FC236}">
                    <a16:creationId xmlns:a16="http://schemas.microsoft.com/office/drawing/2014/main" id="{8C3753FE-C39A-473C-9432-DD8C8C3E705C}"/>
                  </a:ext>
                </a:extLst>
              </p:cNvPr>
              <p:cNvGrpSpPr/>
              <p:nvPr/>
            </p:nvGrpSpPr>
            <p:grpSpPr>
              <a:xfrm rot="5400000">
                <a:off x="4835339" y="178951"/>
                <a:ext cx="4568089" cy="6105503"/>
                <a:chOff x="4823986" y="192985"/>
                <a:chExt cx="4568089" cy="6105503"/>
              </a:xfrm>
            </p:grpSpPr>
            <p:grpSp>
              <p:nvGrpSpPr>
                <p:cNvPr id="1553" name="Group 1552">
                  <a:extLst>
                    <a:ext uri="{FF2B5EF4-FFF2-40B4-BE49-F238E27FC236}">
                      <a16:creationId xmlns:a16="http://schemas.microsoft.com/office/drawing/2014/main" id="{1B034228-36F8-49D2-9325-B09574C08CA1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1561" name="Straight Connector 1560">
                    <a:extLst>
                      <a:ext uri="{FF2B5EF4-FFF2-40B4-BE49-F238E27FC236}">
                        <a16:creationId xmlns:a16="http://schemas.microsoft.com/office/drawing/2014/main" id="{B6446367-8DBE-479B-A43A-31F8F30721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2" name="Straight Connector 1561">
                    <a:extLst>
                      <a:ext uri="{FF2B5EF4-FFF2-40B4-BE49-F238E27FC236}">
                        <a16:creationId xmlns:a16="http://schemas.microsoft.com/office/drawing/2014/main" id="{9E87932C-ABD6-4CBB-9128-F880B4BED2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3" name="Straight Connector 1562">
                    <a:extLst>
                      <a:ext uri="{FF2B5EF4-FFF2-40B4-BE49-F238E27FC236}">
                        <a16:creationId xmlns:a16="http://schemas.microsoft.com/office/drawing/2014/main" id="{4D642775-BD9E-426D-9B3B-8E11F6CA69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4" name="Straight Connector 1563">
                    <a:extLst>
                      <a:ext uri="{FF2B5EF4-FFF2-40B4-BE49-F238E27FC236}">
                        <a16:creationId xmlns:a16="http://schemas.microsoft.com/office/drawing/2014/main" id="{E4FB2C1A-5539-4CB4-9A48-293D9BEFD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5" name="Straight Connector 1564">
                    <a:extLst>
                      <a:ext uri="{FF2B5EF4-FFF2-40B4-BE49-F238E27FC236}">
                        <a16:creationId xmlns:a16="http://schemas.microsoft.com/office/drawing/2014/main" id="{08F3674B-36B6-4AE5-A0A8-2537C78906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6" name="Straight Connector 1565">
                    <a:extLst>
                      <a:ext uri="{FF2B5EF4-FFF2-40B4-BE49-F238E27FC236}">
                        <a16:creationId xmlns:a16="http://schemas.microsoft.com/office/drawing/2014/main" id="{63B545BD-B4DC-4388-936A-012E98899E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54" name="Group 1553">
                  <a:extLst>
                    <a:ext uri="{FF2B5EF4-FFF2-40B4-BE49-F238E27FC236}">
                      <a16:creationId xmlns:a16="http://schemas.microsoft.com/office/drawing/2014/main" id="{4662A4B6-E484-47B3-B143-69E888F0AFA1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5"/>
                  <a:ext cx="3794158" cy="3803646"/>
                  <a:chOff x="4894291" y="2512244"/>
                  <a:chExt cx="3794158" cy="3803646"/>
                </a:xfrm>
              </p:grpSpPr>
              <p:cxnSp>
                <p:nvCxnSpPr>
                  <p:cNvPr id="1555" name="Straight Connector 1554">
                    <a:extLst>
                      <a:ext uri="{FF2B5EF4-FFF2-40B4-BE49-F238E27FC236}">
                        <a16:creationId xmlns:a16="http://schemas.microsoft.com/office/drawing/2014/main" id="{57C2AA9A-D25B-49BF-901F-DD77DC6C2E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6" name="Straight Connector 1555">
                    <a:extLst>
                      <a:ext uri="{FF2B5EF4-FFF2-40B4-BE49-F238E27FC236}">
                        <a16:creationId xmlns:a16="http://schemas.microsoft.com/office/drawing/2014/main" id="{6EDF4429-BE81-4E18-9643-F25481E1B5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7" name="Straight Connector 1556">
                    <a:extLst>
                      <a:ext uri="{FF2B5EF4-FFF2-40B4-BE49-F238E27FC236}">
                        <a16:creationId xmlns:a16="http://schemas.microsoft.com/office/drawing/2014/main" id="{3308D02E-BB57-4AD9-ADEC-1D799D03B5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67772" y="5941611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8" name="Straight Connector 1557">
                    <a:extLst>
                      <a:ext uri="{FF2B5EF4-FFF2-40B4-BE49-F238E27FC236}">
                        <a16:creationId xmlns:a16="http://schemas.microsoft.com/office/drawing/2014/main" id="{4DFFCFF9-1B63-49F9-9AAF-84D6ECA90E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9" name="Straight Connector 1558">
                    <a:extLst>
                      <a:ext uri="{FF2B5EF4-FFF2-40B4-BE49-F238E27FC236}">
                        <a16:creationId xmlns:a16="http://schemas.microsoft.com/office/drawing/2014/main" id="{C262ECF9-C4C3-4412-9963-BDBAA75C10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0" name="Straight Connector 1559">
                    <a:extLst>
                      <a:ext uri="{FF2B5EF4-FFF2-40B4-BE49-F238E27FC236}">
                        <a16:creationId xmlns:a16="http://schemas.microsoft.com/office/drawing/2014/main" id="{F4877E54-FFB5-48A9-A6DA-9DDF5C8E4D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3A7264F5-9A06-4451-B361-3A50ED5077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2" y="5884126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5" name="Straight Connector 344">
                    <a:extLst>
                      <a:ext uri="{FF2B5EF4-FFF2-40B4-BE49-F238E27FC236}">
                        <a16:creationId xmlns:a16="http://schemas.microsoft.com/office/drawing/2014/main" id="{A787ED4F-0A60-4353-BBFB-70A92519CA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84381" y="5138598"/>
                    <a:ext cx="748558" cy="0"/>
                  </a:xfrm>
                  <a:prstGeom prst="line">
                    <a:avLst/>
                  </a:prstGeom>
                  <a:ln w="57150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092" name="Group 2091">
            <a:extLst>
              <a:ext uri="{FF2B5EF4-FFF2-40B4-BE49-F238E27FC236}">
                <a16:creationId xmlns:a16="http://schemas.microsoft.com/office/drawing/2014/main" id="{A2CEA6B6-001B-4D2B-BB9E-F113633D0B99}"/>
              </a:ext>
            </a:extLst>
          </p:cNvPr>
          <p:cNvGrpSpPr>
            <a:grpSpLocks noChangeAspect="1"/>
          </p:cNvGrpSpPr>
          <p:nvPr/>
        </p:nvGrpSpPr>
        <p:grpSpPr>
          <a:xfrm>
            <a:off x="6345670" y="2705390"/>
            <a:ext cx="1545436" cy="1537849"/>
            <a:chOff x="4046483" y="426317"/>
            <a:chExt cx="6126072" cy="6095995"/>
          </a:xfrm>
        </p:grpSpPr>
        <p:grpSp>
          <p:nvGrpSpPr>
            <p:cNvPr id="2093" name="Group 2092">
              <a:extLst>
                <a:ext uri="{FF2B5EF4-FFF2-40B4-BE49-F238E27FC236}">
                  <a16:creationId xmlns:a16="http://schemas.microsoft.com/office/drawing/2014/main" id="{FAEE050A-DFA5-4588-B48C-B833487D4BFA}"/>
                </a:ext>
              </a:extLst>
            </p:cNvPr>
            <p:cNvGrpSpPr/>
            <p:nvPr/>
          </p:nvGrpSpPr>
          <p:grpSpPr>
            <a:xfrm>
              <a:off x="4046483" y="426317"/>
              <a:ext cx="6126072" cy="6095995"/>
              <a:chOff x="4066630" y="206887"/>
              <a:chExt cx="6087016" cy="6057135"/>
            </a:xfrm>
          </p:grpSpPr>
          <p:grpSp>
            <p:nvGrpSpPr>
              <p:cNvPr id="2129" name="Group 2128">
                <a:extLst>
                  <a:ext uri="{FF2B5EF4-FFF2-40B4-BE49-F238E27FC236}">
                    <a16:creationId xmlns:a16="http://schemas.microsoft.com/office/drawing/2014/main" id="{78EA060D-6FAE-411A-A6D5-8336F668AA91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058695" cy="6057135"/>
                <a:chOff x="4066630" y="206887"/>
                <a:chExt cx="6058695" cy="6057135"/>
              </a:xfrm>
            </p:grpSpPr>
            <p:grpSp>
              <p:nvGrpSpPr>
                <p:cNvPr id="2145" name="Group 2144">
                  <a:extLst>
                    <a:ext uri="{FF2B5EF4-FFF2-40B4-BE49-F238E27FC236}">
                      <a16:creationId xmlns:a16="http://schemas.microsoft.com/office/drawing/2014/main" id="{CC4E5FA4-9141-44CA-901D-DE0F09619004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058695" cy="5301224"/>
                  <a:chOff x="4066630" y="962798"/>
                  <a:chExt cx="6058695" cy="5301224"/>
                </a:xfrm>
              </p:grpSpPr>
              <p:cxnSp>
                <p:nvCxnSpPr>
                  <p:cNvPr id="2154" name="Straight Connector 2153">
                    <a:extLst>
                      <a:ext uri="{FF2B5EF4-FFF2-40B4-BE49-F238E27FC236}">
                        <a16:creationId xmlns:a16="http://schemas.microsoft.com/office/drawing/2014/main" id="{D827FC27-8643-40F8-B47B-33E90ABC65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5" name="Straight Connector 2154">
                    <a:extLst>
                      <a:ext uri="{FF2B5EF4-FFF2-40B4-BE49-F238E27FC236}">
                        <a16:creationId xmlns:a16="http://schemas.microsoft.com/office/drawing/2014/main" id="{5470825B-8B65-422A-8910-D849AF867C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6" name="Straight Connector 2155">
                    <a:extLst>
                      <a:ext uri="{FF2B5EF4-FFF2-40B4-BE49-F238E27FC236}">
                        <a16:creationId xmlns:a16="http://schemas.microsoft.com/office/drawing/2014/main" id="{DCC1E2D7-3AA0-4EAF-9945-24BB225584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7" name="Straight Connector 2156">
                    <a:extLst>
                      <a:ext uri="{FF2B5EF4-FFF2-40B4-BE49-F238E27FC236}">
                        <a16:creationId xmlns:a16="http://schemas.microsoft.com/office/drawing/2014/main" id="{CC0927FF-2400-4DAA-A726-C1527BB80F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23574" y="4773347"/>
                    <a:ext cx="0" cy="754727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8" name="Straight Connector 2157">
                    <a:extLst>
                      <a:ext uri="{FF2B5EF4-FFF2-40B4-BE49-F238E27FC236}">
                        <a16:creationId xmlns:a16="http://schemas.microsoft.com/office/drawing/2014/main" id="{1217D9BC-4A73-42E8-AE79-8B4B6A624B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25325" y="3984527"/>
                    <a:ext cx="0" cy="1543552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9" name="Straight Connector 2158">
                    <a:extLst>
                      <a:ext uri="{FF2B5EF4-FFF2-40B4-BE49-F238E27FC236}">
                        <a16:creationId xmlns:a16="http://schemas.microsoft.com/office/drawing/2014/main" id="{CAD0FE90-52AE-46E6-A10F-9F08865222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0" name="Straight Connector 2159">
                    <a:extLst>
                      <a:ext uri="{FF2B5EF4-FFF2-40B4-BE49-F238E27FC236}">
                        <a16:creationId xmlns:a16="http://schemas.microsoft.com/office/drawing/2014/main" id="{1492E1E5-1AFE-488F-AB08-7A823D2014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1" name="Straight Connector 2160">
                    <a:extLst>
                      <a:ext uri="{FF2B5EF4-FFF2-40B4-BE49-F238E27FC236}">
                        <a16:creationId xmlns:a16="http://schemas.microsoft.com/office/drawing/2014/main" id="{7B783600-62A9-4D0D-9847-8C54CA1299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2" name="Straight Connector 2161">
                    <a:extLst>
                      <a:ext uri="{FF2B5EF4-FFF2-40B4-BE49-F238E27FC236}">
                        <a16:creationId xmlns:a16="http://schemas.microsoft.com/office/drawing/2014/main" id="{9F7B4C41-293D-40B8-A4FA-89FD3AF734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46" name="Group 2145">
                  <a:extLst>
                    <a:ext uri="{FF2B5EF4-FFF2-40B4-BE49-F238E27FC236}">
                      <a16:creationId xmlns:a16="http://schemas.microsoft.com/office/drawing/2014/main" id="{2108EA7C-3470-49D9-A335-FD155023AE50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2147" name="Straight Connector 2146">
                    <a:extLst>
                      <a:ext uri="{FF2B5EF4-FFF2-40B4-BE49-F238E27FC236}">
                        <a16:creationId xmlns:a16="http://schemas.microsoft.com/office/drawing/2014/main" id="{C43ECB6D-E4F0-4414-95B2-1A0247415A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8" name="Straight Connector 2147">
                    <a:extLst>
                      <a:ext uri="{FF2B5EF4-FFF2-40B4-BE49-F238E27FC236}">
                        <a16:creationId xmlns:a16="http://schemas.microsoft.com/office/drawing/2014/main" id="{B88BF254-6069-4094-9762-331D4588BD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9" name="Straight Connector 2148">
                    <a:extLst>
                      <a:ext uri="{FF2B5EF4-FFF2-40B4-BE49-F238E27FC236}">
                        <a16:creationId xmlns:a16="http://schemas.microsoft.com/office/drawing/2014/main" id="{9382DC1F-ABF9-49FC-919A-4541FABD87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0" name="Straight Connector 2149">
                    <a:extLst>
                      <a:ext uri="{FF2B5EF4-FFF2-40B4-BE49-F238E27FC236}">
                        <a16:creationId xmlns:a16="http://schemas.microsoft.com/office/drawing/2014/main" id="{EA8972F9-B2A5-458C-A4E4-B41935C60A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1" name="Straight Connector 2150">
                    <a:extLst>
                      <a:ext uri="{FF2B5EF4-FFF2-40B4-BE49-F238E27FC236}">
                        <a16:creationId xmlns:a16="http://schemas.microsoft.com/office/drawing/2014/main" id="{9862E582-404B-4261-BE39-977CAC9FAD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2" name="Straight Connector 2151">
                    <a:extLst>
                      <a:ext uri="{FF2B5EF4-FFF2-40B4-BE49-F238E27FC236}">
                        <a16:creationId xmlns:a16="http://schemas.microsoft.com/office/drawing/2014/main" id="{24176004-75D4-4B68-A8B8-15B8E46E67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130" name="Group 2129">
                <a:extLst>
                  <a:ext uri="{FF2B5EF4-FFF2-40B4-BE49-F238E27FC236}">
                    <a16:creationId xmlns:a16="http://schemas.microsoft.com/office/drawing/2014/main" id="{7121E518-DBAA-4EDE-9057-C9EE5A0A839E}"/>
                  </a:ext>
                </a:extLst>
              </p:cNvPr>
              <p:cNvGrpSpPr/>
              <p:nvPr/>
            </p:nvGrpSpPr>
            <p:grpSpPr>
              <a:xfrm rot="5400000">
                <a:off x="4826095" y="188195"/>
                <a:ext cx="4568088" cy="6087014"/>
                <a:chOff x="4823986" y="211474"/>
                <a:chExt cx="4568088" cy="6087014"/>
              </a:xfrm>
            </p:grpSpPr>
            <p:grpSp>
              <p:nvGrpSpPr>
                <p:cNvPr id="2131" name="Group 2130">
                  <a:extLst>
                    <a:ext uri="{FF2B5EF4-FFF2-40B4-BE49-F238E27FC236}">
                      <a16:creationId xmlns:a16="http://schemas.microsoft.com/office/drawing/2014/main" id="{B7ADC240-1225-431A-A522-CCAC82A62109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2139" name="Straight Connector 2138">
                    <a:extLst>
                      <a:ext uri="{FF2B5EF4-FFF2-40B4-BE49-F238E27FC236}">
                        <a16:creationId xmlns:a16="http://schemas.microsoft.com/office/drawing/2014/main" id="{0C35D57D-9F09-44ED-B7AB-EAE95272DA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0" name="Straight Connector 2139">
                    <a:extLst>
                      <a:ext uri="{FF2B5EF4-FFF2-40B4-BE49-F238E27FC236}">
                        <a16:creationId xmlns:a16="http://schemas.microsoft.com/office/drawing/2014/main" id="{5397F949-B998-4130-A225-C30BFFB59E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1" name="Straight Connector 2140">
                    <a:extLst>
                      <a:ext uri="{FF2B5EF4-FFF2-40B4-BE49-F238E27FC236}">
                        <a16:creationId xmlns:a16="http://schemas.microsoft.com/office/drawing/2014/main" id="{E1A4A389-1A41-48FA-A898-C8F11129B9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2" name="Straight Connector 2141">
                    <a:extLst>
                      <a:ext uri="{FF2B5EF4-FFF2-40B4-BE49-F238E27FC236}">
                        <a16:creationId xmlns:a16="http://schemas.microsoft.com/office/drawing/2014/main" id="{5A8D542F-617B-4CC0-B78A-D1F74A913A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3" name="Straight Connector 2142">
                    <a:extLst>
                      <a:ext uri="{FF2B5EF4-FFF2-40B4-BE49-F238E27FC236}">
                        <a16:creationId xmlns:a16="http://schemas.microsoft.com/office/drawing/2014/main" id="{32F41660-5308-489C-A1E6-1DE3361B59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4" name="Straight Connector 2143">
                    <a:extLst>
                      <a:ext uri="{FF2B5EF4-FFF2-40B4-BE49-F238E27FC236}">
                        <a16:creationId xmlns:a16="http://schemas.microsoft.com/office/drawing/2014/main" id="{BE5EF1F6-70F5-4C6A-AD11-1A2E2E05C7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32" name="Group 2131">
                  <a:extLst>
                    <a:ext uri="{FF2B5EF4-FFF2-40B4-BE49-F238E27FC236}">
                      <a16:creationId xmlns:a16="http://schemas.microsoft.com/office/drawing/2014/main" id="{0FDBD93F-447C-4C23-AD68-4F7D6241D83E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211474"/>
                  <a:ext cx="3794157" cy="3785157"/>
                  <a:chOff x="4894292" y="2512244"/>
                  <a:chExt cx="3794157" cy="3785157"/>
                </a:xfrm>
              </p:grpSpPr>
              <p:cxnSp>
                <p:nvCxnSpPr>
                  <p:cNvPr id="2133" name="Straight Connector 2132">
                    <a:extLst>
                      <a:ext uri="{FF2B5EF4-FFF2-40B4-BE49-F238E27FC236}">
                        <a16:creationId xmlns:a16="http://schemas.microsoft.com/office/drawing/2014/main" id="{805A2D1E-F3C6-4A91-ACAE-3BB7BEEC6F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4" name="Straight Connector 2133">
                    <a:extLst>
                      <a:ext uri="{FF2B5EF4-FFF2-40B4-BE49-F238E27FC236}">
                        <a16:creationId xmlns:a16="http://schemas.microsoft.com/office/drawing/2014/main" id="{21852587-71EF-4F10-B6F3-DF55F2707F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5" name="Straight Connector 2134">
                    <a:extLst>
                      <a:ext uri="{FF2B5EF4-FFF2-40B4-BE49-F238E27FC236}">
                        <a16:creationId xmlns:a16="http://schemas.microsoft.com/office/drawing/2014/main" id="{71548938-6260-4A0B-A731-79CB7D6911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41004" y="5923122"/>
                    <a:ext cx="748559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6" name="Straight Connector 2135">
                    <a:extLst>
                      <a:ext uri="{FF2B5EF4-FFF2-40B4-BE49-F238E27FC236}">
                        <a16:creationId xmlns:a16="http://schemas.microsoft.com/office/drawing/2014/main" id="{9BED81D8-C7FB-422B-ABD4-91556BC256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7" name="Straight Connector 2136">
                    <a:extLst>
                      <a:ext uri="{FF2B5EF4-FFF2-40B4-BE49-F238E27FC236}">
                        <a16:creationId xmlns:a16="http://schemas.microsoft.com/office/drawing/2014/main" id="{10BD5954-2FC1-49DC-A9D9-22B52D7054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8" name="Straight Connector 2137">
                    <a:extLst>
                      <a:ext uri="{FF2B5EF4-FFF2-40B4-BE49-F238E27FC236}">
                        <a16:creationId xmlns:a16="http://schemas.microsoft.com/office/drawing/2014/main" id="{BDBB649C-A165-4D66-9B88-7EE1959272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6" name="Straight Connector 345">
                    <a:extLst>
                      <a:ext uri="{FF2B5EF4-FFF2-40B4-BE49-F238E27FC236}">
                        <a16:creationId xmlns:a16="http://schemas.microsoft.com/office/drawing/2014/main" id="{BB0A7613-E87E-4514-AFFE-E34648F47D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5894803"/>
                    <a:ext cx="748559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9" name="Straight Connector 418">
                    <a:extLst>
                      <a:ext uri="{FF2B5EF4-FFF2-40B4-BE49-F238E27FC236}">
                        <a16:creationId xmlns:a16="http://schemas.microsoft.com/office/drawing/2014/main" id="{16C16521-3E4A-4713-B135-94123AA5C0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5165981"/>
                    <a:ext cx="748559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94" name="Group 2093">
              <a:extLst>
                <a:ext uri="{FF2B5EF4-FFF2-40B4-BE49-F238E27FC236}">
                  <a16:creationId xmlns:a16="http://schemas.microsoft.com/office/drawing/2014/main" id="{3399E202-FD94-4A6A-9FFC-664CE03C88D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582396" y="1948793"/>
              <a:ext cx="3077969" cy="3051042"/>
              <a:chOff x="4066630" y="206887"/>
              <a:chExt cx="6110587" cy="6057135"/>
            </a:xfrm>
          </p:grpSpPr>
          <p:grpSp>
            <p:nvGrpSpPr>
              <p:cNvPr id="2095" name="Group 2094">
                <a:extLst>
                  <a:ext uri="{FF2B5EF4-FFF2-40B4-BE49-F238E27FC236}">
                    <a16:creationId xmlns:a16="http://schemas.microsoft.com/office/drawing/2014/main" id="{4756130B-50E6-48D6-960B-1C071974788F}"/>
                  </a:ext>
                </a:extLst>
              </p:cNvPr>
              <p:cNvGrpSpPr/>
              <p:nvPr/>
            </p:nvGrpSpPr>
            <p:grpSpPr>
              <a:xfrm>
                <a:off x="4066630" y="206887"/>
                <a:ext cx="6110587" cy="6057135"/>
                <a:chOff x="4066630" y="206887"/>
                <a:chExt cx="6110587" cy="6057135"/>
              </a:xfrm>
            </p:grpSpPr>
            <p:grpSp>
              <p:nvGrpSpPr>
                <p:cNvPr id="2111" name="Group 2110">
                  <a:extLst>
                    <a:ext uri="{FF2B5EF4-FFF2-40B4-BE49-F238E27FC236}">
                      <a16:creationId xmlns:a16="http://schemas.microsoft.com/office/drawing/2014/main" id="{686ED987-91F8-44F3-91E7-48197F429924}"/>
                    </a:ext>
                  </a:extLst>
                </p:cNvPr>
                <p:cNvGrpSpPr/>
                <p:nvPr/>
              </p:nvGrpSpPr>
              <p:grpSpPr>
                <a:xfrm>
                  <a:off x="4066630" y="962798"/>
                  <a:ext cx="6110587" cy="5301224"/>
                  <a:chOff x="4066630" y="962798"/>
                  <a:chExt cx="6110587" cy="5301224"/>
                </a:xfrm>
              </p:grpSpPr>
              <p:cxnSp>
                <p:nvCxnSpPr>
                  <p:cNvPr id="2120" name="Straight Connector 2119">
                    <a:extLst>
                      <a:ext uri="{FF2B5EF4-FFF2-40B4-BE49-F238E27FC236}">
                        <a16:creationId xmlns:a16="http://schemas.microsoft.com/office/drawing/2014/main" id="{4A98C298-6094-472C-A5A0-1D83D8ADD0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16022" y="4756300"/>
                    <a:ext cx="0" cy="74572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1" name="Straight Connector 2120">
                    <a:extLst>
                      <a:ext uri="{FF2B5EF4-FFF2-40B4-BE49-F238E27FC236}">
                        <a16:creationId xmlns:a16="http://schemas.microsoft.com/office/drawing/2014/main" id="{F1C1128C-7915-426B-A952-50000F5FE7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91113" y="4761230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2" name="Straight Connector 2121">
                    <a:extLst>
                      <a:ext uri="{FF2B5EF4-FFF2-40B4-BE49-F238E27FC236}">
                        <a16:creationId xmlns:a16="http://schemas.microsoft.com/office/drawing/2014/main" id="{EE14FCCF-11FD-4E87-88F6-149D74C275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59918" y="5515744"/>
                    <a:ext cx="0" cy="748278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3" name="Straight Connector 2122">
                    <a:extLst>
                      <a:ext uri="{FF2B5EF4-FFF2-40B4-BE49-F238E27FC236}">
                        <a16:creationId xmlns:a16="http://schemas.microsoft.com/office/drawing/2014/main" id="{5D128757-9945-458D-969E-D65CAC298A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78780" y="4773349"/>
                    <a:ext cx="0" cy="754729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4" name="Straight Connector 2123">
                    <a:extLst>
                      <a:ext uri="{FF2B5EF4-FFF2-40B4-BE49-F238E27FC236}">
                        <a16:creationId xmlns:a16="http://schemas.microsoft.com/office/drawing/2014/main" id="{18A68D74-B0C6-4891-BEBE-4AB3FC670F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77217" y="3984525"/>
                    <a:ext cx="0" cy="154355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5" name="Straight Connector 2124">
                    <a:extLst>
                      <a:ext uri="{FF2B5EF4-FFF2-40B4-BE49-F238E27FC236}">
                        <a16:creationId xmlns:a16="http://schemas.microsoft.com/office/drawing/2014/main" id="{367B7854-10AE-48FB-9F92-A2AEACD731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6264022"/>
                    <a:ext cx="2247764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6" name="Straight Connector 2125">
                    <a:extLst>
                      <a:ext uri="{FF2B5EF4-FFF2-40B4-BE49-F238E27FC236}">
                        <a16:creationId xmlns:a16="http://schemas.microsoft.com/office/drawing/2014/main" id="{859428D8-579A-4898-8F2F-9DCEB064CC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66630" y="964029"/>
                    <a:ext cx="0" cy="1504355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7" name="Straight Connector 2126">
                    <a:extLst>
                      <a:ext uri="{FF2B5EF4-FFF2-40B4-BE49-F238E27FC236}">
                        <a16:creationId xmlns:a16="http://schemas.microsoft.com/office/drawing/2014/main" id="{AD356754-C71F-4074-9051-5A30E299BF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101972" y="4742650"/>
                    <a:ext cx="14867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8" name="Straight Connector 2127">
                    <a:extLst>
                      <a:ext uri="{FF2B5EF4-FFF2-40B4-BE49-F238E27FC236}">
                        <a16:creationId xmlns:a16="http://schemas.microsoft.com/office/drawing/2014/main" id="{CECD1D80-58F5-4A09-A8B9-2F3ADF5F59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74231" y="962798"/>
                    <a:ext cx="224633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12" name="Group 2111">
                  <a:extLst>
                    <a:ext uri="{FF2B5EF4-FFF2-40B4-BE49-F238E27FC236}">
                      <a16:creationId xmlns:a16="http://schemas.microsoft.com/office/drawing/2014/main" id="{EECCB7AD-1907-4E58-8824-F30CAD476F11}"/>
                    </a:ext>
                  </a:extLst>
                </p:cNvPr>
                <p:cNvGrpSpPr/>
                <p:nvPr/>
              </p:nvGrpSpPr>
              <p:grpSpPr>
                <a:xfrm rot="10800000">
                  <a:off x="4837044" y="206887"/>
                  <a:ext cx="5277607" cy="1535711"/>
                  <a:chOff x="4171715" y="4766277"/>
                  <a:chExt cx="5277607" cy="1535711"/>
                </a:xfrm>
              </p:grpSpPr>
              <p:cxnSp>
                <p:nvCxnSpPr>
                  <p:cNvPr id="2113" name="Straight Connector 2112">
                    <a:extLst>
                      <a:ext uri="{FF2B5EF4-FFF2-40B4-BE49-F238E27FC236}">
                        <a16:creationId xmlns:a16="http://schemas.microsoft.com/office/drawing/2014/main" id="{F3B4F675-8E5A-4CEA-9E9D-1060B2E4F1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7916658" y="4779515"/>
                    <a:ext cx="0" cy="76533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4" name="Straight Connector 2113">
                    <a:extLst>
                      <a:ext uri="{FF2B5EF4-FFF2-40B4-BE49-F238E27FC236}">
                        <a16:creationId xmlns:a16="http://schemas.microsoft.com/office/drawing/2014/main" id="{79B7C2CA-B465-452C-93A8-B19AD88EB6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7926448" y="4766277"/>
                    <a:ext cx="7513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5" name="Straight Connector 2114">
                    <a:extLst>
                      <a:ext uri="{FF2B5EF4-FFF2-40B4-BE49-F238E27FC236}">
                        <a16:creationId xmlns:a16="http://schemas.microsoft.com/office/drawing/2014/main" id="{FD5A05C4-7A12-4326-9E40-66F64AAF88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49322" y="4773350"/>
                    <a:ext cx="0" cy="75472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6" name="Straight Connector 2115">
                    <a:extLst>
                      <a:ext uri="{FF2B5EF4-FFF2-40B4-BE49-F238E27FC236}">
                        <a16:creationId xmlns:a16="http://schemas.microsoft.com/office/drawing/2014/main" id="{57AD7CC4-094C-473F-B3D4-BA18DBD50B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6301988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7" name="Straight Connector 2116">
                    <a:extLst>
                      <a:ext uri="{FF2B5EF4-FFF2-40B4-BE49-F238E27FC236}">
                        <a16:creationId xmlns:a16="http://schemas.microsoft.com/office/drawing/2014/main" id="{45D9715F-4D0B-4E16-BF93-8A784BC995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5665802" y="5546076"/>
                    <a:ext cx="0" cy="746651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8" name="Straight Connector 2117">
                    <a:extLst>
                      <a:ext uri="{FF2B5EF4-FFF2-40B4-BE49-F238E27FC236}">
                        <a16:creationId xmlns:a16="http://schemas.microsoft.com/office/drawing/2014/main" id="{E0A88438-BB98-4B22-A680-828B6D8BC8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4171715" y="4807994"/>
                    <a:ext cx="1466807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96" name="Group 2095">
                <a:extLst>
                  <a:ext uri="{FF2B5EF4-FFF2-40B4-BE49-F238E27FC236}">
                    <a16:creationId xmlns:a16="http://schemas.microsoft.com/office/drawing/2014/main" id="{C0FB4EAE-9B4B-42E6-9058-2FB46E9C3EFF}"/>
                  </a:ext>
                </a:extLst>
              </p:cNvPr>
              <p:cNvGrpSpPr/>
              <p:nvPr/>
            </p:nvGrpSpPr>
            <p:grpSpPr>
              <a:xfrm rot="5400000">
                <a:off x="4835341" y="178948"/>
                <a:ext cx="4568088" cy="6105507"/>
                <a:chOff x="4823986" y="192981"/>
                <a:chExt cx="4568088" cy="6105507"/>
              </a:xfrm>
            </p:grpSpPr>
            <p:grpSp>
              <p:nvGrpSpPr>
                <p:cNvPr id="2097" name="Group 2096">
                  <a:extLst>
                    <a:ext uri="{FF2B5EF4-FFF2-40B4-BE49-F238E27FC236}">
                      <a16:creationId xmlns:a16="http://schemas.microsoft.com/office/drawing/2014/main" id="{849635DF-D748-474C-B8F1-83AFE10F6DD3}"/>
                    </a:ext>
                  </a:extLst>
                </p:cNvPr>
                <p:cNvGrpSpPr/>
                <p:nvPr/>
              </p:nvGrpSpPr>
              <p:grpSpPr>
                <a:xfrm>
                  <a:off x="4823986" y="4744895"/>
                  <a:ext cx="3779850" cy="1553593"/>
                  <a:chOff x="4823986" y="4744895"/>
                  <a:chExt cx="3779850" cy="1553593"/>
                </a:xfrm>
              </p:grpSpPr>
              <p:cxnSp>
                <p:nvCxnSpPr>
                  <p:cNvPr id="2105" name="Straight Connector 2104">
                    <a:extLst>
                      <a:ext uri="{FF2B5EF4-FFF2-40B4-BE49-F238E27FC236}">
                        <a16:creationId xmlns:a16="http://schemas.microsoft.com/office/drawing/2014/main" id="{039CF33C-4C22-45B8-AA5A-CB461BDE74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502348" y="5153795"/>
                    <a:ext cx="7485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6" name="Straight Connector 2105">
                    <a:extLst>
                      <a:ext uri="{FF2B5EF4-FFF2-40B4-BE49-F238E27FC236}">
                        <a16:creationId xmlns:a16="http://schemas.microsoft.com/office/drawing/2014/main" id="{69C682B4-580E-4999-BA76-51AF759703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8240232" y="4402672"/>
                    <a:ext cx="0" cy="727209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7" name="Straight Connector 2106">
                    <a:extLst>
                      <a:ext uri="{FF2B5EF4-FFF2-40B4-BE49-F238E27FC236}">
                        <a16:creationId xmlns:a16="http://schemas.microsoft.com/office/drawing/2014/main" id="{7E84E54C-81B5-4074-92C6-53F34323F5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1781" y="5913281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8" name="Straight Connector 2107">
                    <a:extLst>
                      <a:ext uri="{FF2B5EF4-FFF2-40B4-BE49-F238E27FC236}">
                        <a16:creationId xmlns:a16="http://schemas.microsoft.com/office/drawing/2014/main" id="{D4A6D875-26D5-483C-BEA0-C47FBDB9F3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7117331" y="4780635"/>
                    <a:ext cx="0" cy="1487043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9" name="Straight Connector 2108">
                    <a:extLst>
                      <a:ext uri="{FF2B5EF4-FFF2-40B4-BE49-F238E27FC236}">
                        <a16:creationId xmlns:a16="http://schemas.microsoft.com/office/drawing/2014/main" id="{F1521B47-34F9-462D-8E55-4D944FD7B5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228647" y="513010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0" name="Straight Connector 2109">
                    <a:extLst>
                      <a:ext uri="{FF2B5EF4-FFF2-40B4-BE49-F238E27FC236}">
                        <a16:creationId xmlns:a16="http://schemas.microsoft.com/office/drawing/2014/main" id="{CB5A1897-1F89-44B7-A2FC-FF8CE8A25B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4438779" y="5913282"/>
                    <a:ext cx="770413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98" name="Group 2097">
                  <a:extLst>
                    <a:ext uri="{FF2B5EF4-FFF2-40B4-BE49-F238E27FC236}">
                      <a16:creationId xmlns:a16="http://schemas.microsoft.com/office/drawing/2014/main" id="{B577E5DF-EDD5-4BB1-9965-FD5CB1C38092}"/>
                    </a:ext>
                  </a:extLst>
                </p:cNvPr>
                <p:cNvGrpSpPr/>
                <p:nvPr/>
              </p:nvGrpSpPr>
              <p:grpSpPr>
                <a:xfrm rot="10800000">
                  <a:off x="5597917" y="192981"/>
                  <a:ext cx="3794157" cy="3803650"/>
                  <a:chOff x="4894292" y="2512244"/>
                  <a:chExt cx="3794157" cy="3803650"/>
                </a:xfrm>
              </p:grpSpPr>
              <p:cxnSp>
                <p:nvCxnSpPr>
                  <p:cNvPr id="2099" name="Straight Connector 2098">
                    <a:extLst>
                      <a:ext uri="{FF2B5EF4-FFF2-40B4-BE49-F238E27FC236}">
                        <a16:creationId xmlns:a16="http://schemas.microsoft.com/office/drawing/2014/main" id="{81DCB947-D104-405A-AEE4-4272319EB1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29277" y="4779515"/>
                    <a:ext cx="0" cy="787814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0" name="Straight Connector 2099">
                    <a:extLst>
                      <a:ext uri="{FF2B5EF4-FFF2-40B4-BE49-F238E27FC236}">
                        <a16:creationId xmlns:a16="http://schemas.microsoft.com/office/drawing/2014/main" id="{FF814D51-CA21-4894-B3F5-54FCB7E1F6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26447" y="4766277"/>
                    <a:ext cx="762002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1" name="Straight Connector 2100">
                    <a:extLst>
                      <a:ext uri="{FF2B5EF4-FFF2-40B4-BE49-F238E27FC236}">
                        <a16:creationId xmlns:a16="http://schemas.microsoft.com/office/drawing/2014/main" id="{5458F009-DA95-4E3D-960D-4E0DACE69F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067772" y="5941611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2" name="Straight Connector 2101">
                    <a:extLst>
                      <a:ext uri="{FF2B5EF4-FFF2-40B4-BE49-F238E27FC236}">
                        <a16:creationId xmlns:a16="http://schemas.microsoft.com/office/drawing/2014/main" id="{FF02BBBE-5D08-4F12-8250-67A0F9CF82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187427" y="4807763"/>
                    <a:ext cx="0" cy="1491676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3" name="Straight Connector 2102">
                    <a:extLst>
                      <a:ext uri="{FF2B5EF4-FFF2-40B4-BE49-F238E27FC236}">
                        <a16:creationId xmlns:a16="http://schemas.microsoft.com/office/drawing/2014/main" id="{4A3B87D0-C120-4EDB-8CC2-D6F94344DA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71270" y="3683674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4" name="Straight Connector 2103">
                    <a:extLst>
                      <a:ext uri="{FF2B5EF4-FFF2-40B4-BE49-F238E27FC236}">
                        <a16:creationId xmlns:a16="http://schemas.microsoft.com/office/drawing/2014/main" id="{355E70B8-1975-4634-AB06-4209C26ADE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20013" y="2886523"/>
                    <a:ext cx="748558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Connector 419">
                    <a:extLst>
                      <a:ext uri="{FF2B5EF4-FFF2-40B4-BE49-F238E27FC236}">
                        <a16:creationId xmlns:a16="http://schemas.microsoft.com/office/drawing/2014/main" id="{B320B8E1-942B-4F64-AA87-56F3C58014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546584" y="5941614"/>
                    <a:ext cx="748560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1" name="Straight Connector 420">
                    <a:extLst>
                      <a:ext uri="{FF2B5EF4-FFF2-40B4-BE49-F238E27FC236}">
                        <a16:creationId xmlns:a16="http://schemas.microsoft.com/office/drawing/2014/main" id="{55ACD228-028D-44E9-8996-F60821764B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83219" y="5148256"/>
                    <a:ext cx="748561" cy="0"/>
                  </a:xfrm>
                  <a:prstGeom prst="line">
                    <a:avLst/>
                  </a:prstGeom>
                  <a:ln w="28575" cap="rnd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C545E38-EE6F-44D8-9300-677054BB1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001" y="436084"/>
            <a:ext cx="2863997" cy="2876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6184A1-349F-48B9-B503-59F997CAA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592" y="3330358"/>
            <a:ext cx="2927500" cy="29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51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242799" y="3337305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347700" y="3937383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TextBox 341">
            <a:extLst>
              <a:ext uri="{FF2B5EF4-FFF2-40B4-BE49-F238E27FC236}">
                <a16:creationId xmlns:a16="http://schemas.microsoft.com/office/drawing/2014/main" id="{EECF64A8-1061-4170-A2AA-D4D1F5114A58}"/>
              </a:ext>
            </a:extLst>
          </p:cNvPr>
          <p:cNvSpPr txBox="1"/>
          <p:nvPr/>
        </p:nvSpPr>
        <p:spPr>
          <a:xfrm>
            <a:off x="125435" y="206982"/>
            <a:ext cx="1845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A </a:t>
            </a:r>
            <a:r>
              <a:rPr lang="pt-PT" sz="2800" b="1" dirty="0" err="1"/>
              <a:t>new</a:t>
            </a:r>
            <a:r>
              <a:rPr lang="pt-PT" sz="2800" b="1" dirty="0"/>
              <a:t> </a:t>
            </a:r>
            <a:r>
              <a:rPr lang="pt-PT" sz="2800" b="1" dirty="0" err="1"/>
              <a:t>idea</a:t>
            </a:r>
            <a:endParaRPr lang="pt-PT" sz="2800" b="1" dirty="0"/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6D1473F0-46CE-4791-9A62-965CFFF3885B}"/>
              </a:ext>
            </a:extLst>
          </p:cNvPr>
          <p:cNvCxnSpPr>
            <a:cxnSpLocks/>
          </p:cNvCxnSpPr>
          <p:nvPr/>
        </p:nvCxnSpPr>
        <p:spPr>
          <a:xfrm flipH="1">
            <a:off x="13766799" y="3164794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3" name="Group 1372">
            <a:extLst>
              <a:ext uri="{FF2B5EF4-FFF2-40B4-BE49-F238E27FC236}">
                <a16:creationId xmlns:a16="http://schemas.microsoft.com/office/drawing/2014/main" id="{52DCCDE8-7248-4899-B209-21DB00530582}"/>
              </a:ext>
            </a:extLst>
          </p:cNvPr>
          <p:cNvGrpSpPr/>
          <p:nvPr/>
        </p:nvGrpSpPr>
        <p:grpSpPr>
          <a:xfrm>
            <a:off x="4087812" y="206982"/>
            <a:ext cx="6102350" cy="6096000"/>
            <a:chOff x="4086225" y="206982"/>
            <a:chExt cx="6102350" cy="6096000"/>
          </a:xfrm>
        </p:grpSpPr>
        <p:grpSp>
          <p:nvGrpSpPr>
            <p:cNvPr id="1372" name="Group 1371">
              <a:extLst>
                <a:ext uri="{FF2B5EF4-FFF2-40B4-BE49-F238E27FC236}">
                  <a16:creationId xmlns:a16="http://schemas.microsoft.com/office/drawing/2014/main" id="{5DF8C4BB-2FDF-4684-8032-0877FA9570AB}"/>
                </a:ext>
              </a:extLst>
            </p:cNvPr>
            <p:cNvGrpSpPr/>
            <p:nvPr/>
          </p:nvGrpSpPr>
          <p:grpSpPr>
            <a:xfrm>
              <a:off x="4086225" y="206982"/>
              <a:ext cx="6102350" cy="6096000"/>
              <a:chOff x="4086225" y="206982"/>
              <a:chExt cx="6102350" cy="6096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7" name="Rectangle 686">
                <a:extLst>
                  <a:ext uri="{FF2B5EF4-FFF2-40B4-BE49-F238E27FC236}">
                    <a16:creationId xmlns:a16="http://schemas.microsoft.com/office/drawing/2014/main" id="{8F5A7AAB-EC98-4453-87A8-D6D55C281CBD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8" name="Rectangle 687">
                <a:extLst>
                  <a:ext uri="{FF2B5EF4-FFF2-40B4-BE49-F238E27FC236}">
                    <a16:creationId xmlns:a16="http://schemas.microsoft.com/office/drawing/2014/main" id="{E0C33112-F1F9-4561-9E89-183484EEA7C4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9" name="Rectangle 688">
                <a:extLst>
                  <a:ext uri="{FF2B5EF4-FFF2-40B4-BE49-F238E27FC236}">
                    <a16:creationId xmlns:a16="http://schemas.microsoft.com/office/drawing/2014/main" id="{857D6EF1-591B-4F3D-8C56-999B4B01A0AB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0" name="Rectangle 689">
                <a:extLst>
                  <a:ext uri="{FF2B5EF4-FFF2-40B4-BE49-F238E27FC236}">
                    <a16:creationId xmlns:a16="http://schemas.microsoft.com/office/drawing/2014/main" id="{8883BE95-B2C9-4CEC-9495-DCB452972559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1" name="Rectangle 690">
                <a:extLst>
                  <a:ext uri="{FF2B5EF4-FFF2-40B4-BE49-F238E27FC236}">
                    <a16:creationId xmlns:a16="http://schemas.microsoft.com/office/drawing/2014/main" id="{CEE67627-C697-4DD8-875C-BB76E7756C40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F8038E57-24AF-4C71-A3B1-6AE9360C7B0F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1E4E75BD-9E48-454A-A516-183D4B5D966E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4" name="Rectangle 693">
                <a:extLst>
                  <a:ext uri="{FF2B5EF4-FFF2-40B4-BE49-F238E27FC236}">
                    <a16:creationId xmlns:a16="http://schemas.microsoft.com/office/drawing/2014/main" id="{E3FA8480-4912-43C2-8B91-26124C4DA4AC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7450E499-13B3-4FD9-AAF8-FA1355D189E9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6" name="Rectangle 695">
                <a:extLst>
                  <a:ext uri="{FF2B5EF4-FFF2-40B4-BE49-F238E27FC236}">
                    <a16:creationId xmlns:a16="http://schemas.microsoft.com/office/drawing/2014/main" id="{583A948E-8B66-499A-A36D-CCB7E17E61E0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7" name="Rectangle 696">
                <a:extLst>
                  <a:ext uri="{FF2B5EF4-FFF2-40B4-BE49-F238E27FC236}">
                    <a16:creationId xmlns:a16="http://schemas.microsoft.com/office/drawing/2014/main" id="{9E1C0C6C-DB57-4520-BEAD-EB19B440A97F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8" name="Rectangle 697">
                <a:extLst>
                  <a:ext uri="{FF2B5EF4-FFF2-40B4-BE49-F238E27FC236}">
                    <a16:creationId xmlns:a16="http://schemas.microsoft.com/office/drawing/2014/main" id="{93F967FE-D445-47B8-AEE2-40BD24F56D36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9" name="Rectangle 698">
                <a:extLst>
                  <a:ext uri="{FF2B5EF4-FFF2-40B4-BE49-F238E27FC236}">
                    <a16:creationId xmlns:a16="http://schemas.microsoft.com/office/drawing/2014/main" id="{836396A7-7997-43CF-AE1A-92138407AA90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0" name="Rectangle 699">
                <a:extLst>
                  <a:ext uri="{FF2B5EF4-FFF2-40B4-BE49-F238E27FC236}">
                    <a16:creationId xmlns:a16="http://schemas.microsoft.com/office/drawing/2014/main" id="{90296AE4-6CE0-4959-9447-29364EBF7009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1" name="Rectangle 700">
                <a:extLst>
                  <a:ext uri="{FF2B5EF4-FFF2-40B4-BE49-F238E27FC236}">
                    <a16:creationId xmlns:a16="http://schemas.microsoft.com/office/drawing/2014/main" id="{8870B32B-8399-4B3A-9E6F-D107397DB700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2" name="Rectangle 701">
                <a:extLst>
                  <a:ext uri="{FF2B5EF4-FFF2-40B4-BE49-F238E27FC236}">
                    <a16:creationId xmlns:a16="http://schemas.microsoft.com/office/drawing/2014/main" id="{A857E2DA-5F4C-4B43-9527-0788297FC693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3" name="Rectangle 702">
                <a:extLst>
                  <a:ext uri="{FF2B5EF4-FFF2-40B4-BE49-F238E27FC236}">
                    <a16:creationId xmlns:a16="http://schemas.microsoft.com/office/drawing/2014/main" id="{1EB3A2AB-961F-476B-8E44-D9168DDC2887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4" name="Rectangle 703">
                <a:extLst>
                  <a:ext uri="{FF2B5EF4-FFF2-40B4-BE49-F238E27FC236}">
                    <a16:creationId xmlns:a16="http://schemas.microsoft.com/office/drawing/2014/main" id="{9DD141A0-C3E3-4A81-AD52-BE6D61600D41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5" name="Rectangle 704">
                <a:extLst>
                  <a:ext uri="{FF2B5EF4-FFF2-40B4-BE49-F238E27FC236}">
                    <a16:creationId xmlns:a16="http://schemas.microsoft.com/office/drawing/2014/main" id="{E43EF233-DEB4-4F22-8882-01C23804DC6E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6" name="Rectangle 705">
                <a:extLst>
                  <a:ext uri="{FF2B5EF4-FFF2-40B4-BE49-F238E27FC236}">
                    <a16:creationId xmlns:a16="http://schemas.microsoft.com/office/drawing/2014/main" id="{87C30096-07B8-406F-AF19-70285676FAB6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7" name="Rectangle 706">
                <a:extLst>
                  <a:ext uri="{FF2B5EF4-FFF2-40B4-BE49-F238E27FC236}">
                    <a16:creationId xmlns:a16="http://schemas.microsoft.com/office/drawing/2014/main" id="{4FB9CB31-6DB3-4A07-B3EC-64AA8B46449C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8" name="Rectangle 707">
                <a:extLst>
                  <a:ext uri="{FF2B5EF4-FFF2-40B4-BE49-F238E27FC236}">
                    <a16:creationId xmlns:a16="http://schemas.microsoft.com/office/drawing/2014/main" id="{C10F7115-A0B6-434F-B045-15DA71C6A6D1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9" name="Rectangle 708">
                <a:extLst>
                  <a:ext uri="{FF2B5EF4-FFF2-40B4-BE49-F238E27FC236}">
                    <a16:creationId xmlns:a16="http://schemas.microsoft.com/office/drawing/2014/main" id="{73FBA797-072F-401F-882C-1A91F8527D53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0" name="Rectangle 709">
                <a:extLst>
                  <a:ext uri="{FF2B5EF4-FFF2-40B4-BE49-F238E27FC236}">
                    <a16:creationId xmlns:a16="http://schemas.microsoft.com/office/drawing/2014/main" id="{C70B2DE3-1F84-4927-9DF5-1F85F87262EA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712" name="Group 711">
              <a:extLst>
                <a:ext uri="{FF2B5EF4-FFF2-40B4-BE49-F238E27FC236}">
                  <a16:creationId xmlns:a16="http://schemas.microsoft.com/office/drawing/2014/main" id="{1E034C38-98CC-4816-8EEF-91302DE6172A}"/>
                </a:ext>
              </a:extLst>
            </p:cNvPr>
            <p:cNvGrpSpPr/>
            <p:nvPr/>
          </p:nvGrpSpPr>
          <p:grpSpPr>
            <a:xfrm>
              <a:off x="5611812" y="1730982"/>
              <a:ext cx="3051176" cy="3048000"/>
              <a:chOff x="4086225" y="206982"/>
              <a:chExt cx="6102350" cy="6096000"/>
            </a:xfrm>
          </p:grpSpPr>
          <p:sp>
            <p:nvSpPr>
              <p:cNvPr id="713" name="Rectangle 712">
                <a:extLst>
                  <a:ext uri="{FF2B5EF4-FFF2-40B4-BE49-F238E27FC236}">
                    <a16:creationId xmlns:a16="http://schemas.microsoft.com/office/drawing/2014/main" id="{CB196928-1CAE-430B-B2FA-6768F5422E23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4" name="Rectangle 713">
                <a:extLst>
                  <a:ext uri="{FF2B5EF4-FFF2-40B4-BE49-F238E27FC236}">
                    <a16:creationId xmlns:a16="http://schemas.microsoft.com/office/drawing/2014/main" id="{14E2F107-954C-4C20-9409-DF000AE8053C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5" name="Rectangle 714">
                <a:extLst>
                  <a:ext uri="{FF2B5EF4-FFF2-40B4-BE49-F238E27FC236}">
                    <a16:creationId xmlns:a16="http://schemas.microsoft.com/office/drawing/2014/main" id="{DA4CC975-472A-49B2-B912-A7FA82332033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6" name="Rectangle 715">
                <a:extLst>
                  <a:ext uri="{FF2B5EF4-FFF2-40B4-BE49-F238E27FC236}">
                    <a16:creationId xmlns:a16="http://schemas.microsoft.com/office/drawing/2014/main" id="{06B6C127-9733-4B39-A0AD-6B1AFDF36057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7" name="Rectangle 716">
                <a:extLst>
                  <a:ext uri="{FF2B5EF4-FFF2-40B4-BE49-F238E27FC236}">
                    <a16:creationId xmlns:a16="http://schemas.microsoft.com/office/drawing/2014/main" id="{BF050DD6-0301-4AF7-89AF-775D055980B9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8" name="Rectangle 717">
                <a:extLst>
                  <a:ext uri="{FF2B5EF4-FFF2-40B4-BE49-F238E27FC236}">
                    <a16:creationId xmlns:a16="http://schemas.microsoft.com/office/drawing/2014/main" id="{5F485A7C-64E9-4EA3-9E61-11CA5BD665BE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9" name="Rectangle 718">
                <a:extLst>
                  <a:ext uri="{FF2B5EF4-FFF2-40B4-BE49-F238E27FC236}">
                    <a16:creationId xmlns:a16="http://schemas.microsoft.com/office/drawing/2014/main" id="{5F5D038F-4165-4FB1-9C5C-866DDCAB2039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0" name="Rectangle 719">
                <a:extLst>
                  <a:ext uri="{FF2B5EF4-FFF2-40B4-BE49-F238E27FC236}">
                    <a16:creationId xmlns:a16="http://schemas.microsoft.com/office/drawing/2014/main" id="{C5025889-640A-4328-B2B0-92941048C431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1" name="Rectangle 720">
                <a:extLst>
                  <a:ext uri="{FF2B5EF4-FFF2-40B4-BE49-F238E27FC236}">
                    <a16:creationId xmlns:a16="http://schemas.microsoft.com/office/drawing/2014/main" id="{AA04A24E-82E4-48AE-8E0E-64A79B81BEA1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2" name="Rectangle 721">
                <a:extLst>
                  <a:ext uri="{FF2B5EF4-FFF2-40B4-BE49-F238E27FC236}">
                    <a16:creationId xmlns:a16="http://schemas.microsoft.com/office/drawing/2014/main" id="{AED31514-2AA4-45EE-BEDE-27BFC4D21255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3" name="Rectangle 722">
                <a:extLst>
                  <a:ext uri="{FF2B5EF4-FFF2-40B4-BE49-F238E27FC236}">
                    <a16:creationId xmlns:a16="http://schemas.microsoft.com/office/drawing/2014/main" id="{125B218F-6189-432C-B4A7-7D5C495D11A7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4" name="Rectangle 723">
                <a:extLst>
                  <a:ext uri="{FF2B5EF4-FFF2-40B4-BE49-F238E27FC236}">
                    <a16:creationId xmlns:a16="http://schemas.microsoft.com/office/drawing/2014/main" id="{BA33B199-C7C5-4778-BC44-C8C3846B11F7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5" name="Rectangle 724">
                <a:extLst>
                  <a:ext uri="{FF2B5EF4-FFF2-40B4-BE49-F238E27FC236}">
                    <a16:creationId xmlns:a16="http://schemas.microsoft.com/office/drawing/2014/main" id="{6DCE2021-2CD4-4523-8439-382B779C2021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6" name="Rectangle 725">
                <a:extLst>
                  <a:ext uri="{FF2B5EF4-FFF2-40B4-BE49-F238E27FC236}">
                    <a16:creationId xmlns:a16="http://schemas.microsoft.com/office/drawing/2014/main" id="{F2C12250-2F97-4C0A-B337-F0E591696733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7" name="Rectangle 726">
                <a:extLst>
                  <a:ext uri="{FF2B5EF4-FFF2-40B4-BE49-F238E27FC236}">
                    <a16:creationId xmlns:a16="http://schemas.microsoft.com/office/drawing/2014/main" id="{E02A7489-6B6A-4654-B590-82CADC503497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8" name="Rectangle 727">
                <a:extLst>
                  <a:ext uri="{FF2B5EF4-FFF2-40B4-BE49-F238E27FC236}">
                    <a16:creationId xmlns:a16="http://schemas.microsoft.com/office/drawing/2014/main" id="{0F749365-8E89-41FB-A364-03C969490869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9" name="Rectangle 728">
                <a:extLst>
                  <a:ext uri="{FF2B5EF4-FFF2-40B4-BE49-F238E27FC236}">
                    <a16:creationId xmlns:a16="http://schemas.microsoft.com/office/drawing/2014/main" id="{F2A12796-C641-4FF3-A41D-7F48A5B70D04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0" name="Rectangle 729">
                <a:extLst>
                  <a:ext uri="{FF2B5EF4-FFF2-40B4-BE49-F238E27FC236}">
                    <a16:creationId xmlns:a16="http://schemas.microsoft.com/office/drawing/2014/main" id="{874E48BA-45D7-4ABA-A22D-3968B33B2F5A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1" name="Rectangle 730">
                <a:extLst>
                  <a:ext uri="{FF2B5EF4-FFF2-40B4-BE49-F238E27FC236}">
                    <a16:creationId xmlns:a16="http://schemas.microsoft.com/office/drawing/2014/main" id="{9C2ADA6E-BB55-4B62-90D7-73EB9654EB40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2" name="Rectangle 731">
                <a:extLst>
                  <a:ext uri="{FF2B5EF4-FFF2-40B4-BE49-F238E27FC236}">
                    <a16:creationId xmlns:a16="http://schemas.microsoft.com/office/drawing/2014/main" id="{D8A535FA-06C1-4E74-B433-3A251C7F9BD9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3" name="Rectangle 732">
                <a:extLst>
                  <a:ext uri="{FF2B5EF4-FFF2-40B4-BE49-F238E27FC236}">
                    <a16:creationId xmlns:a16="http://schemas.microsoft.com/office/drawing/2014/main" id="{70F76C53-8127-4E52-B502-95BB148A21B1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4" name="Rectangle 733">
                <a:extLst>
                  <a:ext uri="{FF2B5EF4-FFF2-40B4-BE49-F238E27FC236}">
                    <a16:creationId xmlns:a16="http://schemas.microsoft.com/office/drawing/2014/main" id="{B8201AC5-8FE5-46D6-A26B-702C6FB159D1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5" name="Rectangle 734">
                <a:extLst>
                  <a:ext uri="{FF2B5EF4-FFF2-40B4-BE49-F238E27FC236}">
                    <a16:creationId xmlns:a16="http://schemas.microsoft.com/office/drawing/2014/main" id="{E83221D1-CF5D-4037-8C6C-77E9D3872AE5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6" name="Rectangle 735">
                <a:extLst>
                  <a:ext uri="{FF2B5EF4-FFF2-40B4-BE49-F238E27FC236}">
                    <a16:creationId xmlns:a16="http://schemas.microsoft.com/office/drawing/2014/main" id="{1B4AE601-67BC-4146-8458-BDE815CE0FA5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7" name="Rectangle 736">
                <a:extLst>
                  <a:ext uri="{FF2B5EF4-FFF2-40B4-BE49-F238E27FC236}">
                    <a16:creationId xmlns:a16="http://schemas.microsoft.com/office/drawing/2014/main" id="{901D0188-1ABD-49F2-B6D4-52DCF303CBB2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8" name="Rectangle 737">
                <a:extLst>
                  <a:ext uri="{FF2B5EF4-FFF2-40B4-BE49-F238E27FC236}">
                    <a16:creationId xmlns:a16="http://schemas.microsoft.com/office/drawing/2014/main" id="{0C795F63-E1E5-4E33-BCA9-2DFB51BC76C9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9" name="Rectangle 738">
                <a:extLst>
                  <a:ext uri="{FF2B5EF4-FFF2-40B4-BE49-F238E27FC236}">
                    <a16:creationId xmlns:a16="http://schemas.microsoft.com/office/drawing/2014/main" id="{FC6E1CBA-FB95-43B3-BD9B-127B51EF2AC6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0" name="Rectangle 739">
                <a:extLst>
                  <a:ext uri="{FF2B5EF4-FFF2-40B4-BE49-F238E27FC236}">
                    <a16:creationId xmlns:a16="http://schemas.microsoft.com/office/drawing/2014/main" id="{8AC634BD-E975-4D3E-9162-2E64EFBECF62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1" name="Rectangle 740">
                <a:extLst>
                  <a:ext uri="{FF2B5EF4-FFF2-40B4-BE49-F238E27FC236}">
                    <a16:creationId xmlns:a16="http://schemas.microsoft.com/office/drawing/2014/main" id="{F6DB22A1-4B18-4A07-A753-8B76C5DD026D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2" name="Rectangle 741">
                <a:extLst>
                  <a:ext uri="{FF2B5EF4-FFF2-40B4-BE49-F238E27FC236}">
                    <a16:creationId xmlns:a16="http://schemas.microsoft.com/office/drawing/2014/main" id="{4B3A5D04-5EA5-4AE9-A46F-AD51674985F5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3" name="Rectangle 742">
                <a:extLst>
                  <a:ext uri="{FF2B5EF4-FFF2-40B4-BE49-F238E27FC236}">
                    <a16:creationId xmlns:a16="http://schemas.microsoft.com/office/drawing/2014/main" id="{FC1BF16F-BBCD-4B13-9373-CFB0492512ED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4" name="Rectangle 743">
                <a:extLst>
                  <a:ext uri="{FF2B5EF4-FFF2-40B4-BE49-F238E27FC236}">
                    <a16:creationId xmlns:a16="http://schemas.microsoft.com/office/drawing/2014/main" id="{325EBEFD-221B-4870-B32A-684B9DDD75C5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5" name="Rectangle 744">
                <a:extLst>
                  <a:ext uri="{FF2B5EF4-FFF2-40B4-BE49-F238E27FC236}">
                    <a16:creationId xmlns:a16="http://schemas.microsoft.com/office/drawing/2014/main" id="{6FA5F983-4DD2-4D4A-B602-0A2428E0433B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6" name="Rectangle 745">
                <a:extLst>
                  <a:ext uri="{FF2B5EF4-FFF2-40B4-BE49-F238E27FC236}">
                    <a16:creationId xmlns:a16="http://schemas.microsoft.com/office/drawing/2014/main" id="{1CED6DE8-8990-4A19-A783-27C4E6C7EEDB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7" name="Rectangle 746">
                <a:extLst>
                  <a:ext uri="{FF2B5EF4-FFF2-40B4-BE49-F238E27FC236}">
                    <a16:creationId xmlns:a16="http://schemas.microsoft.com/office/drawing/2014/main" id="{5CD568F4-C15E-4D9B-BECD-7287BD5E5C20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8" name="Rectangle 747">
                <a:extLst>
                  <a:ext uri="{FF2B5EF4-FFF2-40B4-BE49-F238E27FC236}">
                    <a16:creationId xmlns:a16="http://schemas.microsoft.com/office/drawing/2014/main" id="{4716A3AA-D3A6-4A1A-BBAF-93E579CD3670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9" name="Rectangle 748">
                <a:extLst>
                  <a:ext uri="{FF2B5EF4-FFF2-40B4-BE49-F238E27FC236}">
                    <a16:creationId xmlns:a16="http://schemas.microsoft.com/office/drawing/2014/main" id="{04B79761-9085-4B8D-AD9F-63A47002C9DE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0" name="Rectangle 749">
                <a:extLst>
                  <a:ext uri="{FF2B5EF4-FFF2-40B4-BE49-F238E27FC236}">
                    <a16:creationId xmlns:a16="http://schemas.microsoft.com/office/drawing/2014/main" id="{8D5DC7E7-3148-441B-B8B9-C217799CE72E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1" name="Rectangle 750">
                <a:extLst>
                  <a:ext uri="{FF2B5EF4-FFF2-40B4-BE49-F238E27FC236}">
                    <a16:creationId xmlns:a16="http://schemas.microsoft.com/office/drawing/2014/main" id="{DED99CFF-5D7D-4946-B692-AC3E2717AF3D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2" name="Rectangle 751">
                <a:extLst>
                  <a:ext uri="{FF2B5EF4-FFF2-40B4-BE49-F238E27FC236}">
                    <a16:creationId xmlns:a16="http://schemas.microsoft.com/office/drawing/2014/main" id="{E8D9643D-2F6E-493C-BE61-9FC4AD2B7B31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3" name="Rectangle 752">
                <a:extLst>
                  <a:ext uri="{FF2B5EF4-FFF2-40B4-BE49-F238E27FC236}">
                    <a16:creationId xmlns:a16="http://schemas.microsoft.com/office/drawing/2014/main" id="{3538AFE0-8E03-41BD-BB54-036CEBBE0B37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4" name="Rectangle 753">
                <a:extLst>
                  <a:ext uri="{FF2B5EF4-FFF2-40B4-BE49-F238E27FC236}">
                    <a16:creationId xmlns:a16="http://schemas.microsoft.com/office/drawing/2014/main" id="{568BD5B7-8314-4F0A-9257-9254EFFF62A0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5" name="Rectangle 754">
                <a:extLst>
                  <a:ext uri="{FF2B5EF4-FFF2-40B4-BE49-F238E27FC236}">
                    <a16:creationId xmlns:a16="http://schemas.microsoft.com/office/drawing/2014/main" id="{DAD36D8F-A790-4343-B5D8-7256C7DEDFA0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6" name="Rectangle 755">
                <a:extLst>
                  <a:ext uri="{FF2B5EF4-FFF2-40B4-BE49-F238E27FC236}">
                    <a16:creationId xmlns:a16="http://schemas.microsoft.com/office/drawing/2014/main" id="{28BC7B90-5352-40D3-9583-063778336921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7" name="Rectangle 756">
                <a:extLst>
                  <a:ext uri="{FF2B5EF4-FFF2-40B4-BE49-F238E27FC236}">
                    <a16:creationId xmlns:a16="http://schemas.microsoft.com/office/drawing/2014/main" id="{7AE0733F-7D89-4F67-84AC-06FC86AA1139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8" name="Rectangle 757">
                <a:extLst>
                  <a:ext uri="{FF2B5EF4-FFF2-40B4-BE49-F238E27FC236}">
                    <a16:creationId xmlns:a16="http://schemas.microsoft.com/office/drawing/2014/main" id="{E6AA23D8-B869-4750-B518-10D6D0B34792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9" name="Rectangle 758">
                <a:extLst>
                  <a:ext uri="{FF2B5EF4-FFF2-40B4-BE49-F238E27FC236}">
                    <a16:creationId xmlns:a16="http://schemas.microsoft.com/office/drawing/2014/main" id="{6C8E41B3-668A-40BC-A5B7-936E43DF9BA2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0" name="Rectangle 759">
                <a:extLst>
                  <a:ext uri="{FF2B5EF4-FFF2-40B4-BE49-F238E27FC236}">
                    <a16:creationId xmlns:a16="http://schemas.microsoft.com/office/drawing/2014/main" id="{DE4418D3-CA34-45A6-8042-30D873601497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761" name="Group 760">
              <a:extLst>
                <a:ext uri="{FF2B5EF4-FFF2-40B4-BE49-F238E27FC236}">
                  <a16:creationId xmlns:a16="http://schemas.microsoft.com/office/drawing/2014/main" id="{08E3AEBA-49A5-4B5D-B82F-0F3D2ADF662A}"/>
                </a:ext>
              </a:extLst>
            </p:cNvPr>
            <p:cNvGrpSpPr/>
            <p:nvPr/>
          </p:nvGrpSpPr>
          <p:grpSpPr>
            <a:xfrm>
              <a:off x="6374606" y="2492982"/>
              <a:ext cx="1525588" cy="1524000"/>
              <a:chOff x="4086225" y="206982"/>
              <a:chExt cx="6102350" cy="6096000"/>
            </a:xfrm>
          </p:grpSpPr>
          <p:sp>
            <p:nvSpPr>
              <p:cNvPr id="762" name="Rectangle 761">
                <a:extLst>
                  <a:ext uri="{FF2B5EF4-FFF2-40B4-BE49-F238E27FC236}">
                    <a16:creationId xmlns:a16="http://schemas.microsoft.com/office/drawing/2014/main" id="{6574228C-CC40-40C5-863B-1E3DD40015DF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3" name="Rectangle 762">
                <a:extLst>
                  <a:ext uri="{FF2B5EF4-FFF2-40B4-BE49-F238E27FC236}">
                    <a16:creationId xmlns:a16="http://schemas.microsoft.com/office/drawing/2014/main" id="{ADF5D9B4-C51A-41FD-8F6C-6B02A7B2E88C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4" name="Rectangle 763">
                <a:extLst>
                  <a:ext uri="{FF2B5EF4-FFF2-40B4-BE49-F238E27FC236}">
                    <a16:creationId xmlns:a16="http://schemas.microsoft.com/office/drawing/2014/main" id="{B7907D88-A658-47D8-B67C-1C7849F1B1BD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5" name="Rectangle 764">
                <a:extLst>
                  <a:ext uri="{FF2B5EF4-FFF2-40B4-BE49-F238E27FC236}">
                    <a16:creationId xmlns:a16="http://schemas.microsoft.com/office/drawing/2014/main" id="{C04949C0-58CC-48C6-BEE8-508AD3C662C4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6" name="Rectangle 765">
                <a:extLst>
                  <a:ext uri="{FF2B5EF4-FFF2-40B4-BE49-F238E27FC236}">
                    <a16:creationId xmlns:a16="http://schemas.microsoft.com/office/drawing/2014/main" id="{D19C1962-E1DA-4933-9B74-E6A33594451A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7" name="Rectangle 766">
                <a:extLst>
                  <a:ext uri="{FF2B5EF4-FFF2-40B4-BE49-F238E27FC236}">
                    <a16:creationId xmlns:a16="http://schemas.microsoft.com/office/drawing/2014/main" id="{8B223F55-9FBD-4DAD-9EEB-66EA00E7C0AB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4DD67382-929A-48E8-A281-C6953CA5D74C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9" name="Rectangle 768">
                <a:extLst>
                  <a:ext uri="{FF2B5EF4-FFF2-40B4-BE49-F238E27FC236}">
                    <a16:creationId xmlns:a16="http://schemas.microsoft.com/office/drawing/2014/main" id="{13E8FE36-C96C-4070-8D25-038CB707934A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0" name="Rectangle 769">
                <a:extLst>
                  <a:ext uri="{FF2B5EF4-FFF2-40B4-BE49-F238E27FC236}">
                    <a16:creationId xmlns:a16="http://schemas.microsoft.com/office/drawing/2014/main" id="{E051052A-5229-4BC1-9A8B-F260B7C13269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1" name="Rectangle 770">
                <a:extLst>
                  <a:ext uri="{FF2B5EF4-FFF2-40B4-BE49-F238E27FC236}">
                    <a16:creationId xmlns:a16="http://schemas.microsoft.com/office/drawing/2014/main" id="{0DA5AA55-FB02-41F8-A693-FFA0B2631D59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2" name="Rectangle 771">
                <a:extLst>
                  <a:ext uri="{FF2B5EF4-FFF2-40B4-BE49-F238E27FC236}">
                    <a16:creationId xmlns:a16="http://schemas.microsoft.com/office/drawing/2014/main" id="{1C86B47B-DF1D-4037-A3B3-D8E785C90612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3" name="Rectangle 772">
                <a:extLst>
                  <a:ext uri="{FF2B5EF4-FFF2-40B4-BE49-F238E27FC236}">
                    <a16:creationId xmlns:a16="http://schemas.microsoft.com/office/drawing/2014/main" id="{5952643B-C8A8-4D0C-B9B7-EC1970E4F4CC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4" name="Rectangle 773">
                <a:extLst>
                  <a:ext uri="{FF2B5EF4-FFF2-40B4-BE49-F238E27FC236}">
                    <a16:creationId xmlns:a16="http://schemas.microsoft.com/office/drawing/2014/main" id="{1CDEF29F-D23F-42A9-B521-3C29A1F908B7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5" name="Rectangle 774">
                <a:extLst>
                  <a:ext uri="{FF2B5EF4-FFF2-40B4-BE49-F238E27FC236}">
                    <a16:creationId xmlns:a16="http://schemas.microsoft.com/office/drawing/2014/main" id="{556EEE05-D83D-490D-A674-65E4E3856844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6" name="Rectangle 775">
                <a:extLst>
                  <a:ext uri="{FF2B5EF4-FFF2-40B4-BE49-F238E27FC236}">
                    <a16:creationId xmlns:a16="http://schemas.microsoft.com/office/drawing/2014/main" id="{5235C6A6-B065-4101-BB37-9177DACC043D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7" name="Rectangle 776">
                <a:extLst>
                  <a:ext uri="{FF2B5EF4-FFF2-40B4-BE49-F238E27FC236}">
                    <a16:creationId xmlns:a16="http://schemas.microsoft.com/office/drawing/2014/main" id="{FE9277C8-7418-4135-BB06-AB85D158D67F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8" name="Rectangle 777">
                <a:extLst>
                  <a:ext uri="{FF2B5EF4-FFF2-40B4-BE49-F238E27FC236}">
                    <a16:creationId xmlns:a16="http://schemas.microsoft.com/office/drawing/2014/main" id="{B631027F-CDCD-40C3-B668-3BA672CACB33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9" name="Rectangle 778">
                <a:extLst>
                  <a:ext uri="{FF2B5EF4-FFF2-40B4-BE49-F238E27FC236}">
                    <a16:creationId xmlns:a16="http://schemas.microsoft.com/office/drawing/2014/main" id="{53E893AB-0A16-4A4A-8742-C34E9902768E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0" name="Rectangle 779">
                <a:extLst>
                  <a:ext uri="{FF2B5EF4-FFF2-40B4-BE49-F238E27FC236}">
                    <a16:creationId xmlns:a16="http://schemas.microsoft.com/office/drawing/2014/main" id="{8776175F-7A82-45DC-B6C1-BB9FAF0B274A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1" name="Rectangle 780">
                <a:extLst>
                  <a:ext uri="{FF2B5EF4-FFF2-40B4-BE49-F238E27FC236}">
                    <a16:creationId xmlns:a16="http://schemas.microsoft.com/office/drawing/2014/main" id="{70071BC3-7674-459D-8E4D-D6706BF7679B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2" name="Rectangle 781">
                <a:extLst>
                  <a:ext uri="{FF2B5EF4-FFF2-40B4-BE49-F238E27FC236}">
                    <a16:creationId xmlns:a16="http://schemas.microsoft.com/office/drawing/2014/main" id="{3F3AD84F-8E4F-477C-9598-C73F468E9D6B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3" name="Rectangle 782">
                <a:extLst>
                  <a:ext uri="{FF2B5EF4-FFF2-40B4-BE49-F238E27FC236}">
                    <a16:creationId xmlns:a16="http://schemas.microsoft.com/office/drawing/2014/main" id="{3975F855-8F58-4346-BC18-30957E324D59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4" name="Rectangle 783">
                <a:extLst>
                  <a:ext uri="{FF2B5EF4-FFF2-40B4-BE49-F238E27FC236}">
                    <a16:creationId xmlns:a16="http://schemas.microsoft.com/office/drawing/2014/main" id="{A8253085-33FB-4672-A2A2-08F93EFC68FF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5" name="Rectangle 784">
                <a:extLst>
                  <a:ext uri="{FF2B5EF4-FFF2-40B4-BE49-F238E27FC236}">
                    <a16:creationId xmlns:a16="http://schemas.microsoft.com/office/drawing/2014/main" id="{9E0E6AC3-8B73-4D62-A62C-59F10CE988FF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6" name="Rectangle 785">
                <a:extLst>
                  <a:ext uri="{FF2B5EF4-FFF2-40B4-BE49-F238E27FC236}">
                    <a16:creationId xmlns:a16="http://schemas.microsoft.com/office/drawing/2014/main" id="{6816432E-6BC5-4573-9365-5685FA951FA0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7" name="Rectangle 786">
                <a:extLst>
                  <a:ext uri="{FF2B5EF4-FFF2-40B4-BE49-F238E27FC236}">
                    <a16:creationId xmlns:a16="http://schemas.microsoft.com/office/drawing/2014/main" id="{4D187DA3-DB57-4DA0-B515-0035C1DD77C7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8" name="Rectangle 787">
                <a:extLst>
                  <a:ext uri="{FF2B5EF4-FFF2-40B4-BE49-F238E27FC236}">
                    <a16:creationId xmlns:a16="http://schemas.microsoft.com/office/drawing/2014/main" id="{A42BDD2B-20B1-43BC-AFB5-CFE111983280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9" name="Rectangle 788">
                <a:extLst>
                  <a:ext uri="{FF2B5EF4-FFF2-40B4-BE49-F238E27FC236}">
                    <a16:creationId xmlns:a16="http://schemas.microsoft.com/office/drawing/2014/main" id="{74C142AE-EB1C-4B7C-8C79-9B77CA476D09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0" name="Rectangle 789">
                <a:extLst>
                  <a:ext uri="{FF2B5EF4-FFF2-40B4-BE49-F238E27FC236}">
                    <a16:creationId xmlns:a16="http://schemas.microsoft.com/office/drawing/2014/main" id="{BA3FE558-F008-4CE5-A3B3-993A66A08D5F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1" name="Rectangle 790">
                <a:extLst>
                  <a:ext uri="{FF2B5EF4-FFF2-40B4-BE49-F238E27FC236}">
                    <a16:creationId xmlns:a16="http://schemas.microsoft.com/office/drawing/2014/main" id="{A6850209-84E0-4459-881A-51992E63FB2A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2" name="Rectangle 791">
                <a:extLst>
                  <a:ext uri="{FF2B5EF4-FFF2-40B4-BE49-F238E27FC236}">
                    <a16:creationId xmlns:a16="http://schemas.microsoft.com/office/drawing/2014/main" id="{CA5C9A84-61EF-4FEB-9EE8-C0C7B0A4D846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3" name="Rectangle 792">
                <a:extLst>
                  <a:ext uri="{FF2B5EF4-FFF2-40B4-BE49-F238E27FC236}">
                    <a16:creationId xmlns:a16="http://schemas.microsoft.com/office/drawing/2014/main" id="{DB06612D-63B7-44F3-8928-EE37786C5F17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4" name="Rectangle 793">
                <a:extLst>
                  <a:ext uri="{FF2B5EF4-FFF2-40B4-BE49-F238E27FC236}">
                    <a16:creationId xmlns:a16="http://schemas.microsoft.com/office/drawing/2014/main" id="{713C89ED-1CFF-441C-AED7-482C50E2BDE6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5" name="Rectangle 794">
                <a:extLst>
                  <a:ext uri="{FF2B5EF4-FFF2-40B4-BE49-F238E27FC236}">
                    <a16:creationId xmlns:a16="http://schemas.microsoft.com/office/drawing/2014/main" id="{1A87B7AB-585F-45D0-9789-3D0FB6736DFF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6" name="Rectangle 795">
                <a:extLst>
                  <a:ext uri="{FF2B5EF4-FFF2-40B4-BE49-F238E27FC236}">
                    <a16:creationId xmlns:a16="http://schemas.microsoft.com/office/drawing/2014/main" id="{81411C52-246C-466B-B135-372601400C55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7" name="Rectangle 796">
                <a:extLst>
                  <a:ext uri="{FF2B5EF4-FFF2-40B4-BE49-F238E27FC236}">
                    <a16:creationId xmlns:a16="http://schemas.microsoft.com/office/drawing/2014/main" id="{FB085937-5D96-4B23-97C7-145BC40664E6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8" name="Rectangle 797">
                <a:extLst>
                  <a:ext uri="{FF2B5EF4-FFF2-40B4-BE49-F238E27FC236}">
                    <a16:creationId xmlns:a16="http://schemas.microsoft.com/office/drawing/2014/main" id="{8274042A-102C-439F-8697-D2764FEC6599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9" name="Rectangle 798">
                <a:extLst>
                  <a:ext uri="{FF2B5EF4-FFF2-40B4-BE49-F238E27FC236}">
                    <a16:creationId xmlns:a16="http://schemas.microsoft.com/office/drawing/2014/main" id="{DA0AC803-83E3-42E5-A4EA-E23FB223EAA1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0" name="Rectangle 799">
                <a:extLst>
                  <a:ext uri="{FF2B5EF4-FFF2-40B4-BE49-F238E27FC236}">
                    <a16:creationId xmlns:a16="http://schemas.microsoft.com/office/drawing/2014/main" id="{F7CA02EA-6348-4780-A2C9-0409AEDFF051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1" name="Rectangle 800">
                <a:extLst>
                  <a:ext uri="{FF2B5EF4-FFF2-40B4-BE49-F238E27FC236}">
                    <a16:creationId xmlns:a16="http://schemas.microsoft.com/office/drawing/2014/main" id="{025828D7-6798-4951-984F-1C11A59F6BBC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2" name="Rectangle 801">
                <a:extLst>
                  <a:ext uri="{FF2B5EF4-FFF2-40B4-BE49-F238E27FC236}">
                    <a16:creationId xmlns:a16="http://schemas.microsoft.com/office/drawing/2014/main" id="{1AAF1AF4-1E71-4B63-8B7A-B04C58A967DA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3" name="Rectangle 802">
                <a:extLst>
                  <a:ext uri="{FF2B5EF4-FFF2-40B4-BE49-F238E27FC236}">
                    <a16:creationId xmlns:a16="http://schemas.microsoft.com/office/drawing/2014/main" id="{E38CDF75-90B7-472F-8B91-9E41261B0E7B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4" name="Rectangle 803">
                <a:extLst>
                  <a:ext uri="{FF2B5EF4-FFF2-40B4-BE49-F238E27FC236}">
                    <a16:creationId xmlns:a16="http://schemas.microsoft.com/office/drawing/2014/main" id="{2B1D32FE-B344-48F4-B285-13C173B638F5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5" name="Rectangle 804">
                <a:extLst>
                  <a:ext uri="{FF2B5EF4-FFF2-40B4-BE49-F238E27FC236}">
                    <a16:creationId xmlns:a16="http://schemas.microsoft.com/office/drawing/2014/main" id="{860610C9-A3E1-4DE7-BEA4-11B23A84DDB9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6" name="Rectangle 805">
                <a:extLst>
                  <a:ext uri="{FF2B5EF4-FFF2-40B4-BE49-F238E27FC236}">
                    <a16:creationId xmlns:a16="http://schemas.microsoft.com/office/drawing/2014/main" id="{34F9D4D0-7FAF-4B0A-9230-0A3B7AA266A7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7" name="Rectangle 806">
                <a:extLst>
                  <a:ext uri="{FF2B5EF4-FFF2-40B4-BE49-F238E27FC236}">
                    <a16:creationId xmlns:a16="http://schemas.microsoft.com/office/drawing/2014/main" id="{9F92D0ED-BD88-4EE2-9D37-AC58278164C5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8" name="Rectangle 807">
                <a:extLst>
                  <a:ext uri="{FF2B5EF4-FFF2-40B4-BE49-F238E27FC236}">
                    <a16:creationId xmlns:a16="http://schemas.microsoft.com/office/drawing/2014/main" id="{92FAB8DF-1D04-4817-9878-C6045CB2E7E6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9" name="Rectangle 808">
                <a:extLst>
                  <a:ext uri="{FF2B5EF4-FFF2-40B4-BE49-F238E27FC236}">
                    <a16:creationId xmlns:a16="http://schemas.microsoft.com/office/drawing/2014/main" id="{47B8DC7C-2234-49CD-A6E0-113F4C121469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811" name="Group 810">
            <a:extLst>
              <a:ext uri="{FF2B5EF4-FFF2-40B4-BE49-F238E27FC236}">
                <a16:creationId xmlns:a16="http://schemas.microsoft.com/office/drawing/2014/main" id="{DD904D5E-6DE3-4319-BC90-0C2C5BAAA2A0}"/>
              </a:ext>
            </a:extLst>
          </p:cNvPr>
          <p:cNvGrpSpPr/>
          <p:nvPr/>
        </p:nvGrpSpPr>
        <p:grpSpPr>
          <a:xfrm>
            <a:off x="6758781" y="2875172"/>
            <a:ext cx="760412" cy="759620"/>
            <a:chOff x="4086225" y="206982"/>
            <a:chExt cx="6102350" cy="6096000"/>
          </a:xfrm>
        </p:grpSpPr>
        <p:grpSp>
          <p:nvGrpSpPr>
            <p:cNvPr id="812" name="Group 811">
              <a:extLst>
                <a:ext uri="{FF2B5EF4-FFF2-40B4-BE49-F238E27FC236}">
                  <a16:creationId xmlns:a16="http://schemas.microsoft.com/office/drawing/2014/main" id="{85D30815-680E-4997-B398-4DF214CC1DC2}"/>
                </a:ext>
              </a:extLst>
            </p:cNvPr>
            <p:cNvGrpSpPr/>
            <p:nvPr/>
          </p:nvGrpSpPr>
          <p:grpSpPr>
            <a:xfrm>
              <a:off x="4086225" y="206982"/>
              <a:ext cx="6102350" cy="6096000"/>
              <a:chOff x="4086225" y="206982"/>
              <a:chExt cx="6102350" cy="6096000"/>
            </a:xfrm>
          </p:grpSpPr>
          <p:sp>
            <p:nvSpPr>
              <p:cNvPr id="911" name="Rectangle 910">
                <a:extLst>
                  <a:ext uri="{FF2B5EF4-FFF2-40B4-BE49-F238E27FC236}">
                    <a16:creationId xmlns:a16="http://schemas.microsoft.com/office/drawing/2014/main" id="{787442B6-D937-4463-B635-960A8B1D1DF5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2" name="Rectangle 911">
                <a:extLst>
                  <a:ext uri="{FF2B5EF4-FFF2-40B4-BE49-F238E27FC236}">
                    <a16:creationId xmlns:a16="http://schemas.microsoft.com/office/drawing/2014/main" id="{3E718B56-6478-46E0-8F2A-9AC9CB32B591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3" name="Rectangle 912">
                <a:extLst>
                  <a:ext uri="{FF2B5EF4-FFF2-40B4-BE49-F238E27FC236}">
                    <a16:creationId xmlns:a16="http://schemas.microsoft.com/office/drawing/2014/main" id="{E03169E1-3D72-4BA1-88E9-33D3BE9230E9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4" name="Rectangle 913">
                <a:extLst>
                  <a:ext uri="{FF2B5EF4-FFF2-40B4-BE49-F238E27FC236}">
                    <a16:creationId xmlns:a16="http://schemas.microsoft.com/office/drawing/2014/main" id="{3BD8C361-F22E-4637-9785-54E73DE739FD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5" name="Rectangle 914">
                <a:extLst>
                  <a:ext uri="{FF2B5EF4-FFF2-40B4-BE49-F238E27FC236}">
                    <a16:creationId xmlns:a16="http://schemas.microsoft.com/office/drawing/2014/main" id="{B5D0918D-3EFB-45F8-B5B5-20BF4954F71A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6" name="Rectangle 915">
                <a:extLst>
                  <a:ext uri="{FF2B5EF4-FFF2-40B4-BE49-F238E27FC236}">
                    <a16:creationId xmlns:a16="http://schemas.microsoft.com/office/drawing/2014/main" id="{B61A31A2-0769-486E-9301-397DC6D39CFD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7" name="Rectangle 916">
                <a:extLst>
                  <a:ext uri="{FF2B5EF4-FFF2-40B4-BE49-F238E27FC236}">
                    <a16:creationId xmlns:a16="http://schemas.microsoft.com/office/drawing/2014/main" id="{B5A46BBA-D160-4544-A222-7BA66A83E36B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8" name="Rectangle 917">
                <a:extLst>
                  <a:ext uri="{FF2B5EF4-FFF2-40B4-BE49-F238E27FC236}">
                    <a16:creationId xmlns:a16="http://schemas.microsoft.com/office/drawing/2014/main" id="{529BD346-E929-46A4-B033-EB881D0AEB4C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9" name="Rectangle 918">
                <a:extLst>
                  <a:ext uri="{FF2B5EF4-FFF2-40B4-BE49-F238E27FC236}">
                    <a16:creationId xmlns:a16="http://schemas.microsoft.com/office/drawing/2014/main" id="{772DF16B-548F-4173-945A-9498AD193887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0" name="Rectangle 919">
                <a:extLst>
                  <a:ext uri="{FF2B5EF4-FFF2-40B4-BE49-F238E27FC236}">
                    <a16:creationId xmlns:a16="http://schemas.microsoft.com/office/drawing/2014/main" id="{BED5DD4B-CE71-4DAD-97DA-2A8D240FEE85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1" name="Rectangle 920">
                <a:extLst>
                  <a:ext uri="{FF2B5EF4-FFF2-40B4-BE49-F238E27FC236}">
                    <a16:creationId xmlns:a16="http://schemas.microsoft.com/office/drawing/2014/main" id="{D8007BA5-25C2-4A2D-99F7-04F2781E4CCD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2" name="Rectangle 921">
                <a:extLst>
                  <a:ext uri="{FF2B5EF4-FFF2-40B4-BE49-F238E27FC236}">
                    <a16:creationId xmlns:a16="http://schemas.microsoft.com/office/drawing/2014/main" id="{0D27F4E0-F0D7-4AF6-A1C5-EC640E760A69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3" name="Rectangle 922">
                <a:extLst>
                  <a:ext uri="{FF2B5EF4-FFF2-40B4-BE49-F238E27FC236}">
                    <a16:creationId xmlns:a16="http://schemas.microsoft.com/office/drawing/2014/main" id="{7074690F-56FB-4988-A3D7-BEFC5EB0F239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4" name="Rectangle 923">
                <a:extLst>
                  <a:ext uri="{FF2B5EF4-FFF2-40B4-BE49-F238E27FC236}">
                    <a16:creationId xmlns:a16="http://schemas.microsoft.com/office/drawing/2014/main" id="{398F4ECD-7DB9-4911-B3F6-BC7FF11D00E3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5" name="Rectangle 924">
                <a:extLst>
                  <a:ext uri="{FF2B5EF4-FFF2-40B4-BE49-F238E27FC236}">
                    <a16:creationId xmlns:a16="http://schemas.microsoft.com/office/drawing/2014/main" id="{DA746085-D208-420C-8731-869227673825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6" name="Rectangle 925">
                <a:extLst>
                  <a:ext uri="{FF2B5EF4-FFF2-40B4-BE49-F238E27FC236}">
                    <a16:creationId xmlns:a16="http://schemas.microsoft.com/office/drawing/2014/main" id="{8EE960CA-CE88-4FF8-87B4-1836FF9C7E25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7" name="Rectangle 926">
                <a:extLst>
                  <a:ext uri="{FF2B5EF4-FFF2-40B4-BE49-F238E27FC236}">
                    <a16:creationId xmlns:a16="http://schemas.microsoft.com/office/drawing/2014/main" id="{867326A9-AC5C-45D3-AB16-1AB0A7D84984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8" name="Rectangle 927">
                <a:extLst>
                  <a:ext uri="{FF2B5EF4-FFF2-40B4-BE49-F238E27FC236}">
                    <a16:creationId xmlns:a16="http://schemas.microsoft.com/office/drawing/2014/main" id="{8165CE4C-C3C4-4598-A547-5079B2E4D2F2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9" name="Rectangle 928">
                <a:extLst>
                  <a:ext uri="{FF2B5EF4-FFF2-40B4-BE49-F238E27FC236}">
                    <a16:creationId xmlns:a16="http://schemas.microsoft.com/office/drawing/2014/main" id="{183C077D-DFD1-4E13-B18A-34EBDF310B1C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0" name="Rectangle 929">
                <a:extLst>
                  <a:ext uri="{FF2B5EF4-FFF2-40B4-BE49-F238E27FC236}">
                    <a16:creationId xmlns:a16="http://schemas.microsoft.com/office/drawing/2014/main" id="{62FA009E-6CED-46CC-979A-AB490B24262D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1" name="Rectangle 930">
                <a:extLst>
                  <a:ext uri="{FF2B5EF4-FFF2-40B4-BE49-F238E27FC236}">
                    <a16:creationId xmlns:a16="http://schemas.microsoft.com/office/drawing/2014/main" id="{F26F3272-EED1-4BD5-9A16-532F4C9A87F6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2" name="Rectangle 931">
                <a:extLst>
                  <a:ext uri="{FF2B5EF4-FFF2-40B4-BE49-F238E27FC236}">
                    <a16:creationId xmlns:a16="http://schemas.microsoft.com/office/drawing/2014/main" id="{5E35A044-BB48-4DF9-A19D-D7DA060BA5A1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3" name="Rectangle 932">
                <a:extLst>
                  <a:ext uri="{FF2B5EF4-FFF2-40B4-BE49-F238E27FC236}">
                    <a16:creationId xmlns:a16="http://schemas.microsoft.com/office/drawing/2014/main" id="{E8D2663E-2C67-4AAF-B280-9ED4F8A3C488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4" name="Rectangle 933">
                <a:extLst>
                  <a:ext uri="{FF2B5EF4-FFF2-40B4-BE49-F238E27FC236}">
                    <a16:creationId xmlns:a16="http://schemas.microsoft.com/office/drawing/2014/main" id="{BB223833-56A0-4746-87DA-5A6C71C652E8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5" name="Rectangle 934">
                <a:extLst>
                  <a:ext uri="{FF2B5EF4-FFF2-40B4-BE49-F238E27FC236}">
                    <a16:creationId xmlns:a16="http://schemas.microsoft.com/office/drawing/2014/main" id="{1A70510E-737A-4C89-9FD9-91861D76E35F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6" name="Rectangle 935">
                <a:extLst>
                  <a:ext uri="{FF2B5EF4-FFF2-40B4-BE49-F238E27FC236}">
                    <a16:creationId xmlns:a16="http://schemas.microsoft.com/office/drawing/2014/main" id="{2EE01EF6-3899-41E0-A83B-5CBF695F8FB6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7" name="Rectangle 936">
                <a:extLst>
                  <a:ext uri="{FF2B5EF4-FFF2-40B4-BE49-F238E27FC236}">
                    <a16:creationId xmlns:a16="http://schemas.microsoft.com/office/drawing/2014/main" id="{1DA7A3AD-55F1-4E06-B953-3CBE333CDC4C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8" name="Rectangle 937">
                <a:extLst>
                  <a:ext uri="{FF2B5EF4-FFF2-40B4-BE49-F238E27FC236}">
                    <a16:creationId xmlns:a16="http://schemas.microsoft.com/office/drawing/2014/main" id="{1AFA3A1F-162C-4A7C-89D5-F8047F1E398B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9" name="Rectangle 938">
                <a:extLst>
                  <a:ext uri="{FF2B5EF4-FFF2-40B4-BE49-F238E27FC236}">
                    <a16:creationId xmlns:a16="http://schemas.microsoft.com/office/drawing/2014/main" id="{8559F35F-D224-40EC-BD5A-B462EC2F49DA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0A14465E-B9F3-47BF-87A1-E6EFBA6BE3D9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1" name="Rectangle 940">
                <a:extLst>
                  <a:ext uri="{FF2B5EF4-FFF2-40B4-BE49-F238E27FC236}">
                    <a16:creationId xmlns:a16="http://schemas.microsoft.com/office/drawing/2014/main" id="{4DAD4386-7BB3-4087-A80D-92747191E3CF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2" name="Rectangle 941">
                <a:extLst>
                  <a:ext uri="{FF2B5EF4-FFF2-40B4-BE49-F238E27FC236}">
                    <a16:creationId xmlns:a16="http://schemas.microsoft.com/office/drawing/2014/main" id="{918D9F79-1712-42E4-BD22-D78DC1CDDA88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3" name="Rectangle 942">
                <a:extLst>
                  <a:ext uri="{FF2B5EF4-FFF2-40B4-BE49-F238E27FC236}">
                    <a16:creationId xmlns:a16="http://schemas.microsoft.com/office/drawing/2014/main" id="{484ACB71-0884-4643-A004-CC29BA72F3DD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4" name="Rectangle 943">
                <a:extLst>
                  <a:ext uri="{FF2B5EF4-FFF2-40B4-BE49-F238E27FC236}">
                    <a16:creationId xmlns:a16="http://schemas.microsoft.com/office/drawing/2014/main" id="{534447D8-10F5-4F33-8531-866E0A7C888C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5" name="Rectangle 944">
                <a:extLst>
                  <a:ext uri="{FF2B5EF4-FFF2-40B4-BE49-F238E27FC236}">
                    <a16:creationId xmlns:a16="http://schemas.microsoft.com/office/drawing/2014/main" id="{4F38ADBA-68F0-47F4-A1FB-4B763B22C041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6" name="Rectangle 945">
                <a:extLst>
                  <a:ext uri="{FF2B5EF4-FFF2-40B4-BE49-F238E27FC236}">
                    <a16:creationId xmlns:a16="http://schemas.microsoft.com/office/drawing/2014/main" id="{DFF5E8BD-EE35-4D40-BCD7-006D380100D6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7" name="Rectangle 946">
                <a:extLst>
                  <a:ext uri="{FF2B5EF4-FFF2-40B4-BE49-F238E27FC236}">
                    <a16:creationId xmlns:a16="http://schemas.microsoft.com/office/drawing/2014/main" id="{C567C78B-D08C-4517-872A-76860CD0222C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8" name="Rectangle 947">
                <a:extLst>
                  <a:ext uri="{FF2B5EF4-FFF2-40B4-BE49-F238E27FC236}">
                    <a16:creationId xmlns:a16="http://schemas.microsoft.com/office/drawing/2014/main" id="{C67D4EAB-4513-459B-9004-F395DEBBAED2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9" name="Rectangle 948">
                <a:extLst>
                  <a:ext uri="{FF2B5EF4-FFF2-40B4-BE49-F238E27FC236}">
                    <a16:creationId xmlns:a16="http://schemas.microsoft.com/office/drawing/2014/main" id="{4EE30889-5D95-4F16-8ECE-432CDFC1ED23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0" name="Rectangle 949">
                <a:extLst>
                  <a:ext uri="{FF2B5EF4-FFF2-40B4-BE49-F238E27FC236}">
                    <a16:creationId xmlns:a16="http://schemas.microsoft.com/office/drawing/2014/main" id="{0AB7A512-1783-4371-ADFD-E5C41514BDC8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1" name="Rectangle 950">
                <a:extLst>
                  <a:ext uri="{FF2B5EF4-FFF2-40B4-BE49-F238E27FC236}">
                    <a16:creationId xmlns:a16="http://schemas.microsoft.com/office/drawing/2014/main" id="{D45CFF50-1357-4DE0-96F1-E1A1747A111D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2" name="Rectangle 951">
                <a:extLst>
                  <a:ext uri="{FF2B5EF4-FFF2-40B4-BE49-F238E27FC236}">
                    <a16:creationId xmlns:a16="http://schemas.microsoft.com/office/drawing/2014/main" id="{F346ADFF-B87D-4DB2-A544-B1EF447DF9FF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3" name="Rectangle 952">
                <a:extLst>
                  <a:ext uri="{FF2B5EF4-FFF2-40B4-BE49-F238E27FC236}">
                    <a16:creationId xmlns:a16="http://schemas.microsoft.com/office/drawing/2014/main" id="{871246A1-1FAB-4E1D-8908-08D99B89F22E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4" name="Rectangle 953">
                <a:extLst>
                  <a:ext uri="{FF2B5EF4-FFF2-40B4-BE49-F238E27FC236}">
                    <a16:creationId xmlns:a16="http://schemas.microsoft.com/office/drawing/2014/main" id="{7B1C1263-CC5B-4177-91B5-D207DB225ADD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5" name="Rectangle 954">
                <a:extLst>
                  <a:ext uri="{FF2B5EF4-FFF2-40B4-BE49-F238E27FC236}">
                    <a16:creationId xmlns:a16="http://schemas.microsoft.com/office/drawing/2014/main" id="{6A95902B-3D28-4BE7-A9A1-57101A9F63FB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6" name="Rectangle 955">
                <a:extLst>
                  <a:ext uri="{FF2B5EF4-FFF2-40B4-BE49-F238E27FC236}">
                    <a16:creationId xmlns:a16="http://schemas.microsoft.com/office/drawing/2014/main" id="{7646C568-6023-4007-9434-B89801305CB0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7" name="Rectangle 956">
                <a:extLst>
                  <a:ext uri="{FF2B5EF4-FFF2-40B4-BE49-F238E27FC236}">
                    <a16:creationId xmlns:a16="http://schemas.microsoft.com/office/drawing/2014/main" id="{F8B5DFD5-BD08-4B51-AA8C-E9FE3E4B847E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8" name="Rectangle 957">
                <a:extLst>
                  <a:ext uri="{FF2B5EF4-FFF2-40B4-BE49-F238E27FC236}">
                    <a16:creationId xmlns:a16="http://schemas.microsoft.com/office/drawing/2014/main" id="{E25E7AD9-7822-488C-964F-B75F01F52671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813" name="Group 812">
              <a:extLst>
                <a:ext uri="{FF2B5EF4-FFF2-40B4-BE49-F238E27FC236}">
                  <a16:creationId xmlns:a16="http://schemas.microsoft.com/office/drawing/2014/main" id="{330DAA96-6636-4C83-A803-1DA91CE48781}"/>
                </a:ext>
              </a:extLst>
            </p:cNvPr>
            <p:cNvGrpSpPr/>
            <p:nvPr/>
          </p:nvGrpSpPr>
          <p:grpSpPr>
            <a:xfrm>
              <a:off x="5611812" y="1730982"/>
              <a:ext cx="3051176" cy="3048000"/>
              <a:chOff x="4086225" y="206982"/>
              <a:chExt cx="6102350" cy="6096000"/>
            </a:xfrm>
          </p:grpSpPr>
          <p:sp>
            <p:nvSpPr>
              <p:cNvPr id="863" name="Rectangle 862">
                <a:extLst>
                  <a:ext uri="{FF2B5EF4-FFF2-40B4-BE49-F238E27FC236}">
                    <a16:creationId xmlns:a16="http://schemas.microsoft.com/office/drawing/2014/main" id="{4E89AD67-8A18-4BF2-A77D-F4757F382359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4" name="Rectangle 863">
                <a:extLst>
                  <a:ext uri="{FF2B5EF4-FFF2-40B4-BE49-F238E27FC236}">
                    <a16:creationId xmlns:a16="http://schemas.microsoft.com/office/drawing/2014/main" id="{97F7300D-E646-49E8-836A-B008B4BB6108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5" name="Rectangle 864">
                <a:extLst>
                  <a:ext uri="{FF2B5EF4-FFF2-40B4-BE49-F238E27FC236}">
                    <a16:creationId xmlns:a16="http://schemas.microsoft.com/office/drawing/2014/main" id="{578BE64F-254B-44D8-9AB9-7E8BD8923FFD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6" name="Rectangle 865">
                <a:extLst>
                  <a:ext uri="{FF2B5EF4-FFF2-40B4-BE49-F238E27FC236}">
                    <a16:creationId xmlns:a16="http://schemas.microsoft.com/office/drawing/2014/main" id="{2C2D45F0-FD33-4E29-AF13-BAADB1BC14F6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7" name="Rectangle 866">
                <a:extLst>
                  <a:ext uri="{FF2B5EF4-FFF2-40B4-BE49-F238E27FC236}">
                    <a16:creationId xmlns:a16="http://schemas.microsoft.com/office/drawing/2014/main" id="{F34B7793-C8A7-4DE9-BD42-1B3392CA7789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8" name="Rectangle 867">
                <a:extLst>
                  <a:ext uri="{FF2B5EF4-FFF2-40B4-BE49-F238E27FC236}">
                    <a16:creationId xmlns:a16="http://schemas.microsoft.com/office/drawing/2014/main" id="{3C37A3C5-BF19-42D1-9BFA-9956D9723AAC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9" name="Rectangle 868">
                <a:extLst>
                  <a:ext uri="{FF2B5EF4-FFF2-40B4-BE49-F238E27FC236}">
                    <a16:creationId xmlns:a16="http://schemas.microsoft.com/office/drawing/2014/main" id="{A1AF828E-B552-4A6A-AD63-4D56B95FB0B0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0" name="Rectangle 869">
                <a:extLst>
                  <a:ext uri="{FF2B5EF4-FFF2-40B4-BE49-F238E27FC236}">
                    <a16:creationId xmlns:a16="http://schemas.microsoft.com/office/drawing/2014/main" id="{893A415B-5CFE-4E71-B381-D9BBB08A6139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1" name="Rectangle 870">
                <a:extLst>
                  <a:ext uri="{FF2B5EF4-FFF2-40B4-BE49-F238E27FC236}">
                    <a16:creationId xmlns:a16="http://schemas.microsoft.com/office/drawing/2014/main" id="{5B8FA608-EB67-4643-8639-ACFEF2BD1660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2" name="Rectangle 871">
                <a:extLst>
                  <a:ext uri="{FF2B5EF4-FFF2-40B4-BE49-F238E27FC236}">
                    <a16:creationId xmlns:a16="http://schemas.microsoft.com/office/drawing/2014/main" id="{2F111D8C-4620-4D34-99B8-98AA75356EFF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3" name="Rectangle 872">
                <a:extLst>
                  <a:ext uri="{FF2B5EF4-FFF2-40B4-BE49-F238E27FC236}">
                    <a16:creationId xmlns:a16="http://schemas.microsoft.com/office/drawing/2014/main" id="{86019A4A-8C5B-4FC7-880D-82F84F47EC01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4" name="Rectangle 873">
                <a:extLst>
                  <a:ext uri="{FF2B5EF4-FFF2-40B4-BE49-F238E27FC236}">
                    <a16:creationId xmlns:a16="http://schemas.microsoft.com/office/drawing/2014/main" id="{8589F0BC-0B40-4908-BAAB-A3B62337975E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5" name="Rectangle 874">
                <a:extLst>
                  <a:ext uri="{FF2B5EF4-FFF2-40B4-BE49-F238E27FC236}">
                    <a16:creationId xmlns:a16="http://schemas.microsoft.com/office/drawing/2014/main" id="{4172AFA5-970B-44A6-8C96-3EDCA1C06BFD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6" name="Rectangle 875">
                <a:extLst>
                  <a:ext uri="{FF2B5EF4-FFF2-40B4-BE49-F238E27FC236}">
                    <a16:creationId xmlns:a16="http://schemas.microsoft.com/office/drawing/2014/main" id="{4778FB7D-7F07-4742-B424-43EB85832AAD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7" name="Rectangle 876">
                <a:extLst>
                  <a:ext uri="{FF2B5EF4-FFF2-40B4-BE49-F238E27FC236}">
                    <a16:creationId xmlns:a16="http://schemas.microsoft.com/office/drawing/2014/main" id="{482D95D2-E879-44B8-AE7D-BB51E9E16FB8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8" name="Rectangle 877">
                <a:extLst>
                  <a:ext uri="{FF2B5EF4-FFF2-40B4-BE49-F238E27FC236}">
                    <a16:creationId xmlns:a16="http://schemas.microsoft.com/office/drawing/2014/main" id="{CFFA6CE4-8E86-4F8D-8560-01B501169D75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9" name="Rectangle 878">
                <a:extLst>
                  <a:ext uri="{FF2B5EF4-FFF2-40B4-BE49-F238E27FC236}">
                    <a16:creationId xmlns:a16="http://schemas.microsoft.com/office/drawing/2014/main" id="{3558962C-100F-4612-8B3D-45D1089759F5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0" name="Rectangle 879">
                <a:extLst>
                  <a:ext uri="{FF2B5EF4-FFF2-40B4-BE49-F238E27FC236}">
                    <a16:creationId xmlns:a16="http://schemas.microsoft.com/office/drawing/2014/main" id="{1A4E8909-414C-479E-AA32-00F7006C4544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1" name="Rectangle 880">
                <a:extLst>
                  <a:ext uri="{FF2B5EF4-FFF2-40B4-BE49-F238E27FC236}">
                    <a16:creationId xmlns:a16="http://schemas.microsoft.com/office/drawing/2014/main" id="{99162A82-1D92-4C36-AE17-076B1CC2F1BF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2" name="Rectangle 881">
                <a:extLst>
                  <a:ext uri="{FF2B5EF4-FFF2-40B4-BE49-F238E27FC236}">
                    <a16:creationId xmlns:a16="http://schemas.microsoft.com/office/drawing/2014/main" id="{3EFD83EF-D632-486D-938E-89ADAAA1354A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3" name="Rectangle 882">
                <a:extLst>
                  <a:ext uri="{FF2B5EF4-FFF2-40B4-BE49-F238E27FC236}">
                    <a16:creationId xmlns:a16="http://schemas.microsoft.com/office/drawing/2014/main" id="{A0332295-1468-4FF4-ADEF-74037A674C7F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4" name="Rectangle 883">
                <a:extLst>
                  <a:ext uri="{FF2B5EF4-FFF2-40B4-BE49-F238E27FC236}">
                    <a16:creationId xmlns:a16="http://schemas.microsoft.com/office/drawing/2014/main" id="{8A054DD1-F071-4888-949A-34CB689E92CB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5" name="Rectangle 884">
                <a:extLst>
                  <a:ext uri="{FF2B5EF4-FFF2-40B4-BE49-F238E27FC236}">
                    <a16:creationId xmlns:a16="http://schemas.microsoft.com/office/drawing/2014/main" id="{0164A953-ED3E-49C8-9340-6BF59B071E8C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6" name="Rectangle 885">
                <a:extLst>
                  <a:ext uri="{FF2B5EF4-FFF2-40B4-BE49-F238E27FC236}">
                    <a16:creationId xmlns:a16="http://schemas.microsoft.com/office/drawing/2014/main" id="{62AA80AA-BB9D-40B0-9282-B456992F038D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7" name="Rectangle 886">
                <a:extLst>
                  <a:ext uri="{FF2B5EF4-FFF2-40B4-BE49-F238E27FC236}">
                    <a16:creationId xmlns:a16="http://schemas.microsoft.com/office/drawing/2014/main" id="{294AF06D-32AC-43A5-BB6F-2EF285B5F502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8" name="Rectangle 887">
                <a:extLst>
                  <a:ext uri="{FF2B5EF4-FFF2-40B4-BE49-F238E27FC236}">
                    <a16:creationId xmlns:a16="http://schemas.microsoft.com/office/drawing/2014/main" id="{CE0AF75D-E395-4122-A032-4C0D06505AED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9" name="Rectangle 888">
                <a:extLst>
                  <a:ext uri="{FF2B5EF4-FFF2-40B4-BE49-F238E27FC236}">
                    <a16:creationId xmlns:a16="http://schemas.microsoft.com/office/drawing/2014/main" id="{9238BBFF-5B12-402E-93BE-411743927C9E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0" name="Rectangle 889">
                <a:extLst>
                  <a:ext uri="{FF2B5EF4-FFF2-40B4-BE49-F238E27FC236}">
                    <a16:creationId xmlns:a16="http://schemas.microsoft.com/office/drawing/2014/main" id="{4307E0AA-E87E-480D-BAFF-CBD5CD63C78F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1" name="Rectangle 890">
                <a:extLst>
                  <a:ext uri="{FF2B5EF4-FFF2-40B4-BE49-F238E27FC236}">
                    <a16:creationId xmlns:a16="http://schemas.microsoft.com/office/drawing/2014/main" id="{0E1256E0-4CB2-43C6-9446-7A99BB7D4CD5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2" name="Rectangle 891">
                <a:extLst>
                  <a:ext uri="{FF2B5EF4-FFF2-40B4-BE49-F238E27FC236}">
                    <a16:creationId xmlns:a16="http://schemas.microsoft.com/office/drawing/2014/main" id="{77947FA4-686E-4A3F-B318-7568DF0E6382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3" name="Rectangle 892">
                <a:extLst>
                  <a:ext uri="{FF2B5EF4-FFF2-40B4-BE49-F238E27FC236}">
                    <a16:creationId xmlns:a16="http://schemas.microsoft.com/office/drawing/2014/main" id="{989BC527-2C2A-4FAA-88B8-A01758502D7A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4" name="Rectangle 893">
                <a:extLst>
                  <a:ext uri="{FF2B5EF4-FFF2-40B4-BE49-F238E27FC236}">
                    <a16:creationId xmlns:a16="http://schemas.microsoft.com/office/drawing/2014/main" id="{54111779-E841-42A5-AA6D-904586D8D9B0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5" name="Rectangle 894">
                <a:extLst>
                  <a:ext uri="{FF2B5EF4-FFF2-40B4-BE49-F238E27FC236}">
                    <a16:creationId xmlns:a16="http://schemas.microsoft.com/office/drawing/2014/main" id="{E43215A1-7EAB-4B4D-B8CD-B2942B017357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6" name="Rectangle 895">
                <a:extLst>
                  <a:ext uri="{FF2B5EF4-FFF2-40B4-BE49-F238E27FC236}">
                    <a16:creationId xmlns:a16="http://schemas.microsoft.com/office/drawing/2014/main" id="{9FDB4928-5B0D-4828-B3F9-5143082CB603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7" name="Rectangle 896">
                <a:extLst>
                  <a:ext uri="{FF2B5EF4-FFF2-40B4-BE49-F238E27FC236}">
                    <a16:creationId xmlns:a16="http://schemas.microsoft.com/office/drawing/2014/main" id="{E253F5DB-58B4-4932-B1BF-FC72317992E1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8" name="Rectangle 897">
                <a:extLst>
                  <a:ext uri="{FF2B5EF4-FFF2-40B4-BE49-F238E27FC236}">
                    <a16:creationId xmlns:a16="http://schemas.microsoft.com/office/drawing/2014/main" id="{186110C8-031C-4710-A5C6-908D233EDE5A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9" name="Rectangle 898">
                <a:extLst>
                  <a:ext uri="{FF2B5EF4-FFF2-40B4-BE49-F238E27FC236}">
                    <a16:creationId xmlns:a16="http://schemas.microsoft.com/office/drawing/2014/main" id="{A24D2951-48B2-46D6-B2C8-6037F3FBFE79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0" name="Rectangle 899">
                <a:extLst>
                  <a:ext uri="{FF2B5EF4-FFF2-40B4-BE49-F238E27FC236}">
                    <a16:creationId xmlns:a16="http://schemas.microsoft.com/office/drawing/2014/main" id="{98490608-412C-45E5-8BF5-CF8FE22B48D4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1" name="Rectangle 900">
                <a:extLst>
                  <a:ext uri="{FF2B5EF4-FFF2-40B4-BE49-F238E27FC236}">
                    <a16:creationId xmlns:a16="http://schemas.microsoft.com/office/drawing/2014/main" id="{A0402294-0506-4198-9DFE-85E2BAB6CC76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2" name="Rectangle 901">
                <a:extLst>
                  <a:ext uri="{FF2B5EF4-FFF2-40B4-BE49-F238E27FC236}">
                    <a16:creationId xmlns:a16="http://schemas.microsoft.com/office/drawing/2014/main" id="{5AAC4973-340B-4762-BC53-1F4AF2312562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3" name="Rectangle 902">
                <a:extLst>
                  <a:ext uri="{FF2B5EF4-FFF2-40B4-BE49-F238E27FC236}">
                    <a16:creationId xmlns:a16="http://schemas.microsoft.com/office/drawing/2014/main" id="{A30BC2F3-D271-4F67-93FD-836F1F75DE29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4" name="Rectangle 903">
                <a:extLst>
                  <a:ext uri="{FF2B5EF4-FFF2-40B4-BE49-F238E27FC236}">
                    <a16:creationId xmlns:a16="http://schemas.microsoft.com/office/drawing/2014/main" id="{67BB8E91-E15F-4720-B733-BF594E87936A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5" name="Rectangle 904">
                <a:extLst>
                  <a:ext uri="{FF2B5EF4-FFF2-40B4-BE49-F238E27FC236}">
                    <a16:creationId xmlns:a16="http://schemas.microsoft.com/office/drawing/2014/main" id="{990BB6E3-84A4-4D69-B971-F76B9C6A80B5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6" name="Rectangle 905">
                <a:extLst>
                  <a:ext uri="{FF2B5EF4-FFF2-40B4-BE49-F238E27FC236}">
                    <a16:creationId xmlns:a16="http://schemas.microsoft.com/office/drawing/2014/main" id="{C96C11BF-2882-4652-A04D-21D68D77B537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7" name="Rectangle 906">
                <a:extLst>
                  <a:ext uri="{FF2B5EF4-FFF2-40B4-BE49-F238E27FC236}">
                    <a16:creationId xmlns:a16="http://schemas.microsoft.com/office/drawing/2014/main" id="{55AEE9CC-5B1E-48F9-84C6-F2A4B551F061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8" name="Rectangle 907">
                <a:extLst>
                  <a:ext uri="{FF2B5EF4-FFF2-40B4-BE49-F238E27FC236}">
                    <a16:creationId xmlns:a16="http://schemas.microsoft.com/office/drawing/2014/main" id="{98DFA464-8517-41B4-A6C5-A3F4B745B6C2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9" name="Rectangle 908">
                <a:extLst>
                  <a:ext uri="{FF2B5EF4-FFF2-40B4-BE49-F238E27FC236}">
                    <a16:creationId xmlns:a16="http://schemas.microsoft.com/office/drawing/2014/main" id="{6D4BED88-572A-4F93-B3B3-25855AE4142B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0" name="Rectangle 909">
                <a:extLst>
                  <a:ext uri="{FF2B5EF4-FFF2-40B4-BE49-F238E27FC236}">
                    <a16:creationId xmlns:a16="http://schemas.microsoft.com/office/drawing/2014/main" id="{A5FC228F-1932-4301-832D-C8AFCDED640D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814" name="Group 813">
              <a:extLst>
                <a:ext uri="{FF2B5EF4-FFF2-40B4-BE49-F238E27FC236}">
                  <a16:creationId xmlns:a16="http://schemas.microsoft.com/office/drawing/2014/main" id="{CB31D362-2129-4162-A3EE-B1F7D15B55E3}"/>
                </a:ext>
              </a:extLst>
            </p:cNvPr>
            <p:cNvGrpSpPr/>
            <p:nvPr/>
          </p:nvGrpSpPr>
          <p:grpSpPr>
            <a:xfrm>
              <a:off x="6374606" y="2492982"/>
              <a:ext cx="1525588" cy="1524000"/>
              <a:chOff x="4086225" y="206982"/>
              <a:chExt cx="6102350" cy="6096000"/>
            </a:xfrm>
          </p:grpSpPr>
          <p:sp>
            <p:nvSpPr>
              <p:cNvPr id="815" name="Rectangle 814">
                <a:extLst>
                  <a:ext uri="{FF2B5EF4-FFF2-40B4-BE49-F238E27FC236}">
                    <a16:creationId xmlns:a16="http://schemas.microsoft.com/office/drawing/2014/main" id="{7E82C1E6-86CC-46C0-ADB0-E1863BEF7BAF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6" name="Rectangle 815">
                <a:extLst>
                  <a:ext uri="{FF2B5EF4-FFF2-40B4-BE49-F238E27FC236}">
                    <a16:creationId xmlns:a16="http://schemas.microsoft.com/office/drawing/2014/main" id="{0A76F2F6-A7A2-4233-95F0-C9F739D13A5C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7" name="Rectangle 816">
                <a:extLst>
                  <a:ext uri="{FF2B5EF4-FFF2-40B4-BE49-F238E27FC236}">
                    <a16:creationId xmlns:a16="http://schemas.microsoft.com/office/drawing/2014/main" id="{025AE775-1182-4CAE-BEAC-1851C642AFFB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8" name="Rectangle 817">
                <a:extLst>
                  <a:ext uri="{FF2B5EF4-FFF2-40B4-BE49-F238E27FC236}">
                    <a16:creationId xmlns:a16="http://schemas.microsoft.com/office/drawing/2014/main" id="{D1116A24-82E1-4E33-8258-41E7CFB5F181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9" name="Rectangle 818">
                <a:extLst>
                  <a:ext uri="{FF2B5EF4-FFF2-40B4-BE49-F238E27FC236}">
                    <a16:creationId xmlns:a16="http://schemas.microsoft.com/office/drawing/2014/main" id="{FD8A4594-B017-4C14-B6EC-3BA826CDEB3E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0" name="Rectangle 819">
                <a:extLst>
                  <a:ext uri="{FF2B5EF4-FFF2-40B4-BE49-F238E27FC236}">
                    <a16:creationId xmlns:a16="http://schemas.microsoft.com/office/drawing/2014/main" id="{A7C1BFB3-7056-4FCF-9FF9-A1EDDDBE9181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1" name="Rectangle 820">
                <a:extLst>
                  <a:ext uri="{FF2B5EF4-FFF2-40B4-BE49-F238E27FC236}">
                    <a16:creationId xmlns:a16="http://schemas.microsoft.com/office/drawing/2014/main" id="{D2023395-E6D1-4FF3-A833-85A91BA9EF6A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2" name="Rectangle 821">
                <a:extLst>
                  <a:ext uri="{FF2B5EF4-FFF2-40B4-BE49-F238E27FC236}">
                    <a16:creationId xmlns:a16="http://schemas.microsoft.com/office/drawing/2014/main" id="{728F950E-CAF5-413F-84F4-E287208BA01F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3" name="Rectangle 822">
                <a:extLst>
                  <a:ext uri="{FF2B5EF4-FFF2-40B4-BE49-F238E27FC236}">
                    <a16:creationId xmlns:a16="http://schemas.microsoft.com/office/drawing/2014/main" id="{5743A5B7-65F7-4164-8D22-678F65C52F8C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4" name="Rectangle 823">
                <a:extLst>
                  <a:ext uri="{FF2B5EF4-FFF2-40B4-BE49-F238E27FC236}">
                    <a16:creationId xmlns:a16="http://schemas.microsoft.com/office/drawing/2014/main" id="{2100B654-CEF9-45DD-8FA1-3FE770C5E0ED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5" name="Rectangle 824">
                <a:extLst>
                  <a:ext uri="{FF2B5EF4-FFF2-40B4-BE49-F238E27FC236}">
                    <a16:creationId xmlns:a16="http://schemas.microsoft.com/office/drawing/2014/main" id="{785D5486-68B7-43B9-963A-B5E7FF89E39C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6" name="Rectangle 825">
                <a:extLst>
                  <a:ext uri="{FF2B5EF4-FFF2-40B4-BE49-F238E27FC236}">
                    <a16:creationId xmlns:a16="http://schemas.microsoft.com/office/drawing/2014/main" id="{0A9BB4AA-F2D2-4CD9-B41C-C678AFB0B6D8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7" name="Rectangle 826">
                <a:extLst>
                  <a:ext uri="{FF2B5EF4-FFF2-40B4-BE49-F238E27FC236}">
                    <a16:creationId xmlns:a16="http://schemas.microsoft.com/office/drawing/2014/main" id="{C6CECCA1-B386-4233-8653-FE719803C22B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8" name="Rectangle 827">
                <a:extLst>
                  <a:ext uri="{FF2B5EF4-FFF2-40B4-BE49-F238E27FC236}">
                    <a16:creationId xmlns:a16="http://schemas.microsoft.com/office/drawing/2014/main" id="{42D3C0BC-71FB-4322-AD18-3809CEB62344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9" name="Rectangle 828">
                <a:extLst>
                  <a:ext uri="{FF2B5EF4-FFF2-40B4-BE49-F238E27FC236}">
                    <a16:creationId xmlns:a16="http://schemas.microsoft.com/office/drawing/2014/main" id="{F1EC69FE-D438-4C28-83DC-37FA4C70E58D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0" name="Rectangle 829">
                <a:extLst>
                  <a:ext uri="{FF2B5EF4-FFF2-40B4-BE49-F238E27FC236}">
                    <a16:creationId xmlns:a16="http://schemas.microsoft.com/office/drawing/2014/main" id="{06B2B20B-9EE4-4DA9-AFB8-066842B7F18C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1" name="Rectangle 830">
                <a:extLst>
                  <a:ext uri="{FF2B5EF4-FFF2-40B4-BE49-F238E27FC236}">
                    <a16:creationId xmlns:a16="http://schemas.microsoft.com/office/drawing/2014/main" id="{6F1DB545-8384-48AC-BEFB-4539777C7321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2" name="Rectangle 831">
                <a:extLst>
                  <a:ext uri="{FF2B5EF4-FFF2-40B4-BE49-F238E27FC236}">
                    <a16:creationId xmlns:a16="http://schemas.microsoft.com/office/drawing/2014/main" id="{55F6F4CA-EE04-4260-8D42-1093F8193800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3" name="Rectangle 832">
                <a:extLst>
                  <a:ext uri="{FF2B5EF4-FFF2-40B4-BE49-F238E27FC236}">
                    <a16:creationId xmlns:a16="http://schemas.microsoft.com/office/drawing/2014/main" id="{CB4EBE1A-79AB-4D9A-B65F-CED99E3A6C68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4" name="Rectangle 833">
                <a:extLst>
                  <a:ext uri="{FF2B5EF4-FFF2-40B4-BE49-F238E27FC236}">
                    <a16:creationId xmlns:a16="http://schemas.microsoft.com/office/drawing/2014/main" id="{409CDC3F-C4C6-43ED-A36E-FD046E346859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5" name="Rectangle 834">
                <a:extLst>
                  <a:ext uri="{FF2B5EF4-FFF2-40B4-BE49-F238E27FC236}">
                    <a16:creationId xmlns:a16="http://schemas.microsoft.com/office/drawing/2014/main" id="{228CC525-6FAC-45B2-8AF6-1EF685B919A9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6" name="Rectangle 835">
                <a:extLst>
                  <a:ext uri="{FF2B5EF4-FFF2-40B4-BE49-F238E27FC236}">
                    <a16:creationId xmlns:a16="http://schemas.microsoft.com/office/drawing/2014/main" id="{D84CA906-7A1A-4897-9057-98930F697D92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7" name="Rectangle 836">
                <a:extLst>
                  <a:ext uri="{FF2B5EF4-FFF2-40B4-BE49-F238E27FC236}">
                    <a16:creationId xmlns:a16="http://schemas.microsoft.com/office/drawing/2014/main" id="{3E1A278E-BCA8-4596-9063-BE5A8091A1D1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8" name="Rectangle 837">
                <a:extLst>
                  <a:ext uri="{FF2B5EF4-FFF2-40B4-BE49-F238E27FC236}">
                    <a16:creationId xmlns:a16="http://schemas.microsoft.com/office/drawing/2014/main" id="{C1C716EE-14F9-4BBE-A507-D98400ED6E82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9" name="Rectangle 838">
                <a:extLst>
                  <a:ext uri="{FF2B5EF4-FFF2-40B4-BE49-F238E27FC236}">
                    <a16:creationId xmlns:a16="http://schemas.microsoft.com/office/drawing/2014/main" id="{83BD89C8-67E5-413F-9BB6-82AC2E97532B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0" name="Rectangle 839">
                <a:extLst>
                  <a:ext uri="{FF2B5EF4-FFF2-40B4-BE49-F238E27FC236}">
                    <a16:creationId xmlns:a16="http://schemas.microsoft.com/office/drawing/2014/main" id="{3A9C83A1-AF67-462C-96E7-5E71D03C9CBE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1" name="Rectangle 840">
                <a:extLst>
                  <a:ext uri="{FF2B5EF4-FFF2-40B4-BE49-F238E27FC236}">
                    <a16:creationId xmlns:a16="http://schemas.microsoft.com/office/drawing/2014/main" id="{2FF1F790-E0B5-49A1-A9AC-A24877EA2B69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2" name="Rectangle 841">
                <a:extLst>
                  <a:ext uri="{FF2B5EF4-FFF2-40B4-BE49-F238E27FC236}">
                    <a16:creationId xmlns:a16="http://schemas.microsoft.com/office/drawing/2014/main" id="{8119ECCA-93ED-4378-BA42-5379EF8090A1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3" name="Rectangle 842">
                <a:extLst>
                  <a:ext uri="{FF2B5EF4-FFF2-40B4-BE49-F238E27FC236}">
                    <a16:creationId xmlns:a16="http://schemas.microsoft.com/office/drawing/2014/main" id="{1B7E1D2D-BDBC-4DB8-9DDD-C27889A06EAE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4" name="Rectangle 843">
                <a:extLst>
                  <a:ext uri="{FF2B5EF4-FFF2-40B4-BE49-F238E27FC236}">
                    <a16:creationId xmlns:a16="http://schemas.microsoft.com/office/drawing/2014/main" id="{46C63AF5-12F6-44D8-86E6-0BF75025C35D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5" name="Rectangle 844">
                <a:extLst>
                  <a:ext uri="{FF2B5EF4-FFF2-40B4-BE49-F238E27FC236}">
                    <a16:creationId xmlns:a16="http://schemas.microsoft.com/office/drawing/2014/main" id="{67C36F53-2497-4E48-90BD-21DE8CEFA7D7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6" name="Rectangle 845">
                <a:extLst>
                  <a:ext uri="{FF2B5EF4-FFF2-40B4-BE49-F238E27FC236}">
                    <a16:creationId xmlns:a16="http://schemas.microsoft.com/office/drawing/2014/main" id="{5D89B68E-2477-48B0-8B18-A1E71BE04C82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7" name="Rectangle 846">
                <a:extLst>
                  <a:ext uri="{FF2B5EF4-FFF2-40B4-BE49-F238E27FC236}">
                    <a16:creationId xmlns:a16="http://schemas.microsoft.com/office/drawing/2014/main" id="{37654E20-03B9-4653-8DC9-2FFB0E60FD3E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8" name="Rectangle 847">
                <a:extLst>
                  <a:ext uri="{FF2B5EF4-FFF2-40B4-BE49-F238E27FC236}">
                    <a16:creationId xmlns:a16="http://schemas.microsoft.com/office/drawing/2014/main" id="{0A38A898-D895-465C-9293-7AB751256138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9" name="Rectangle 848">
                <a:extLst>
                  <a:ext uri="{FF2B5EF4-FFF2-40B4-BE49-F238E27FC236}">
                    <a16:creationId xmlns:a16="http://schemas.microsoft.com/office/drawing/2014/main" id="{84E3D882-1D93-48EF-9AF6-2B553755BF3C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0" name="Rectangle 849">
                <a:extLst>
                  <a:ext uri="{FF2B5EF4-FFF2-40B4-BE49-F238E27FC236}">
                    <a16:creationId xmlns:a16="http://schemas.microsoft.com/office/drawing/2014/main" id="{EC56EBE6-0740-4F5C-9C52-3B8D0E2DCBC9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1" name="Rectangle 850">
                <a:extLst>
                  <a:ext uri="{FF2B5EF4-FFF2-40B4-BE49-F238E27FC236}">
                    <a16:creationId xmlns:a16="http://schemas.microsoft.com/office/drawing/2014/main" id="{25864F12-DAF3-4BDE-893A-800EC011C87A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2" name="Rectangle 851">
                <a:extLst>
                  <a:ext uri="{FF2B5EF4-FFF2-40B4-BE49-F238E27FC236}">
                    <a16:creationId xmlns:a16="http://schemas.microsoft.com/office/drawing/2014/main" id="{315F802A-5B8F-4AF6-87E1-4411496769DF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3" name="Rectangle 852">
                <a:extLst>
                  <a:ext uri="{FF2B5EF4-FFF2-40B4-BE49-F238E27FC236}">
                    <a16:creationId xmlns:a16="http://schemas.microsoft.com/office/drawing/2014/main" id="{BD0B44F1-394C-4D01-B9F7-8CCE331D1DEF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4" name="Rectangle 853">
                <a:extLst>
                  <a:ext uri="{FF2B5EF4-FFF2-40B4-BE49-F238E27FC236}">
                    <a16:creationId xmlns:a16="http://schemas.microsoft.com/office/drawing/2014/main" id="{86A581BD-780B-4C62-8FC8-180C1AF26D03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5" name="Rectangle 854">
                <a:extLst>
                  <a:ext uri="{FF2B5EF4-FFF2-40B4-BE49-F238E27FC236}">
                    <a16:creationId xmlns:a16="http://schemas.microsoft.com/office/drawing/2014/main" id="{9A812113-D9D2-44BB-9BDA-153201FBBC33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6" name="Rectangle 855">
                <a:extLst>
                  <a:ext uri="{FF2B5EF4-FFF2-40B4-BE49-F238E27FC236}">
                    <a16:creationId xmlns:a16="http://schemas.microsoft.com/office/drawing/2014/main" id="{FFF24ABF-B2A7-47FD-8EFE-61AD670D9E7D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7" name="Rectangle 856">
                <a:extLst>
                  <a:ext uri="{FF2B5EF4-FFF2-40B4-BE49-F238E27FC236}">
                    <a16:creationId xmlns:a16="http://schemas.microsoft.com/office/drawing/2014/main" id="{39EEE4DB-EE4B-4D64-A0C9-FC17CD614AD2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8" name="Rectangle 857">
                <a:extLst>
                  <a:ext uri="{FF2B5EF4-FFF2-40B4-BE49-F238E27FC236}">
                    <a16:creationId xmlns:a16="http://schemas.microsoft.com/office/drawing/2014/main" id="{8218EAB7-A729-405B-B55F-19290590DB16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9" name="Rectangle 858">
                <a:extLst>
                  <a:ext uri="{FF2B5EF4-FFF2-40B4-BE49-F238E27FC236}">
                    <a16:creationId xmlns:a16="http://schemas.microsoft.com/office/drawing/2014/main" id="{EEA0288E-8433-409E-9BA5-2451E4059CA2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0" name="Rectangle 859">
                <a:extLst>
                  <a:ext uri="{FF2B5EF4-FFF2-40B4-BE49-F238E27FC236}">
                    <a16:creationId xmlns:a16="http://schemas.microsoft.com/office/drawing/2014/main" id="{DA45C5BB-F5AA-4ADA-8874-8BF8D4D27D11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1" name="Rectangle 860">
                <a:extLst>
                  <a:ext uri="{FF2B5EF4-FFF2-40B4-BE49-F238E27FC236}">
                    <a16:creationId xmlns:a16="http://schemas.microsoft.com/office/drawing/2014/main" id="{076F1387-4CAE-466D-9F06-02A92A100862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2" name="Rectangle 861">
                <a:extLst>
                  <a:ext uri="{FF2B5EF4-FFF2-40B4-BE49-F238E27FC236}">
                    <a16:creationId xmlns:a16="http://schemas.microsoft.com/office/drawing/2014/main" id="{F3F57CB0-CAA0-4664-B1EF-76350E91CE13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959" name="Group 958">
            <a:extLst>
              <a:ext uri="{FF2B5EF4-FFF2-40B4-BE49-F238E27FC236}">
                <a16:creationId xmlns:a16="http://schemas.microsoft.com/office/drawing/2014/main" id="{1206BAD6-C888-4CD6-81AE-656FBD966C81}"/>
              </a:ext>
            </a:extLst>
          </p:cNvPr>
          <p:cNvGrpSpPr/>
          <p:nvPr/>
        </p:nvGrpSpPr>
        <p:grpSpPr>
          <a:xfrm>
            <a:off x="4206935" y="306261"/>
            <a:ext cx="5888037" cy="5921182"/>
            <a:chOff x="5191216" y="292821"/>
            <a:chExt cx="5888037" cy="5921182"/>
          </a:xfrm>
        </p:grpSpPr>
        <p:sp>
          <p:nvSpPr>
            <p:cNvPr id="960" name="Star: 5 Points 959">
              <a:extLst>
                <a:ext uri="{FF2B5EF4-FFF2-40B4-BE49-F238E27FC236}">
                  <a16:creationId xmlns:a16="http://schemas.microsoft.com/office/drawing/2014/main" id="{23793E9E-E7A0-46E1-8399-A0BAEEED5CF3}"/>
                </a:ext>
              </a:extLst>
            </p:cNvPr>
            <p:cNvSpPr/>
            <p:nvPr/>
          </p:nvSpPr>
          <p:spPr>
            <a:xfrm>
              <a:off x="6729584" y="104670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1" name="Star: 5 Points 960">
              <a:extLst>
                <a:ext uri="{FF2B5EF4-FFF2-40B4-BE49-F238E27FC236}">
                  <a16:creationId xmlns:a16="http://schemas.microsoft.com/office/drawing/2014/main" id="{973603FE-4B7A-4CC0-AE05-46931571485E}"/>
                </a:ext>
              </a:extLst>
            </p:cNvPr>
            <p:cNvSpPr/>
            <p:nvPr/>
          </p:nvSpPr>
          <p:spPr>
            <a:xfrm>
              <a:off x="9757674" y="181756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2" name="Star: 5 Points 961">
              <a:extLst>
                <a:ext uri="{FF2B5EF4-FFF2-40B4-BE49-F238E27FC236}">
                  <a16:creationId xmlns:a16="http://schemas.microsoft.com/office/drawing/2014/main" id="{2EBFD16D-67F9-4163-9FB2-5CF4FDE00051}"/>
                </a:ext>
              </a:extLst>
            </p:cNvPr>
            <p:cNvSpPr/>
            <p:nvPr/>
          </p:nvSpPr>
          <p:spPr>
            <a:xfrm>
              <a:off x="9072500" y="489778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3" name="Star: 5 Points 962">
              <a:extLst>
                <a:ext uri="{FF2B5EF4-FFF2-40B4-BE49-F238E27FC236}">
                  <a16:creationId xmlns:a16="http://schemas.microsoft.com/office/drawing/2014/main" id="{F3634B5B-312A-421D-A4C9-7A87D9E566EA}"/>
                </a:ext>
              </a:extLst>
            </p:cNvPr>
            <p:cNvSpPr/>
            <p:nvPr/>
          </p:nvSpPr>
          <p:spPr>
            <a:xfrm>
              <a:off x="5994382" y="565978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4" name="Star: 5 Points 963">
              <a:extLst>
                <a:ext uri="{FF2B5EF4-FFF2-40B4-BE49-F238E27FC236}">
                  <a16:creationId xmlns:a16="http://schemas.microsoft.com/office/drawing/2014/main" id="{754F5593-C29E-4218-A884-F9B55C4085BD}"/>
                </a:ext>
              </a:extLst>
            </p:cNvPr>
            <p:cNvSpPr/>
            <p:nvPr/>
          </p:nvSpPr>
          <p:spPr>
            <a:xfrm>
              <a:off x="5211934" y="109768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5" name="Star: 5 Points 964">
              <a:extLst>
                <a:ext uri="{FF2B5EF4-FFF2-40B4-BE49-F238E27FC236}">
                  <a16:creationId xmlns:a16="http://schemas.microsoft.com/office/drawing/2014/main" id="{B5CD9E1B-6487-4A91-B054-4A410944D414}"/>
                </a:ext>
              </a:extLst>
            </p:cNvPr>
            <p:cNvSpPr/>
            <p:nvPr/>
          </p:nvSpPr>
          <p:spPr>
            <a:xfrm>
              <a:off x="5964877" y="416465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6" name="Star: 5 Points 965">
              <a:extLst>
                <a:ext uri="{FF2B5EF4-FFF2-40B4-BE49-F238E27FC236}">
                  <a16:creationId xmlns:a16="http://schemas.microsoft.com/office/drawing/2014/main" id="{ACE9AC15-DB57-4326-A87F-F5B92AADF02F}"/>
                </a:ext>
              </a:extLst>
            </p:cNvPr>
            <p:cNvSpPr/>
            <p:nvPr/>
          </p:nvSpPr>
          <p:spPr>
            <a:xfrm>
              <a:off x="9775498" y="32578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7" name="Star: 5 Points 966">
              <a:extLst>
                <a:ext uri="{FF2B5EF4-FFF2-40B4-BE49-F238E27FC236}">
                  <a16:creationId xmlns:a16="http://schemas.microsoft.com/office/drawing/2014/main" id="{EB9F7908-358E-4119-8CD0-136601DF4994}"/>
                </a:ext>
              </a:extLst>
            </p:cNvPr>
            <p:cNvSpPr/>
            <p:nvPr/>
          </p:nvSpPr>
          <p:spPr>
            <a:xfrm>
              <a:off x="10519542" y="489080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0" name="Star: 5 Points 969">
              <a:extLst>
                <a:ext uri="{FF2B5EF4-FFF2-40B4-BE49-F238E27FC236}">
                  <a16:creationId xmlns:a16="http://schemas.microsoft.com/office/drawing/2014/main" id="{F40D8B94-670E-47C1-BF97-2C3691396E04}"/>
                </a:ext>
              </a:extLst>
            </p:cNvPr>
            <p:cNvSpPr/>
            <p:nvPr/>
          </p:nvSpPr>
          <p:spPr>
            <a:xfrm>
              <a:off x="7542954" y="5689609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1" name="Star: 5 Points 970">
              <a:extLst>
                <a:ext uri="{FF2B5EF4-FFF2-40B4-BE49-F238E27FC236}">
                  <a16:creationId xmlns:a16="http://schemas.microsoft.com/office/drawing/2014/main" id="{C861D79E-708A-41E2-886B-6AD3C04A57DC}"/>
                </a:ext>
              </a:extLst>
            </p:cNvPr>
            <p:cNvSpPr/>
            <p:nvPr/>
          </p:nvSpPr>
          <p:spPr>
            <a:xfrm>
              <a:off x="10554859" y="336034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2" name="Star: 5 Points 971">
              <a:extLst>
                <a:ext uri="{FF2B5EF4-FFF2-40B4-BE49-F238E27FC236}">
                  <a16:creationId xmlns:a16="http://schemas.microsoft.com/office/drawing/2014/main" id="{034D90B2-A444-453B-B5F6-F0CB2C7B0A47}"/>
                </a:ext>
              </a:extLst>
            </p:cNvPr>
            <p:cNvSpPr/>
            <p:nvPr/>
          </p:nvSpPr>
          <p:spPr>
            <a:xfrm>
              <a:off x="8227130" y="29282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3" name="Star: 5 Points 972">
              <a:extLst>
                <a:ext uri="{FF2B5EF4-FFF2-40B4-BE49-F238E27FC236}">
                  <a16:creationId xmlns:a16="http://schemas.microsoft.com/office/drawing/2014/main" id="{C9129919-D6F1-442F-8401-3BFCFC3D8EDA}"/>
                </a:ext>
              </a:extLst>
            </p:cNvPr>
            <p:cNvSpPr/>
            <p:nvPr/>
          </p:nvSpPr>
          <p:spPr>
            <a:xfrm>
              <a:off x="5191216" y="256550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374" name="Group 1373">
            <a:extLst>
              <a:ext uri="{FF2B5EF4-FFF2-40B4-BE49-F238E27FC236}">
                <a16:creationId xmlns:a16="http://schemas.microsoft.com/office/drawing/2014/main" id="{4DD331E6-8AA3-4D80-BEC4-2B125519D699}"/>
              </a:ext>
            </a:extLst>
          </p:cNvPr>
          <p:cNvGrpSpPr/>
          <p:nvPr/>
        </p:nvGrpSpPr>
        <p:grpSpPr>
          <a:xfrm>
            <a:off x="6426275" y="2515424"/>
            <a:ext cx="1472452" cy="1479116"/>
            <a:chOff x="6426275" y="2515424"/>
            <a:chExt cx="1472452" cy="1479116"/>
          </a:xfrm>
        </p:grpSpPr>
        <p:sp>
          <p:nvSpPr>
            <p:cNvPr id="993" name="Star: 5 Points 992">
              <a:extLst>
                <a:ext uri="{FF2B5EF4-FFF2-40B4-BE49-F238E27FC236}">
                  <a16:creationId xmlns:a16="http://schemas.microsoft.com/office/drawing/2014/main" id="{EBFE91FB-3C3D-42FC-9C11-A873367AAC99}"/>
                </a:ext>
              </a:extLst>
            </p:cNvPr>
            <p:cNvSpPr/>
            <p:nvPr/>
          </p:nvSpPr>
          <p:spPr>
            <a:xfrm rot="10800000" flipH="1" flipV="1">
              <a:off x="7568778" y="251542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4" name="Star: 5 Points 993">
              <a:extLst>
                <a:ext uri="{FF2B5EF4-FFF2-40B4-BE49-F238E27FC236}">
                  <a16:creationId xmlns:a16="http://schemas.microsoft.com/office/drawing/2014/main" id="{5F5B8ADB-55DF-4E38-9773-EBDF089B315B}"/>
                </a:ext>
              </a:extLst>
            </p:cNvPr>
            <p:cNvSpPr/>
            <p:nvPr/>
          </p:nvSpPr>
          <p:spPr>
            <a:xfrm rot="10800000" flipH="1" flipV="1">
              <a:off x="7766329" y="366725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5" name="Star: 5 Points 994">
              <a:extLst>
                <a:ext uri="{FF2B5EF4-FFF2-40B4-BE49-F238E27FC236}">
                  <a16:creationId xmlns:a16="http://schemas.microsoft.com/office/drawing/2014/main" id="{61249FAC-A691-49BC-AA72-4E56EDCF8919}"/>
                </a:ext>
              </a:extLst>
            </p:cNvPr>
            <p:cNvSpPr/>
            <p:nvPr/>
          </p:nvSpPr>
          <p:spPr>
            <a:xfrm rot="10800000" flipH="1" flipV="1">
              <a:off x="6614130" y="3862142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6" name="Star: 5 Points 995">
              <a:extLst>
                <a:ext uri="{FF2B5EF4-FFF2-40B4-BE49-F238E27FC236}">
                  <a16:creationId xmlns:a16="http://schemas.microsoft.com/office/drawing/2014/main" id="{A37A826B-DE4E-40A3-8A8B-64F02BDA4945}"/>
                </a:ext>
              </a:extLst>
            </p:cNvPr>
            <p:cNvSpPr/>
            <p:nvPr/>
          </p:nvSpPr>
          <p:spPr>
            <a:xfrm rot="10800000" flipH="1" flipV="1">
              <a:off x="6426275" y="2709575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003" name="Group 1002">
            <a:extLst>
              <a:ext uri="{FF2B5EF4-FFF2-40B4-BE49-F238E27FC236}">
                <a16:creationId xmlns:a16="http://schemas.microsoft.com/office/drawing/2014/main" id="{D63DA8BA-8A8B-477D-948F-4F807FAED1E1}"/>
              </a:ext>
            </a:extLst>
          </p:cNvPr>
          <p:cNvGrpSpPr/>
          <p:nvPr/>
        </p:nvGrpSpPr>
        <p:grpSpPr>
          <a:xfrm>
            <a:off x="6785769" y="2898315"/>
            <a:ext cx="710120" cy="713334"/>
            <a:chOff x="6426275" y="2515424"/>
            <a:chExt cx="1472452" cy="1479116"/>
          </a:xfrm>
        </p:grpSpPr>
        <p:sp>
          <p:nvSpPr>
            <p:cNvPr id="1004" name="Star: 5 Points 1003">
              <a:extLst>
                <a:ext uri="{FF2B5EF4-FFF2-40B4-BE49-F238E27FC236}">
                  <a16:creationId xmlns:a16="http://schemas.microsoft.com/office/drawing/2014/main" id="{BCDA3CD0-A17F-4FC6-B7D9-5AF1DBB49D68}"/>
                </a:ext>
              </a:extLst>
            </p:cNvPr>
            <p:cNvSpPr/>
            <p:nvPr/>
          </p:nvSpPr>
          <p:spPr>
            <a:xfrm rot="10800000" flipH="1" flipV="1">
              <a:off x="7568778" y="251542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5" name="Star: 5 Points 1004">
              <a:extLst>
                <a:ext uri="{FF2B5EF4-FFF2-40B4-BE49-F238E27FC236}">
                  <a16:creationId xmlns:a16="http://schemas.microsoft.com/office/drawing/2014/main" id="{2F873722-4441-43D6-B047-E14B3C06148E}"/>
                </a:ext>
              </a:extLst>
            </p:cNvPr>
            <p:cNvSpPr/>
            <p:nvPr/>
          </p:nvSpPr>
          <p:spPr>
            <a:xfrm rot="10800000" flipH="1" flipV="1">
              <a:off x="7766329" y="366725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6" name="Star: 5 Points 1005">
              <a:extLst>
                <a:ext uri="{FF2B5EF4-FFF2-40B4-BE49-F238E27FC236}">
                  <a16:creationId xmlns:a16="http://schemas.microsoft.com/office/drawing/2014/main" id="{4B87E288-ABE8-4041-99DD-D8908BE205BD}"/>
                </a:ext>
              </a:extLst>
            </p:cNvPr>
            <p:cNvSpPr/>
            <p:nvPr/>
          </p:nvSpPr>
          <p:spPr>
            <a:xfrm rot="10800000" flipH="1" flipV="1">
              <a:off x="6614130" y="3862142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7" name="Star: 5 Points 1006">
              <a:extLst>
                <a:ext uri="{FF2B5EF4-FFF2-40B4-BE49-F238E27FC236}">
                  <a16:creationId xmlns:a16="http://schemas.microsoft.com/office/drawing/2014/main" id="{329B9F52-A531-448E-BCD1-4C34BE7A7BA5}"/>
                </a:ext>
              </a:extLst>
            </p:cNvPr>
            <p:cNvSpPr/>
            <p:nvPr/>
          </p:nvSpPr>
          <p:spPr>
            <a:xfrm rot="10800000" flipH="1" flipV="1">
              <a:off x="6426275" y="2709575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cxnSp>
        <p:nvCxnSpPr>
          <p:cNvPr id="1485" name="Straight Connector 1484">
            <a:extLst>
              <a:ext uri="{FF2B5EF4-FFF2-40B4-BE49-F238E27FC236}">
                <a16:creationId xmlns:a16="http://schemas.microsoft.com/office/drawing/2014/main" id="{4C2A7336-633B-4C0C-BD2D-B14747F5E1C2}"/>
              </a:ext>
            </a:extLst>
          </p:cNvPr>
          <p:cNvCxnSpPr>
            <a:cxnSpLocks/>
          </p:cNvCxnSpPr>
          <p:nvPr/>
        </p:nvCxnSpPr>
        <p:spPr>
          <a:xfrm flipH="1">
            <a:off x="12078786" y="1097686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1" name="Straight Connector 1500">
            <a:extLst>
              <a:ext uri="{FF2B5EF4-FFF2-40B4-BE49-F238E27FC236}">
                <a16:creationId xmlns:a16="http://schemas.microsoft.com/office/drawing/2014/main" id="{EF4165BF-8299-4925-AD7B-DA438051DF56}"/>
              </a:ext>
            </a:extLst>
          </p:cNvPr>
          <p:cNvCxnSpPr>
            <a:cxnSpLocks/>
          </p:cNvCxnSpPr>
          <p:nvPr/>
        </p:nvCxnSpPr>
        <p:spPr>
          <a:xfrm flipH="1">
            <a:off x="10903639" y="2297007"/>
            <a:ext cx="2286002" cy="0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2" name="Straight Connector 1501">
            <a:extLst>
              <a:ext uri="{FF2B5EF4-FFF2-40B4-BE49-F238E27FC236}">
                <a16:creationId xmlns:a16="http://schemas.microsoft.com/office/drawing/2014/main" id="{10B667A0-E167-4FDB-B0C2-B19C44A36D64}"/>
              </a:ext>
            </a:extLst>
          </p:cNvPr>
          <p:cNvCxnSpPr>
            <a:cxnSpLocks/>
          </p:cNvCxnSpPr>
          <p:nvPr/>
        </p:nvCxnSpPr>
        <p:spPr>
          <a:xfrm>
            <a:off x="10930697" y="1315177"/>
            <a:ext cx="0" cy="764692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2" name="Group 1751">
            <a:extLst>
              <a:ext uri="{FF2B5EF4-FFF2-40B4-BE49-F238E27FC236}">
                <a16:creationId xmlns:a16="http://schemas.microsoft.com/office/drawing/2014/main" id="{24DD0090-D3C3-4FD8-9295-766C95634774}"/>
              </a:ext>
            </a:extLst>
          </p:cNvPr>
          <p:cNvGrpSpPr/>
          <p:nvPr/>
        </p:nvGrpSpPr>
        <p:grpSpPr>
          <a:xfrm>
            <a:off x="5706090" y="1779055"/>
            <a:ext cx="2912822" cy="2926004"/>
            <a:chOff x="6426275" y="2515424"/>
            <a:chExt cx="1472452" cy="1479116"/>
          </a:xfrm>
        </p:grpSpPr>
        <p:sp>
          <p:nvSpPr>
            <p:cNvPr id="1753" name="Star: 5 Points 1752">
              <a:extLst>
                <a:ext uri="{FF2B5EF4-FFF2-40B4-BE49-F238E27FC236}">
                  <a16:creationId xmlns:a16="http://schemas.microsoft.com/office/drawing/2014/main" id="{43B65DF2-DF7A-472A-A549-05048CFF6784}"/>
                </a:ext>
              </a:extLst>
            </p:cNvPr>
            <p:cNvSpPr/>
            <p:nvPr/>
          </p:nvSpPr>
          <p:spPr>
            <a:xfrm rot="10800000" flipH="1" flipV="1">
              <a:off x="7568778" y="251542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54" name="Star: 5 Points 1753">
              <a:extLst>
                <a:ext uri="{FF2B5EF4-FFF2-40B4-BE49-F238E27FC236}">
                  <a16:creationId xmlns:a16="http://schemas.microsoft.com/office/drawing/2014/main" id="{AC6D4662-4374-4CD7-8631-CD4B24807028}"/>
                </a:ext>
              </a:extLst>
            </p:cNvPr>
            <p:cNvSpPr/>
            <p:nvPr/>
          </p:nvSpPr>
          <p:spPr>
            <a:xfrm rot="10800000" flipH="1" flipV="1">
              <a:off x="7766329" y="366725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55" name="Star: 5 Points 1754">
              <a:extLst>
                <a:ext uri="{FF2B5EF4-FFF2-40B4-BE49-F238E27FC236}">
                  <a16:creationId xmlns:a16="http://schemas.microsoft.com/office/drawing/2014/main" id="{71CAF767-B10D-4A4C-A291-257DD36F71AD}"/>
                </a:ext>
              </a:extLst>
            </p:cNvPr>
            <p:cNvSpPr/>
            <p:nvPr/>
          </p:nvSpPr>
          <p:spPr>
            <a:xfrm rot="10800000" flipH="1" flipV="1">
              <a:off x="6614130" y="3862142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56" name="Star: 5 Points 1755">
              <a:extLst>
                <a:ext uri="{FF2B5EF4-FFF2-40B4-BE49-F238E27FC236}">
                  <a16:creationId xmlns:a16="http://schemas.microsoft.com/office/drawing/2014/main" id="{0527F7FB-3C3C-404C-BAFA-AACBD5AB8C2E}"/>
                </a:ext>
              </a:extLst>
            </p:cNvPr>
            <p:cNvSpPr/>
            <p:nvPr/>
          </p:nvSpPr>
          <p:spPr>
            <a:xfrm rot="10800000" flipH="1" flipV="1">
              <a:off x="6426275" y="2709575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161" name="Group 2160">
            <a:extLst>
              <a:ext uri="{FF2B5EF4-FFF2-40B4-BE49-F238E27FC236}">
                <a16:creationId xmlns:a16="http://schemas.microsoft.com/office/drawing/2014/main" id="{A7EEFDCD-6CDA-4C16-99FD-D01C4B5C881F}"/>
              </a:ext>
            </a:extLst>
          </p:cNvPr>
          <p:cNvGrpSpPr/>
          <p:nvPr/>
        </p:nvGrpSpPr>
        <p:grpSpPr>
          <a:xfrm>
            <a:off x="4055692" y="190501"/>
            <a:ext cx="6186729" cy="6169004"/>
            <a:chOff x="4049229" y="190509"/>
            <a:chExt cx="6147285" cy="6129675"/>
          </a:xfrm>
        </p:grpSpPr>
        <p:grpSp>
          <p:nvGrpSpPr>
            <p:cNvPr id="2162" name="Group 2161">
              <a:extLst>
                <a:ext uri="{FF2B5EF4-FFF2-40B4-BE49-F238E27FC236}">
                  <a16:creationId xmlns:a16="http://schemas.microsoft.com/office/drawing/2014/main" id="{36616B1F-40E4-41E2-A293-F7CE075E8A50}"/>
                </a:ext>
              </a:extLst>
            </p:cNvPr>
            <p:cNvGrpSpPr/>
            <p:nvPr/>
          </p:nvGrpSpPr>
          <p:grpSpPr>
            <a:xfrm>
              <a:off x="4066630" y="190509"/>
              <a:ext cx="6129884" cy="6125380"/>
              <a:chOff x="4066630" y="190509"/>
              <a:chExt cx="6129884" cy="6125380"/>
            </a:xfrm>
          </p:grpSpPr>
          <p:grpSp>
            <p:nvGrpSpPr>
              <p:cNvPr id="2178" name="Group 2177">
                <a:extLst>
                  <a:ext uri="{FF2B5EF4-FFF2-40B4-BE49-F238E27FC236}">
                    <a16:creationId xmlns:a16="http://schemas.microsoft.com/office/drawing/2014/main" id="{1F823436-D972-4B3A-9CE5-D7A21494C427}"/>
                  </a:ext>
                </a:extLst>
              </p:cNvPr>
              <p:cNvGrpSpPr/>
              <p:nvPr/>
            </p:nvGrpSpPr>
            <p:grpSpPr>
              <a:xfrm>
                <a:off x="4066630" y="190509"/>
                <a:ext cx="6129884" cy="6125380"/>
                <a:chOff x="4066630" y="190509"/>
                <a:chExt cx="6129884" cy="6125380"/>
              </a:xfrm>
            </p:grpSpPr>
            <p:cxnSp>
              <p:nvCxnSpPr>
                <p:cNvPr id="2186" name="Straight Connector 2185">
                  <a:extLst>
                    <a:ext uri="{FF2B5EF4-FFF2-40B4-BE49-F238E27FC236}">
                      <a16:creationId xmlns:a16="http://schemas.microsoft.com/office/drawing/2014/main" id="{093ED5AD-0995-48CF-85B1-2EBFF65D73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7" name="Straight Connector 2186">
                  <a:extLst>
                    <a:ext uri="{FF2B5EF4-FFF2-40B4-BE49-F238E27FC236}">
                      <a16:creationId xmlns:a16="http://schemas.microsoft.com/office/drawing/2014/main" id="{5FD03116-305C-47A1-991A-36FBA5E42C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8" name="Straight Connector 2187">
                  <a:extLst>
                    <a:ext uri="{FF2B5EF4-FFF2-40B4-BE49-F238E27FC236}">
                      <a16:creationId xmlns:a16="http://schemas.microsoft.com/office/drawing/2014/main" id="{62B379D3-AB06-4B86-A305-3318B08588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9" name="Straight Connector 2188">
                  <a:extLst>
                    <a:ext uri="{FF2B5EF4-FFF2-40B4-BE49-F238E27FC236}">
                      <a16:creationId xmlns:a16="http://schemas.microsoft.com/office/drawing/2014/main" id="{EE76EE5B-243B-46DB-B057-6EA16334D9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9373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0" name="Straight Connector 2189">
                  <a:extLst>
                    <a:ext uri="{FF2B5EF4-FFF2-40B4-BE49-F238E27FC236}">
                      <a16:creationId xmlns:a16="http://schemas.microsoft.com/office/drawing/2014/main" id="{FCB71E8F-D227-4960-AC04-6AC9826302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1" name="Straight Connector 2190">
                  <a:extLst>
                    <a:ext uri="{FF2B5EF4-FFF2-40B4-BE49-F238E27FC236}">
                      <a16:creationId xmlns:a16="http://schemas.microsoft.com/office/drawing/2014/main" id="{F8FACE1B-2983-48D8-AF92-7515F0A60E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4" name="Straight Connector 2193">
                  <a:extLst>
                    <a:ext uri="{FF2B5EF4-FFF2-40B4-BE49-F238E27FC236}">
                      <a16:creationId xmlns:a16="http://schemas.microsoft.com/office/drawing/2014/main" id="{4DA32501-871E-4A8B-AC54-92F896A1DA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77217" y="3984525"/>
                  <a:ext cx="0" cy="154355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6" name="Straight Connector 2195">
                  <a:extLst>
                    <a:ext uri="{FF2B5EF4-FFF2-40B4-BE49-F238E27FC236}">
                      <a16:creationId xmlns:a16="http://schemas.microsoft.com/office/drawing/2014/main" id="{EB3D1CB2-2005-4C1D-9283-AB0170527F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66630" y="6264022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7" name="Straight Connector 2196">
                  <a:extLst>
                    <a:ext uri="{FF2B5EF4-FFF2-40B4-BE49-F238E27FC236}">
                      <a16:creationId xmlns:a16="http://schemas.microsoft.com/office/drawing/2014/main" id="{7D7FFEAA-3B8F-4968-B36F-2C8C714837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87228" y="190509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9" name="Straight Connector 2198">
                  <a:extLst>
                    <a:ext uri="{FF2B5EF4-FFF2-40B4-BE49-F238E27FC236}">
                      <a16:creationId xmlns:a16="http://schemas.microsoft.com/office/drawing/2014/main" id="{1A8CA94E-0A5B-4573-936B-94D57071FF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6630" y="930583"/>
                  <a:ext cx="0" cy="153780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9" name="Group 2178">
                <a:extLst>
                  <a:ext uri="{FF2B5EF4-FFF2-40B4-BE49-F238E27FC236}">
                    <a16:creationId xmlns:a16="http://schemas.microsoft.com/office/drawing/2014/main" id="{4720A0B1-39E9-4EB9-83B4-BC725FAC362A}"/>
                  </a:ext>
                </a:extLst>
              </p:cNvPr>
              <p:cNvGrpSpPr/>
              <p:nvPr/>
            </p:nvGrpSpPr>
            <p:grpSpPr>
              <a:xfrm rot="10800000">
                <a:off x="4089852" y="192986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180" name="Straight Connector 2179">
                  <a:extLst>
                    <a:ext uri="{FF2B5EF4-FFF2-40B4-BE49-F238E27FC236}">
                      <a16:creationId xmlns:a16="http://schemas.microsoft.com/office/drawing/2014/main" id="{01E10646-A667-408B-890E-09578B712E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1" name="Straight Connector 2180">
                  <a:extLst>
                    <a:ext uri="{FF2B5EF4-FFF2-40B4-BE49-F238E27FC236}">
                      <a16:creationId xmlns:a16="http://schemas.microsoft.com/office/drawing/2014/main" id="{5E37D83A-2F7E-4396-A809-DB7842B843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2" name="Straight Connector 2181">
                  <a:extLst>
                    <a:ext uri="{FF2B5EF4-FFF2-40B4-BE49-F238E27FC236}">
                      <a16:creationId xmlns:a16="http://schemas.microsoft.com/office/drawing/2014/main" id="{1FA46B6F-3154-4629-8DE0-900E4F4112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3" name="Straight Connector 2182">
                  <a:extLst>
                    <a:ext uri="{FF2B5EF4-FFF2-40B4-BE49-F238E27FC236}">
                      <a16:creationId xmlns:a16="http://schemas.microsoft.com/office/drawing/2014/main" id="{014F28CE-6FA7-452C-901D-BBEBC92F99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4" name="Straight Connector 2183">
                  <a:extLst>
                    <a:ext uri="{FF2B5EF4-FFF2-40B4-BE49-F238E27FC236}">
                      <a16:creationId xmlns:a16="http://schemas.microsoft.com/office/drawing/2014/main" id="{D48A102A-3BE1-4540-94B0-9FE93E63F9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5" name="Straight Connector 2184">
                  <a:extLst>
                    <a:ext uri="{FF2B5EF4-FFF2-40B4-BE49-F238E27FC236}">
                      <a16:creationId xmlns:a16="http://schemas.microsoft.com/office/drawing/2014/main" id="{C59138D3-3B6A-42A9-9BBB-11F2165CEB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63" name="Group 2162">
              <a:extLst>
                <a:ext uri="{FF2B5EF4-FFF2-40B4-BE49-F238E27FC236}">
                  <a16:creationId xmlns:a16="http://schemas.microsoft.com/office/drawing/2014/main" id="{2AF44511-73FA-492C-8F04-BAFC076EE1CB}"/>
                </a:ext>
              </a:extLst>
            </p:cNvPr>
            <p:cNvGrpSpPr/>
            <p:nvPr/>
          </p:nvGrpSpPr>
          <p:grpSpPr>
            <a:xfrm rot="5400000">
              <a:off x="4057350" y="205401"/>
              <a:ext cx="6106662" cy="6122904"/>
              <a:chOff x="4089852" y="192985"/>
              <a:chExt cx="6106662" cy="6122904"/>
            </a:xfrm>
          </p:grpSpPr>
          <p:grpSp>
            <p:nvGrpSpPr>
              <p:cNvPr id="2164" name="Group 2163">
                <a:extLst>
                  <a:ext uri="{FF2B5EF4-FFF2-40B4-BE49-F238E27FC236}">
                    <a16:creationId xmlns:a16="http://schemas.microsoft.com/office/drawing/2014/main" id="{2A34F186-4C76-45F2-AE14-1954151028F5}"/>
                  </a:ext>
                </a:extLst>
              </p:cNvPr>
              <p:cNvGrpSpPr/>
              <p:nvPr/>
            </p:nvGrpSpPr>
            <p:grpSpPr>
              <a:xfrm>
                <a:off x="6373812" y="4766277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172" name="Straight Connector 2171">
                  <a:extLst>
                    <a:ext uri="{FF2B5EF4-FFF2-40B4-BE49-F238E27FC236}">
                      <a16:creationId xmlns:a16="http://schemas.microsoft.com/office/drawing/2014/main" id="{31DB2602-6F1C-435C-A6C2-C623C51B46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3" name="Straight Connector 2172">
                  <a:extLst>
                    <a:ext uri="{FF2B5EF4-FFF2-40B4-BE49-F238E27FC236}">
                      <a16:creationId xmlns:a16="http://schemas.microsoft.com/office/drawing/2014/main" id="{E5B605BA-57D2-47FD-A16B-2DF557842E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4" name="Straight Connector 2173">
                  <a:extLst>
                    <a:ext uri="{FF2B5EF4-FFF2-40B4-BE49-F238E27FC236}">
                      <a16:creationId xmlns:a16="http://schemas.microsoft.com/office/drawing/2014/main" id="{BDDC5F0A-6EA7-4EB2-8A26-01CF884553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5" name="Straight Connector 2174">
                  <a:extLst>
                    <a:ext uri="{FF2B5EF4-FFF2-40B4-BE49-F238E27FC236}">
                      <a16:creationId xmlns:a16="http://schemas.microsoft.com/office/drawing/2014/main" id="{E473EC2F-BCE4-4B06-88FF-4D7D05A35E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6" name="Straight Connector 2175">
                  <a:extLst>
                    <a:ext uri="{FF2B5EF4-FFF2-40B4-BE49-F238E27FC236}">
                      <a16:creationId xmlns:a16="http://schemas.microsoft.com/office/drawing/2014/main" id="{A1CC236D-5141-47E8-8D10-D9BDC4359A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7" name="Straight Connector 2176">
                  <a:extLst>
                    <a:ext uri="{FF2B5EF4-FFF2-40B4-BE49-F238E27FC236}">
                      <a16:creationId xmlns:a16="http://schemas.microsoft.com/office/drawing/2014/main" id="{03940856-E0FF-4B3D-B14C-FC6D9CF848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5" name="Group 2164">
                <a:extLst>
                  <a:ext uri="{FF2B5EF4-FFF2-40B4-BE49-F238E27FC236}">
                    <a16:creationId xmlns:a16="http://schemas.microsoft.com/office/drawing/2014/main" id="{464D4C51-5C5C-4529-8970-D290E68DF478}"/>
                  </a:ext>
                </a:extLst>
              </p:cNvPr>
              <p:cNvGrpSpPr/>
              <p:nvPr/>
            </p:nvGrpSpPr>
            <p:grpSpPr>
              <a:xfrm rot="10800000">
                <a:off x="4089852" y="192985"/>
                <a:ext cx="3822702" cy="1549613"/>
                <a:chOff x="6373812" y="4766277"/>
                <a:chExt cx="3822702" cy="1549613"/>
              </a:xfrm>
            </p:grpSpPr>
            <p:cxnSp>
              <p:nvCxnSpPr>
                <p:cNvPr id="2166" name="Straight Connector 2165">
                  <a:extLst>
                    <a:ext uri="{FF2B5EF4-FFF2-40B4-BE49-F238E27FC236}">
                      <a16:creationId xmlns:a16="http://schemas.microsoft.com/office/drawing/2014/main" id="{90B4FD4B-32CD-4BE0-B868-9F1BD8A143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7" name="Straight Connector 2166">
                  <a:extLst>
                    <a:ext uri="{FF2B5EF4-FFF2-40B4-BE49-F238E27FC236}">
                      <a16:creationId xmlns:a16="http://schemas.microsoft.com/office/drawing/2014/main" id="{0F861300-0E14-4FD6-BAD3-5DE49BAE2D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8" name="Straight Connector 2167">
                  <a:extLst>
                    <a:ext uri="{FF2B5EF4-FFF2-40B4-BE49-F238E27FC236}">
                      <a16:creationId xmlns:a16="http://schemas.microsoft.com/office/drawing/2014/main" id="{3522B9F7-8370-443C-81C0-A23F190835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9" name="Straight Connector 2168">
                  <a:extLst>
                    <a:ext uri="{FF2B5EF4-FFF2-40B4-BE49-F238E27FC236}">
                      <a16:creationId xmlns:a16="http://schemas.microsoft.com/office/drawing/2014/main" id="{C7329CE8-3376-44FE-A9F3-C78B37D297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42051" y="5528076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0" name="Straight Connector 2169">
                  <a:extLst>
                    <a:ext uri="{FF2B5EF4-FFF2-40B4-BE49-F238E27FC236}">
                      <a16:creationId xmlns:a16="http://schemas.microsoft.com/office/drawing/2014/main" id="{434C1170-A7CF-49D2-A1AD-62C52F2C2D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1" name="Straight Connector 2170">
                  <a:extLst>
                    <a:ext uri="{FF2B5EF4-FFF2-40B4-BE49-F238E27FC236}">
                      <a16:creationId xmlns:a16="http://schemas.microsoft.com/office/drawing/2014/main" id="{BEBBED9F-AD79-48B4-A063-62E15D0DDD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41" name="Group 2240">
            <a:extLst>
              <a:ext uri="{FF2B5EF4-FFF2-40B4-BE49-F238E27FC236}">
                <a16:creationId xmlns:a16="http://schemas.microsoft.com/office/drawing/2014/main" id="{E835774E-EFF2-4E64-8815-6088D084DE91}"/>
              </a:ext>
            </a:extLst>
          </p:cNvPr>
          <p:cNvGrpSpPr/>
          <p:nvPr/>
        </p:nvGrpSpPr>
        <p:grpSpPr>
          <a:xfrm rot="5400000">
            <a:off x="5603011" y="1725236"/>
            <a:ext cx="3092092" cy="3083232"/>
            <a:chOff x="4049229" y="190509"/>
            <a:chExt cx="6147285" cy="6129675"/>
          </a:xfrm>
        </p:grpSpPr>
        <p:grpSp>
          <p:nvGrpSpPr>
            <p:cNvPr id="2242" name="Group 2241">
              <a:extLst>
                <a:ext uri="{FF2B5EF4-FFF2-40B4-BE49-F238E27FC236}">
                  <a16:creationId xmlns:a16="http://schemas.microsoft.com/office/drawing/2014/main" id="{A28795CD-F1E6-4EF8-8F3E-F38728E9E007}"/>
                </a:ext>
              </a:extLst>
            </p:cNvPr>
            <p:cNvGrpSpPr/>
            <p:nvPr/>
          </p:nvGrpSpPr>
          <p:grpSpPr>
            <a:xfrm>
              <a:off x="4066630" y="190509"/>
              <a:ext cx="6129884" cy="6125380"/>
              <a:chOff x="4066630" y="190509"/>
              <a:chExt cx="6129884" cy="6125380"/>
            </a:xfrm>
          </p:grpSpPr>
          <p:grpSp>
            <p:nvGrpSpPr>
              <p:cNvPr id="2258" name="Group 2257">
                <a:extLst>
                  <a:ext uri="{FF2B5EF4-FFF2-40B4-BE49-F238E27FC236}">
                    <a16:creationId xmlns:a16="http://schemas.microsoft.com/office/drawing/2014/main" id="{38E09CAC-6EA4-4EF4-9EAA-790764C519BB}"/>
                  </a:ext>
                </a:extLst>
              </p:cNvPr>
              <p:cNvGrpSpPr/>
              <p:nvPr/>
            </p:nvGrpSpPr>
            <p:grpSpPr>
              <a:xfrm>
                <a:off x="4066630" y="190509"/>
                <a:ext cx="6129884" cy="6125380"/>
                <a:chOff x="4066630" y="190509"/>
                <a:chExt cx="6129884" cy="6125380"/>
              </a:xfrm>
            </p:grpSpPr>
            <p:cxnSp>
              <p:nvCxnSpPr>
                <p:cNvPr id="2266" name="Straight Connector 2265">
                  <a:extLst>
                    <a:ext uri="{FF2B5EF4-FFF2-40B4-BE49-F238E27FC236}">
                      <a16:creationId xmlns:a16="http://schemas.microsoft.com/office/drawing/2014/main" id="{132DE5DA-8226-40F4-8CC3-94478D7861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7" name="Straight Connector 2266">
                  <a:extLst>
                    <a:ext uri="{FF2B5EF4-FFF2-40B4-BE49-F238E27FC236}">
                      <a16:creationId xmlns:a16="http://schemas.microsoft.com/office/drawing/2014/main" id="{9AB843EF-3F86-4065-AAA3-DE8F024962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8" name="Straight Connector 2267">
                  <a:extLst>
                    <a:ext uri="{FF2B5EF4-FFF2-40B4-BE49-F238E27FC236}">
                      <a16:creationId xmlns:a16="http://schemas.microsoft.com/office/drawing/2014/main" id="{3D98C6D2-87C5-4C13-BA2F-42CDAB6A5D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9" name="Straight Connector 2268">
                  <a:extLst>
                    <a:ext uri="{FF2B5EF4-FFF2-40B4-BE49-F238E27FC236}">
                      <a16:creationId xmlns:a16="http://schemas.microsoft.com/office/drawing/2014/main" id="{84D03B8F-C7AA-44E8-967B-6A26431913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9373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0" name="Straight Connector 2269">
                  <a:extLst>
                    <a:ext uri="{FF2B5EF4-FFF2-40B4-BE49-F238E27FC236}">
                      <a16:creationId xmlns:a16="http://schemas.microsoft.com/office/drawing/2014/main" id="{AC063AAF-9F0C-4E32-A2A4-068A8EF1C2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1" name="Straight Connector 2270">
                  <a:extLst>
                    <a:ext uri="{FF2B5EF4-FFF2-40B4-BE49-F238E27FC236}">
                      <a16:creationId xmlns:a16="http://schemas.microsoft.com/office/drawing/2014/main" id="{B66DB96A-3EFE-465C-AE7F-5852753623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2" name="Straight Connector 2271">
                  <a:extLst>
                    <a:ext uri="{FF2B5EF4-FFF2-40B4-BE49-F238E27FC236}">
                      <a16:creationId xmlns:a16="http://schemas.microsoft.com/office/drawing/2014/main" id="{95AC0AD5-E1E2-4E99-9376-F2FED02A2E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77217" y="3984525"/>
                  <a:ext cx="0" cy="154355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3" name="Straight Connector 2272">
                  <a:extLst>
                    <a:ext uri="{FF2B5EF4-FFF2-40B4-BE49-F238E27FC236}">
                      <a16:creationId xmlns:a16="http://schemas.microsoft.com/office/drawing/2014/main" id="{A1D2B487-C77A-4B5B-9495-E1C7B5F478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66630" y="6264022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4" name="Straight Connector 2273">
                  <a:extLst>
                    <a:ext uri="{FF2B5EF4-FFF2-40B4-BE49-F238E27FC236}">
                      <a16:creationId xmlns:a16="http://schemas.microsoft.com/office/drawing/2014/main" id="{ACB1C8B8-2478-4410-A511-13DA4C7122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87228" y="190509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5" name="Straight Connector 2274">
                  <a:extLst>
                    <a:ext uri="{FF2B5EF4-FFF2-40B4-BE49-F238E27FC236}">
                      <a16:creationId xmlns:a16="http://schemas.microsoft.com/office/drawing/2014/main" id="{9C4A1856-555E-41CD-BF1C-A809F21D52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6630" y="930583"/>
                  <a:ext cx="0" cy="153780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59" name="Group 2258">
                <a:extLst>
                  <a:ext uri="{FF2B5EF4-FFF2-40B4-BE49-F238E27FC236}">
                    <a16:creationId xmlns:a16="http://schemas.microsoft.com/office/drawing/2014/main" id="{771EB30A-01FF-4D8A-A538-C9885BF946E3}"/>
                  </a:ext>
                </a:extLst>
              </p:cNvPr>
              <p:cNvGrpSpPr/>
              <p:nvPr/>
            </p:nvGrpSpPr>
            <p:grpSpPr>
              <a:xfrm rot="10800000">
                <a:off x="4089852" y="192986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260" name="Straight Connector 2259">
                  <a:extLst>
                    <a:ext uri="{FF2B5EF4-FFF2-40B4-BE49-F238E27FC236}">
                      <a16:creationId xmlns:a16="http://schemas.microsoft.com/office/drawing/2014/main" id="{81B22B76-19A9-4665-87D2-123A66429C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1" name="Straight Connector 2260">
                  <a:extLst>
                    <a:ext uri="{FF2B5EF4-FFF2-40B4-BE49-F238E27FC236}">
                      <a16:creationId xmlns:a16="http://schemas.microsoft.com/office/drawing/2014/main" id="{97DA7546-8962-43C4-89C8-6437F62425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2" name="Straight Connector 2261">
                  <a:extLst>
                    <a:ext uri="{FF2B5EF4-FFF2-40B4-BE49-F238E27FC236}">
                      <a16:creationId xmlns:a16="http://schemas.microsoft.com/office/drawing/2014/main" id="{FF0A6C71-6993-4FF0-9572-F53CA1EC55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3" name="Straight Connector 2262">
                  <a:extLst>
                    <a:ext uri="{FF2B5EF4-FFF2-40B4-BE49-F238E27FC236}">
                      <a16:creationId xmlns:a16="http://schemas.microsoft.com/office/drawing/2014/main" id="{7611AF54-FDCC-4ACA-B99D-5FEECF04D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4" name="Straight Connector 2263">
                  <a:extLst>
                    <a:ext uri="{FF2B5EF4-FFF2-40B4-BE49-F238E27FC236}">
                      <a16:creationId xmlns:a16="http://schemas.microsoft.com/office/drawing/2014/main" id="{370E222B-3A7F-4D5E-B21D-50DFBA474A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5" name="Straight Connector 2264">
                  <a:extLst>
                    <a:ext uri="{FF2B5EF4-FFF2-40B4-BE49-F238E27FC236}">
                      <a16:creationId xmlns:a16="http://schemas.microsoft.com/office/drawing/2014/main" id="{D4C99036-871A-4036-BC36-C28B3AC96D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43" name="Group 2242">
              <a:extLst>
                <a:ext uri="{FF2B5EF4-FFF2-40B4-BE49-F238E27FC236}">
                  <a16:creationId xmlns:a16="http://schemas.microsoft.com/office/drawing/2014/main" id="{428E3228-3934-4627-8803-2287D572700F}"/>
                </a:ext>
              </a:extLst>
            </p:cNvPr>
            <p:cNvGrpSpPr/>
            <p:nvPr/>
          </p:nvGrpSpPr>
          <p:grpSpPr>
            <a:xfrm rot="5400000">
              <a:off x="4057350" y="205401"/>
              <a:ext cx="6106662" cy="6122904"/>
              <a:chOff x="4089852" y="192985"/>
              <a:chExt cx="6106662" cy="6122904"/>
            </a:xfrm>
          </p:grpSpPr>
          <p:grpSp>
            <p:nvGrpSpPr>
              <p:cNvPr id="2244" name="Group 2243">
                <a:extLst>
                  <a:ext uri="{FF2B5EF4-FFF2-40B4-BE49-F238E27FC236}">
                    <a16:creationId xmlns:a16="http://schemas.microsoft.com/office/drawing/2014/main" id="{CEE1FD1E-EA85-4D35-915E-3E112DBEC21D}"/>
                  </a:ext>
                </a:extLst>
              </p:cNvPr>
              <p:cNvGrpSpPr/>
              <p:nvPr/>
            </p:nvGrpSpPr>
            <p:grpSpPr>
              <a:xfrm>
                <a:off x="6373812" y="4766277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252" name="Straight Connector 2251">
                  <a:extLst>
                    <a:ext uri="{FF2B5EF4-FFF2-40B4-BE49-F238E27FC236}">
                      <a16:creationId xmlns:a16="http://schemas.microsoft.com/office/drawing/2014/main" id="{1901DFEB-9EFD-4F81-A9DC-9081D4BB58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3" name="Straight Connector 2252">
                  <a:extLst>
                    <a:ext uri="{FF2B5EF4-FFF2-40B4-BE49-F238E27FC236}">
                      <a16:creationId xmlns:a16="http://schemas.microsoft.com/office/drawing/2014/main" id="{D9F7784B-394E-4CC0-9D75-5E101E644C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4" name="Straight Connector 2253">
                  <a:extLst>
                    <a:ext uri="{FF2B5EF4-FFF2-40B4-BE49-F238E27FC236}">
                      <a16:creationId xmlns:a16="http://schemas.microsoft.com/office/drawing/2014/main" id="{DF6208EA-6DE2-4C21-A13A-40A7B09614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5" name="Straight Connector 2254">
                  <a:extLst>
                    <a:ext uri="{FF2B5EF4-FFF2-40B4-BE49-F238E27FC236}">
                      <a16:creationId xmlns:a16="http://schemas.microsoft.com/office/drawing/2014/main" id="{69E7557E-786C-43FE-8930-BD479EA0AB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6" name="Straight Connector 2255">
                  <a:extLst>
                    <a:ext uri="{FF2B5EF4-FFF2-40B4-BE49-F238E27FC236}">
                      <a16:creationId xmlns:a16="http://schemas.microsoft.com/office/drawing/2014/main" id="{AFB26C49-9316-4E35-AB91-F185328D48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7" name="Straight Connector 2256">
                  <a:extLst>
                    <a:ext uri="{FF2B5EF4-FFF2-40B4-BE49-F238E27FC236}">
                      <a16:creationId xmlns:a16="http://schemas.microsoft.com/office/drawing/2014/main" id="{57EB1BE8-DAC1-4ACE-8DAF-D46C3A51EC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5" name="Group 2244">
                <a:extLst>
                  <a:ext uri="{FF2B5EF4-FFF2-40B4-BE49-F238E27FC236}">
                    <a16:creationId xmlns:a16="http://schemas.microsoft.com/office/drawing/2014/main" id="{656EF1AF-A21A-4243-BFDF-86564D755FAD}"/>
                  </a:ext>
                </a:extLst>
              </p:cNvPr>
              <p:cNvGrpSpPr/>
              <p:nvPr/>
            </p:nvGrpSpPr>
            <p:grpSpPr>
              <a:xfrm rot="10800000">
                <a:off x="4089852" y="192985"/>
                <a:ext cx="3822702" cy="1549613"/>
                <a:chOff x="6373812" y="4766277"/>
                <a:chExt cx="3822702" cy="1549613"/>
              </a:xfrm>
            </p:grpSpPr>
            <p:cxnSp>
              <p:nvCxnSpPr>
                <p:cNvPr id="2246" name="Straight Connector 2245">
                  <a:extLst>
                    <a:ext uri="{FF2B5EF4-FFF2-40B4-BE49-F238E27FC236}">
                      <a16:creationId xmlns:a16="http://schemas.microsoft.com/office/drawing/2014/main" id="{827C02F5-0FAE-4331-AA6A-DE385457B9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7" name="Straight Connector 2246">
                  <a:extLst>
                    <a:ext uri="{FF2B5EF4-FFF2-40B4-BE49-F238E27FC236}">
                      <a16:creationId xmlns:a16="http://schemas.microsoft.com/office/drawing/2014/main" id="{BCD6E498-A8A9-4174-863B-984988D78C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8" name="Straight Connector 2247">
                  <a:extLst>
                    <a:ext uri="{FF2B5EF4-FFF2-40B4-BE49-F238E27FC236}">
                      <a16:creationId xmlns:a16="http://schemas.microsoft.com/office/drawing/2014/main" id="{21C19433-5DF7-4DD3-8EA7-38756D76CF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9" name="Straight Connector 2248">
                  <a:extLst>
                    <a:ext uri="{FF2B5EF4-FFF2-40B4-BE49-F238E27FC236}">
                      <a16:creationId xmlns:a16="http://schemas.microsoft.com/office/drawing/2014/main" id="{32983914-43E9-42F8-9BCF-8C7A0AF2B2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42051" y="5528076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0" name="Straight Connector 2249">
                  <a:extLst>
                    <a:ext uri="{FF2B5EF4-FFF2-40B4-BE49-F238E27FC236}">
                      <a16:creationId xmlns:a16="http://schemas.microsoft.com/office/drawing/2014/main" id="{879D0250-0703-4810-B886-DCA70A3C4D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1" name="Straight Connector 2250">
                  <a:extLst>
                    <a:ext uri="{FF2B5EF4-FFF2-40B4-BE49-F238E27FC236}">
                      <a16:creationId xmlns:a16="http://schemas.microsoft.com/office/drawing/2014/main" id="{D6DA2896-6DF7-4D24-AA8E-50E99FCD07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76" name="Group 2275">
            <a:extLst>
              <a:ext uri="{FF2B5EF4-FFF2-40B4-BE49-F238E27FC236}">
                <a16:creationId xmlns:a16="http://schemas.microsoft.com/office/drawing/2014/main" id="{75A31DC5-2647-427E-9DB6-9F4087E3782F}"/>
              </a:ext>
            </a:extLst>
          </p:cNvPr>
          <p:cNvGrpSpPr/>
          <p:nvPr/>
        </p:nvGrpSpPr>
        <p:grpSpPr>
          <a:xfrm>
            <a:off x="6350178" y="2490297"/>
            <a:ext cx="1597758" cy="1593180"/>
            <a:chOff x="4049229" y="190509"/>
            <a:chExt cx="6147285" cy="6129675"/>
          </a:xfrm>
        </p:grpSpPr>
        <p:grpSp>
          <p:nvGrpSpPr>
            <p:cNvPr id="2277" name="Group 2276">
              <a:extLst>
                <a:ext uri="{FF2B5EF4-FFF2-40B4-BE49-F238E27FC236}">
                  <a16:creationId xmlns:a16="http://schemas.microsoft.com/office/drawing/2014/main" id="{5997FBBA-43A3-40F7-BD62-9D52789DCD86}"/>
                </a:ext>
              </a:extLst>
            </p:cNvPr>
            <p:cNvGrpSpPr/>
            <p:nvPr/>
          </p:nvGrpSpPr>
          <p:grpSpPr>
            <a:xfrm>
              <a:off x="4066630" y="190509"/>
              <a:ext cx="6129884" cy="6125380"/>
              <a:chOff x="4066630" y="190509"/>
              <a:chExt cx="6129884" cy="6125380"/>
            </a:xfrm>
          </p:grpSpPr>
          <p:grpSp>
            <p:nvGrpSpPr>
              <p:cNvPr id="2293" name="Group 2292">
                <a:extLst>
                  <a:ext uri="{FF2B5EF4-FFF2-40B4-BE49-F238E27FC236}">
                    <a16:creationId xmlns:a16="http://schemas.microsoft.com/office/drawing/2014/main" id="{D118C6AB-130C-4370-BF8E-5E244419E415}"/>
                  </a:ext>
                </a:extLst>
              </p:cNvPr>
              <p:cNvGrpSpPr/>
              <p:nvPr/>
            </p:nvGrpSpPr>
            <p:grpSpPr>
              <a:xfrm>
                <a:off x="4066630" y="190509"/>
                <a:ext cx="6129884" cy="6125380"/>
                <a:chOff x="4066630" y="190509"/>
                <a:chExt cx="6129884" cy="6125380"/>
              </a:xfrm>
            </p:grpSpPr>
            <p:cxnSp>
              <p:nvCxnSpPr>
                <p:cNvPr id="2301" name="Straight Connector 2300">
                  <a:extLst>
                    <a:ext uri="{FF2B5EF4-FFF2-40B4-BE49-F238E27FC236}">
                      <a16:creationId xmlns:a16="http://schemas.microsoft.com/office/drawing/2014/main" id="{9D9F50CC-F9CD-4312-BBB0-D2ACA35301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2" name="Straight Connector 2301">
                  <a:extLst>
                    <a:ext uri="{FF2B5EF4-FFF2-40B4-BE49-F238E27FC236}">
                      <a16:creationId xmlns:a16="http://schemas.microsoft.com/office/drawing/2014/main" id="{A688C7EC-353A-45CF-98A5-61448BE813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3" name="Straight Connector 2302">
                  <a:extLst>
                    <a:ext uri="{FF2B5EF4-FFF2-40B4-BE49-F238E27FC236}">
                      <a16:creationId xmlns:a16="http://schemas.microsoft.com/office/drawing/2014/main" id="{59B10B4C-B665-475C-86BD-FBE93EFD30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4" name="Straight Connector 2303">
                  <a:extLst>
                    <a:ext uri="{FF2B5EF4-FFF2-40B4-BE49-F238E27FC236}">
                      <a16:creationId xmlns:a16="http://schemas.microsoft.com/office/drawing/2014/main" id="{5C69899F-82A5-447C-B1C2-81545CF47F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9373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5" name="Straight Connector 2304">
                  <a:extLst>
                    <a:ext uri="{FF2B5EF4-FFF2-40B4-BE49-F238E27FC236}">
                      <a16:creationId xmlns:a16="http://schemas.microsoft.com/office/drawing/2014/main" id="{1076D954-51D2-41CC-9BF2-F805B7C646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6" name="Straight Connector 2305">
                  <a:extLst>
                    <a:ext uri="{FF2B5EF4-FFF2-40B4-BE49-F238E27FC236}">
                      <a16:creationId xmlns:a16="http://schemas.microsoft.com/office/drawing/2014/main" id="{136269F4-155D-4376-9EB8-EE57D08DE4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7" name="Straight Connector 2306">
                  <a:extLst>
                    <a:ext uri="{FF2B5EF4-FFF2-40B4-BE49-F238E27FC236}">
                      <a16:creationId xmlns:a16="http://schemas.microsoft.com/office/drawing/2014/main" id="{B69AE324-CA7A-4FC7-AC40-3F9C9791D8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77217" y="3984525"/>
                  <a:ext cx="0" cy="154355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8" name="Straight Connector 2307">
                  <a:extLst>
                    <a:ext uri="{FF2B5EF4-FFF2-40B4-BE49-F238E27FC236}">
                      <a16:creationId xmlns:a16="http://schemas.microsoft.com/office/drawing/2014/main" id="{DB2ABB67-1797-460E-9555-BF00709371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66630" y="6264022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9" name="Straight Connector 2308">
                  <a:extLst>
                    <a:ext uri="{FF2B5EF4-FFF2-40B4-BE49-F238E27FC236}">
                      <a16:creationId xmlns:a16="http://schemas.microsoft.com/office/drawing/2014/main" id="{3CFC4CB7-85A0-4B19-9DEF-F8BBAEEFF5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87228" y="190509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0" name="Straight Connector 2309">
                  <a:extLst>
                    <a:ext uri="{FF2B5EF4-FFF2-40B4-BE49-F238E27FC236}">
                      <a16:creationId xmlns:a16="http://schemas.microsoft.com/office/drawing/2014/main" id="{C441F2E7-6196-40EE-9455-9EA01D1672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6630" y="930583"/>
                  <a:ext cx="0" cy="153780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94" name="Group 2293">
                <a:extLst>
                  <a:ext uri="{FF2B5EF4-FFF2-40B4-BE49-F238E27FC236}">
                    <a16:creationId xmlns:a16="http://schemas.microsoft.com/office/drawing/2014/main" id="{2C5BF3B1-BC60-48B6-9851-6CA2146375A8}"/>
                  </a:ext>
                </a:extLst>
              </p:cNvPr>
              <p:cNvGrpSpPr/>
              <p:nvPr/>
            </p:nvGrpSpPr>
            <p:grpSpPr>
              <a:xfrm rot="10800000">
                <a:off x="4089852" y="192986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295" name="Straight Connector 2294">
                  <a:extLst>
                    <a:ext uri="{FF2B5EF4-FFF2-40B4-BE49-F238E27FC236}">
                      <a16:creationId xmlns:a16="http://schemas.microsoft.com/office/drawing/2014/main" id="{FE347890-845E-4A12-84F3-52E71D947F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6" name="Straight Connector 2295">
                  <a:extLst>
                    <a:ext uri="{FF2B5EF4-FFF2-40B4-BE49-F238E27FC236}">
                      <a16:creationId xmlns:a16="http://schemas.microsoft.com/office/drawing/2014/main" id="{07A60C11-0981-4A4F-8A52-C4FFE09263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7" name="Straight Connector 2296">
                  <a:extLst>
                    <a:ext uri="{FF2B5EF4-FFF2-40B4-BE49-F238E27FC236}">
                      <a16:creationId xmlns:a16="http://schemas.microsoft.com/office/drawing/2014/main" id="{DFC484ED-3186-4C55-835B-08CB313584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8" name="Straight Connector 2297">
                  <a:extLst>
                    <a:ext uri="{FF2B5EF4-FFF2-40B4-BE49-F238E27FC236}">
                      <a16:creationId xmlns:a16="http://schemas.microsoft.com/office/drawing/2014/main" id="{9EBD7478-5DD3-4CDA-A7D9-4717176CC3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9" name="Straight Connector 2298">
                  <a:extLst>
                    <a:ext uri="{FF2B5EF4-FFF2-40B4-BE49-F238E27FC236}">
                      <a16:creationId xmlns:a16="http://schemas.microsoft.com/office/drawing/2014/main" id="{B403EB4E-FD71-446F-BD29-BB9BB69D34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0" name="Straight Connector 2299">
                  <a:extLst>
                    <a:ext uri="{FF2B5EF4-FFF2-40B4-BE49-F238E27FC236}">
                      <a16:creationId xmlns:a16="http://schemas.microsoft.com/office/drawing/2014/main" id="{AFA6C9A5-BD8A-4101-8CF5-8858F31F09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78" name="Group 2277">
              <a:extLst>
                <a:ext uri="{FF2B5EF4-FFF2-40B4-BE49-F238E27FC236}">
                  <a16:creationId xmlns:a16="http://schemas.microsoft.com/office/drawing/2014/main" id="{4CC6F8AD-B5C0-44CC-8401-57061D20E55F}"/>
                </a:ext>
              </a:extLst>
            </p:cNvPr>
            <p:cNvGrpSpPr/>
            <p:nvPr/>
          </p:nvGrpSpPr>
          <p:grpSpPr>
            <a:xfrm rot="5400000">
              <a:off x="4057350" y="205401"/>
              <a:ext cx="6106662" cy="6122904"/>
              <a:chOff x="4089852" y="192985"/>
              <a:chExt cx="6106662" cy="6122904"/>
            </a:xfrm>
          </p:grpSpPr>
          <p:grpSp>
            <p:nvGrpSpPr>
              <p:cNvPr id="2279" name="Group 2278">
                <a:extLst>
                  <a:ext uri="{FF2B5EF4-FFF2-40B4-BE49-F238E27FC236}">
                    <a16:creationId xmlns:a16="http://schemas.microsoft.com/office/drawing/2014/main" id="{8125216F-76FC-406A-8314-CB75A68FE41E}"/>
                  </a:ext>
                </a:extLst>
              </p:cNvPr>
              <p:cNvGrpSpPr/>
              <p:nvPr/>
            </p:nvGrpSpPr>
            <p:grpSpPr>
              <a:xfrm>
                <a:off x="6373812" y="4766277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287" name="Straight Connector 2286">
                  <a:extLst>
                    <a:ext uri="{FF2B5EF4-FFF2-40B4-BE49-F238E27FC236}">
                      <a16:creationId xmlns:a16="http://schemas.microsoft.com/office/drawing/2014/main" id="{E371A74B-1820-4463-94E8-BA7B4D199F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8" name="Straight Connector 2287">
                  <a:extLst>
                    <a:ext uri="{FF2B5EF4-FFF2-40B4-BE49-F238E27FC236}">
                      <a16:creationId xmlns:a16="http://schemas.microsoft.com/office/drawing/2014/main" id="{D57487CF-5A96-4B6A-AF71-4BCA667BEF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9" name="Straight Connector 2288">
                  <a:extLst>
                    <a:ext uri="{FF2B5EF4-FFF2-40B4-BE49-F238E27FC236}">
                      <a16:creationId xmlns:a16="http://schemas.microsoft.com/office/drawing/2014/main" id="{941EA5D7-FD6D-4FD0-84F1-AB78A7E405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0" name="Straight Connector 2289">
                  <a:extLst>
                    <a:ext uri="{FF2B5EF4-FFF2-40B4-BE49-F238E27FC236}">
                      <a16:creationId xmlns:a16="http://schemas.microsoft.com/office/drawing/2014/main" id="{153EBB2A-C111-4E08-9C2A-A64D4612A0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1" name="Straight Connector 2290">
                  <a:extLst>
                    <a:ext uri="{FF2B5EF4-FFF2-40B4-BE49-F238E27FC236}">
                      <a16:creationId xmlns:a16="http://schemas.microsoft.com/office/drawing/2014/main" id="{1A50229F-A28C-45B8-BE6D-2E8CBAB47C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2" name="Straight Connector 2291">
                  <a:extLst>
                    <a:ext uri="{FF2B5EF4-FFF2-40B4-BE49-F238E27FC236}">
                      <a16:creationId xmlns:a16="http://schemas.microsoft.com/office/drawing/2014/main" id="{F22F6BCA-48CE-49FE-9DC2-2A5C4AB7E2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80" name="Group 2279">
                <a:extLst>
                  <a:ext uri="{FF2B5EF4-FFF2-40B4-BE49-F238E27FC236}">
                    <a16:creationId xmlns:a16="http://schemas.microsoft.com/office/drawing/2014/main" id="{258D3796-0F0C-4CEA-A64F-BAD15FF1420A}"/>
                  </a:ext>
                </a:extLst>
              </p:cNvPr>
              <p:cNvGrpSpPr/>
              <p:nvPr/>
            </p:nvGrpSpPr>
            <p:grpSpPr>
              <a:xfrm rot="10800000">
                <a:off x="4089852" y="192985"/>
                <a:ext cx="3822702" cy="1549613"/>
                <a:chOff x="6373812" y="4766277"/>
                <a:chExt cx="3822702" cy="1549613"/>
              </a:xfrm>
            </p:grpSpPr>
            <p:cxnSp>
              <p:nvCxnSpPr>
                <p:cNvPr id="2281" name="Straight Connector 2280">
                  <a:extLst>
                    <a:ext uri="{FF2B5EF4-FFF2-40B4-BE49-F238E27FC236}">
                      <a16:creationId xmlns:a16="http://schemas.microsoft.com/office/drawing/2014/main" id="{26E9A6E9-A0B7-462D-A3D0-F5A3A4B29E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2" name="Straight Connector 2281">
                  <a:extLst>
                    <a:ext uri="{FF2B5EF4-FFF2-40B4-BE49-F238E27FC236}">
                      <a16:creationId xmlns:a16="http://schemas.microsoft.com/office/drawing/2014/main" id="{F84F9A91-CF03-4612-92CA-EFACE4A205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3" name="Straight Connector 2282">
                  <a:extLst>
                    <a:ext uri="{FF2B5EF4-FFF2-40B4-BE49-F238E27FC236}">
                      <a16:creationId xmlns:a16="http://schemas.microsoft.com/office/drawing/2014/main" id="{D2B8B185-97EC-4E8F-9BB8-A9F55AD5A6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4" name="Straight Connector 2283">
                  <a:extLst>
                    <a:ext uri="{FF2B5EF4-FFF2-40B4-BE49-F238E27FC236}">
                      <a16:creationId xmlns:a16="http://schemas.microsoft.com/office/drawing/2014/main" id="{7EB0D7B0-B549-4E0E-AA05-358C7C1BD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42051" y="5528076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5" name="Straight Connector 2284">
                  <a:extLst>
                    <a:ext uri="{FF2B5EF4-FFF2-40B4-BE49-F238E27FC236}">
                      <a16:creationId xmlns:a16="http://schemas.microsoft.com/office/drawing/2014/main" id="{BC21C1B9-4FDD-447E-B229-49E751E399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6" name="Straight Connector 2285">
                  <a:extLst>
                    <a:ext uri="{FF2B5EF4-FFF2-40B4-BE49-F238E27FC236}">
                      <a16:creationId xmlns:a16="http://schemas.microsoft.com/office/drawing/2014/main" id="{3F9CC621-E648-4356-9153-CBCD882754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311" name="Group 2310">
            <a:extLst>
              <a:ext uri="{FF2B5EF4-FFF2-40B4-BE49-F238E27FC236}">
                <a16:creationId xmlns:a16="http://schemas.microsoft.com/office/drawing/2014/main" id="{97539B2D-5117-405B-9160-42C96B3C0DDF}"/>
              </a:ext>
            </a:extLst>
          </p:cNvPr>
          <p:cNvGrpSpPr/>
          <p:nvPr/>
        </p:nvGrpSpPr>
        <p:grpSpPr>
          <a:xfrm rot="5400000">
            <a:off x="6775507" y="2909071"/>
            <a:ext cx="747100" cy="744960"/>
            <a:chOff x="4049229" y="190509"/>
            <a:chExt cx="6147285" cy="6129675"/>
          </a:xfrm>
        </p:grpSpPr>
        <p:grpSp>
          <p:nvGrpSpPr>
            <p:cNvPr id="2312" name="Group 2311">
              <a:extLst>
                <a:ext uri="{FF2B5EF4-FFF2-40B4-BE49-F238E27FC236}">
                  <a16:creationId xmlns:a16="http://schemas.microsoft.com/office/drawing/2014/main" id="{5D8AD420-013B-4D6F-86C3-6E576677A2F9}"/>
                </a:ext>
              </a:extLst>
            </p:cNvPr>
            <p:cNvGrpSpPr/>
            <p:nvPr/>
          </p:nvGrpSpPr>
          <p:grpSpPr>
            <a:xfrm>
              <a:off x="4066630" y="190509"/>
              <a:ext cx="6129884" cy="6125380"/>
              <a:chOff x="4066630" y="190509"/>
              <a:chExt cx="6129884" cy="6125380"/>
            </a:xfrm>
          </p:grpSpPr>
          <p:grpSp>
            <p:nvGrpSpPr>
              <p:cNvPr id="2328" name="Group 2327">
                <a:extLst>
                  <a:ext uri="{FF2B5EF4-FFF2-40B4-BE49-F238E27FC236}">
                    <a16:creationId xmlns:a16="http://schemas.microsoft.com/office/drawing/2014/main" id="{872DF517-C126-4408-9B54-1B2B9EBFD1BA}"/>
                  </a:ext>
                </a:extLst>
              </p:cNvPr>
              <p:cNvGrpSpPr/>
              <p:nvPr/>
            </p:nvGrpSpPr>
            <p:grpSpPr>
              <a:xfrm>
                <a:off x="4066630" y="190509"/>
                <a:ext cx="6129884" cy="6125380"/>
                <a:chOff x="4066630" y="190509"/>
                <a:chExt cx="6129884" cy="6125380"/>
              </a:xfrm>
            </p:grpSpPr>
            <p:cxnSp>
              <p:nvCxnSpPr>
                <p:cNvPr id="2336" name="Straight Connector 2335">
                  <a:extLst>
                    <a:ext uri="{FF2B5EF4-FFF2-40B4-BE49-F238E27FC236}">
                      <a16:creationId xmlns:a16="http://schemas.microsoft.com/office/drawing/2014/main" id="{FC650EBB-BEF9-49A3-96B7-48C006B543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7" name="Straight Connector 2336">
                  <a:extLst>
                    <a:ext uri="{FF2B5EF4-FFF2-40B4-BE49-F238E27FC236}">
                      <a16:creationId xmlns:a16="http://schemas.microsoft.com/office/drawing/2014/main" id="{326999B6-D6E4-4CAD-9EEA-6A4DA812AE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8" name="Straight Connector 2337">
                  <a:extLst>
                    <a:ext uri="{FF2B5EF4-FFF2-40B4-BE49-F238E27FC236}">
                      <a16:creationId xmlns:a16="http://schemas.microsoft.com/office/drawing/2014/main" id="{73C093BD-07BC-4937-9BA8-9517B3FBBA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9" name="Straight Connector 2338">
                  <a:extLst>
                    <a:ext uri="{FF2B5EF4-FFF2-40B4-BE49-F238E27FC236}">
                      <a16:creationId xmlns:a16="http://schemas.microsoft.com/office/drawing/2014/main" id="{0D57DB53-83DC-4DDB-A064-8132D262E7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9373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0" name="Straight Connector 2339">
                  <a:extLst>
                    <a:ext uri="{FF2B5EF4-FFF2-40B4-BE49-F238E27FC236}">
                      <a16:creationId xmlns:a16="http://schemas.microsoft.com/office/drawing/2014/main" id="{388345A0-5D0C-4BDA-8715-6B06E59CF3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1" name="Straight Connector 2340">
                  <a:extLst>
                    <a:ext uri="{FF2B5EF4-FFF2-40B4-BE49-F238E27FC236}">
                      <a16:creationId xmlns:a16="http://schemas.microsoft.com/office/drawing/2014/main" id="{676DF925-0874-451B-9B25-8476EF0D35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2" name="Straight Connector 2341">
                  <a:extLst>
                    <a:ext uri="{FF2B5EF4-FFF2-40B4-BE49-F238E27FC236}">
                      <a16:creationId xmlns:a16="http://schemas.microsoft.com/office/drawing/2014/main" id="{F182DDA5-21B9-4A97-84CF-95D77212F5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77217" y="3984525"/>
                  <a:ext cx="0" cy="154355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3" name="Straight Connector 2342">
                  <a:extLst>
                    <a:ext uri="{FF2B5EF4-FFF2-40B4-BE49-F238E27FC236}">
                      <a16:creationId xmlns:a16="http://schemas.microsoft.com/office/drawing/2014/main" id="{3CE99D0E-B8E9-487F-8A7C-C4F4C95BB2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66630" y="6264022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4" name="Straight Connector 2343">
                  <a:extLst>
                    <a:ext uri="{FF2B5EF4-FFF2-40B4-BE49-F238E27FC236}">
                      <a16:creationId xmlns:a16="http://schemas.microsoft.com/office/drawing/2014/main" id="{C9B42FB2-2BE5-452B-9B32-740803E675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87228" y="190509"/>
                  <a:ext cx="223945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5" name="Straight Connector 2344">
                  <a:extLst>
                    <a:ext uri="{FF2B5EF4-FFF2-40B4-BE49-F238E27FC236}">
                      <a16:creationId xmlns:a16="http://schemas.microsoft.com/office/drawing/2014/main" id="{E2FF67DB-DF70-4DCF-8D58-E84E2CA2AB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6630" y="930583"/>
                  <a:ext cx="0" cy="153780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9" name="Group 2328">
                <a:extLst>
                  <a:ext uri="{FF2B5EF4-FFF2-40B4-BE49-F238E27FC236}">
                    <a16:creationId xmlns:a16="http://schemas.microsoft.com/office/drawing/2014/main" id="{B36BD2AF-CFF2-4906-8654-733A7486CB26}"/>
                  </a:ext>
                </a:extLst>
              </p:cNvPr>
              <p:cNvGrpSpPr/>
              <p:nvPr/>
            </p:nvGrpSpPr>
            <p:grpSpPr>
              <a:xfrm rot="10800000">
                <a:off x="4089852" y="192986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330" name="Straight Connector 2329">
                  <a:extLst>
                    <a:ext uri="{FF2B5EF4-FFF2-40B4-BE49-F238E27FC236}">
                      <a16:creationId xmlns:a16="http://schemas.microsoft.com/office/drawing/2014/main" id="{781D1D3C-BE9C-4442-B36F-DC079B969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1" name="Straight Connector 2330">
                  <a:extLst>
                    <a:ext uri="{FF2B5EF4-FFF2-40B4-BE49-F238E27FC236}">
                      <a16:creationId xmlns:a16="http://schemas.microsoft.com/office/drawing/2014/main" id="{304FBD84-3177-412E-A42E-4EC05E0071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2" name="Straight Connector 2331">
                  <a:extLst>
                    <a:ext uri="{FF2B5EF4-FFF2-40B4-BE49-F238E27FC236}">
                      <a16:creationId xmlns:a16="http://schemas.microsoft.com/office/drawing/2014/main" id="{2F1A1D6A-3434-44A6-802B-C1940D2C36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3" name="Straight Connector 2332">
                  <a:extLst>
                    <a:ext uri="{FF2B5EF4-FFF2-40B4-BE49-F238E27FC236}">
                      <a16:creationId xmlns:a16="http://schemas.microsoft.com/office/drawing/2014/main" id="{568FDC0F-E61F-44D0-8DEC-AAE747796C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4" name="Straight Connector 2333">
                  <a:extLst>
                    <a:ext uri="{FF2B5EF4-FFF2-40B4-BE49-F238E27FC236}">
                      <a16:creationId xmlns:a16="http://schemas.microsoft.com/office/drawing/2014/main" id="{812970C9-0B66-4C65-9024-B8C7324F80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5" name="Straight Connector 2334">
                  <a:extLst>
                    <a:ext uri="{FF2B5EF4-FFF2-40B4-BE49-F238E27FC236}">
                      <a16:creationId xmlns:a16="http://schemas.microsoft.com/office/drawing/2014/main" id="{2664153E-B4AC-4A4F-A4FB-A23B171C52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313" name="Group 2312">
              <a:extLst>
                <a:ext uri="{FF2B5EF4-FFF2-40B4-BE49-F238E27FC236}">
                  <a16:creationId xmlns:a16="http://schemas.microsoft.com/office/drawing/2014/main" id="{52E69BD1-A8EE-487B-A461-631054BB4751}"/>
                </a:ext>
              </a:extLst>
            </p:cNvPr>
            <p:cNvGrpSpPr/>
            <p:nvPr/>
          </p:nvGrpSpPr>
          <p:grpSpPr>
            <a:xfrm rot="5400000">
              <a:off x="4057350" y="205401"/>
              <a:ext cx="6106662" cy="6122904"/>
              <a:chOff x="4089852" y="192985"/>
              <a:chExt cx="6106662" cy="6122904"/>
            </a:xfrm>
          </p:grpSpPr>
          <p:grpSp>
            <p:nvGrpSpPr>
              <p:cNvPr id="2314" name="Group 2313">
                <a:extLst>
                  <a:ext uri="{FF2B5EF4-FFF2-40B4-BE49-F238E27FC236}">
                    <a16:creationId xmlns:a16="http://schemas.microsoft.com/office/drawing/2014/main" id="{EA17A5AF-F534-4EED-9CC1-D10D8A51E5F5}"/>
                  </a:ext>
                </a:extLst>
              </p:cNvPr>
              <p:cNvGrpSpPr/>
              <p:nvPr/>
            </p:nvGrpSpPr>
            <p:grpSpPr>
              <a:xfrm>
                <a:off x="6373812" y="4766277"/>
                <a:ext cx="3822702" cy="1549612"/>
                <a:chOff x="6373812" y="4766277"/>
                <a:chExt cx="3822702" cy="1549612"/>
              </a:xfrm>
            </p:grpSpPr>
            <p:cxnSp>
              <p:nvCxnSpPr>
                <p:cNvPr id="2322" name="Straight Connector 2321">
                  <a:extLst>
                    <a:ext uri="{FF2B5EF4-FFF2-40B4-BE49-F238E27FC236}">
                      <a16:creationId xmlns:a16="http://schemas.microsoft.com/office/drawing/2014/main" id="{FA664CC3-BBBB-4ABC-A93A-1C86DA87F1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3" name="Straight Connector 2322">
                  <a:extLst>
                    <a:ext uri="{FF2B5EF4-FFF2-40B4-BE49-F238E27FC236}">
                      <a16:creationId xmlns:a16="http://schemas.microsoft.com/office/drawing/2014/main" id="{3EF5EF6D-C8B9-46CC-8389-53D733881B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4" name="Straight Connector 2323">
                  <a:extLst>
                    <a:ext uri="{FF2B5EF4-FFF2-40B4-BE49-F238E27FC236}">
                      <a16:creationId xmlns:a16="http://schemas.microsoft.com/office/drawing/2014/main" id="{69F02852-67C1-4719-9A66-21F6EDBAE4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5" name="Straight Connector 2324">
                  <a:extLst>
                    <a:ext uri="{FF2B5EF4-FFF2-40B4-BE49-F238E27FC236}">
                      <a16:creationId xmlns:a16="http://schemas.microsoft.com/office/drawing/2014/main" id="{6CE572E6-F30A-4117-AB72-2DDE50ED8C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3812" y="552807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6" name="Straight Connector 2325">
                  <a:extLst>
                    <a:ext uri="{FF2B5EF4-FFF2-40B4-BE49-F238E27FC236}">
                      <a16:creationId xmlns:a16="http://schemas.microsoft.com/office/drawing/2014/main" id="{47B60598-16F3-4C8A-8DD5-3EE1630073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7" name="Straight Connector 2326">
                  <a:extLst>
                    <a:ext uri="{FF2B5EF4-FFF2-40B4-BE49-F238E27FC236}">
                      <a16:creationId xmlns:a16="http://schemas.microsoft.com/office/drawing/2014/main" id="{B64531BD-D018-4D22-878F-390548662B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5" name="Group 2314">
                <a:extLst>
                  <a:ext uri="{FF2B5EF4-FFF2-40B4-BE49-F238E27FC236}">
                    <a16:creationId xmlns:a16="http://schemas.microsoft.com/office/drawing/2014/main" id="{5560CC78-4DB2-4F26-B4D8-B837919D3B89}"/>
                  </a:ext>
                </a:extLst>
              </p:cNvPr>
              <p:cNvGrpSpPr/>
              <p:nvPr/>
            </p:nvGrpSpPr>
            <p:grpSpPr>
              <a:xfrm rot="10800000">
                <a:off x="4089852" y="192985"/>
                <a:ext cx="3822702" cy="1549613"/>
                <a:chOff x="6373812" y="4766277"/>
                <a:chExt cx="3822702" cy="1549613"/>
              </a:xfrm>
            </p:grpSpPr>
            <p:cxnSp>
              <p:nvCxnSpPr>
                <p:cNvPr id="2316" name="Straight Connector 2315">
                  <a:extLst>
                    <a:ext uri="{FF2B5EF4-FFF2-40B4-BE49-F238E27FC236}">
                      <a16:creationId xmlns:a16="http://schemas.microsoft.com/office/drawing/2014/main" id="{FCBEBBB6-957F-4B18-93B2-6A224BAD09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72512" y="5571318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7" name="Straight Connector 2316">
                  <a:extLst>
                    <a:ext uri="{FF2B5EF4-FFF2-40B4-BE49-F238E27FC236}">
                      <a16:creationId xmlns:a16="http://schemas.microsoft.com/office/drawing/2014/main" id="{F804E2EC-2241-4DCA-96CC-FCA5BCFF45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6658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8" name="Straight Connector 2317">
                  <a:extLst>
                    <a:ext uri="{FF2B5EF4-FFF2-40B4-BE49-F238E27FC236}">
                      <a16:creationId xmlns:a16="http://schemas.microsoft.com/office/drawing/2014/main" id="{FF6AA476-5286-4D44-A88B-2EACD594AC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9" name="Straight Connector 2318">
                  <a:extLst>
                    <a:ext uri="{FF2B5EF4-FFF2-40B4-BE49-F238E27FC236}">
                      <a16:creationId xmlns:a16="http://schemas.microsoft.com/office/drawing/2014/main" id="{F5413B3A-97E0-46A8-891E-1438F06AE6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42051" y="5528076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0" name="Straight Connector 2319">
                  <a:extLst>
                    <a:ext uri="{FF2B5EF4-FFF2-40B4-BE49-F238E27FC236}">
                      <a16:creationId xmlns:a16="http://schemas.microsoft.com/office/drawing/2014/main" id="{02416D28-90C9-4D3F-880B-E0CE1A1B67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3812" y="5540982"/>
                  <a:ext cx="156576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1" name="Straight Connector 2320">
                  <a:extLst>
                    <a:ext uri="{FF2B5EF4-FFF2-40B4-BE49-F238E27FC236}">
                      <a16:creationId xmlns:a16="http://schemas.microsoft.com/office/drawing/2014/main" id="{84B917BC-6D9B-4DAD-9A81-E0AB28A0BF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128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347" name="TextBox 2346">
            <a:extLst>
              <a:ext uri="{FF2B5EF4-FFF2-40B4-BE49-F238E27FC236}">
                <a16:creationId xmlns:a16="http://schemas.microsoft.com/office/drawing/2014/main" id="{0F7DFE5F-3CF1-4E57-8DDA-30E69D728A8E}"/>
              </a:ext>
            </a:extLst>
          </p:cNvPr>
          <p:cNvSpPr txBox="1"/>
          <p:nvPr/>
        </p:nvSpPr>
        <p:spPr>
          <a:xfrm>
            <a:off x="125435" y="730202"/>
            <a:ext cx="2652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Works </a:t>
            </a:r>
            <a:r>
              <a:rPr lang="pt-PT" sz="2800" b="1" dirty="0" err="1"/>
              <a:t>perfectly</a:t>
            </a:r>
            <a:r>
              <a:rPr lang="pt-PT" sz="28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2633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242799" y="3337305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347700" y="3937383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TextBox 341">
            <a:extLst>
              <a:ext uri="{FF2B5EF4-FFF2-40B4-BE49-F238E27FC236}">
                <a16:creationId xmlns:a16="http://schemas.microsoft.com/office/drawing/2014/main" id="{EECF64A8-1061-4170-A2AA-D4D1F5114A58}"/>
              </a:ext>
            </a:extLst>
          </p:cNvPr>
          <p:cNvSpPr txBox="1"/>
          <p:nvPr/>
        </p:nvSpPr>
        <p:spPr>
          <a:xfrm>
            <a:off x="125435" y="206982"/>
            <a:ext cx="1845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/>
              <a:t>A </a:t>
            </a:r>
            <a:r>
              <a:rPr lang="pt-PT" sz="2800" b="1" dirty="0" err="1"/>
              <a:t>new</a:t>
            </a:r>
            <a:r>
              <a:rPr lang="pt-PT" sz="2800" b="1" dirty="0"/>
              <a:t> </a:t>
            </a:r>
            <a:r>
              <a:rPr lang="pt-PT" sz="2800" b="1" dirty="0" err="1"/>
              <a:t>idea</a:t>
            </a:r>
            <a:endParaRPr lang="pt-PT" sz="2800" b="1" dirty="0"/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6D1473F0-46CE-4791-9A62-965CFFF3885B}"/>
              </a:ext>
            </a:extLst>
          </p:cNvPr>
          <p:cNvCxnSpPr>
            <a:cxnSpLocks/>
          </p:cNvCxnSpPr>
          <p:nvPr/>
        </p:nvCxnSpPr>
        <p:spPr>
          <a:xfrm flipH="1">
            <a:off x="13766799" y="3164794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3" name="Group 1372">
            <a:extLst>
              <a:ext uri="{FF2B5EF4-FFF2-40B4-BE49-F238E27FC236}">
                <a16:creationId xmlns:a16="http://schemas.microsoft.com/office/drawing/2014/main" id="{52DCCDE8-7248-4899-B209-21DB00530582}"/>
              </a:ext>
            </a:extLst>
          </p:cNvPr>
          <p:cNvGrpSpPr/>
          <p:nvPr/>
        </p:nvGrpSpPr>
        <p:grpSpPr>
          <a:xfrm>
            <a:off x="4099778" y="210920"/>
            <a:ext cx="6102350" cy="6096000"/>
            <a:chOff x="4086225" y="206982"/>
            <a:chExt cx="6102350" cy="6096000"/>
          </a:xfrm>
        </p:grpSpPr>
        <p:grpSp>
          <p:nvGrpSpPr>
            <p:cNvPr id="1372" name="Group 1371">
              <a:extLst>
                <a:ext uri="{FF2B5EF4-FFF2-40B4-BE49-F238E27FC236}">
                  <a16:creationId xmlns:a16="http://schemas.microsoft.com/office/drawing/2014/main" id="{5DF8C4BB-2FDF-4684-8032-0877FA9570AB}"/>
                </a:ext>
              </a:extLst>
            </p:cNvPr>
            <p:cNvGrpSpPr/>
            <p:nvPr/>
          </p:nvGrpSpPr>
          <p:grpSpPr>
            <a:xfrm>
              <a:off x="4086225" y="206982"/>
              <a:ext cx="6102350" cy="6096000"/>
              <a:chOff x="4086225" y="206982"/>
              <a:chExt cx="6102350" cy="6096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7" name="Rectangle 686">
                <a:extLst>
                  <a:ext uri="{FF2B5EF4-FFF2-40B4-BE49-F238E27FC236}">
                    <a16:creationId xmlns:a16="http://schemas.microsoft.com/office/drawing/2014/main" id="{8F5A7AAB-EC98-4453-87A8-D6D55C281CBD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8" name="Rectangle 687">
                <a:extLst>
                  <a:ext uri="{FF2B5EF4-FFF2-40B4-BE49-F238E27FC236}">
                    <a16:creationId xmlns:a16="http://schemas.microsoft.com/office/drawing/2014/main" id="{E0C33112-F1F9-4561-9E89-183484EEA7C4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9" name="Rectangle 688">
                <a:extLst>
                  <a:ext uri="{FF2B5EF4-FFF2-40B4-BE49-F238E27FC236}">
                    <a16:creationId xmlns:a16="http://schemas.microsoft.com/office/drawing/2014/main" id="{857D6EF1-591B-4F3D-8C56-999B4B01A0AB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0" name="Rectangle 689">
                <a:extLst>
                  <a:ext uri="{FF2B5EF4-FFF2-40B4-BE49-F238E27FC236}">
                    <a16:creationId xmlns:a16="http://schemas.microsoft.com/office/drawing/2014/main" id="{8883BE95-B2C9-4CEC-9495-DCB452972559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1" name="Rectangle 690">
                <a:extLst>
                  <a:ext uri="{FF2B5EF4-FFF2-40B4-BE49-F238E27FC236}">
                    <a16:creationId xmlns:a16="http://schemas.microsoft.com/office/drawing/2014/main" id="{CEE67627-C697-4DD8-875C-BB76E7756C40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F8038E57-24AF-4C71-A3B1-6AE9360C7B0F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1E4E75BD-9E48-454A-A516-183D4B5D966E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4" name="Rectangle 693">
                <a:extLst>
                  <a:ext uri="{FF2B5EF4-FFF2-40B4-BE49-F238E27FC236}">
                    <a16:creationId xmlns:a16="http://schemas.microsoft.com/office/drawing/2014/main" id="{E3FA8480-4912-43C2-8B91-26124C4DA4AC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7450E499-13B3-4FD9-AAF8-FA1355D189E9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6" name="Rectangle 695">
                <a:extLst>
                  <a:ext uri="{FF2B5EF4-FFF2-40B4-BE49-F238E27FC236}">
                    <a16:creationId xmlns:a16="http://schemas.microsoft.com/office/drawing/2014/main" id="{583A948E-8B66-499A-A36D-CCB7E17E61E0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7" name="Rectangle 696">
                <a:extLst>
                  <a:ext uri="{FF2B5EF4-FFF2-40B4-BE49-F238E27FC236}">
                    <a16:creationId xmlns:a16="http://schemas.microsoft.com/office/drawing/2014/main" id="{9E1C0C6C-DB57-4520-BEAD-EB19B440A97F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8" name="Rectangle 697">
                <a:extLst>
                  <a:ext uri="{FF2B5EF4-FFF2-40B4-BE49-F238E27FC236}">
                    <a16:creationId xmlns:a16="http://schemas.microsoft.com/office/drawing/2014/main" id="{93F967FE-D445-47B8-AEE2-40BD24F56D36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9" name="Rectangle 698">
                <a:extLst>
                  <a:ext uri="{FF2B5EF4-FFF2-40B4-BE49-F238E27FC236}">
                    <a16:creationId xmlns:a16="http://schemas.microsoft.com/office/drawing/2014/main" id="{836396A7-7997-43CF-AE1A-92138407AA90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0" name="Rectangle 699">
                <a:extLst>
                  <a:ext uri="{FF2B5EF4-FFF2-40B4-BE49-F238E27FC236}">
                    <a16:creationId xmlns:a16="http://schemas.microsoft.com/office/drawing/2014/main" id="{90296AE4-6CE0-4959-9447-29364EBF7009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1" name="Rectangle 700">
                <a:extLst>
                  <a:ext uri="{FF2B5EF4-FFF2-40B4-BE49-F238E27FC236}">
                    <a16:creationId xmlns:a16="http://schemas.microsoft.com/office/drawing/2014/main" id="{8870B32B-8399-4B3A-9E6F-D107397DB700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2" name="Rectangle 701">
                <a:extLst>
                  <a:ext uri="{FF2B5EF4-FFF2-40B4-BE49-F238E27FC236}">
                    <a16:creationId xmlns:a16="http://schemas.microsoft.com/office/drawing/2014/main" id="{A857E2DA-5F4C-4B43-9527-0788297FC693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3" name="Rectangle 702">
                <a:extLst>
                  <a:ext uri="{FF2B5EF4-FFF2-40B4-BE49-F238E27FC236}">
                    <a16:creationId xmlns:a16="http://schemas.microsoft.com/office/drawing/2014/main" id="{1EB3A2AB-961F-476B-8E44-D9168DDC2887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4" name="Rectangle 703">
                <a:extLst>
                  <a:ext uri="{FF2B5EF4-FFF2-40B4-BE49-F238E27FC236}">
                    <a16:creationId xmlns:a16="http://schemas.microsoft.com/office/drawing/2014/main" id="{9DD141A0-C3E3-4A81-AD52-BE6D61600D41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5" name="Rectangle 704">
                <a:extLst>
                  <a:ext uri="{FF2B5EF4-FFF2-40B4-BE49-F238E27FC236}">
                    <a16:creationId xmlns:a16="http://schemas.microsoft.com/office/drawing/2014/main" id="{E43EF233-DEB4-4F22-8882-01C23804DC6E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6" name="Rectangle 705">
                <a:extLst>
                  <a:ext uri="{FF2B5EF4-FFF2-40B4-BE49-F238E27FC236}">
                    <a16:creationId xmlns:a16="http://schemas.microsoft.com/office/drawing/2014/main" id="{87C30096-07B8-406F-AF19-70285676FAB6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7" name="Rectangle 706">
                <a:extLst>
                  <a:ext uri="{FF2B5EF4-FFF2-40B4-BE49-F238E27FC236}">
                    <a16:creationId xmlns:a16="http://schemas.microsoft.com/office/drawing/2014/main" id="{4FB9CB31-6DB3-4A07-B3EC-64AA8B46449C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8" name="Rectangle 707">
                <a:extLst>
                  <a:ext uri="{FF2B5EF4-FFF2-40B4-BE49-F238E27FC236}">
                    <a16:creationId xmlns:a16="http://schemas.microsoft.com/office/drawing/2014/main" id="{C10F7115-A0B6-434F-B045-15DA71C6A6D1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9" name="Rectangle 708">
                <a:extLst>
                  <a:ext uri="{FF2B5EF4-FFF2-40B4-BE49-F238E27FC236}">
                    <a16:creationId xmlns:a16="http://schemas.microsoft.com/office/drawing/2014/main" id="{73FBA797-072F-401F-882C-1A91F8527D53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0" name="Rectangle 709">
                <a:extLst>
                  <a:ext uri="{FF2B5EF4-FFF2-40B4-BE49-F238E27FC236}">
                    <a16:creationId xmlns:a16="http://schemas.microsoft.com/office/drawing/2014/main" id="{C70B2DE3-1F84-4927-9DF5-1F85F87262EA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712" name="Group 711">
              <a:extLst>
                <a:ext uri="{FF2B5EF4-FFF2-40B4-BE49-F238E27FC236}">
                  <a16:creationId xmlns:a16="http://schemas.microsoft.com/office/drawing/2014/main" id="{1E034C38-98CC-4816-8EEF-91302DE6172A}"/>
                </a:ext>
              </a:extLst>
            </p:cNvPr>
            <p:cNvGrpSpPr/>
            <p:nvPr/>
          </p:nvGrpSpPr>
          <p:grpSpPr>
            <a:xfrm>
              <a:off x="5611812" y="1730982"/>
              <a:ext cx="3051176" cy="3048000"/>
              <a:chOff x="4086225" y="206982"/>
              <a:chExt cx="6102350" cy="6096000"/>
            </a:xfrm>
          </p:grpSpPr>
          <p:sp>
            <p:nvSpPr>
              <p:cNvPr id="713" name="Rectangle 712">
                <a:extLst>
                  <a:ext uri="{FF2B5EF4-FFF2-40B4-BE49-F238E27FC236}">
                    <a16:creationId xmlns:a16="http://schemas.microsoft.com/office/drawing/2014/main" id="{CB196928-1CAE-430B-B2FA-6768F5422E23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4" name="Rectangle 713">
                <a:extLst>
                  <a:ext uri="{FF2B5EF4-FFF2-40B4-BE49-F238E27FC236}">
                    <a16:creationId xmlns:a16="http://schemas.microsoft.com/office/drawing/2014/main" id="{14E2F107-954C-4C20-9409-DF000AE8053C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5" name="Rectangle 714">
                <a:extLst>
                  <a:ext uri="{FF2B5EF4-FFF2-40B4-BE49-F238E27FC236}">
                    <a16:creationId xmlns:a16="http://schemas.microsoft.com/office/drawing/2014/main" id="{DA4CC975-472A-49B2-B912-A7FA82332033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6" name="Rectangle 715">
                <a:extLst>
                  <a:ext uri="{FF2B5EF4-FFF2-40B4-BE49-F238E27FC236}">
                    <a16:creationId xmlns:a16="http://schemas.microsoft.com/office/drawing/2014/main" id="{06B6C127-9733-4B39-A0AD-6B1AFDF36057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7" name="Rectangle 716">
                <a:extLst>
                  <a:ext uri="{FF2B5EF4-FFF2-40B4-BE49-F238E27FC236}">
                    <a16:creationId xmlns:a16="http://schemas.microsoft.com/office/drawing/2014/main" id="{BF050DD6-0301-4AF7-89AF-775D055980B9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8" name="Rectangle 717">
                <a:extLst>
                  <a:ext uri="{FF2B5EF4-FFF2-40B4-BE49-F238E27FC236}">
                    <a16:creationId xmlns:a16="http://schemas.microsoft.com/office/drawing/2014/main" id="{5F485A7C-64E9-4EA3-9E61-11CA5BD665BE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9" name="Rectangle 718">
                <a:extLst>
                  <a:ext uri="{FF2B5EF4-FFF2-40B4-BE49-F238E27FC236}">
                    <a16:creationId xmlns:a16="http://schemas.microsoft.com/office/drawing/2014/main" id="{5F5D038F-4165-4FB1-9C5C-866DDCAB2039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0" name="Rectangle 719">
                <a:extLst>
                  <a:ext uri="{FF2B5EF4-FFF2-40B4-BE49-F238E27FC236}">
                    <a16:creationId xmlns:a16="http://schemas.microsoft.com/office/drawing/2014/main" id="{C5025889-640A-4328-B2B0-92941048C431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1" name="Rectangle 720">
                <a:extLst>
                  <a:ext uri="{FF2B5EF4-FFF2-40B4-BE49-F238E27FC236}">
                    <a16:creationId xmlns:a16="http://schemas.microsoft.com/office/drawing/2014/main" id="{AA04A24E-82E4-48AE-8E0E-64A79B81BEA1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2" name="Rectangle 721">
                <a:extLst>
                  <a:ext uri="{FF2B5EF4-FFF2-40B4-BE49-F238E27FC236}">
                    <a16:creationId xmlns:a16="http://schemas.microsoft.com/office/drawing/2014/main" id="{AED31514-2AA4-45EE-BEDE-27BFC4D21255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3" name="Rectangle 722">
                <a:extLst>
                  <a:ext uri="{FF2B5EF4-FFF2-40B4-BE49-F238E27FC236}">
                    <a16:creationId xmlns:a16="http://schemas.microsoft.com/office/drawing/2014/main" id="{125B218F-6189-432C-B4A7-7D5C495D11A7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4" name="Rectangle 723">
                <a:extLst>
                  <a:ext uri="{FF2B5EF4-FFF2-40B4-BE49-F238E27FC236}">
                    <a16:creationId xmlns:a16="http://schemas.microsoft.com/office/drawing/2014/main" id="{BA33B199-C7C5-4778-BC44-C8C3846B11F7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5" name="Rectangle 724">
                <a:extLst>
                  <a:ext uri="{FF2B5EF4-FFF2-40B4-BE49-F238E27FC236}">
                    <a16:creationId xmlns:a16="http://schemas.microsoft.com/office/drawing/2014/main" id="{6DCE2021-2CD4-4523-8439-382B779C2021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6" name="Rectangle 725">
                <a:extLst>
                  <a:ext uri="{FF2B5EF4-FFF2-40B4-BE49-F238E27FC236}">
                    <a16:creationId xmlns:a16="http://schemas.microsoft.com/office/drawing/2014/main" id="{F2C12250-2F97-4C0A-B337-F0E591696733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7" name="Rectangle 726">
                <a:extLst>
                  <a:ext uri="{FF2B5EF4-FFF2-40B4-BE49-F238E27FC236}">
                    <a16:creationId xmlns:a16="http://schemas.microsoft.com/office/drawing/2014/main" id="{E02A7489-6B6A-4654-B590-82CADC503497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8" name="Rectangle 727">
                <a:extLst>
                  <a:ext uri="{FF2B5EF4-FFF2-40B4-BE49-F238E27FC236}">
                    <a16:creationId xmlns:a16="http://schemas.microsoft.com/office/drawing/2014/main" id="{0F749365-8E89-41FB-A364-03C969490869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9" name="Rectangle 728">
                <a:extLst>
                  <a:ext uri="{FF2B5EF4-FFF2-40B4-BE49-F238E27FC236}">
                    <a16:creationId xmlns:a16="http://schemas.microsoft.com/office/drawing/2014/main" id="{F2A12796-C641-4FF3-A41D-7F48A5B70D04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0" name="Rectangle 729">
                <a:extLst>
                  <a:ext uri="{FF2B5EF4-FFF2-40B4-BE49-F238E27FC236}">
                    <a16:creationId xmlns:a16="http://schemas.microsoft.com/office/drawing/2014/main" id="{874E48BA-45D7-4ABA-A22D-3968B33B2F5A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1" name="Rectangle 730">
                <a:extLst>
                  <a:ext uri="{FF2B5EF4-FFF2-40B4-BE49-F238E27FC236}">
                    <a16:creationId xmlns:a16="http://schemas.microsoft.com/office/drawing/2014/main" id="{9C2ADA6E-BB55-4B62-90D7-73EB9654EB40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2" name="Rectangle 731">
                <a:extLst>
                  <a:ext uri="{FF2B5EF4-FFF2-40B4-BE49-F238E27FC236}">
                    <a16:creationId xmlns:a16="http://schemas.microsoft.com/office/drawing/2014/main" id="{D8A535FA-06C1-4E74-B433-3A251C7F9BD9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3" name="Rectangle 732">
                <a:extLst>
                  <a:ext uri="{FF2B5EF4-FFF2-40B4-BE49-F238E27FC236}">
                    <a16:creationId xmlns:a16="http://schemas.microsoft.com/office/drawing/2014/main" id="{70F76C53-8127-4E52-B502-95BB148A21B1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4" name="Rectangle 733">
                <a:extLst>
                  <a:ext uri="{FF2B5EF4-FFF2-40B4-BE49-F238E27FC236}">
                    <a16:creationId xmlns:a16="http://schemas.microsoft.com/office/drawing/2014/main" id="{B8201AC5-8FE5-46D6-A26B-702C6FB159D1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5" name="Rectangle 734">
                <a:extLst>
                  <a:ext uri="{FF2B5EF4-FFF2-40B4-BE49-F238E27FC236}">
                    <a16:creationId xmlns:a16="http://schemas.microsoft.com/office/drawing/2014/main" id="{E83221D1-CF5D-4037-8C6C-77E9D3872AE5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6" name="Rectangle 735">
                <a:extLst>
                  <a:ext uri="{FF2B5EF4-FFF2-40B4-BE49-F238E27FC236}">
                    <a16:creationId xmlns:a16="http://schemas.microsoft.com/office/drawing/2014/main" id="{1B4AE601-67BC-4146-8458-BDE815CE0FA5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7" name="Rectangle 736">
                <a:extLst>
                  <a:ext uri="{FF2B5EF4-FFF2-40B4-BE49-F238E27FC236}">
                    <a16:creationId xmlns:a16="http://schemas.microsoft.com/office/drawing/2014/main" id="{901D0188-1ABD-49F2-B6D4-52DCF303CBB2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8" name="Rectangle 737">
                <a:extLst>
                  <a:ext uri="{FF2B5EF4-FFF2-40B4-BE49-F238E27FC236}">
                    <a16:creationId xmlns:a16="http://schemas.microsoft.com/office/drawing/2014/main" id="{0C795F63-E1E5-4E33-BCA9-2DFB51BC76C9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9" name="Rectangle 738">
                <a:extLst>
                  <a:ext uri="{FF2B5EF4-FFF2-40B4-BE49-F238E27FC236}">
                    <a16:creationId xmlns:a16="http://schemas.microsoft.com/office/drawing/2014/main" id="{FC6E1CBA-FB95-43B3-BD9B-127B51EF2AC6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0" name="Rectangle 739">
                <a:extLst>
                  <a:ext uri="{FF2B5EF4-FFF2-40B4-BE49-F238E27FC236}">
                    <a16:creationId xmlns:a16="http://schemas.microsoft.com/office/drawing/2014/main" id="{8AC634BD-E975-4D3E-9162-2E64EFBECF62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1" name="Rectangle 740">
                <a:extLst>
                  <a:ext uri="{FF2B5EF4-FFF2-40B4-BE49-F238E27FC236}">
                    <a16:creationId xmlns:a16="http://schemas.microsoft.com/office/drawing/2014/main" id="{F6DB22A1-4B18-4A07-A753-8B76C5DD026D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2" name="Rectangle 741">
                <a:extLst>
                  <a:ext uri="{FF2B5EF4-FFF2-40B4-BE49-F238E27FC236}">
                    <a16:creationId xmlns:a16="http://schemas.microsoft.com/office/drawing/2014/main" id="{4B3A5D04-5EA5-4AE9-A46F-AD51674985F5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3" name="Rectangle 742">
                <a:extLst>
                  <a:ext uri="{FF2B5EF4-FFF2-40B4-BE49-F238E27FC236}">
                    <a16:creationId xmlns:a16="http://schemas.microsoft.com/office/drawing/2014/main" id="{FC1BF16F-BBCD-4B13-9373-CFB0492512ED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4" name="Rectangle 743">
                <a:extLst>
                  <a:ext uri="{FF2B5EF4-FFF2-40B4-BE49-F238E27FC236}">
                    <a16:creationId xmlns:a16="http://schemas.microsoft.com/office/drawing/2014/main" id="{325EBEFD-221B-4870-B32A-684B9DDD75C5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5" name="Rectangle 744">
                <a:extLst>
                  <a:ext uri="{FF2B5EF4-FFF2-40B4-BE49-F238E27FC236}">
                    <a16:creationId xmlns:a16="http://schemas.microsoft.com/office/drawing/2014/main" id="{6FA5F983-4DD2-4D4A-B602-0A2428E0433B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6" name="Rectangle 745">
                <a:extLst>
                  <a:ext uri="{FF2B5EF4-FFF2-40B4-BE49-F238E27FC236}">
                    <a16:creationId xmlns:a16="http://schemas.microsoft.com/office/drawing/2014/main" id="{1CED6DE8-8990-4A19-A783-27C4E6C7EEDB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7" name="Rectangle 746">
                <a:extLst>
                  <a:ext uri="{FF2B5EF4-FFF2-40B4-BE49-F238E27FC236}">
                    <a16:creationId xmlns:a16="http://schemas.microsoft.com/office/drawing/2014/main" id="{5CD568F4-C15E-4D9B-BECD-7287BD5E5C20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8" name="Rectangle 747">
                <a:extLst>
                  <a:ext uri="{FF2B5EF4-FFF2-40B4-BE49-F238E27FC236}">
                    <a16:creationId xmlns:a16="http://schemas.microsoft.com/office/drawing/2014/main" id="{4716A3AA-D3A6-4A1A-BBAF-93E579CD3670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9" name="Rectangle 748">
                <a:extLst>
                  <a:ext uri="{FF2B5EF4-FFF2-40B4-BE49-F238E27FC236}">
                    <a16:creationId xmlns:a16="http://schemas.microsoft.com/office/drawing/2014/main" id="{04B79761-9085-4B8D-AD9F-63A47002C9DE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0" name="Rectangle 749">
                <a:extLst>
                  <a:ext uri="{FF2B5EF4-FFF2-40B4-BE49-F238E27FC236}">
                    <a16:creationId xmlns:a16="http://schemas.microsoft.com/office/drawing/2014/main" id="{8D5DC7E7-3148-441B-B8B9-C217799CE72E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1" name="Rectangle 750">
                <a:extLst>
                  <a:ext uri="{FF2B5EF4-FFF2-40B4-BE49-F238E27FC236}">
                    <a16:creationId xmlns:a16="http://schemas.microsoft.com/office/drawing/2014/main" id="{DED99CFF-5D7D-4946-B692-AC3E2717AF3D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2" name="Rectangle 751">
                <a:extLst>
                  <a:ext uri="{FF2B5EF4-FFF2-40B4-BE49-F238E27FC236}">
                    <a16:creationId xmlns:a16="http://schemas.microsoft.com/office/drawing/2014/main" id="{E8D9643D-2F6E-493C-BE61-9FC4AD2B7B31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3" name="Rectangle 752">
                <a:extLst>
                  <a:ext uri="{FF2B5EF4-FFF2-40B4-BE49-F238E27FC236}">
                    <a16:creationId xmlns:a16="http://schemas.microsoft.com/office/drawing/2014/main" id="{3538AFE0-8E03-41BD-BB54-036CEBBE0B37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4" name="Rectangle 753">
                <a:extLst>
                  <a:ext uri="{FF2B5EF4-FFF2-40B4-BE49-F238E27FC236}">
                    <a16:creationId xmlns:a16="http://schemas.microsoft.com/office/drawing/2014/main" id="{568BD5B7-8314-4F0A-9257-9254EFFF62A0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5" name="Rectangle 754">
                <a:extLst>
                  <a:ext uri="{FF2B5EF4-FFF2-40B4-BE49-F238E27FC236}">
                    <a16:creationId xmlns:a16="http://schemas.microsoft.com/office/drawing/2014/main" id="{DAD36D8F-A790-4343-B5D8-7256C7DEDFA0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6" name="Rectangle 755">
                <a:extLst>
                  <a:ext uri="{FF2B5EF4-FFF2-40B4-BE49-F238E27FC236}">
                    <a16:creationId xmlns:a16="http://schemas.microsoft.com/office/drawing/2014/main" id="{28BC7B90-5352-40D3-9583-063778336921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7" name="Rectangle 756">
                <a:extLst>
                  <a:ext uri="{FF2B5EF4-FFF2-40B4-BE49-F238E27FC236}">
                    <a16:creationId xmlns:a16="http://schemas.microsoft.com/office/drawing/2014/main" id="{7AE0733F-7D89-4F67-84AC-06FC86AA1139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8" name="Rectangle 757">
                <a:extLst>
                  <a:ext uri="{FF2B5EF4-FFF2-40B4-BE49-F238E27FC236}">
                    <a16:creationId xmlns:a16="http://schemas.microsoft.com/office/drawing/2014/main" id="{E6AA23D8-B869-4750-B518-10D6D0B34792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9" name="Rectangle 758">
                <a:extLst>
                  <a:ext uri="{FF2B5EF4-FFF2-40B4-BE49-F238E27FC236}">
                    <a16:creationId xmlns:a16="http://schemas.microsoft.com/office/drawing/2014/main" id="{6C8E41B3-668A-40BC-A5B7-936E43DF9BA2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0" name="Rectangle 759">
                <a:extLst>
                  <a:ext uri="{FF2B5EF4-FFF2-40B4-BE49-F238E27FC236}">
                    <a16:creationId xmlns:a16="http://schemas.microsoft.com/office/drawing/2014/main" id="{DE4418D3-CA34-45A6-8042-30D873601497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761" name="Group 760">
              <a:extLst>
                <a:ext uri="{FF2B5EF4-FFF2-40B4-BE49-F238E27FC236}">
                  <a16:creationId xmlns:a16="http://schemas.microsoft.com/office/drawing/2014/main" id="{08E3AEBA-49A5-4B5D-B82F-0F3D2ADF662A}"/>
                </a:ext>
              </a:extLst>
            </p:cNvPr>
            <p:cNvGrpSpPr/>
            <p:nvPr/>
          </p:nvGrpSpPr>
          <p:grpSpPr>
            <a:xfrm>
              <a:off x="6374606" y="2492982"/>
              <a:ext cx="1525588" cy="1524000"/>
              <a:chOff x="4086225" y="206982"/>
              <a:chExt cx="6102350" cy="6096000"/>
            </a:xfrm>
          </p:grpSpPr>
          <p:sp>
            <p:nvSpPr>
              <p:cNvPr id="762" name="Rectangle 761">
                <a:extLst>
                  <a:ext uri="{FF2B5EF4-FFF2-40B4-BE49-F238E27FC236}">
                    <a16:creationId xmlns:a16="http://schemas.microsoft.com/office/drawing/2014/main" id="{6574228C-CC40-40C5-863B-1E3DD40015DF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3" name="Rectangle 762">
                <a:extLst>
                  <a:ext uri="{FF2B5EF4-FFF2-40B4-BE49-F238E27FC236}">
                    <a16:creationId xmlns:a16="http://schemas.microsoft.com/office/drawing/2014/main" id="{ADF5D9B4-C51A-41FD-8F6C-6B02A7B2E88C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4" name="Rectangle 763">
                <a:extLst>
                  <a:ext uri="{FF2B5EF4-FFF2-40B4-BE49-F238E27FC236}">
                    <a16:creationId xmlns:a16="http://schemas.microsoft.com/office/drawing/2014/main" id="{B7907D88-A658-47D8-B67C-1C7849F1B1BD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5" name="Rectangle 764">
                <a:extLst>
                  <a:ext uri="{FF2B5EF4-FFF2-40B4-BE49-F238E27FC236}">
                    <a16:creationId xmlns:a16="http://schemas.microsoft.com/office/drawing/2014/main" id="{C04949C0-58CC-48C6-BEE8-508AD3C662C4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6" name="Rectangle 765">
                <a:extLst>
                  <a:ext uri="{FF2B5EF4-FFF2-40B4-BE49-F238E27FC236}">
                    <a16:creationId xmlns:a16="http://schemas.microsoft.com/office/drawing/2014/main" id="{D19C1962-E1DA-4933-9B74-E6A33594451A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7" name="Rectangle 766">
                <a:extLst>
                  <a:ext uri="{FF2B5EF4-FFF2-40B4-BE49-F238E27FC236}">
                    <a16:creationId xmlns:a16="http://schemas.microsoft.com/office/drawing/2014/main" id="{8B223F55-9FBD-4DAD-9EEB-66EA00E7C0AB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4DD67382-929A-48E8-A281-C6953CA5D74C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9" name="Rectangle 768">
                <a:extLst>
                  <a:ext uri="{FF2B5EF4-FFF2-40B4-BE49-F238E27FC236}">
                    <a16:creationId xmlns:a16="http://schemas.microsoft.com/office/drawing/2014/main" id="{13E8FE36-C96C-4070-8D25-038CB707934A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0" name="Rectangle 769">
                <a:extLst>
                  <a:ext uri="{FF2B5EF4-FFF2-40B4-BE49-F238E27FC236}">
                    <a16:creationId xmlns:a16="http://schemas.microsoft.com/office/drawing/2014/main" id="{E051052A-5229-4BC1-9A8B-F260B7C13269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1" name="Rectangle 770">
                <a:extLst>
                  <a:ext uri="{FF2B5EF4-FFF2-40B4-BE49-F238E27FC236}">
                    <a16:creationId xmlns:a16="http://schemas.microsoft.com/office/drawing/2014/main" id="{0DA5AA55-FB02-41F8-A693-FFA0B2631D59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2" name="Rectangle 771">
                <a:extLst>
                  <a:ext uri="{FF2B5EF4-FFF2-40B4-BE49-F238E27FC236}">
                    <a16:creationId xmlns:a16="http://schemas.microsoft.com/office/drawing/2014/main" id="{1C86B47B-DF1D-4037-A3B3-D8E785C90612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3" name="Rectangle 772">
                <a:extLst>
                  <a:ext uri="{FF2B5EF4-FFF2-40B4-BE49-F238E27FC236}">
                    <a16:creationId xmlns:a16="http://schemas.microsoft.com/office/drawing/2014/main" id="{5952643B-C8A8-4D0C-B9B7-EC1970E4F4CC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4" name="Rectangle 773">
                <a:extLst>
                  <a:ext uri="{FF2B5EF4-FFF2-40B4-BE49-F238E27FC236}">
                    <a16:creationId xmlns:a16="http://schemas.microsoft.com/office/drawing/2014/main" id="{1CDEF29F-D23F-42A9-B521-3C29A1F908B7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5" name="Rectangle 774">
                <a:extLst>
                  <a:ext uri="{FF2B5EF4-FFF2-40B4-BE49-F238E27FC236}">
                    <a16:creationId xmlns:a16="http://schemas.microsoft.com/office/drawing/2014/main" id="{556EEE05-D83D-490D-A674-65E4E3856844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6" name="Rectangle 775">
                <a:extLst>
                  <a:ext uri="{FF2B5EF4-FFF2-40B4-BE49-F238E27FC236}">
                    <a16:creationId xmlns:a16="http://schemas.microsoft.com/office/drawing/2014/main" id="{5235C6A6-B065-4101-BB37-9177DACC043D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7" name="Rectangle 776">
                <a:extLst>
                  <a:ext uri="{FF2B5EF4-FFF2-40B4-BE49-F238E27FC236}">
                    <a16:creationId xmlns:a16="http://schemas.microsoft.com/office/drawing/2014/main" id="{FE9277C8-7418-4135-BB06-AB85D158D67F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8" name="Rectangle 777">
                <a:extLst>
                  <a:ext uri="{FF2B5EF4-FFF2-40B4-BE49-F238E27FC236}">
                    <a16:creationId xmlns:a16="http://schemas.microsoft.com/office/drawing/2014/main" id="{B631027F-CDCD-40C3-B668-3BA672CACB33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9" name="Rectangle 778">
                <a:extLst>
                  <a:ext uri="{FF2B5EF4-FFF2-40B4-BE49-F238E27FC236}">
                    <a16:creationId xmlns:a16="http://schemas.microsoft.com/office/drawing/2014/main" id="{53E893AB-0A16-4A4A-8742-C34E9902768E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0" name="Rectangle 779">
                <a:extLst>
                  <a:ext uri="{FF2B5EF4-FFF2-40B4-BE49-F238E27FC236}">
                    <a16:creationId xmlns:a16="http://schemas.microsoft.com/office/drawing/2014/main" id="{8776175F-7A82-45DC-B6C1-BB9FAF0B274A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1" name="Rectangle 780">
                <a:extLst>
                  <a:ext uri="{FF2B5EF4-FFF2-40B4-BE49-F238E27FC236}">
                    <a16:creationId xmlns:a16="http://schemas.microsoft.com/office/drawing/2014/main" id="{70071BC3-7674-459D-8E4D-D6706BF7679B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2" name="Rectangle 781">
                <a:extLst>
                  <a:ext uri="{FF2B5EF4-FFF2-40B4-BE49-F238E27FC236}">
                    <a16:creationId xmlns:a16="http://schemas.microsoft.com/office/drawing/2014/main" id="{3F3AD84F-8E4F-477C-9598-C73F468E9D6B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3" name="Rectangle 782">
                <a:extLst>
                  <a:ext uri="{FF2B5EF4-FFF2-40B4-BE49-F238E27FC236}">
                    <a16:creationId xmlns:a16="http://schemas.microsoft.com/office/drawing/2014/main" id="{3975F855-8F58-4346-BC18-30957E324D59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4" name="Rectangle 783">
                <a:extLst>
                  <a:ext uri="{FF2B5EF4-FFF2-40B4-BE49-F238E27FC236}">
                    <a16:creationId xmlns:a16="http://schemas.microsoft.com/office/drawing/2014/main" id="{A8253085-33FB-4672-A2A2-08F93EFC68FF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5" name="Rectangle 784">
                <a:extLst>
                  <a:ext uri="{FF2B5EF4-FFF2-40B4-BE49-F238E27FC236}">
                    <a16:creationId xmlns:a16="http://schemas.microsoft.com/office/drawing/2014/main" id="{9E0E6AC3-8B73-4D62-A62C-59F10CE988FF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6" name="Rectangle 785">
                <a:extLst>
                  <a:ext uri="{FF2B5EF4-FFF2-40B4-BE49-F238E27FC236}">
                    <a16:creationId xmlns:a16="http://schemas.microsoft.com/office/drawing/2014/main" id="{6816432E-6BC5-4573-9365-5685FA951FA0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7" name="Rectangle 786">
                <a:extLst>
                  <a:ext uri="{FF2B5EF4-FFF2-40B4-BE49-F238E27FC236}">
                    <a16:creationId xmlns:a16="http://schemas.microsoft.com/office/drawing/2014/main" id="{4D187DA3-DB57-4DA0-B515-0035C1DD77C7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8" name="Rectangle 787">
                <a:extLst>
                  <a:ext uri="{FF2B5EF4-FFF2-40B4-BE49-F238E27FC236}">
                    <a16:creationId xmlns:a16="http://schemas.microsoft.com/office/drawing/2014/main" id="{A42BDD2B-20B1-43BC-AFB5-CFE111983280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9" name="Rectangle 788">
                <a:extLst>
                  <a:ext uri="{FF2B5EF4-FFF2-40B4-BE49-F238E27FC236}">
                    <a16:creationId xmlns:a16="http://schemas.microsoft.com/office/drawing/2014/main" id="{74C142AE-EB1C-4B7C-8C79-9B77CA476D09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0" name="Rectangle 789">
                <a:extLst>
                  <a:ext uri="{FF2B5EF4-FFF2-40B4-BE49-F238E27FC236}">
                    <a16:creationId xmlns:a16="http://schemas.microsoft.com/office/drawing/2014/main" id="{BA3FE558-F008-4CE5-A3B3-993A66A08D5F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1" name="Rectangle 790">
                <a:extLst>
                  <a:ext uri="{FF2B5EF4-FFF2-40B4-BE49-F238E27FC236}">
                    <a16:creationId xmlns:a16="http://schemas.microsoft.com/office/drawing/2014/main" id="{A6850209-84E0-4459-881A-51992E63FB2A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2" name="Rectangle 791">
                <a:extLst>
                  <a:ext uri="{FF2B5EF4-FFF2-40B4-BE49-F238E27FC236}">
                    <a16:creationId xmlns:a16="http://schemas.microsoft.com/office/drawing/2014/main" id="{CA5C9A84-61EF-4FEB-9EE8-C0C7B0A4D846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3" name="Rectangle 792">
                <a:extLst>
                  <a:ext uri="{FF2B5EF4-FFF2-40B4-BE49-F238E27FC236}">
                    <a16:creationId xmlns:a16="http://schemas.microsoft.com/office/drawing/2014/main" id="{DB06612D-63B7-44F3-8928-EE37786C5F17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4" name="Rectangle 793">
                <a:extLst>
                  <a:ext uri="{FF2B5EF4-FFF2-40B4-BE49-F238E27FC236}">
                    <a16:creationId xmlns:a16="http://schemas.microsoft.com/office/drawing/2014/main" id="{713C89ED-1CFF-441C-AED7-482C50E2BDE6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5" name="Rectangle 794">
                <a:extLst>
                  <a:ext uri="{FF2B5EF4-FFF2-40B4-BE49-F238E27FC236}">
                    <a16:creationId xmlns:a16="http://schemas.microsoft.com/office/drawing/2014/main" id="{1A87B7AB-585F-45D0-9789-3D0FB6736DFF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6" name="Rectangle 795">
                <a:extLst>
                  <a:ext uri="{FF2B5EF4-FFF2-40B4-BE49-F238E27FC236}">
                    <a16:creationId xmlns:a16="http://schemas.microsoft.com/office/drawing/2014/main" id="{81411C52-246C-466B-B135-372601400C55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7" name="Rectangle 796">
                <a:extLst>
                  <a:ext uri="{FF2B5EF4-FFF2-40B4-BE49-F238E27FC236}">
                    <a16:creationId xmlns:a16="http://schemas.microsoft.com/office/drawing/2014/main" id="{FB085937-5D96-4B23-97C7-145BC40664E6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8" name="Rectangle 797">
                <a:extLst>
                  <a:ext uri="{FF2B5EF4-FFF2-40B4-BE49-F238E27FC236}">
                    <a16:creationId xmlns:a16="http://schemas.microsoft.com/office/drawing/2014/main" id="{8274042A-102C-439F-8697-D2764FEC6599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9" name="Rectangle 798">
                <a:extLst>
                  <a:ext uri="{FF2B5EF4-FFF2-40B4-BE49-F238E27FC236}">
                    <a16:creationId xmlns:a16="http://schemas.microsoft.com/office/drawing/2014/main" id="{DA0AC803-83E3-42E5-A4EA-E23FB223EAA1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0" name="Rectangle 799">
                <a:extLst>
                  <a:ext uri="{FF2B5EF4-FFF2-40B4-BE49-F238E27FC236}">
                    <a16:creationId xmlns:a16="http://schemas.microsoft.com/office/drawing/2014/main" id="{F7CA02EA-6348-4780-A2C9-0409AEDFF051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1" name="Rectangle 800">
                <a:extLst>
                  <a:ext uri="{FF2B5EF4-FFF2-40B4-BE49-F238E27FC236}">
                    <a16:creationId xmlns:a16="http://schemas.microsoft.com/office/drawing/2014/main" id="{025828D7-6798-4951-984F-1C11A59F6BBC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2" name="Rectangle 801">
                <a:extLst>
                  <a:ext uri="{FF2B5EF4-FFF2-40B4-BE49-F238E27FC236}">
                    <a16:creationId xmlns:a16="http://schemas.microsoft.com/office/drawing/2014/main" id="{1AAF1AF4-1E71-4B63-8B7A-B04C58A967DA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3" name="Rectangle 802">
                <a:extLst>
                  <a:ext uri="{FF2B5EF4-FFF2-40B4-BE49-F238E27FC236}">
                    <a16:creationId xmlns:a16="http://schemas.microsoft.com/office/drawing/2014/main" id="{E38CDF75-90B7-472F-8B91-9E41261B0E7B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4" name="Rectangle 803">
                <a:extLst>
                  <a:ext uri="{FF2B5EF4-FFF2-40B4-BE49-F238E27FC236}">
                    <a16:creationId xmlns:a16="http://schemas.microsoft.com/office/drawing/2014/main" id="{2B1D32FE-B344-48F4-B285-13C173B638F5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5" name="Rectangle 804">
                <a:extLst>
                  <a:ext uri="{FF2B5EF4-FFF2-40B4-BE49-F238E27FC236}">
                    <a16:creationId xmlns:a16="http://schemas.microsoft.com/office/drawing/2014/main" id="{860610C9-A3E1-4DE7-BEA4-11B23A84DDB9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6" name="Rectangle 805">
                <a:extLst>
                  <a:ext uri="{FF2B5EF4-FFF2-40B4-BE49-F238E27FC236}">
                    <a16:creationId xmlns:a16="http://schemas.microsoft.com/office/drawing/2014/main" id="{34F9D4D0-7FAF-4B0A-9230-0A3B7AA266A7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7" name="Rectangle 806">
                <a:extLst>
                  <a:ext uri="{FF2B5EF4-FFF2-40B4-BE49-F238E27FC236}">
                    <a16:creationId xmlns:a16="http://schemas.microsoft.com/office/drawing/2014/main" id="{9F92D0ED-BD88-4EE2-9D37-AC58278164C5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8" name="Rectangle 807">
                <a:extLst>
                  <a:ext uri="{FF2B5EF4-FFF2-40B4-BE49-F238E27FC236}">
                    <a16:creationId xmlns:a16="http://schemas.microsoft.com/office/drawing/2014/main" id="{92FAB8DF-1D04-4817-9878-C6045CB2E7E6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9" name="Rectangle 808">
                <a:extLst>
                  <a:ext uri="{FF2B5EF4-FFF2-40B4-BE49-F238E27FC236}">
                    <a16:creationId xmlns:a16="http://schemas.microsoft.com/office/drawing/2014/main" id="{47B8DC7C-2234-49CD-A6E0-113F4C121469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811" name="Group 810">
            <a:extLst>
              <a:ext uri="{FF2B5EF4-FFF2-40B4-BE49-F238E27FC236}">
                <a16:creationId xmlns:a16="http://schemas.microsoft.com/office/drawing/2014/main" id="{DD904D5E-6DE3-4319-BC90-0C2C5BAAA2A0}"/>
              </a:ext>
            </a:extLst>
          </p:cNvPr>
          <p:cNvGrpSpPr/>
          <p:nvPr/>
        </p:nvGrpSpPr>
        <p:grpSpPr>
          <a:xfrm>
            <a:off x="6770747" y="2879110"/>
            <a:ext cx="760412" cy="759620"/>
            <a:chOff x="4086225" y="206982"/>
            <a:chExt cx="6102350" cy="6096000"/>
          </a:xfrm>
        </p:grpSpPr>
        <p:grpSp>
          <p:nvGrpSpPr>
            <p:cNvPr id="812" name="Group 811">
              <a:extLst>
                <a:ext uri="{FF2B5EF4-FFF2-40B4-BE49-F238E27FC236}">
                  <a16:creationId xmlns:a16="http://schemas.microsoft.com/office/drawing/2014/main" id="{85D30815-680E-4997-B398-4DF214CC1DC2}"/>
                </a:ext>
              </a:extLst>
            </p:cNvPr>
            <p:cNvGrpSpPr/>
            <p:nvPr/>
          </p:nvGrpSpPr>
          <p:grpSpPr>
            <a:xfrm>
              <a:off x="4086225" y="206982"/>
              <a:ext cx="6102350" cy="6096000"/>
              <a:chOff x="4086225" y="206982"/>
              <a:chExt cx="6102350" cy="6096000"/>
            </a:xfrm>
          </p:grpSpPr>
          <p:sp>
            <p:nvSpPr>
              <p:cNvPr id="911" name="Rectangle 910">
                <a:extLst>
                  <a:ext uri="{FF2B5EF4-FFF2-40B4-BE49-F238E27FC236}">
                    <a16:creationId xmlns:a16="http://schemas.microsoft.com/office/drawing/2014/main" id="{787442B6-D937-4463-B635-960A8B1D1DF5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2" name="Rectangle 911">
                <a:extLst>
                  <a:ext uri="{FF2B5EF4-FFF2-40B4-BE49-F238E27FC236}">
                    <a16:creationId xmlns:a16="http://schemas.microsoft.com/office/drawing/2014/main" id="{3E718B56-6478-46E0-8F2A-9AC9CB32B591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3" name="Rectangle 912">
                <a:extLst>
                  <a:ext uri="{FF2B5EF4-FFF2-40B4-BE49-F238E27FC236}">
                    <a16:creationId xmlns:a16="http://schemas.microsoft.com/office/drawing/2014/main" id="{E03169E1-3D72-4BA1-88E9-33D3BE9230E9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4" name="Rectangle 913">
                <a:extLst>
                  <a:ext uri="{FF2B5EF4-FFF2-40B4-BE49-F238E27FC236}">
                    <a16:creationId xmlns:a16="http://schemas.microsoft.com/office/drawing/2014/main" id="{3BD8C361-F22E-4637-9785-54E73DE739FD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5" name="Rectangle 914">
                <a:extLst>
                  <a:ext uri="{FF2B5EF4-FFF2-40B4-BE49-F238E27FC236}">
                    <a16:creationId xmlns:a16="http://schemas.microsoft.com/office/drawing/2014/main" id="{B5D0918D-3EFB-45F8-B5B5-20BF4954F71A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6" name="Rectangle 915">
                <a:extLst>
                  <a:ext uri="{FF2B5EF4-FFF2-40B4-BE49-F238E27FC236}">
                    <a16:creationId xmlns:a16="http://schemas.microsoft.com/office/drawing/2014/main" id="{B61A31A2-0769-486E-9301-397DC6D39CFD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7" name="Rectangle 916">
                <a:extLst>
                  <a:ext uri="{FF2B5EF4-FFF2-40B4-BE49-F238E27FC236}">
                    <a16:creationId xmlns:a16="http://schemas.microsoft.com/office/drawing/2014/main" id="{B5A46BBA-D160-4544-A222-7BA66A83E36B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8" name="Rectangle 917">
                <a:extLst>
                  <a:ext uri="{FF2B5EF4-FFF2-40B4-BE49-F238E27FC236}">
                    <a16:creationId xmlns:a16="http://schemas.microsoft.com/office/drawing/2014/main" id="{529BD346-E929-46A4-B033-EB881D0AEB4C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9" name="Rectangle 918">
                <a:extLst>
                  <a:ext uri="{FF2B5EF4-FFF2-40B4-BE49-F238E27FC236}">
                    <a16:creationId xmlns:a16="http://schemas.microsoft.com/office/drawing/2014/main" id="{772DF16B-548F-4173-945A-9498AD193887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0" name="Rectangle 919">
                <a:extLst>
                  <a:ext uri="{FF2B5EF4-FFF2-40B4-BE49-F238E27FC236}">
                    <a16:creationId xmlns:a16="http://schemas.microsoft.com/office/drawing/2014/main" id="{BED5DD4B-CE71-4DAD-97DA-2A8D240FEE85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1" name="Rectangle 920">
                <a:extLst>
                  <a:ext uri="{FF2B5EF4-FFF2-40B4-BE49-F238E27FC236}">
                    <a16:creationId xmlns:a16="http://schemas.microsoft.com/office/drawing/2014/main" id="{D8007BA5-25C2-4A2D-99F7-04F2781E4CCD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2" name="Rectangle 921">
                <a:extLst>
                  <a:ext uri="{FF2B5EF4-FFF2-40B4-BE49-F238E27FC236}">
                    <a16:creationId xmlns:a16="http://schemas.microsoft.com/office/drawing/2014/main" id="{0D27F4E0-F0D7-4AF6-A1C5-EC640E760A69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3" name="Rectangle 922">
                <a:extLst>
                  <a:ext uri="{FF2B5EF4-FFF2-40B4-BE49-F238E27FC236}">
                    <a16:creationId xmlns:a16="http://schemas.microsoft.com/office/drawing/2014/main" id="{7074690F-56FB-4988-A3D7-BEFC5EB0F239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4" name="Rectangle 923">
                <a:extLst>
                  <a:ext uri="{FF2B5EF4-FFF2-40B4-BE49-F238E27FC236}">
                    <a16:creationId xmlns:a16="http://schemas.microsoft.com/office/drawing/2014/main" id="{398F4ECD-7DB9-4911-B3F6-BC7FF11D00E3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5" name="Rectangle 924">
                <a:extLst>
                  <a:ext uri="{FF2B5EF4-FFF2-40B4-BE49-F238E27FC236}">
                    <a16:creationId xmlns:a16="http://schemas.microsoft.com/office/drawing/2014/main" id="{DA746085-D208-420C-8731-869227673825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6" name="Rectangle 925">
                <a:extLst>
                  <a:ext uri="{FF2B5EF4-FFF2-40B4-BE49-F238E27FC236}">
                    <a16:creationId xmlns:a16="http://schemas.microsoft.com/office/drawing/2014/main" id="{8EE960CA-CE88-4FF8-87B4-1836FF9C7E25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7" name="Rectangle 926">
                <a:extLst>
                  <a:ext uri="{FF2B5EF4-FFF2-40B4-BE49-F238E27FC236}">
                    <a16:creationId xmlns:a16="http://schemas.microsoft.com/office/drawing/2014/main" id="{867326A9-AC5C-45D3-AB16-1AB0A7D84984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8" name="Rectangle 927">
                <a:extLst>
                  <a:ext uri="{FF2B5EF4-FFF2-40B4-BE49-F238E27FC236}">
                    <a16:creationId xmlns:a16="http://schemas.microsoft.com/office/drawing/2014/main" id="{8165CE4C-C3C4-4598-A547-5079B2E4D2F2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9" name="Rectangle 928">
                <a:extLst>
                  <a:ext uri="{FF2B5EF4-FFF2-40B4-BE49-F238E27FC236}">
                    <a16:creationId xmlns:a16="http://schemas.microsoft.com/office/drawing/2014/main" id="{183C077D-DFD1-4E13-B18A-34EBDF310B1C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0" name="Rectangle 929">
                <a:extLst>
                  <a:ext uri="{FF2B5EF4-FFF2-40B4-BE49-F238E27FC236}">
                    <a16:creationId xmlns:a16="http://schemas.microsoft.com/office/drawing/2014/main" id="{62FA009E-6CED-46CC-979A-AB490B24262D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1" name="Rectangle 930">
                <a:extLst>
                  <a:ext uri="{FF2B5EF4-FFF2-40B4-BE49-F238E27FC236}">
                    <a16:creationId xmlns:a16="http://schemas.microsoft.com/office/drawing/2014/main" id="{F26F3272-EED1-4BD5-9A16-532F4C9A87F6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2" name="Rectangle 931">
                <a:extLst>
                  <a:ext uri="{FF2B5EF4-FFF2-40B4-BE49-F238E27FC236}">
                    <a16:creationId xmlns:a16="http://schemas.microsoft.com/office/drawing/2014/main" id="{5E35A044-BB48-4DF9-A19D-D7DA060BA5A1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3" name="Rectangle 932">
                <a:extLst>
                  <a:ext uri="{FF2B5EF4-FFF2-40B4-BE49-F238E27FC236}">
                    <a16:creationId xmlns:a16="http://schemas.microsoft.com/office/drawing/2014/main" id="{E8D2663E-2C67-4AAF-B280-9ED4F8A3C488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4" name="Rectangle 933">
                <a:extLst>
                  <a:ext uri="{FF2B5EF4-FFF2-40B4-BE49-F238E27FC236}">
                    <a16:creationId xmlns:a16="http://schemas.microsoft.com/office/drawing/2014/main" id="{BB223833-56A0-4746-87DA-5A6C71C652E8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5" name="Rectangle 934">
                <a:extLst>
                  <a:ext uri="{FF2B5EF4-FFF2-40B4-BE49-F238E27FC236}">
                    <a16:creationId xmlns:a16="http://schemas.microsoft.com/office/drawing/2014/main" id="{1A70510E-737A-4C89-9FD9-91861D76E35F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6" name="Rectangle 935">
                <a:extLst>
                  <a:ext uri="{FF2B5EF4-FFF2-40B4-BE49-F238E27FC236}">
                    <a16:creationId xmlns:a16="http://schemas.microsoft.com/office/drawing/2014/main" id="{2EE01EF6-3899-41E0-A83B-5CBF695F8FB6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7" name="Rectangle 936">
                <a:extLst>
                  <a:ext uri="{FF2B5EF4-FFF2-40B4-BE49-F238E27FC236}">
                    <a16:creationId xmlns:a16="http://schemas.microsoft.com/office/drawing/2014/main" id="{1DA7A3AD-55F1-4E06-B953-3CBE333CDC4C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8" name="Rectangle 937">
                <a:extLst>
                  <a:ext uri="{FF2B5EF4-FFF2-40B4-BE49-F238E27FC236}">
                    <a16:creationId xmlns:a16="http://schemas.microsoft.com/office/drawing/2014/main" id="{1AFA3A1F-162C-4A7C-89D5-F8047F1E398B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9" name="Rectangle 938">
                <a:extLst>
                  <a:ext uri="{FF2B5EF4-FFF2-40B4-BE49-F238E27FC236}">
                    <a16:creationId xmlns:a16="http://schemas.microsoft.com/office/drawing/2014/main" id="{8559F35F-D224-40EC-BD5A-B462EC2F49DA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0A14465E-B9F3-47BF-87A1-E6EFBA6BE3D9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1" name="Rectangle 940">
                <a:extLst>
                  <a:ext uri="{FF2B5EF4-FFF2-40B4-BE49-F238E27FC236}">
                    <a16:creationId xmlns:a16="http://schemas.microsoft.com/office/drawing/2014/main" id="{4DAD4386-7BB3-4087-A80D-92747191E3CF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2" name="Rectangle 941">
                <a:extLst>
                  <a:ext uri="{FF2B5EF4-FFF2-40B4-BE49-F238E27FC236}">
                    <a16:creationId xmlns:a16="http://schemas.microsoft.com/office/drawing/2014/main" id="{918D9F79-1712-42E4-BD22-D78DC1CDDA88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3" name="Rectangle 942">
                <a:extLst>
                  <a:ext uri="{FF2B5EF4-FFF2-40B4-BE49-F238E27FC236}">
                    <a16:creationId xmlns:a16="http://schemas.microsoft.com/office/drawing/2014/main" id="{484ACB71-0884-4643-A004-CC29BA72F3DD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4" name="Rectangle 943">
                <a:extLst>
                  <a:ext uri="{FF2B5EF4-FFF2-40B4-BE49-F238E27FC236}">
                    <a16:creationId xmlns:a16="http://schemas.microsoft.com/office/drawing/2014/main" id="{534447D8-10F5-4F33-8531-866E0A7C888C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5" name="Rectangle 944">
                <a:extLst>
                  <a:ext uri="{FF2B5EF4-FFF2-40B4-BE49-F238E27FC236}">
                    <a16:creationId xmlns:a16="http://schemas.microsoft.com/office/drawing/2014/main" id="{4F38ADBA-68F0-47F4-A1FB-4B763B22C041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6" name="Rectangle 945">
                <a:extLst>
                  <a:ext uri="{FF2B5EF4-FFF2-40B4-BE49-F238E27FC236}">
                    <a16:creationId xmlns:a16="http://schemas.microsoft.com/office/drawing/2014/main" id="{DFF5E8BD-EE35-4D40-BCD7-006D380100D6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7" name="Rectangle 946">
                <a:extLst>
                  <a:ext uri="{FF2B5EF4-FFF2-40B4-BE49-F238E27FC236}">
                    <a16:creationId xmlns:a16="http://schemas.microsoft.com/office/drawing/2014/main" id="{C567C78B-D08C-4517-872A-76860CD0222C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8" name="Rectangle 947">
                <a:extLst>
                  <a:ext uri="{FF2B5EF4-FFF2-40B4-BE49-F238E27FC236}">
                    <a16:creationId xmlns:a16="http://schemas.microsoft.com/office/drawing/2014/main" id="{C67D4EAB-4513-459B-9004-F395DEBBAED2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9" name="Rectangle 948">
                <a:extLst>
                  <a:ext uri="{FF2B5EF4-FFF2-40B4-BE49-F238E27FC236}">
                    <a16:creationId xmlns:a16="http://schemas.microsoft.com/office/drawing/2014/main" id="{4EE30889-5D95-4F16-8ECE-432CDFC1ED23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0" name="Rectangle 949">
                <a:extLst>
                  <a:ext uri="{FF2B5EF4-FFF2-40B4-BE49-F238E27FC236}">
                    <a16:creationId xmlns:a16="http://schemas.microsoft.com/office/drawing/2014/main" id="{0AB7A512-1783-4371-ADFD-E5C41514BDC8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1" name="Rectangle 950">
                <a:extLst>
                  <a:ext uri="{FF2B5EF4-FFF2-40B4-BE49-F238E27FC236}">
                    <a16:creationId xmlns:a16="http://schemas.microsoft.com/office/drawing/2014/main" id="{D45CFF50-1357-4DE0-96F1-E1A1747A111D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2" name="Rectangle 951">
                <a:extLst>
                  <a:ext uri="{FF2B5EF4-FFF2-40B4-BE49-F238E27FC236}">
                    <a16:creationId xmlns:a16="http://schemas.microsoft.com/office/drawing/2014/main" id="{F346ADFF-B87D-4DB2-A544-B1EF447DF9FF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3" name="Rectangle 952">
                <a:extLst>
                  <a:ext uri="{FF2B5EF4-FFF2-40B4-BE49-F238E27FC236}">
                    <a16:creationId xmlns:a16="http://schemas.microsoft.com/office/drawing/2014/main" id="{871246A1-1FAB-4E1D-8908-08D99B89F22E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4" name="Rectangle 953">
                <a:extLst>
                  <a:ext uri="{FF2B5EF4-FFF2-40B4-BE49-F238E27FC236}">
                    <a16:creationId xmlns:a16="http://schemas.microsoft.com/office/drawing/2014/main" id="{7B1C1263-CC5B-4177-91B5-D207DB225ADD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5" name="Rectangle 954">
                <a:extLst>
                  <a:ext uri="{FF2B5EF4-FFF2-40B4-BE49-F238E27FC236}">
                    <a16:creationId xmlns:a16="http://schemas.microsoft.com/office/drawing/2014/main" id="{6A95902B-3D28-4BE7-A9A1-57101A9F63FB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6" name="Rectangle 955">
                <a:extLst>
                  <a:ext uri="{FF2B5EF4-FFF2-40B4-BE49-F238E27FC236}">
                    <a16:creationId xmlns:a16="http://schemas.microsoft.com/office/drawing/2014/main" id="{7646C568-6023-4007-9434-B89801305CB0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7" name="Rectangle 956">
                <a:extLst>
                  <a:ext uri="{FF2B5EF4-FFF2-40B4-BE49-F238E27FC236}">
                    <a16:creationId xmlns:a16="http://schemas.microsoft.com/office/drawing/2014/main" id="{F8B5DFD5-BD08-4B51-AA8C-E9FE3E4B847E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8" name="Rectangle 957">
                <a:extLst>
                  <a:ext uri="{FF2B5EF4-FFF2-40B4-BE49-F238E27FC236}">
                    <a16:creationId xmlns:a16="http://schemas.microsoft.com/office/drawing/2014/main" id="{E25E7AD9-7822-488C-964F-B75F01F52671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813" name="Group 812">
              <a:extLst>
                <a:ext uri="{FF2B5EF4-FFF2-40B4-BE49-F238E27FC236}">
                  <a16:creationId xmlns:a16="http://schemas.microsoft.com/office/drawing/2014/main" id="{330DAA96-6636-4C83-A803-1DA91CE48781}"/>
                </a:ext>
              </a:extLst>
            </p:cNvPr>
            <p:cNvGrpSpPr/>
            <p:nvPr/>
          </p:nvGrpSpPr>
          <p:grpSpPr>
            <a:xfrm>
              <a:off x="5611812" y="1730982"/>
              <a:ext cx="3051176" cy="3048000"/>
              <a:chOff x="4086225" y="206982"/>
              <a:chExt cx="6102350" cy="6096000"/>
            </a:xfrm>
          </p:grpSpPr>
          <p:sp>
            <p:nvSpPr>
              <p:cNvPr id="863" name="Rectangle 862">
                <a:extLst>
                  <a:ext uri="{FF2B5EF4-FFF2-40B4-BE49-F238E27FC236}">
                    <a16:creationId xmlns:a16="http://schemas.microsoft.com/office/drawing/2014/main" id="{4E89AD67-8A18-4BF2-A77D-F4757F382359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4" name="Rectangle 863">
                <a:extLst>
                  <a:ext uri="{FF2B5EF4-FFF2-40B4-BE49-F238E27FC236}">
                    <a16:creationId xmlns:a16="http://schemas.microsoft.com/office/drawing/2014/main" id="{97F7300D-E646-49E8-836A-B008B4BB6108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5" name="Rectangle 864">
                <a:extLst>
                  <a:ext uri="{FF2B5EF4-FFF2-40B4-BE49-F238E27FC236}">
                    <a16:creationId xmlns:a16="http://schemas.microsoft.com/office/drawing/2014/main" id="{578BE64F-254B-44D8-9AB9-7E8BD8923FFD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6" name="Rectangle 865">
                <a:extLst>
                  <a:ext uri="{FF2B5EF4-FFF2-40B4-BE49-F238E27FC236}">
                    <a16:creationId xmlns:a16="http://schemas.microsoft.com/office/drawing/2014/main" id="{2C2D45F0-FD33-4E29-AF13-BAADB1BC14F6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7" name="Rectangle 866">
                <a:extLst>
                  <a:ext uri="{FF2B5EF4-FFF2-40B4-BE49-F238E27FC236}">
                    <a16:creationId xmlns:a16="http://schemas.microsoft.com/office/drawing/2014/main" id="{F34B7793-C8A7-4DE9-BD42-1B3392CA7789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8" name="Rectangle 867">
                <a:extLst>
                  <a:ext uri="{FF2B5EF4-FFF2-40B4-BE49-F238E27FC236}">
                    <a16:creationId xmlns:a16="http://schemas.microsoft.com/office/drawing/2014/main" id="{3C37A3C5-BF19-42D1-9BFA-9956D9723AAC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9" name="Rectangle 868">
                <a:extLst>
                  <a:ext uri="{FF2B5EF4-FFF2-40B4-BE49-F238E27FC236}">
                    <a16:creationId xmlns:a16="http://schemas.microsoft.com/office/drawing/2014/main" id="{A1AF828E-B552-4A6A-AD63-4D56B95FB0B0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0" name="Rectangle 869">
                <a:extLst>
                  <a:ext uri="{FF2B5EF4-FFF2-40B4-BE49-F238E27FC236}">
                    <a16:creationId xmlns:a16="http://schemas.microsoft.com/office/drawing/2014/main" id="{893A415B-5CFE-4E71-B381-D9BBB08A6139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1" name="Rectangle 870">
                <a:extLst>
                  <a:ext uri="{FF2B5EF4-FFF2-40B4-BE49-F238E27FC236}">
                    <a16:creationId xmlns:a16="http://schemas.microsoft.com/office/drawing/2014/main" id="{5B8FA608-EB67-4643-8639-ACFEF2BD1660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2" name="Rectangle 871">
                <a:extLst>
                  <a:ext uri="{FF2B5EF4-FFF2-40B4-BE49-F238E27FC236}">
                    <a16:creationId xmlns:a16="http://schemas.microsoft.com/office/drawing/2014/main" id="{2F111D8C-4620-4D34-99B8-98AA75356EFF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3" name="Rectangle 872">
                <a:extLst>
                  <a:ext uri="{FF2B5EF4-FFF2-40B4-BE49-F238E27FC236}">
                    <a16:creationId xmlns:a16="http://schemas.microsoft.com/office/drawing/2014/main" id="{86019A4A-8C5B-4FC7-880D-82F84F47EC01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4" name="Rectangle 873">
                <a:extLst>
                  <a:ext uri="{FF2B5EF4-FFF2-40B4-BE49-F238E27FC236}">
                    <a16:creationId xmlns:a16="http://schemas.microsoft.com/office/drawing/2014/main" id="{8589F0BC-0B40-4908-BAAB-A3B62337975E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5" name="Rectangle 874">
                <a:extLst>
                  <a:ext uri="{FF2B5EF4-FFF2-40B4-BE49-F238E27FC236}">
                    <a16:creationId xmlns:a16="http://schemas.microsoft.com/office/drawing/2014/main" id="{4172AFA5-970B-44A6-8C96-3EDCA1C06BFD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6" name="Rectangle 875">
                <a:extLst>
                  <a:ext uri="{FF2B5EF4-FFF2-40B4-BE49-F238E27FC236}">
                    <a16:creationId xmlns:a16="http://schemas.microsoft.com/office/drawing/2014/main" id="{4778FB7D-7F07-4742-B424-43EB85832AAD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7" name="Rectangle 876">
                <a:extLst>
                  <a:ext uri="{FF2B5EF4-FFF2-40B4-BE49-F238E27FC236}">
                    <a16:creationId xmlns:a16="http://schemas.microsoft.com/office/drawing/2014/main" id="{482D95D2-E879-44B8-AE7D-BB51E9E16FB8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8" name="Rectangle 877">
                <a:extLst>
                  <a:ext uri="{FF2B5EF4-FFF2-40B4-BE49-F238E27FC236}">
                    <a16:creationId xmlns:a16="http://schemas.microsoft.com/office/drawing/2014/main" id="{CFFA6CE4-8E86-4F8D-8560-01B501169D75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9" name="Rectangle 878">
                <a:extLst>
                  <a:ext uri="{FF2B5EF4-FFF2-40B4-BE49-F238E27FC236}">
                    <a16:creationId xmlns:a16="http://schemas.microsoft.com/office/drawing/2014/main" id="{3558962C-100F-4612-8B3D-45D1089759F5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0" name="Rectangle 879">
                <a:extLst>
                  <a:ext uri="{FF2B5EF4-FFF2-40B4-BE49-F238E27FC236}">
                    <a16:creationId xmlns:a16="http://schemas.microsoft.com/office/drawing/2014/main" id="{1A4E8909-414C-479E-AA32-00F7006C4544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1" name="Rectangle 880">
                <a:extLst>
                  <a:ext uri="{FF2B5EF4-FFF2-40B4-BE49-F238E27FC236}">
                    <a16:creationId xmlns:a16="http://schemas.microsoft.com/office/drawing/2014/main" id="{99162A82-1D92-4C36-AE17-076B1CC2F1BF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2" name="Rectangle 881">
                <a:extLst>
                  <a:ext uri="{FF2B5EF4-FFF2-40B4-BE49-F238E27FC236}">
                    <a16:creationId xmlns:a16="http://schemas.microsoft.com/office/drawing/2014/main" id="{3EFD83EF-D632-486D-938E-89ADAAA1354A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3" name="Rectangle 882">
                <a:extLst>
                  <a:ext uri="{FF2B5EF4-FFF2-40B4-BE49-F238E27FC236}">
                    <a16:creationId xmlns:a16="http://schemas.microsoft.com/office/drawing/2014/main" id="{A0332295-1468-4FF4-ADEF-74037A674C7F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4" name="Rectangle 883">
                <a:extLst>
                  <a:ext uri="{FF2B5EF4-FFF2-40B4-BE49-F238E27FC236}">
                    <a16:creationId xmlns:a16="http://schemas.microsoft.com/office/drawing/2014/main" id="{8A054DD1-F071-4888-949A-34CB689E92CB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5" name="Rectangle 884">
                <a:extLst>
                  <a:ext uri="{FF2B5EF4-FFF2-40B4-BE49-F238E27FC236}">
                    <a16:creationId xmlns:a16="http://schemas.microsoft.com/office/drawing/2014/main" id="{0164A953-ED3E-49C8-9340-6BF59B071E8C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6" name="Rectangle 885">
                <a:extLst>
                  <a:ext uri="{FF2B5EF4-FFF2-40B4-BE49-F238E27FC236}">
                    <a16:creationId xmlns:a16="http://schemas.microsoft.com/office/drawing/2014/main" id="{62AA80AA-BB9D-40B0-9282-B456992F038D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7" name="Rectangle 886">
                <a:extLst>
                  <a:ext uri="{FF2B5EF4-FFF2-40B4-BE49-F238E27FC236}">
                    <a16:creationId xmlns:a16="http://schemas.microsoft.com/office/drawing/2014/main" id="{294AF06D-32AC-43A5-BB6F-2EF285B5F502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8" name="Rectangle 887">
                <a:extLst>
                  <a:ext uri="{FF2B5EF4-FFF2-40B4-BE49-F238E27FC236}">
                    <a16:creationId xmlns:a16="http://schemas.microsoft.com/office/drawing/2014/main" id="{CE0AF75D-E395-4122-A032-4C0D06505AED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9" name="Rectangle 888">
                <a:extLst>
                  <a:ext uri="{FF2B5EF4-FFF2-40B4-BE49-F238E27FC236}">
                    <a16:creationId xmlns:a16="http://schemas.microsoft.com/office/drawing/2014/main" id="{9238BBFF-5B12-402E-93BE-411743927C9E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0" name="Rectangle 889">
                <a:extLst>
                  <a:ext uri="{FF2B5EF4-FFF2-40B4-BE49-F238E27FC236}">
                    <a16:creationId xmlns:a16="http://schemas.microsoft.com/office/drawing/2014/main" id="{4307E0AA-E87E-480D-BAFF-CBD5CD63C78F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1" name="Rectangle 890">
                <a:extLst>
                  <a:ext uri="{FF2B5EF4-FFF2-40B4-BE49-F238E27FC236}">
                    <a16:creationId xmlns:a16="http://schemas.microsoft.com/office/drawing/2014/main" id="{0E1256E0-4CB2-43C6-9446-7A99BB7D4CD5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2" name="Rectangle 891">
                <a:extLst>
                  <a:ext uri="{FF2B5EF4-FFF2-40B4-BE49-F238E27FC236}">
                    <a16:creationId xmlns:a16="http://schemas.microsoft.com/office/drawing/2014/main" id="{77947FA4-686E-4A3F-B318-7568DF0E6382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3" name="Rectangle 892">
                <a:extLst>
                  <a:ext uri="{FF2B5EF4-FFF2-40B4-BE49-F238E27FC236}">
                    <a16:creationId xmlns:a16="http://schemas.microsoft.com/office/drawing/2014/main" id="{989BC527-2C2A-4FAA-88B8-A01758502D7A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4" name="Rectangle 893">
                <a:extLst>
                  <a:ext uri="{FF2B5EF4-FFF2-40B4-BE49-F238E27FC236}">
                    <a16:creationId xmlns:a16="http://schemas.microsoft.com/office/drawing/2014/main" id="{54111779-E841-42A5-AA6D-904586D8D9B0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5" name="Rectangle 894">
                <a:extLst>
                  <a:ext uri="{FF2B5EF4-FFF2-40B4-BE49-F238E27FC236}">
                    <a16:creationId xmlns:a16="http://schemas.microsoft.com/office/drawing/2014/main" id="{E43215A1-7EAB-4B4D-B8CD-B2942B017357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6" name="Rectangle 895">
                <a:extLst>
                  <a:ext uri="{FF2B5EF4-FFF2-40B4-BE49-F238E27FC236}">
                    <a16:creationId xmlns:a16="http://schemas.microsoft.com/office/drawing/2014/main" id="{9FDB4928-5B0D-4828-B3F9-5143082CB603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7" name="Rectangle 896">
                <a:extLst>
                  <a:ext uri="{FF2B5EF4-FFF2-40B4-BE49-F238E27FC236}">
                    <a16:creationId xmlns:a16="http://schemas.microsoft.com/office/drawing/2014/main" id="{E253F5DB-58B4-4932-B1BF-FC72317992E1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8" name="Rectangle 897">
                <a:extLst>
                  <a:ext uri="{FF2B5EF4-FFF2-40B4-BE49-F238E27FC236}">
                    <a16:creationId xmlns:a16="http://schemas.microsoft.com/office/drawing/2014/main" id="{186110C8-031C-4710-A5C6-908D233EDE5A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9" name="Rectangle 898">
                <a:extLst>
                  <a:ext uri="{FF2B5EF4-FFF2-40B4-BE49-F238E27FC236}">
                    <a16:creationId xmlns:a16="http://schemas.microsoft.com/office/drawing/2014/main" id="{A24D2951-48B2-46D6-B2C8-6037F3FBFE79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0" name="Rectangle 899">
                <a:extLst>
                  <a:ext uri="{FF2B5EF4-FFF2-40B4-BE49-F238E27FC236}">
                    <a16:creationId xmlns:a16="http://schemas.microsoft.com/office/drawing/2014/main" id="{98490608-412C-45E5-8BF5-CF8FE22B48D4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1" name="Rectangle 900">
                <a:extLst>
                  <a:ext uri="{FF2B5EF4-FFF2-40B4-BE49-F238E27FC236}">
                    <a16:creationId xmlns:a16="http://schemas.microsoft.com/office/drawing/2014/main" id="{A0402294-0506-4198-9DFE-85E2BAB6CC76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2" name="Rectangle 901">
                <a:extLst>
                  <a:ext uri="{FF2B5EF4-FFF2-40B4-BE49-F238E27FC236}">
                    <a16:creationId xmlns:a16="http://schemas.microsoft.com/office/drawing/2014/main" id="{5AAC4973-340B-4762-BC53-1F4AF2312562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3" name="Rectangle 902">
                <a:extLst>
                  <a:ext uri="{FF2B5EF4-FFF2-40B4-BE49-F238E27FC236}">
                    <a16:creationId xmlns:a16="http://schemas.microsoft.com/office/drawing/2014/main" id="{A30BC2F3-D271-4F67-93FD-836F1F75DE29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4" name="Rectangle 903">
                <a:extLst>
                  <a:ext uri="{FF2B5EF4-FFF2-40B4-BE49-F238E27FC236}">
                    <a16:creationId xmlns:a16="http://schemas.microsoft.com/office/drawing/2014/main" id="{67BB8E91-E15F-4720-B733-BF594E87936A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5" name="Rectangle 904">
                <a:extLst>
                  <a:ext uri="{FF2B5EF4-FFF2-40B4-BE49-F238E27FC236}">
                    <a16:creationId xmlns:a16="http://schemas.microsoft.com/office/drawing/2014/main" id="{990BB6E3-84A4-4D69-B971-F76B9C6A80B5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6" name="Rectangle 905">
                <a:extLst>
                  <a:ext uri="{FF2B5EF4-FFF2-40B4-BE49-F238E27FC236}">
                    <a16:creationId xmlns:a16="http://schemas.microsoft.com/office/drawing/2014/main" id="{C96C11BF-2882-4652-A04D-21D68D77B537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7" name="Rectangle 906">
                <a:extLst>
                  <a:ext uri="{FF2B5EF4-FFF2-40B4-BE49-F238E27FC236}">
                    <a16:creationId xmlns:a16="http://schemas.microsoft.com/office/drawing/2014/main" id="{55AEE9CC-5B1E-48F9-84C6-F2A4B551F061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8" name="Rectangle 907">
                <a:extLst>
                  <a:ext uri="{FF2B5EF4-FFF2-40B4-BE49-F238E27FC236}">
                    <a16:creationId xmlns:a16="http://schemas.microsoft.com/office/drawing/2014/main" id="{98DFA464-8517-41B4-A6C5-A3F4B745B6C2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9" name="Rectangle 908">
                <a:extLst>
                  <a:ext uri="{FF2B5EF4-FFF2-40B4-BE49-F238E27FC236}">
                    <a16:creationId xmlns:a16="http://schemas.microsoft.com/office/drawing/2014/main" id="{6D4BED88-572A-4F93-B3B3-25855AE4142B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0" name="Rectangle 909">
                <a:extLst>
                  <a:ext uri="{FF2B5EF4-FFF2-40B4-BE49-F238E27FC236}">
                    <a16:creationId xmlns:a16="http://schemas.microsoft.com/office/drawing/2014/main" id="{A5FC228F-1932-4301-832D-C8AFCDED640D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814" name="Group 813">
              <a:extLst>
                <a:ext uri="{FF2B5EF4-FFF2-40B4-BE49-F238E27FC236}">
                  <a16:creationId xmlns:a16="http://schemas.microsoft.com/office/drawing/2014/main" id="{CB31D362-2129-4162-A3EE-B1F7D15B55E3}"/>
                </a:ext>
              </a:extLst>
            </p:cNvPr>
            <p:cNvGrpSpPr/>
            <p:nvPr/>
          </p:nvGrpSpPr>
          <p:grpSpPr>
            <a:xfrm>
              <a:off x="6374606" y="2492982"/>
              <a:ext cx="1525588" cy="1524000"/>
              <a:chOff x="4086225" y="206982"/>
              <a:chExt cx="6102350" cy="6096000"/>
            </a:xfrm>
          </p:grpSpPr>
          <p:sp>
            <p:nvSpPr>
              <p:cNvPr id="815" name="Rectangle 814">
                <a:extLst>
                  <a:ext uri="{FF2B5EF4-FFF2-40B4-BE49-F238E27FC236}">
                    <a16:creationId xmlns:a16="http://schemas.microsoft.com/office/drawing/2014/main" id="{7E82C1E6-86CC-46C0-ADB0-E1863BEF7BAF}"/>
                  </a:ext>
                </a:extLst>
              </p:cNvPr>
              <p:cNvSpPr/>
              <p:nvPr/>
            </p:nvSpPr>
            <p:spPr>
              <a:xfrm>
                <a:off x="4848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6" name="Rectangle 815">
                <a:extLst>
                  <a:ext uri="{FF2B5EF4-FFF2-40B4-BE49-F238E27FC236}">
                    <a16:creationId xmlns:a16="http://schemas.microsoft.com/office/drawing/2014/main" id="{0A76F2F6-A7A2-4233-95F0-C9F739D13A5C}"/>
                  </a:ext>
                </a:extLst>
              </p:cNvPr>
              <p:cNvSpPr/>
              <p:nvPr/>
            </p:nvSpPr>
            <p:spPr>
              <a:xfrm>
                <a:off x="4848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7" name="Rectangle 816">
                <a:extLst>
                  <a:ext uri="{FF2B5EF4-FFF2-40B4-BE49-F238E27FC236}">
                    <a16:creationId xmlns:a16="http://schemas.microsoft.com/office/drawing/2014/main" id="{025AE775-1182-4CAE-BEAC-1851C642AFFB}"/>
                  </a:ext>
                </a:extLst>
              </p:cNvPr>
              <p:cNvSpPr/>
              <p:nvPr/>
            </p:nvSpPr>
            <p:spPr>
              <a:xfrm>
                <a:off x="5610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8" name="Rectangle 817">
                <a:extLst>
                  <a:ext uri="{FF2B5EF4-FFF2-40B4-BE49-F238E27FC236}">
                    <a16:creationId xmlns:a16="http://schemas.microsoft.com/office/drawing/2014/main" id="{D1116A24-82E1-4E33-8258-41E7CFB5F181}"/>
                  </a:ext>
                </a:extLst>
              </p:cNvPr>
              <p:cNvSpPr/>
              <p:nvPr/>
            </p:nvSpPr>
            <p:spPr>
              <a:xfrm>
                <a:off x="5610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9" name="Rectangle 818">
                <a:extLst>
                  <a:ext uri="{FF2B5EF4-FFF2-40B4-BE49-F238E27FC236}">
                    <a16:creationId xmlns:a16="http://schemas.microsoft.com/office/drawing/2014/main" id="{FD8A4594-B017-4C14-B6EC-3BA826CDEB3E}"/>
                  </a:ext>
                </a:extLst>
              </p:cNvPr>
              <p:cNvSpPr/>
              <p:nvPr/>
            </p:nvSpPr>
            <p:spPr>
              <a:xfrm>
                <a:off x="4848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0" name="Rectangle 819">
                <a:extLst>
                  <a:ext uri="{FF2B5EF4-FFF2-40B4-BE49-F238E27FC236}">
                    <a16:creationId xmlns:a16="http://schemas.microsoft.com/office/drawing/2014/main" id="{A7C1BFB3-7056-4FCF-9FF9-A1EDDDBE9181}"/>
                  </a:ext>
                </a:extLst>
              </p:cNvPr>
              <p:cNvSpPr/>
              <p:nvPr/>
            </p:nvSpPr>
            <p:spPr>
              <a:xfrm>
                <a:off x="4848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1" name="Rectangle 820">
                <a:extLst>
                  <a:ext uri="{FF2B5EF4-FFF2-40B4-BE49-F238E27FC236}">
                    <a16:creationId xmlns:a16="http://schemas.microsoft.com/office/drawing/2014/main" id="{D2023395-E6D1-4FF3-A833-85A91BA9EF6A}"/>
                  </a:ext>
                </a:extLst>
              </p:cNvPr>
              <p:cNvSpPr/>
              <p:nvPr/>
            </p:nvSpPr>
            <p:spPr>
              <a:xfrm>
                <a:off x="408622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2" name="Rectangle 821">
                <a:extLst>
                  <a:ext uri="{FF2B5EF4-FFF2-40B4-BE49-F238E27FC236}">
                    <a16:creationId xmlns:a16="http://schemas.microsoft.com/office/drawing/2014/main" id="{728F950E-CAF5-413F-84F4-E287208BA01F}"/>
                  </a:ext>
                </a:extLst>
              </p:cNvPr>
              <p:cNvSpPr/>
              <p:nvPr/>
            </p:nvSpPr>
            <p:spPr>
              <a:xfrm>
                <a:off x="408622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3" name="Rectangle 822">
                <a:extLst>
                  <a:ext uri="{FF2B5EF4-FFF2-40B4-BE49-F238E27FC236}">
                    <a16:creationId xmlns:a16="http://schemas.microsoft.com/office/drawing/2014/main" id="{5743A5B7-65F7-4164-8D22-678F65C52F8C}"/>
                  </a:ext>
                </a:extLst>
              </p:cNvPr>
              <p:cNvSpPr/>
              <p:nvPr/>
            </p:nvSpPr>
            <p:spPr>
              <a:xfrm>
                <a:off x="4086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4" name="Rectangle 823">
                <a:extLst>
                  <a:ext uri="{FF2B5EF4-FFF2-40B4-BE49-F238E27FC236}">
                    <a16:creationId xmlns:a16="http://schemas.microsoft.com/office/drawing/2014/main" id="{2100B654-CEF9-45DD-8FA1-3FE770C5E0ED}"/>
                  </a:ext>
                </a:extLst>
              </p:cNvPr>
              <p:cNvSpPr/>
              <p:nvPr/>
            </p:nvSpPr>
            <p:spPr>
              <a:xfrm>
                <a:off x="4086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5" name="Rectangle 824">
                <a:extLst>
                  <a:ext uri="{FF2B5EF4-FFF2-40B4-BE49-F238E27FC236}">
                    <a16:creationId xmlns:a16="http://schemas.microsoft.com/office/drawing/2014/main" id="{785D5486-68B7-43B9-963A-B5E7FF89E39C}"/>
                  </a:ext>
                </a:extLst>
              </p:cNvPr>
              <p:cNvSpPr/>
              <p:nvPr/>
            </p:nvSpPr>
            <p:spPr>
              <a:xfrm>
                <a:off x="637222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6" name="Rectangle 825">
                <a:extLst>
                  <a:ext uri="{FF2B5EF4-FFF2-40B4-BE49-F238E27FC236}">
                    <a16:creationId xmlns:a16="http://schemas.microsoft.com/office/drawing/2014/main" id="{0A9BB4AA-F2D2-4CD9-B41C-C678AFB0B6D8}"/>
                  </a:ext>
                </a:extLst>
              </p:cNvPr>
              <p:cNvSpPr/>
              <p:nvPr/>
            </p:nvSpPr>
            <p:spPr>
              <a:xfrm>
                <a:off x="637222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7" name="Rectangle 826">
                <a:extLst>
                  <a:ext uri="{FF2B5EF4-FFF2-40B4-BE49-F238E27FC236}">
                    <a16:creationId xmlns:a16="http://schemas.microsoft.com/office/drawing/2014/main" id="{C6CECCA1-B386-4233-8653-FE719803C22B}"/>
                  </a:ext>
                </a:extLst>
              </p:cNvPr>
              <p:cNvSpPr/>
              <p:nvPr/>
            </p:nvSpPr>
            <p:spPr>
              <a:xfrm>
                <a:off x="5610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8" name="Rectangle 827">
                <a:extLst>
                  <a:ext uri="{FF2B5EF4-FFF2-40B4-BE49-F238E27FC236}">
                    <a16:creationId xmlns:a16="http://schemas.microsoft.com/office/drawing/2014/main" id="{42D3C0BC-71FB-4322-AD18-3809CEB62344}"/>
                  </a:ext>
                </a:extLst>
              </p:cNvPr>
              <p:cNvSpPr/>
              <p:nvPr/>
            </p:nvSpPr>
            <p:spPr>
              <a:xfrm>
                <a:off x="4848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9" name="Rectangle 828">
                <a:extLst>
                  <a:ext uri="{FF2B5EF4-FFF2-40B4-BE49-F238E27FC236}">
                    <a16:creationId xmlns:a16="http://schemas.microsoft.com/office/drawing/2014/main" id="{F1EC69FE-D438-4C28-83DC-37FA4C70E58D}"/>
                  </a:ext>
                </a:extLst>
              </p:cNvPr>
              <p:cNvSpPr/>
              <p:nvPr/>
            </p:nvSpPr>
            <p:spPr>
              <a:xfrm>
                <a:off x="5610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0" name="Rectangle 829">
                <a:extLst>
                  <a:ext uri="{FF2B5EF4-FFF2-40B4-BE49-F238E27FC236}">
                    <a16:creationId xmlns:a16="http://schemas.microsoft.com/office/drawing/2014/main" id="{06B2B20B-9EE4-4DA9-AFB8-066842B7F18C}"/>
                  </a:ext>
                </a:extLst>
              </p:cNvPr>
              <p:cNvSpPr/>
              <p:nvPr/>
            </p:nvSpPr>
            <p:spPr>
              <a:xfrm>
                <a:off x="4848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1" name="Rectangle 830">
                <a:extLst>
                  <a:ext uri="{FF2B5EF4-FFF2-40B4-BE49-F238E27FC236}">
                    <a16:creationId xmlns:a16="http://schemas.microsoft.com/office/drawing/2014/main" id="{6F1DB545-8384-48AC-BEFB-4539777C7321}"/>
                  </a:ext>
                </a:extLst>
              </p:cNvPr>
              <p:cNvSpPr/>
              <p:nvPr/>
            </p:nvSpPr>
            <p:spPr>
              <a:xfrm>
                <a:off x="4848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2" name="Rectangle 831">
                <a:extLst>
                  <a:ext uri="{FF2B5EF4-FFF2-40B4-BE49-F238E27FC236}">
                    <a16:creationId xmlns:a16="http://schemas.microsoft.com/office/drawing/2014/main" id="{55F6F4CA-EE04-4260-8D42-1093F8193800}"/>
                  </a:ext>
                </a:extLst>
              </p:cNvPr>
              <p:cNvSpPr/>
              <p:nvPr/>
            </p:nvSpPr>
            <p:spPr>
              <a:xfrm>
                <a:off x="4086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3" name="Rectangle 832">
                <a:extLst>
                  <a:ext uri="{FF2B5EF4-FFF2-40B4-BE49-F238E27FC236}">
                    <a16:creationId xmlns:a16="http://schemas.microsoft.com/office/drawing/2014/main" id="{CB4EBE1A-79AB-4D9A-B65F-CED99E3A6C68}"/>
                  </a:ext>
                </a:extLst>
              </p:cNvPr>
              <p:cNvSpPr/>
              <p:nvPr/>
            </p:nvSpPr>
            <p:spPr>
              <a:xfrm>
                <a:off x="4086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4" name="Rectangle 833">
                <a:extLst>
                  <a:ext uri="{FF2B5EF4-FFF2-40B4-BE49-F238E27FC236}">
                    <a16:creationId xmlns:a16="http://schemas.microsoft.com/office/drawing/2014/main" id="{409CDC3F-C4C6-43ED-A36E-FD046E346859}"/>
                  </a:ext>
                </a:extLst>
              </p:cNvPr>
              <p:cNvSpPr/>
              <p:nvPr/>
            </p:nvSpPr>
            <p:spPr>
              <a:xfrm>
                <a:off x="408622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5" name="Rectangle 834">
                <a:extLst>
                  <a:ext uri="{FF2B5EF4-FFF2-40B4-BE49-F238E27FC236}">
                    <a16:creationId xmlns:a16="http://schemas.microsoft.com/office/drawing/2014/main" id="{228CC525-6FAC-45B2-8AF6-1EF685B919A9}"/>
                  </a:ext>
                </a:extLst>
              </p:cNvPr>
              <p:cNvSpPr/>
              <p:nvPr/>
            </p:nvSpPr>
            <p:spPr>
              <a:xfrm>
                <a:off x="4848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6" name="Rectangle 835">
                <a:extLst>
                  <a:ext uri="{FF2B5EF4-FFF2-40B4-BE49-F238E27FC236}">
                    <a16:creationId xmlns:a16="http://schemas.microsoft.com/office/drawing/2014/main" id="{D84CA906-7A1A-4897-9057-98930F697D92}"/>
                  </a:ext>
                </a:extLst>
              </p:cNvPr>
              <p:cNvSpPr/>
              <p:nvPr/>
            </p:nvSpPr>
            <p:spPr>
              <a:xfrm>
                <a:off x="408622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7" name="Rectangle 836">
                <a:extLst>
                  <a:ext uri="{FF2B5EF4-FFF2-40B4-BE49-F238E27FC236}">
                    <a16:creationId xmlns:a16="http://schemas.microsoft.com/office/drawing/2014/main" id="{3E1A278E-BCA8-4596-9063-BE5A8091A1D1}"/>
                  </a:ext>
                </a:extLst>
              </p:cNvPr>
              <p:cNvSpPr/>
              <p:nvPr/>
            </p:nvSpPr>
            <p:spPr>
              <a:xfrm>
                <a:off x="637222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8" name="Rectangle 837">
                <a:extLst>
                  <a:ext uri="{FF2B5EF4-FFF2-40B4-BE49-F238E27FC236}">
                    <a16:creationId xmlns:a16="http://schemas.microsoft.com/office/drawing/2014/main" id="{C1C716EE-14F9-4BBE-A507-D98400ED6E82}"/>
                  </a:ext>
                </a:extLst>
              </p:cNvPr>
              <p:cNvSpPr/>
              <p:nvPr/>
            </p:nvSpPr>
            <p:spPr>
              <a:xfrm>
                <a:off x="637222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9" name="Rectangle 838">
                <a:extLst>
                  <a:ext uri="{FF2B5EF4-FFF2-40B4-BE49-F238E27FC236}">
                    <a16:creationId xmlns:a16="http://schemas.microsoft.com/office/drawing/2014/main" id="{83BD89C8-67E5-413F-9BB6-82AC2E97532B}"/>
                  </a:ext>
                </a:extLst>
              </p:cNvPr>
              <p:cNvSpPr/>
              <p:nvPr/>
            </p:nvSpPr>
            <p:spPr>
              <a:xfrm flipH="1">
                <a:off x="8664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0" name="Rectangle 839">
                <a:extLst>
                  <a:ext uri="{FF2B5EF4-FFF2-40B4-BE49-F238E27FC236}">
                    <a16:creationId xmlns:a16="http://schemas.microsoft.com/office/drawing/2014/main" id="{3A9C83A1-AF67-462C-96E7-5E71D03C9CBE}"/>
                  </a:ext>
                </a:extLst>
              </p:cNvPr>
              <p:cNvSpPr/>
              <p:nvPr/>
            </p:nvSpPr>
            <p:spPr>
              <a:xfrm flipH="1">
                <a:off x="8664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1" name="Rectangle 840">
                <a:extLst>
                  <a:ext uri="{FF2B5EF4-FFF2-40B4-BE49-F238E27FC236}">
                    <a16:creationId xmlns:a16="http://schemas.microsoft.com/office/drawing/2014/main" id="{2FF1F790-E0B5-49A1-A9AC-A24877EA2B69}"/>
                  </a:ext>
                </a:extLst>
              </p:cNvPr>
              <p:cNvSpPr/>
              <p:nvPr/>
            </p:nvSpPr>
            <p:spPr>
              <a:xfrm flipH="1">
                <a:off x="7902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2" name="Rectangle 841">
                <a:extLst>
                  <a:ext uri="{FF2B5EF4-FFF2-40B4-BE49-F238E27FC236}">
                    <a16:creationId xmlns:a16="http://schemas.microsoft.com/office/drawing/2014/main" id="{8119ECCA-93ED-4378-BA42-5379EF8090A1}"/>
                  </a:ext>
                </a:extLst>
              </p:cNvPr>
              <p:cNvSpPr/>
              <p:nvPr/>
            </p:nvSpPr>
            <p:spPr>
              <a:xfrm flipH="1">
                <a:off x="7902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3" name="Rectangle 842">
                <a:extLst>
                  <a:ext uri="{FF2B5EF4-FFF2-40B4-BE49-F238E27FC236}">
                    <a16:creationId xmlns:a16="http://schemas.microsoft.com/office/drawing/2014/main" id="{1B7E1D2D-BDBC-4DB8-9DDD-C27889A06EAE}"/>
                  </a:ext>
                </a:extLst>
              </p:cNvPr>
              <p:cNvSpPr/>
              <p:nvPr/>
            </p:nvSpPr>
            <p:spPr>
              <a:xfrm flipH="1">
                <a:off x="8664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4" name="Rectangle 843">
                <a:extLst>
                  <a:ext uri="{FF2B5EF4-FFF2-40B4-BE49-F238E27FC236}">
                    <a16:creationId xmlns:a16="http://schemas.microsoft.com/office/drawing/2014/main" id="{46C63AF5-12F6-44D8-86E6-0BF75025C35D}"/>
                  </a:ext>
                </a:extLst>
              </p:cNvPr>
              <p:cNvSpPr/>
              <p:nvPr/>
            </p:nvSpPr>
            <p:spPr>
              <a:xfrm flipH="1">
                <a:off x="8664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5" name="Rectangle 844">
                <a:extLst>
                  <a:ext uri="{FF2B5EF4-FFF2-40B4-BE49-F238E27FC236}">
                    <a16:creationId xmlns:a16="http://schemas.microsoft.com/office/drawing/2014/main" id="{67C36F53-2497-4E48-90BD-21DE8CEFA7D7}"/>
                  </a:ext>
                </a:extLst>
              </p:cNvPr>
              <p:cNvSpPr/>
              <p:nvPr/>
            </p:nvSpPr>
            <p:spPr>
              <a:xfrm flipH="1">
                <a:off x="9426575" y="3254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6" name="Rectangle 845">
                <a:extLst>
                  <a:ext uri="{FF2B5EF4-FFF2-40B4-BE49-F238E27FC236}">
                    <a16:creationId xmlns:a16="http://schemas.microsoft.com/office/drawing/2014/main" id="{5D89B68E-2477-48B0-8B18-A1E71BE04C82}"/>
                  </a:ext>
                </a:extLst>
              </p:cNvPr>
              <p:cNvSpPr/>
              <p:nvPr/>
            </p:nvSpPr>
            <p:spPr>
              <a:xfrm flipH="1">
                <a:off x="9426575" y="401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7" name="Rectangle 846">
                <a:extLst>
                  <a:ext uri="{FF2B5EF4-FFF2-40B4-BE49-F238E27FC236}">
                    <a16:creationId xmlns:a16="http://schemas.microsoft.com/office/drawing/2014/main" id="{37654E20-03B9-4653-8DC9-2FFB0E60FD3E}"/>
                  </a:ext>
                </a:extLst>
              </p:cNvPr>
              <p:cNvSpPr/>
              <p:nvPr/>
            </p:nvSpPr>
            <p:spPr>
              <a:xfrm flipH="1">
                <a:off x="9426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8" name="Rectangle 847">
                <a:extLst>
                  <a:ext uri="{FF2B5EF4-FFF2-40B4-BE49-F238E27FC236}">
                    <a16:creationId xmlns:a16="http://schemas.microsoft.com/office/drawing/2014/main" id="{0A38A898-D895-465C-9293-7AB751256138}"/>
                  </a:ext>
                </a:extLst>
              </p:cNvPr>
              <p:cNvSpPr/>
              <p:nvPr/>
            </p:nvSpPr>
            <p:spPr>
              <a:xfrm flipH="1">
                <a:off x="9426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9" name="Rectangle 848">
                <a:extLst>
                  <a:ext uri="{FF2B5EF4-FFF2-40B4-BE49-F238E27FC236}">
                    <a16:creationId xmlns:a16="http://schemas.microsoft.com/office/drawing/2014/main" id="{84E3D882-1D93-48EF-9AF6-2B553755BF3C}"/>
                  </a:ext>
                </a:extLst>
              </p:cNvPr>
              <p:cNvSpPr/>
              <p:nvPr/>
            </p:nvSpPr>
            <p:spPr>
              <a:xfrm flipH="1">
                <a:off x="7140575" y="477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0" name="Rectangle 849">
                <a:extLst>
                  <a:ext uri="{FF2B5EF4-FFF2-40B4-BE49-F238E27FC236}">
                    <a16:creationId xmlns:a16="http://schemas.microsoft.com/office/drawing/2014/main" id="{EC56EBE6-0740-4F5C-9C52-3B8D0E2DCBC9}"/>
                  </a:ext>
                </a:extLst>
              </p:cNvPr>
              <p:cNvSpPr/>
              <p:nvPr/>
            </p:nvSpPr>
            <p:spPr>
              <a:xfrm flipH="1">
                <a:off x="7140575" y="554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1" name="Rectangle 850">
                <a:extLst>
                  <a:ext uri="{FF2B5EF4-FFF2-40B4-BE49-F238E27FC236}">
                    <a16:creationId xmlns:a16="http://schemas.microsoft.com/office/drawing/2014/main" id="{25864F12-DAF3-4BDE-893A-800EC011C87A}"/>
                  </a:ext>
                </a:extLst>
              </p:cNvPr>
              <p:cNvSpPr/>
              <p:nvPr/>
            </p:nvSpPr>
            <p:spPr>
              <a:xfrm flipH="1">
                <a:off x="7902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2" name="Rectangle 851">
                <a:extLst>
                  <a:ext uri="{FF2B5EF4-FFF2-40B4-BE49-F238E27FC236}">
                    <a16:creationId xmlns:a16="http://schemas.microsoft.com/office/drawing/2014/main" id="{315F802A-5B8F-4AF6-87E1-4411496769DF}"/>
                  </a:ext>
                </a:extLst>
              </p:cNvPr>
              <p:cNvSpPr/>
              <p:nvPr/>
            </p:nvSpPr>
            <p:spPr>
              <a:xfrm flipH="1">
                <a:off x="8664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3" name="Rectangle 852">
                <a:extLst>
                  <a:ext uri="{FF2B5EF4-FFF2-40B4-BE49-F238E27FC236}">
                    <a16:creationId xmlns:a16="http://schemas.microsoft.com/office/drawing/2014/main" id="{BD0B44F1-394C-4D01-B9F7-8CCE331D1DEF}"/>
                  </a:ext>
                </a:extLst>
              </p:cNvPr>
              <p:cNvSpPr/>
              <p:nvPr/>
            </p:nvSpPr>
            <p:spPr>
              <a:xfrm flipH="1">
                <a:off x="7902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4" name="Rectangle 853">
                <a:extLst>
                  <a:ext uri="{FF2B5EF4-FFF2-40B4-BE49-F238E27FC236}">
                    <a16:creationId xmlns:a16="http://schemas.microsoft.com/office/drawing/2014/main" id="{86A581BD-780B-4C62-8FC8-180C1AF26D03}"/>
                  </a:ext>
                </a:extLst>
              </p:cNvPr>
              <p:cNvSpPr/>
              <p:nvPr/>
            </p:nvSpPr>
            <p:spPr>
              <a:xfrm flipH="1">
                <a:off x="8664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5" name="Rectangle 854">
                <a:extLst>
                  <a:ext uri="{FF2B5EF4-FFF2-40B4-BE49-F238E27FC236}">
                    <a16:creationId xmlns:a16="http://schemas.microsoft.com/office/drawing/2014/main" id="{9A812113-D9D2-44BB-9BDA-153201FBBC33}"/>
                  </a:ext>
                </a:extLst>
              </p:cNvPr>
              <p:cNvSpPr/>
              <p:nvPr/>
            </p:nvSpPr>
            <p:spPr>
              <a:xfrm flipH="1">
                <a:off x="8664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6" name="Rectangle 855">
                <a:extLst>
                  <a:ext uri="{FF2B5EF4-FFF2-40B4-BE49-F238E27FC236}">
                    <a16:creationId xmlns:a16="http://schemas.microsoft.com/office/drawing/2014/main" id="{FFF24ABF-B2A7-47FD-8EFE-61AD670D9E7D}"/>
                  </a:ext>
                </a:extLst>
              </p:cNvPr>
              <p:cNvSpPr/>
              <p:nvPr/>
            </p:nvSpPr>
            <p:spPr>
              <a:xfrm flipH="1">
                <a:off x="9426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7" name="Rectangle 856">
                <a:extLst>
                  <a:ext uri="{FF2B5EF4-FFF2-40B4-BE49-F238E27FC236}">
                    <a16:creationId xmlns:a16="http://schemas.microsoft.com/office/drawing/2014/main" id="{39EEE4DB-EE4B-4D64-A0C9-FC17CD614AD2}"/>
                  </a:ext>
                </a:extLst>
              </p:cNvPr>
              <p:cNvSpPr/>
              <p:nvPr/>
            </p:nvSpPr>
            <p:spPr>
              <a:xfrm flipH="1">
                <a:off x="9426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8" name="Rectangle 857">
                <a:extLst>
                  <a:ext uri="{FF2B5EF4-FFF2-40B4-BE49-F238E27FC236}">
                    <a16:creationId xmlns:a16="http://schemas.microsoft.com/office/drawing/2014/main" id="{8218EAB7-A729-405B-B55F-19290590DB16}"/>
                  </a:ext>
                </a:extLst>
              </p:cNvPr>
              <p:cNvSpPr/>
              <p:nvPr/>
            </p:nvSpPr>
            <p:spPr>
              <a:xfrm flipH="1">
                <a:off x="9426575" y="1730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9" name="Rectangle 858">
                <a:extLst>
                  <a:ext uri="{FF2B5EF4-FFF2-40B4-BE49-F238E27FC236}">
                    <a16:creationId xmlns:a16="http://schemas.microsoft.com/office/drawing/2014/main" id="{EEA0288E-8433-409E-9BA5-2451E4059CA2}"/>
                  </a:ext>
                </a:extLst>
              </p:cNvPr>
              <p:cNvSpPr/>
              <p:nvPr/>
            </p:nvSpPr>
            <p:spPr>
              <a:xfrm flipH="1">
                <a:off x="8664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0" name="Rectangle 859">
                <a:extLst>
                  <a:ext uri="{FF2B5EF4-FFF2-40B4-BE49-F238E27FC236}">
                    <a16:creationId xmlns:a16="http://schemas.microsoft.com/office/drawing/2014/main" id="{DA45C5BB-F5AA-4ADA-8874-8BF8D4D27D11}"/>
                  </a:ext>
                </a:extLst>
              </p:cNvPr>
              <p:cNvSpPr/>
              <p:nvPr/>
            </p:nvSpPr>
            <p:spPr>
              <a:xfrm flipH="1">
                <a:off x="9426575" y="2492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1" name="Rectangle 860">
                <a:extLst>
                  <a:ext uri="{FF2B5EF4-FFF2-40B4-BE49-F238E27FC236}">
                    <a16:creationId xmlns:a16="http://schemas.microsoft.com/office/drawing/2014/main" id="{076F1387-4CAE-466D-9F06-02A92A100862}"/>
                  </a:ext>
                </a:extLst>
              </p:cNvPr>
              <p:cNvSpPr/>
              <p:nvPr/>
            </p:nvSpPr>
            <p:spPr>
              <a:xfrm flipH="1">
                <a:off x="7140575" y="206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2" name="Rectangle 861">
                <a:extLst>
                  <a:ext uri="{FF2B5EF4-FFF2-40B4-BE49-F238E27FC236}">
                    <a16:creationId xmlns:a16="http://schemas.microsoft.com/office/drawing/2014/main" id="{F3F57CB0-CAA0-4664-B1EF-76350E91CE13}"/>
                  </a:ext>
                </a:extLst>
              </p:cNvPr>
              <p:cNvSpPr/>
              <p:nvPr/>
            </p:nvSpPr>
            <p:spPr>
              <a:xfrm flipH="1">
                <a:off x="7140575" y="968982"/>
                <a:ext cx="762000" cy="76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959" name="Group 958">
            <a:extLst>
              <a:ext uri="{FF2B5EF4-FFF2-40B4-BE49-F238E27FC236}">
                <a16:creationId xmlns:a16="http://schemas.microsoft.com/office/drawing/2014/main" id="{1206BAD6-C888-4CD6-81AE-656FBD966C81}"/>
              </a:ext>
            </a:extLst>
          </p:cNvPr>
          <p:cNvGrpSpPr/>
          <p:nvPr/>
        </p:nvGrpSpPr>
        <p:grpSpPr>
          <a:xfrm>
            <a:off x="4206935" y="298329"/>
            <a:ext cx="5888037" cy="5921182"/>
            <a:chOff x="5191216" y="292821"/>
            <a:chExt cx="5888037" cy="5921182"/>
          </a:xfrm>
        </p:grpSpPr>
        <p:sp>
          <p:nvSpPr>
            <p:cNvPr id="960" name="Star: 5 Points 959">
              <a:extLst>
                <a:ext uri="{FF2B5EF4-FFF2-40B4-BE49-F238E27FC236}">
                  <a16:creationId xmlns:a16="http://schemas.microsoft.com/office/drawing/2014/main" id="{23793E9E-E7A0-46E1-8399-A0BAEEED5CF3}"/>
                </a:ext>
              </a:extLst>
            </p:cNvPr>
            <p:cNvSpPr/>
            <p:nvPr/>
          </p:nvSpPr>
          <p:spPr>
            <a:xfrm>
              <a:off x="6729584" y="104670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1" name="Star: 5 Points 960">
              <a:extLst>
                <a:ext uri="{FF2B5EF4-FFF2-40B4-BE49-F238E27FC236}">
                  <a16:creationId xmlns:a16="http://schemas.microsoft.com/office/drawing/2014/main" id="{973603FE-4B7A-4CC0-AE05-46931571485E}"/>
                </a:ext>
              </a:extLst>
            </p:cNvPr>
            <p:cNvSpPr/>
            <p:nvPr/>
          </p:nvSpPr>
          <p:spPr>
            <a:xfrm>
              <a:off x="9757674" y="181756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2" name="Star: 5 Points 961">
              <a:extLst>
                <a:ext uri="{FF2B5EF4-FFF2-40B4-BE49-F238E27FC236}">
                  <a16:creationId xmlns:a16="http://schemas.microsoft.com/office/drawing/2014/main" id="{2EBFD16D-67F9-4163-9FB2-5CF4FDE00051}"/>
                </a:ext>
              </a:extLst>
            </p:cNvPr>
            <p:cNvSpPr/>
            <p:nvPr/>
          </p:nvSpPr>
          <p:spPr>
            <a:xfrm>
              <a:off x="9072500" y="489778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3" name="Star: 5 Points 962">
              <a:extLst>
                <a:ext uri="{FF2B5EF4-FFF2-40B4-BE49-F238E27FC236}">
                  <a16:creationId xmlns:a16="http://schemas.microsoft.com/office/drawing/2014/main" id="{F3634B5B-312A-421D-A4C9-7A87D9E566EA}"/>
                </a:ext>
              </a:extLst>
            </p:cNvPr>
            <p:cNvSpPr/>
            <p:nvPr/>
          </p:nvSpPr>
          <p:spPr>
            <a:xfrm>
              <a:off x="5994382" y="565978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4" name="Star: 5 Points 963">
              <a:extLst>
                <a:ext uri="{FF2B5EF4-FFF2-40B4-BE49-F238E27FC236}">
                  <a16:creationId xmlns:a16="http://schemas.microsoft.com/office/drawing/2014/main" id="{754F5593-C29E-4218-A884-F9B55C4085BD}"/>
                </a:ext>
              </a:extLst>
            </p:cNvPr>
            <p:cNvSpPr/>
            <p:nvPr/>
          </p:nvSpPr>
          <p:spPr>
            <a:xfrm>
              <a:off x="5211934" y="109768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5" name="Star: 5 Points 964">
              <a:extLst>
                <a:ext uri="{FF2B5EF4-FFF2-40B4-BE49-F238E27FC236}">
                  <a16:creationId xmlns:a16="http://schemas.microsoft.com/office/drawing/2014/main" id="{B5CD9E1B-6487-4A91-B054-4A410944D414}"/>
                </a:ext>
              </a:extLst>
            </p:cNvPr>
            <p:cNvSpPr/>
            <p:nvPr/>
          </p:nvSpPr>
          <p:spPr>
            <a:xfrm>
              <a:off x="5964877" y="416465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6" name="Star: 5 Points 965">
              <a:extLst>
                <a:ext uri="{FF2B5EF4-FFF2-40B4-BE49-F238E27FC236}">
                  <a16:creationId xmlns:a16="http://schemas.microsoft.com/office/drawing/2014/main" id="{ACE9AC15-DB57-4326-A87F-F5B92AADF02F}"/>
                </a:ext>
              </a:extLst>
            </p:cNvPr>
            <p:cNvSpPr/>
            <p:nvPr/>
          </p:nvSpPr>
          <p:spPr>
            <a:xfrm>
              <a:off x="9775498" y="32578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7" name="Star: 5 Points 966">
              <a:extLst>
                <a:ext uri="{FF2B5EF4-FFF2-40B4-BE49-F238E27FC236}">
                  <a16:creationId xmlns:a16="http://schemas.microsoft.com/office/drawing/2014/main" id="{EB9F7908-358E-4119-8CD0-136601DF4994}"/>
                </a:ext>
              </a:extLst>
            </p:cNvPr>
            <p:cNvSpPr/>
            <p:nvPr/>
          </p:nvSpPr>
          <p:spPr>
            <a:xfrm>
              <a:off x="10519542" y="489080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0" name="Star: 5 Points 969">
              <a:extLst>
                <a:ext uri="{FF2B5EF4-FFF2-40B4-BE49-F238E27FC236}">
                  <a16:creationId xmlns:a16="http://schemas.microsoft.com/office/drawing/2014/main" id="{F40D8B94-670E-47C1-BF97-2C3691396E04}"/>
                </a:ext>
              </a:extLst>
            </p:cNvPr>
            <p:cNvSpPr/>
            <p:nvPr/>
          </p:nvSpPr>
          <p:spPr>
            <a:xfrm>
              <a:off x="7542954" y="5689609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1" name="Star: 5 Points 970">
              <a:extLst>
                <a:ext uri="{FF2B5EF4-FFF2-40B4-BE49-F238E27FC236}">
                  <a16:creationId xmlns:a16="http://schemas.microsoft.com/office/drawing/2014/main" id="{C861D79E-708A-41E2-886B-6AD3C04A57DC}"/>
                </a:ext>
              </a:extLst>
            </p:cNvPr>
            <p:cNvSpPr/>
            <p:nvPr/>
          </p:nvSpPr>
          <p:spPr>
            <a:xfrm>
              <a:off x="10554859" y="336034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2" name="Star: 5 Points 971">
              <a:extLst>
                <a:ext uri="{FF2B5EF4-FFF2-40B4-BE49-F238E27FC236}">
                  <a16:creationId xmlns:a16="http://schemas.microsoft.com/office/drawing/2014/main" id="{034D90B2-A444-453B-B5F6-F0CB2C7B0A47}"/>
                </a:ext>
              </a:extLst>
            </p:cNvPr>
            <p:cNvSpPr/>
            <p:nvPr/>
          </p:nvSpPr>
          <p:spPr>
            <a:xfrm>
              <a:off x="8227130" y="29282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3" name="Star: 5 Points 972">
              <a:extLst>
                <a:ext uri="{FF2B5EF4-FFF2-40B4-BE49-F238E27FC236}">
                  <a16:creationId xmlns:a16="http://schemas.microsoft.com/office/drawing/2014/main" id="{C9129919-D6F1-442F-8401-3BFCFC3D8EDA}"/>
                </a:ext>
              </a:extLst>
            </p:cNvPr>
            <p:cNvSpPr/>
            <p:nvPr/>
          </p:nvSpPr>
          <p:spPr>
            <a:xfrm>
              <a:off x="5191216" y="256550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374" name="Group 1373">
            <a:extLst>
              <a:ext uri="{FF2B5EF4-FFF2-40B4-BE49-F238E27FC236}">
                <a16:creationId xmlns:a16="http://schemas.microsoft.com/office/drawing/2014/main" id="{4DD331E6-8AA3-4D80-BEC4-2B125519D699}"/>
              </a:ext>
            </a:extLst>
          </p:cNvPr>
          <p:cNvGrpSpPr/>
          <p:nvPr/>
        </p:nvGrpSpPr>
        <p:grpSpPr>
          <a:xfrm>
            <a:off x="6414727" y="2519362"/>
            <a:ext cx="1472452" cy="1479116"/>
            <a:chOff x="6426275" y="2515424"/>
            <a:chExt cx="1472452" cy="1479116"/>
          </a:xfrm>
        </p:grpSpPr>
        <p:sp>
          <p:nvSpPr>
            <p:cNvPr id="993" name="Star: 5 Points 992">
              <a:extLst>
                <a:ext uri="{FF2B5EF4-FFF2-40B4-BE49-F238E27FC236}">
                  <a16:creationId xmlns:a16="http://schemas.microsoft.com/office/drawing/2014/main" id="{EBFE91FB-3C3D-42FC-9C11-A873367AAC99}"/>
                </a:ext>
              </a:extLst>
            </p:cNvPr>
            <p:cNvSpPr/>
            <p:nvPr/>
          </p:nvSpPr>
          <p:spPr>
            <a:xfrm rot="10800000" flipH="1" flipV="1">
              <a:off x="7568778" y="251542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4" name="Star: 5 Points 993">
              <a:extLst>
                <a:ext uri="{FF2B5EF4-FFF2-40B4-BE49-F238E27FC236}">
                  <a16:creationId xmlns:a16="http://schemas.microsoft.com/office/drawing/2014/main" id="{5F5B8ADB-55DF-4E38-9773-EBDF089B315B}"/>
                </a:ext>
              </a:extLst>
            </p:cNvPr>
            <p:cNvSpPr/>
            <p:nvPr/>
          </p:nvSpPr>
          <p:spPr>
            <a:xfrm rot="10800000" flipH="1" flipV="1">
              <a:off x="7766329" y="366725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5" name="Star: 5 Points 994">
              <a:extLst>
                <a:ext uri="{FF2B5EF4-FFF2-40B4-BE49-F238E27FC236}">
                  <a16:creationId xmlns:a16="http://schemas.microsoft.com/office/drawing/2014/main" id="{61249FAC-A691-49BC-AA72-4E56EDCF8919}"/>
                </a:ext>
              </a:extLst>
            </p:cNvPr>
            <p:cNvSpPr/>
            <p:nvPr/>
          </p:nvSpPr>
          <p:spPr>
            <a:xfrm rot="10800000" flipH="1" flipV="1">
              <a:off x="6614130" y="3862142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6" name="Star: 5 Points 995">
              <a:extLst>
                <a:ext uri="{FF2B5EF4-FFF2-40B4-BE49-F238E27FC236}">
                  <a16:creationId xmlns:a16="http://schemas.microsoft.com/office/drawing/2014/main" id="{A37A826B-DE4E-40A3-8A8B-64F02BDA4945}"/>
                </a:ext>
              </a:extLst>
            </p:cNvPr>
            <p:cNvSpPr/>
            <p:nvPr/>
          </p:nvSpPr>
          <p:spPr>
            <a:xfrm rot="10800000" flipH="1" flipV="1">
              <a:off x="6426275" y="2709575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003" name="Group 1002">
            <a:extLst>
              <a:ext uri="{FF2B5EF4-FFF2-40B4-BE49-F238E27FC236}">
                <a16:creationId xmlns:a16="http://schemas.microsoft.com/office/drawing/2014/main" id="{D63DA8BA-8A8B-477D-948F-4F807FAED1E1}"/>
              </a:ext>
            </a:extLst>
          </p:cNvPr>
          <p:cNvGrpSpPr/>
          <p:nvPr/>
        </p:nvGrpSpPr>
        <p:grpSpPr>
          <a:xfrm>
            <a:off x="6795893" y="2902253"/>
            <a:ext cx="710120" cy="713334"/>
            <a:chOff x="6426275" y="2515424"/>
            <a:chExt cx="1472452" cy="1479116"/>
          </a:xfrm>
        </p:grpSpPr>
        <p:sp>
          <p:nvSpPr>
            <p:cNvPr id="1004" name="Star: 5 Points 1003">
              <a:extLst>
                <a:ext uri="{FF2B5EF4-FFF2-40B4-BE49-F238E27FC236}">
                  <a16:creationId xmlns:a16="http://schemas.microsoft.com/office/drawing/2014/main" id="{BCDA3CD0-A17F-4FC6-B7D9-5AF1DBB49D68}"/>
                </a:ext>
              </a:extLst>
            </p:cNvPr>
            <p:cNvSpPr/>
            <p:nvPr/>
          </p:nvSpPr>
          <p:spPr>
            <a:xfrm rot="10800000" flipH="1" flipV="1">
              <a:off x="7568778" y="251542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5" name="Star: 5 Points 1004">
              <a:extLst>
                <a:ext uri="{FF2B5EF4-FFF2-40B4-BE49-F238E27FC236}">
                  <a16:creationId xmlns:a16="http://schemas.microsoft.com/office/drawing/2014/main" id="{2F873722-4441-43D6-B047-E14B3C06148E}"/>
                </a:ext>
              </a:extLst>
            </p:cNvPr>
            <p:cNvSpPr/>
            <p:nvPr/>
          </p:nvSpPr>
          <p:spPr>
            <a:xfrm rot="10800000" flipH="1" flipV="1">
              <a:off x="7766329" y="366725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6" name="Star: 5 Points 1005">
              <a:extLst>
                <a:ext uri="{FF2B5EF4-FFF2-40B4-BE49-F238E27FC236}">
                  <a16:creationId xmlns:a16="http://schemas.microsoft.com/office/drawing/2014/main" id="{4B87E288-ABE8-4041-99DD-D8908BE205BD}"/>
                </a:ext>
              </a:extLst>
            </p:cNvPr>
            <p:cNvSpPr/>
            <p:nvPr/>
          </p:nvSpPr>
          <p:spPr>
            <a:xfrm rot="10800000" flipH="1" flipV="1">
              <a:off x="6614130" y="3862142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7" name="Star: 5 Points 1006">
              <a:extLst>
                <a:ext uri="{FF2B5EF4-FFF2-40B4-BE49-F238E27FC236}">
                  <a16:creationId xmlns:a16="http://schemas.microsoft.com/office/drawing/2014/main" id="{329B9F52-A531-448E-BCD1-4C34BE7A7BA5}"/>
                </a:ext>
              </a:extLst>
            </p:cNvPr>
            <p:cNvSpPr/>
            <p:nvPr/>
          </p:nvSpPr>
          <p:spPr>
            <a:xfrm rot="10800000" flipH="1" flipV="1">
              <a:off x="6426275" y="2709575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cxnSp>
        <p:nvCxnSpPr>
          <p:cNvPr id="1485" name="Straight Connector 1484">
            <a:extLst>
              <a:ext uri="{FF2B5EF4-FFF2-40B4-BE49-F238E27FC236}">
                <a16:creationId xmlns:a16="http://schemas.microsoft.com/office/drawing/2014/main" id="{4C2A7336-633B-4C0C-BD2D-B14747F5E1C2}"/>
              </a:ext>
            </a:extLst>
          </p:cNvPr>
          <p:cNvCxnSpPr>
            <a:cxnSpLocks/>
          </p:cNvCxnSpPr>
          <p:nvPr/>
        </p:nvCxnSpPr>
        <p:spPr>
          <a:xfrm flipH="1">
            <a:off x="12078786" y="1097686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1" name="Straight Connector 1500">
            <a:extLst>
              <a:ext uri="{FF2B5EF4-FFF2-40B4-BE49-F238E27FC236}">
                <a16:creationId xmlns:a16="http://schemas.microsoft.com/office/drawing/2014/main" id="{EF4165BF-8299-4925-AD7B-DA438051DF56}"/>
              </a:ext>
            </a:extLst>
          </p:cNvPr>
          <p:cNvCxnSpPr>
            <a:cxnSpLocks/>
          </p:cNvCxnSpPr>
          <p:nvPr/>
        </p:nvCxnSpPr>
        <p:spPr>
          <a:xfrm flipH="1">
            <a:off x="10903639" y="2297007"/>
            <a:ext cx="2286002" cy="0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2" name="Straight Connector 1501">
            <a:extLst>
              <a:ext uri="{FF2B5EF4-FFF2-40B4-BE49-F238E27FC236}">
                <a16:creationId xmlns:a16="http://schemas.microsoft.com/office/drawing/2014/main" id="{10B667A0-E167-4FDB-B0C2-B19C44A36D64}"/>
              </a:ext>
            </a:extLst>
          </p:cNvPr>
          <p:cNvCxnSpPr>
            <a:cxnSpLocks/>
          </p:cNvCxnSpPr>
          <p:nvPr/>
        </p:nvCxnSpPr>
        <p:spPr>
          <a:xfrm>
            <a:off x="10930697" y="1315177"/>
            <a:ext cx="0" cy="764692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2" name="Group 1751">
            <a:extLst>
              <a:ext uri="{FF2B5EF4-FFF2-40B4-BE49-F238E27FC236}">
                <a16:creationId xmlns:a16="http://schemas.microsoft.com/office/drawing/2014/main" id="{24DD0090-D3C3-4FD8-9295-766C95634774}"/>
              </a:ext>
            </a:extLst>
          </p:cNvPr>
          <p:cNvGrpSpPr/>
          <p:nvPr/>
        </p:nvGrpSpPr>
        <p:grpSpPr>
          <a:xfrm>
            <a:off x="5694542" y="1795918"/>
            <a:ext cx="2912822" cy="2926004"/>
            <a:chOff x="6426275" y="2515424"/>
            <a:chExt cx="1472452" cy="1479116"/>
          </a:xfrm>
        </p:grpSpPr>
        <p:sp>
          <p:nvSpPr>
            <p:cNvPr id="1753" name="Star: 5 Points 1752">
              <a:extLst>
                <a:ext uri="{FF2B5EF4-FFF2-40B4-BE49-F238E27FC236}">
                  <a16:creationId xmlns:a16="http://schemas.microsoft.com/office/drawing/2014/main" id="{43B65DF2-DF7A-472A-A549-05048CFF6784}"/>
                </a:ext>
              </a:extLst>
            </p:cNvPr>
            <p:cNvSpPr/>
            <p:nvPr/>
          </p:nvSpPr>
          <p:spPr>
            <a:xfrm rot="10800000" flipH="1" flipV="1">
              <a:off x="7568778" y="251542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54" name="Star: 5 Points 1753">
              <a:extLst>
                <a:ext uri="{FF2B5EF4-FFF2-40B4-BE49-F238E27FC236}">
                  <a16:creationId xmlns:a16="http://schemas.microsoft.com/office/drawing/2014/main" id="{AC6D4662-4374-4CD7-8631-CD4B24807028}"/>
                </a:ext>
              </a:extLst>
            </p:cNvPr>
            <p:cNvSpPr/>
            <p:nvPr/>
          </p:nvSpPr>
          <p:spPr>
            <a:xfrm rot="10800000" flipH="1" flipV="1">
              <a:off x="7766329" y="3667254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55" name="Star: 5 Points 1754">
              <a:extLst>
                <a:ext uri="{FF2B5EF4-FFF2-40B4-BE49-F238E27FC236}">
                  <a16:creationId xmlns:a16="http://schemas.microsoft.com/office/drawing/2014/main" id="{71CAF767-B10D-4A4C-A291-257DD36F71AD}"/>
                </a:ext>
              </a:extLst>
            </p:cNvPr>
            <p:cNvSpPr/>
            <p:nvPr/>
          </p:nvSpPr>
          <p:spPr>
            <a:xfrm rot="10800000" flipH="1" flipV="1">
              <a:off x="6614130" y="3862142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56" name="Star: 5 Points 1755">
              <a:extLst>
                <a:ext uri="{FF2B5EF4-FFF2-40B4-BE49-F238E27FC236}">
                  <a16:creationId xmlns:a16="http://schemas.microsoft.com/office/drawing/2014/main" id="{0527F7FB-3C3C-404C-BAFA-AACBD5AB8C2E}"/>
                </a:ext>
              </a:extLst>
            </p:cNvPr>
            <p:cNvSpPr/>
            <p:nvPr/>
          </p:nvSpPr>
          <p:spPr>
            <a:xfrm rot="10800000" flipH="1" flipV="1">
              <a:off x="6426275" y="2709575"/>
              <a:ext cx="132398" cy="132398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2347" name="TextBox 2346">
            <a:extLst>
              <a:ext uri="{FF2B5EF4-FFF2-40B4-BE49-F238E27FC236}">
                <a16:creationId xmlns:a16="http://schemas.microsoft.com/office/drawing/2014/main" id="{0F7DFE5F-3CF1-4E57-8DDA-30E69D728A8E}"/>
              </a:ext>
            </a:extLst>
          </p:cNvPr>
          <p:cNvSpPr txBox="1"/>
          <p:nvPr/>
        </p:nvSpPr>
        <p:spPr>
          <a:xfrm>
            <a:off x="125435" y="730202"/>
            <a:ext cx="32044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b="1" dirty="0" err="1"/>
              <a:t>Interesting</a:t>
            </a:r>
            <a:r>
              <a:rPr lang="pt-PT" sz="2800" b="1" dirty="0"/>
              <a:t> </a:t>
            </a:r>
            <a:r>
              <a:rPr lang="pt-PT" sz="2800" b="1" dirty="0" err="1"/>
              <a:t>variation</a:t>
            </a:r>
            <a:endParaRPr lang="pt-PT" sz="2800" b="1" dirty="0"/>
          </a:p>
          <a:p>
            <a:r>
              <a:rPr lang="pt-PT" sz="2800" b="1" dirty="0" err="1"/>
              <a:t>solved</a:t>
            </a:r>
            <a:endParaRPr lang="pt-PT" sz="2800" b="1" dirty="0"/>
          </a:p>
        </p:txBody>
      </p:sp>
      <p:grpSp>
        <p:nvGrpSpPr>
          <p:cNvPr id="653" name="Group 652">
            <a:extLst>
              <a:ext uri="{FF2B5EF4-FFF2-40B4-BE49-F238E27FC236}">
                <a16:creationId xmlns:a16="http://schemas.microsoft.com/office/drawing/2014/main" id="{4928545F-D1F3-43CF-9507-0E7E53A7BE62}"/>
              </a:ext>
            </a:extLst>
          </p:cNvPr>
          <p:cNvGrpSpPr/>
          <p:nvPr/>
        </p:nvGrpSpPr>
        <p:grpSpPr>
          <a:xfrm>
            <a:off x="4076056" y="210923"/>
            <a:ext cx="6149795" cy="6095995"/>
            <a:chOff x="4066630" y="206887"/>
            <a:chExt cx="6110587" cy="6057135"/>
          </a:xfrm>
        </p:grpSpPr>
        <p:grpSp>
          <p:nvGrpSpPr>
            <p:cNvPr id="654" name="Group 653">
              <a:extLst>
                <a:ext uri="{FF2B5EF4-FFF2-40B4-BE49-F238E27FC236}">
                  <a16:creationId xmlns:a16="http://schemas.microsoft.com/office/drawing/2014/main" id="{F04FE654-CE3B-4A3F-AFA7-D0C7A6E48170}"/>
                </a:ext>
              </a:extLst>
            </p:cNvPr>
            <p:cNvGrpSpPr/>
            <p:nvPr/>
          </p:nvGrpSpPr>
          <p:grpSpPr>
            <a:xfrm>
              <a:off x="4066630" y="206887"/>
              <a:ext cx="6110587" cy="6057135"/>
              <a:chOff x="4066630" y="206887"/>
              <a:chExt cx="6110587" cy="6057135"/>
            </a:xfrm>
          </p:grpSpPr>
          <p:grpSp>
            <p:nvGrpSpPr>
              <p:cNvPr id="672" name="Group 671">
                <a:extLst>
                  <a:ext uri="{FF2B5EF4-FFF2-40B4-BE49-F238E27FC236}">
                    <a16:creationId xmlns:a16="http://schemas.microsoft.com/office/drawing/2014/main" id="{FFDD6446-16F5-4FA5-97E3-E64F01088DA7}"/>
                  </a:ext>
                </a:extLst>
              </p:cNvPr>
              <p:cNvGrpSpPr/>
              <p:nvPr/>
            </p:nvGrpSpPr>
            <p:grpSpPr>
              <a:xfrm>
                <a:off x="4066630" y="962798"/>
                <a:ext cx="6110587" cy="5301224"/>
                <a:chOff x="4066630" y="962798"/>
                <a:chExt cx="6110587" cy="5301224"/>
              </a:xfrm>
            </p:grpSpPr>
            <p:cxnSp>
              <p:nvCxnSpPr>
                <p:cNvPr id="680" name="Straight Connector 679">
                  <a:extLst>
                    <a:ext uri="{FF2B5EF4-FFF2-40B4-BE49-F238E27FC236}">
                      <a16:creationId xmlns:a16="http://schemas.microsoft.com/office/drawing/2014/main" id="{B9E63BF1-196E-4684-A109-0EC2E2C59D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47843" y="5515744"/>
                  <a:ext cx="1524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1" name="Straight Connector 680">
                  <a:extLst>
                    <a:ext uri="{FF2B5EF4-FFF2-40B4-BE49-F238E27FC236}">
                      <a16:creationId xmlns:a16="http://schemas.microsoft.com/office/drawing/2014/main" id="{C8813E0A-19D0-49AB-B377-4865548517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16022" y="4756300"/>
                  <a:ext cx="0" cy="74572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2" name="Straight Connector 681">
                  <a:extLst>
                    <a:ext uri="{FF2B5EF4-FFF2-40B4-BE49-F238E27FC236}">
                      <a16:creationId xmlns:a16="http://schemas.microsoft.com/office/drawing/2014/main" id="{7D6084CB-112C-465C-AD30-D13F305002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91113" y="4761230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3" name="Straight Connector 682">
                  <a:extLst>
                    <a:ext uri="{FF2B5EF4-FFF2-40B4-BE49-F238E27FC236}">
                      <a16:creationId xmlns:a16="http://schemas.microsoft.com/office/drawing/2014/main" id="{E162C191-CB20-4241-8C98-664469BBCB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59918" y="5515744"/>
                  <a:ext cx="0" cy="748278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4" name="Straight Connector 683">
                  <a:extLst>
                    <a:ext uri="{FF2B5EF4-FFF2-40B4-BE49-F238E27FC236}">
                      <a16:creationId xmlns:a16="http://schemas.microsoft.com/office/drawing/2014/main" id="{A0D20AE1-5A26-4E3F-95EF-3C1F0F2ED0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47874" y="4773349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5" name="Straight Connector 684">
                  <a:extLst>
                    <a:ext uri="{FF2B5EF4-FFF2-40B4-BE49-F238E27FC236}">
                      <a16:creationId xmlns:a16="http://schemas.microsoft.com/office/drawing/2014/main" id="{DD914C35-424D-455C-ACA0-84EA039B38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77217" y="3984525"/>
                  <a:ext cx="0" cy="154355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6" name="Straight Connector 685">
                  <a:extLst>
                    <a:ext uri="{FF2B5EF4-FFF2-40B4-BE49-F238E27FC236}">
                      <a16:creationId xmlns:a16="http://schemas.microsoft.com/office/drawing/2014/main" id="{C49BA4BD-2839-471A-82E7-0FED48B6D7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01972" y="6264022"/>
                  <a:ext cx="2247764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1" name="Straight Connector 710">
                  <a:extLst>
                    <a:ext uri="{FF2B5EF4-FFF2-40B4-BE49-F238E27FC236}">
                      <a16:creationId xmlns:a16="http://schemas.microsoft.com/office/drawing/2014/main" id="{CE2D82E8-26AA-461D-9FCB-1C33856160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6630" y="964029"/>
                  <a:ext cx="0" cy="150435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0" name="Straight Connector 809">
                  <a:extLst>
                    <a:ext uri="{FF2B5EF4-FFF2-40B4-BE49-F238E27FC236}">
                      <a16:creationId xmlns:a16="http://schemas.microsoft.com/office/drawing/2014/main" id="{B3A550A6-0B07-4CD4-97C9-DD2023E65D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01972" y="4742650"/>
                  <a:ext cx="1486760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8" name="Straight Connector 967">
                  <a:extLst>
                    <a:ext uri="{FF2B5EF4-FFF2-40B4-BE49-F238E27FC236}">
                      <a16:creationId xmlns:a16="http://schemas.microsoft.com/office/drawing/2014/main" id="{1D3B9B9D-4089-4198-834D-F3830185DE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74231" y="962798"/>
                  <a:ext cx="224633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73" name="Group 672">
                <a:extLst>
                  <a:ext uri="{FF2B5EF4-FFF2-40B4-BE49-F238E27FC236}">
                    <a16:creationId xmlns:a16="http://schemas.microsoft.com/office/drawing/2014/main" id="{BCA339DF-2012-4A18-A73C-6DAEA29296EF}"/>
                  </a:ext>
                </a:extLst>
              </p:cNvPr>
              <p:cNvGrpSpPr/>
              <p:nvPr/>
            </p:nvGrpSpPr>
            <p:grpSpPr>
              <a:xfrm rot="10800000">
                <a:off x="4837044" y="206887"/>
                <a:ext cx="5277607" cy="1535711"/>
                <a:chOff x="4171715" y="4766277"/>
                <a:chExt cx="5277607" cy="1535711"/>
              </a:xfrm>
            </p:grpSpPr>
            <p:cxnSp>
              <p:nvCxnSpPr>
                <p:cNvPr id="674" name="Straight Connector 673">
                  <a:extLst>
                    <a:ext uri="{FF2B5EF4-FFF2-40B4-BE49-F238E27FC236}">
                      <a16:creationId xmlns:a16="http://schemas.microsoft.com/office/drawing/2014/main" id="{6E10568B-C8A3-450E-9CC9-B3260B1789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7916658" y="4779515"/>
                  <a:ext cx="0" cy="76533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5" name="Straight Connector 674">
                  <a:extLst>
                    <a:ext uri="{FF2B5EF4-FFF2-40B4-BE49-F238E27FC236}">
                      <a16:creationId xmlns:a16="http://schemas.microsoft.com/office/drawing/2014/main" id="{1393267A-9687-4A67-82A1-0782D4B5CF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7926448" y="4766277"/>
                  <a:ext cx="75131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6" name="Straight Connector 675">
                  <a:extLst>
                    <a:ext uri="{FF2B5EF4-FFF2-40B4-BE49-F238E27FC236}">
                      <a16:creationId xmlns:a16="http://schemas.microsoft.com/office/drawing/2014/main" id="{96BFD38C-C67F-45D2-BA26-7033C5EEFF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49322" y="4773350"/>
                  <a:ext cx="0" cy="75472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8" name="Straight Connector 677">
                  <a:extLst>
                    <a:ext uri="{FF2B5EF4-FFF2-40B4-BE49-F238E27FC236}">
                      <a16:creationId xmlns:a16="http://schemas.microsoft.com/office/drawing/2014/main" id="{2C502F4B-F8DC-44FB-B89D-B8215095F7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171715" y="6301988"/>
                  <a:ext cx="1466807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9" name="Straight Connector 678">
                  <a:extLst>
                    <a:ext uri="{FF2B5EF4-FFF2-40B4-BE49-F238E27FC236}">
                      <a16:creationId xmlns:a16="http://schemas.microsoft.com/office/drawing/2014/main" id="{84E0903B-740D-46A5-BFE5-DECE258378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665802" y="5546076"/>
                  <a:ext cx="0" cy="74665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0" name="Straight Connector 1179">
                  <a:extLst>
                    <a:ext uri="{FF2B5EF4-FFF2-40B4-BE49-F238E27FC236}">
                      <a16:creationId xmlns:a16="http://schemas.microsoft.com/office/drawing/2014/main" id="{DEE60474-88E6-42C2-AD51-AA24DD2DD2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171715" y="4807994"/>
                  <a:ext cx="1466807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55" name="Group 654">
              <a:extLst>
                <a:ext uri="{FF2B5EF4-FFF2-40B4-BE49-F238E27FC236}">
                  <a16:creationId xmlns:a16="http://schemas.microsoft.com/office/drawing/2014/main" id="{38AB2C70-7DFA-409C-938C-000787E25E61}"/>
                </a:ext>
              </a:extLst>
            </p:cNvPr>
            <p:cNvGrpSpPr/>
            <p:nvPr/>
          </p:nvGrpSpPr>
          <p:grpSpPr>
            <a:xfrm rot="5400000">
              <a:off x="4835339" y="178950"/>
              <a:ext cx="4568088" cy="6105503"/>
              <a:chOff x="4823986" y="192985"/>
              <a:chExt cx="4568088" cy="6105503"/>
            </a:xfrm>
          </p:grpSpPr>
          <p:grpSp>
            <p:nvGrpSpPr>
              <p:cNvPr id="656" name="Group 655">
                <a:extLst>
                  <a:ext uri="{FF2B5EF4-FFF2-40B4-BE49-F238E27FC236}">
                    <a16:creationId xmlns:a16="http://schemas.microsoft.com/office/drawing/2014/main" id="{E2D0827B-E076-461E-AAB9-0B5CECA4E3CB}"/>
                  </a:ext>
                </a:extLst>
              </p:cNvPr>
              <p:cNvGrpSpPr/>
              <p:nvPr/>
            </p:nvGrpSpPr>
            <p:grpSpPr>
              <a:xfrm>
                <a:off x="4823986" y="4744895"/>
                <a:ext cx="3779850" cy="1553593"/>
                <a:chOff x="4823986" y="4744895"/>
                <a:chExt cx="3779850" cy="1553593"/>
              </a:xfrm>
            </p:grpSpPr>
            <p:cxnSp>
              <p:nvCxnSpPr>
                <p:cNvPr id="666" name="Straight Connector 665">
                  <a:extLst>
                    <a:ext uri="{FF2B5EF4-FFF2-40B4-BE49-F238E27FC236}">
                      <a16:creationId xmlns:a16="http://schemas.microsoft.com/office/drawing/2014/main" id="{49ECE0B7-7C5A-40A3-AF9D-A38F144D1D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502348" y="5153795"/>
                  <a:ext cx="748560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7" name="Straight Connector 666">
                  <a:extLst>
                    <a:ext uri="{FF2B5EF4-FFF2-40B4-BE49-F238E27FC236}">
                      <a16:creationId xmlns:a16="http://schemas.microsoft.com/office/drawing/2014/main" id="{2155931F-7B9A-4D08-AAD4-4D132F563F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8240232" y="4402672"/>
                  <a:ext cx="0" cy="727209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8" name="Straight Connector 667">
                  <a:extLst>
                    <a:ext uri="{FF2B5EF4-FFF2-40B4-BE49-F238E27FC236}">
                      <a16:creationId xmlns:a16="http://schemas.microsoft.com/office/drawing/2014/main" id="{14F93BEC-B492-46AB-826D-B3F49790BE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971781" y="5913281"/>
                  <a:ext cx="77041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9" name="Straight Connector 668">
                  <a:extLst>
                    <a:ext uri="{FF2B5EF4-FFF2-40B4-BE49-F238E27FC236}">
                      <a16:creationId xmlns:a16="http://schemas.microsoft.com/office/drawing/2014/main" id="{5407979A-C313-4562-A34C-11AD03D52F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7117331" y="4780635"/>
                  <a:ext cx="0" cy="1487043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0" name="Straight Connector 669">
                  <a:extLst>
                    <a:ext uri="{FF2B5EF4-FFF2-40B4-BE49-F238E27FC236}">
                      <a16:creationId xmlns:a16="http://schemas.microsoft.com/office/drawing/2014/main" id="{F3C4BF30-C0CC-42F0-9195-AC888CF26D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228647" y="5130102"/>
                  <a:ext cx="77041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1" name="Straight Connector 670">
                  <a:extLst>
                    <a:ext uri="{FF2B5EF4-FFF2-40B4-BE49-F238E27FC236}">
                      <a16:creationId xmlns:a16="http://schemas.microsoft.com/office/drawing/2014/main" id="{9809DE82-01AD-4BEA-9CDA-718D373747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438779" y="5913282"/>
                  <a:ext cx="77041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7" name="Group 656">
                <a:extLst>
                  <a:ext uri="{FF2B5EF4-FFF2-40B4-BE49-F238E27FC236}">
                    <a16:creationId xmlns:a16="http://schemas.microsoft.com/office/drawing/2014/main" id="{D80018B9-9F73-4672-9FDB-8D05B7D2EA99}"/>
                  </a:ext>
                </a:extLst>
              </p:cNvPr>
              <p:cNvGrpSpPr/>
              <p:nvPr/>
            </p:nvGrpSpPr>
            <p:grpSpPr>
              <a:xfrm rot="10800000">
                <a:off x="5597917" y="192985"/>
                <a:ext cx="3794157" cy="3803646"/>
                <a:chOff x="4894292" y="2512244"/>
                <a:chExt cx="3794157" cy="3803646"/>
              </a:xfrm>
            </p:grpSpPr>
            <p:cxnSp>
              <p:nvCxnSpPr>
                <p:cNvPr id="659" name="Straight Connector 658">
                  <a:extLst>
                    <a:ext uri="{FF2B5EF4-FFF2-40B4-BE49-F238E27FC236}">
                      <a16:creationId xmlns:a16="http://schemas.microsoft.com/office/drawing/2014/main" id="{4954E002-BD1D-45E3-A44D-C45C3DA102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9277" y="4779515"/>
                  <a:ext cx="0" cy="78781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0" name="Straight Connector 659">
                  <a:extLst>
                    <a:ext uri="{FF2B5EF4-FFF2-40B4-BE49-F238E27FC236}">
                      <a16:creationId xmlns:a16="http://schemas.microsoft.com/office/drawing/2014/main" id="{99D88CD7-FC06-47FF-A868-54484E69BA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6447" y="4766277"/>
                  <a:ext cx="762002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1" name="Straight Connector 660">
                  <a:extLst>
                    <a:ext uri="{FF2B5EF4-FFF2-40B4-BE49-F238E27FC236}">
                      <a16:creationId xmlns:a16="http://schemas.microsoft.com/office/drawing/2014/main" id="{D09D162C-F72E-4096-92BA-9CB29A5BDC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067772" y="5941611"/>
                  <a:ext cx="748558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2" name="Straight Connector 661">
                  <a:extLst>
                    <a:ext uri="{FF2B5EF4-FFF2-40B4-BE49-F238E27FC236}">
                      <a16:creationId xmlns:a16="http://schemas.microsoft.com/office/drawing/2014/main" id="{ADE69FA8-28FB-4FA7-8283-E089173BD7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187427" y="4807763"/>
                  <a:ext cx="0" cy="149167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3" name="Straight Connector 662">
                  <a:extLst>
                    <a:ext uri="{FF2B5EF4-FFF2-40B4-BE49-F238E27FC236}">
                      <a16:creationId xmlns:a16="http://schemas.microsoft.com/office/drawing/2014/main" id="{A6FBA61F-3DD0-490E-A298-573A56573D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71270" y="3683674"/>
                  <a:ext cx="748558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4" name="Straight Connector 663">
                  <a:extLst>
                    <a:ext uri="{FF2B5EF4-FFF2-40B4-BE49-F238E27FC236}">
                      <a16:creationId xmlns:a16="http://schemas.microsoft.com/office/drawing/2014/main" id="{B78F3200-34E4-48AC-A9BE-2C107BE804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520013" y="2886523"/>
                  <a:ext cx="748558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CEAE7F87-3D5C-411D-AB11-631DF4142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070" y="1722685"/>
            <a:ext cx="3093767" cy="3072471"/>
          </a:xfrm>
          <a:prstGeom prst="rect">
            <a:avLst/>
          </a:prstGeom>
        </p:spPr>
      </p:pic>
      <p:pic>
        <p:nvPicPr>
          <p:cNvPr id="1177" name="Picture 1176">
            <a:extLst>
              <a:ext uri="{FF2B5EF4-FFF2-40B4-BE49-F238E27FC236}">
                <a16:creationId xmlns:a16="http://schemas.microsoft.com/office/drawing/2014/main" id="{54B5C66A-8BD0-4A4C-92E0-4FAEC65AE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648" y="2492925"/>
            <a:ext cx="1542612" cy="1531992"/>
          </a:xfrm>
          <a:prstGeom prst="rect">
            <a:avLst/>
          </a:prstGeom>
        </p:spPr>
      </p:pic>
      <p:pic>
        <p:nvPicPr>
          <p:cNvPr id="1178" name="Picture 1177">
            <a:extLst>
              <a:ext uri="{FF2B5EF4-FFF2-40B4-BE49-F238E27FC236}">
                <a16:creationId xmlns:a16="http://schemas.microsoft.com/office/drawing/2014/main" id="{15C7946F-067D-4F5A-AF9A-3204A5A5E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658" y="2876117"/>
            <a:ext cx="782592" cy="777204"/>
          </a:xfrm>
          <a:prstGeom prst="rect">
            <a:avLst/>
          </a:prstGeom>
        </p:spPr>
      </p:pic>
      <p:pic>
        <p:nvPicPr>
          <p:cNvPr id="1179" name="Picture 1178">
            <a:extLst>
              <a:ext uri="{FF2B5EF4-FFF2-40B4-BE49-F238E27FC236}">
                <a16:creationId xmlns:a16="http://schemas.microsoft.com/office/drawing/2014/main" id="{8C3629EE-BDB3-4329-9DFE-CDC247217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372" y="2876117"/>
            <a:ext cx="782592" cy="7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162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67E000A-10B0-4D2C-8337-179AF4C48D4F}"/>
              </a:ext>
            </a:extLst>
          </p:cNvPr>
          <p:cNvCxnSpPr>
            <a:cxnSpLocks/>
          </p:cNvCxnSpPr>
          <p:nvPr/>
        </p:nvCxnSpPr>
        <p:spPr>
          <a:xfrm flipH="1">
            <a:off x="11455400" y="615315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0743A66-FF67-49FC-9BA3-AC0C17D806A9}"/>
              </a:ext>
            </a:extLst>
          </p:cNvPr>
          <p:cNvCxnSpPr>
            <a:cxnSpLocks/>
          </p:cNvCxnSpPr>
          <p:nvPr/>
        </p:nvCxnSpPr>
        <p:spPr>
          <a:xfrm flipH="1">
            <a:off x="12217400" y="5397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06296A6-ABD3-4B41-A9A9-F206ECC8EA95}"/>
              </a:ext>
            </a:extLst>
          </p:cNvPr>
          <p:cNvCxnSpPr>
            <a:cxnSpLocks/>
          </p:cNvCxnSpPr>
          <p:nvPr/>
        </p:nvCxnSpPr>
        <p:spPr>
          <a:xfrm flipH="1">
            <a:off x="12979400" y="46291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19A269B-840F-4CAC-B266-CA17CC28E7DA}"/>
              </a:ext>
            </a:extLst>
          </p:cNvPr>
          <p:cNvCxnSpPr>
            <a:cxnSpLocks/>
          </p:cNvCxnSpPr>
          <p:nvPr/>
        </p:nvCxnSpPr>
        <p:spPr>
          <a:xfrm flipH="1">
            <a:off x="13741400" y="38354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5FE043E-2A09-4B7D-ABC4-D9D8CF7724A7}"/>
              </a:ext>
            </a:extLst>
          </p:cNvPr>
          <p:cNvCxnSpPr>
            <a:cxnSpLocks/>
          </p:cNvCxnSpPr>
          <p:nvPr/>
        </p:nvCxnSpPr>
        <p:spPr>
          <a:xfrm flipH="1">
            <a:off x="14503400" y="3117850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9C3B920-A921-485F-8A27-4B9631F2EF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A96ABCD-1135-454A-8A24-478C813C99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AE3E8C8-637C-4BF5-827A-CEB73BB5B2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DDAF515-56EF-41B1-8DE3-BE4AB02B6FA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7D42396-6782-4E87-A81C-0D91CAE01A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487150" y="-952500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3" name="Group 1852">
            <a:extLst>
              <a:ext uri="{FF2B5EF4-FFF2-40B4-BE49-F238E27FC236}">
                <a16:creationId xmlns:a16="http://schemas.microsoft.com/office/drawing/2014/main" id="{13085F61-C1E6-493C-BCD7-E34A9B005B10}"/>
              </a:ext>
            </a:extLst>
          </p:cNvPr>
          <p:cNvGrpSpPr/>
          <p:nvPr/>
        </p:nvGrpSpPr>
        <p:grpSpPr>
          <a:xfrm rot="5400000">
            <a:off x="2284926" y="-705906"/>
            <a:ext cx="7621076" cy="7640109"/>
            <a:chOff x="2284926" y="-705906"/>
            <a:chExt cx="7621076" cy="7640109"/>
          </a:xfrm>
        </p:grpSpPr>
        <p:grpSp>
          <p:nvGrpSpPr>
            <p:cNvPr id="1271" name="Group 1270">
              <a:extLst>
                <a:ext uri="{FF2B5EF4-FFF2-40B4-BE49-F238E27FC236}">
                  <a16:creationId xmlns:a16="http://schemas.microsoft.com/office/drawing/2014/main" id="{D12FF7D1-E340-4558-A865-EFE9C13CB469}"/>
                </a:ext>
              </a:extLst>
            </p:cNvPr>
            <p:cNvGrpSpPr/>
            <p:nvPr/>
          </p:nvGrpSpPr>
          <p:grpSpPr>
            <a:xfrm>
              <a:off x="2286000" y="-704850"/>
              <a:ext cx="7620000" cy="7620000"/>
              <a:chOff x="2286000" y="-704850"/>
              <a:chExt cx="7620000" cy="7620000"/>
            </a:xfrm>
            <a:solidFill>
              <a:schemeClr val="bg1">
                <a:lumMod val="95000"/>
              </a:schemeClr>
            </a:solidFill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B2D5BE7-1633-4385-80C4-A008F0EAFDBA}"/>
                  </a:ext>
                </a:extLst>
              </p:cNvPr>
              <p:cNvGrpSpPr/>
              <p:nvPr/>
            </p:nvGrpSpPr>
            <p:grpSpPr>
              <a:xfrm>
                <a:off x="6096000" y="-704850"/>
                <a:ext cx="3810000" cy="3810000"/>
                <a:chOff x="5334000" y="1581150"/>
                <a:chExt cx="3810000" cy="3810000"/>
              </a:xfrm>
              <a:grpFill/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1B4B7043-0D74-4AF8-9D9B-6F59631FB7F9}"/>
                    </a:ext>
                  </a:extLst>
                </p:cNvPr>
                <p:cNvSpPr/>
                <p:nvPr/>
              </p:nvSpPr>
              <p:spPr>
                <a:xfrm>
                  <a:off x="5334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F5BB6CCB-514D-4F11-B75D-1BE692D02946}"/>
                    </a:ext>
                  </a:extLst>
                </p:cNvPr>
                <p:cNvSpPr/>
                <p:nvPr/>
              </p:nvSpPr>
              <p:spPr>
                <a:xfrm>
                  <a:off x="6096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79996AD3-01DA-4843-8B1F-1471B9ED1855}"/>
                    </a:ext>
                  </a:extLst>
                </p:cNvPr>
                <p:cNvSpPr/>
                <p:nvPr/>
              </p:nvSpPr>
              <p:spPr>
                <a:xfrm>
                  <a:off x="5334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361533BB-F16D-4B2B-B9FC-1CA84FE3D6B4}"/>
                    </a:ext>
                  </a:extLst>
                </p:cNvPr>
                <p:cNvSpPr/>
                <p:nvPr/>
              </p:nvSpPr>
              <p:spPr>
                <a:xfrm>
                  <a:off x="6096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7454D39B-4DC3-4E1C-B0F2-8D27D510F65C}"/>
                    </a:ext>
                  </a:extLst>
                </p:cNvPr>
                <p:cNvSpPr/>
                <p:nvPr/>
              </p:nvSpPr>
              <p:spPr>
                <a:xfrm>
                  <a:off x="6858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CAE1072-2718-4A2C-B1CE-47A87CE20E82}"/>
                    </a:ext>
                  </a:extLst>
                </p:cNvPr>
                <p:cNvSpPr/>
                <p:nvPr/>
              </p:nvSpPr>
              <p:spPr>
                <a:xfrm>
                  <a:off x="7620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1973E0A-DAEF-4FFC-B21B-5C5358DFFAFB}"/>
                    </a:ext>
                  </a:extLst>
                </p:cNvPr>
                <p:cNvSpPr/>
                <p:nvPr/>
              </p:nvSpPr>
              <p:spPr>
                <a:xfrm>
                  <a:off x="6858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2811856-23DD-4E94-87F4-D0F78898BF03}"/>
                    </a:ext>
                  </a:extLst>
                </p:cNvPr>
                <p:cNvSpPr/>
                <p:nvPr/>
              </p:nvSpPr>
              <p:spPr>
                <a:xfrm>
                  <a:off x="7620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BAC6B024-3C9A-4A71-9772-756FEE71284C}"/>
                    </a:ext>
                  </a:extLst>
                </p:cNvPr>
                <p:cNvSpPr/>
                <p:nvPr/>
              </p:nvSpPr>
              <p:spPr>
                <a:xfrm>
                  <a:off x="5334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19B74EA-A5B1-4804-BB38-97BBE6766B97}"/>
                    </a:ext>
                  </a:extLst>
                </p:cNvPr>
                <p:cNvSpPr/>
                <p:nvPr/>
              </p:nvSpPr>
              <p:spPr>
                <a:xfrm>
                  <a:off x="6096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7D2ABC6-6DB3-463B-AE69-ED288C7890BC}"/>
                    </a:ext>
                  </a:extLst>
                </p:cNvPr>
                <p:cNvSpPr/>
                <p:nvPr/>
              </p:nvSpPr>
              <p:spPr>
                <a:xfrm>
                  <a:off x="5334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961C1202-0F97-476C-87C5-0E0FAE14B0E9}"/>
                    </a:ext>
                  </a:extLst>
                </p:cNvPr>
                <p:cNvSpPr/>
                <p:nvPr/>
              </p:nvSpPr>
              <p:spPr>
                <a:xfrm>
                  <a:off x="6096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0CB56DC5-4341-4D7F-822F-26AB87DE848D}"/>
                    </a:ext>
                  </a:extLst>
                </p:cNvPr>
                <p:cNvSpPr/>
                <p:nvPr/>
              </p:nvSpPr>
              <p:spPr>
                <a:xfrm>
                  <a:off x="6858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AA26E8D9-C482-4EBD-9122-952EAD33DCC0}"/>
                    </a:ext>
                  </a:extLst>
                </p:cNvPr>
                <p:cNvSpPr/>
                <p:nvPr/>
              </p:nvSpPr>
              <p:spPr>
                <a:xfrm>
                  <a:off x="7620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1D14918-CBD2-4AD6-A9D5-B898498B119B}"/>
                    </a:ext>
                  </a:extLst>
                </p:cNvPr>
                <p:cNvSpPr/>
                <p:nvPr/>
              </p:nvSpPr>
              <p:spPr>
                <a:xfrm>
                  <a:off x="6858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36E007D-8552-4F37-BFCF-9CCC2098868E}"/>
                    </a:ext>
                  </a:extLst>
                </p:cNvPr>
                <p:cNvSpPr/>
                <p:nvPr/>
              </p:nvSpPr>
              <p:spPr>
                <a:xfrm>
                  <a:off x="7620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A955D389-C8CC-4743-AC10-409AD6CF1F5C}"/>
                    </a:ext>
                  </a:extLst>
                </p:cNvPr>
                <p:cNvSpPr/>
                <p:nvPr/>
              </p:nvSpPr>
              <p:spPr>
                <a:xfrm>
                  <a:off x="8382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3CDECD55-22DD-4972-9C77-A047BF0365F3}"/>
                    </a:ext>
                  </a:extLst>
                </p:cNvPr>
                <p:cNvSpPr/>
                <p:nvPr/>
              </p:nvSpPr>
              <p:spPr>
                <a:xfrm>
                  <a:off x="8382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8621F6DD-EDB9-425E-99B1-CE658E757F2B}"/>
                    </a:ext>
                  </a:extLst>
                </p:cNvPr>
                <p:cNvSpPr/>
                <p:nvPr/>
              </p:nvSpPr>
              <p:spPr>
                <a:xfrm>
                  <a:off x="8382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66EDDE8-E320-4F0F-826A-7F4A2C4990BB}"/>
                    </a:ext>
                  </a:extLst>
                </p:cNvPr>
                <p:cNvSpPr/>
                <p:nvPr/>
              </p:nvSpPr>
              <p:spPr>
                <a:xfrm>
                  <a:off x="8382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E5418A1-5C42-4636-BC9F-3C60CA0B78BC}"/>
                    </a:ext>
                  </a:extLst>
                </p:cNvPr>
                <p:cNvSpPr/>
                <p:nvPr/>
              </p:nvSpPr>
              <p:spPr>
                <a:xfrm>
                  <a:off x="5334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DAE19F31-7FBB-497E-821C-490472936C65}"/>
                    </a:ext>
                  </a:extLst>
                </p:cNvPr>
                <p:cNvSpPr/>
                <p:nvPr/>
              </p:nvSpPr>
              <p:spPr>
                <a:xfrm>
                  <a:off x="6096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48A8DE7-0C1B-430C-96F8-3E54FB3C4184}"/>
                    </a:ext>
                  </a:extLst>
                </p:cNvPr>
                <p:cNvSpPr/>
                <p:nvPr/>
              </p:nvSpPr>
              <p:spPr>
                <a:xfrm>
                  <a:off x="6858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96AC67A1-AFA6-4824-A2F9-E99C6A1BE822}"/>
                    </a:ext>
                  </a:extLst>
                </p:cNvPr>
                <p:cNvSpPr/>
                <p:nvPr/>
              </p:nvSpPr>
              <p:spPr>
                <a:xfrm>
                  <a:off x="7620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601247A-31D3-44D3-A5BF-99D1638445AB}"/>
                    </a:ext>
                  </a:extLst>
                </p:cNvPr>
                <p:cNvSpPr/>
                <p:nvPr/>
              </p:nvSpPr>
              <p:spPr>
                <a:xfrm>
                  <a:off x="8382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AE7E4265-D54E-4228-9294-37EE7D6D4FD0}"/>
                  </a:ext>
                </a:extLst>
              </p:cNvPr>
              <p:cNvGrpSpPr/>
              <p:nvPr/>
            </p:nvGrpSpPr>
            <p:grpSpPr>
              <a:xfrm>
                <a:off x="6096000" y="3105150"/>
                <a:ext cx="3810000" cy="3810000"/>
                <a:chOff x="5334000" y="1581150"/>
                <a:chExt cx="3810000" cy="3810000"/>
              </a:xfrm>
              <a:grpFill/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EB37DC7E-BE40-4515-B4D3-58621141C770}"/>
                    </a:ext>
                  </a:extLst>
                </p:cNvPr>
                <p:cNvSpPr/>
                <p:nvPr/>
              </p:nvSpPr>
              <p:spPr>
                <a:xfrm>
                  <a:off x="5334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3CABCC10-21BC-4A3E-8A15-89412C499DB1}"/>
                    </a:ext>
                  </a:extLst>
                </p:cNvPr>
                <p:cNvSpPr/>
                <p:nvPr/>
              </p:nvSpPr>
              <p:spPr>
                <a:xfrm>
                  <a:off x="6096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8D382350-0104-480C-828B-B51DCDF1DFBB}"/>
                    </a:ext>
                  </a:extLst>
                </p:cNvPr>
                <p:cNvSpPr/>
                <p:nvPr/>
              </p:nvSpPr>
              <p:spPr>
                <a:xfrm>
                  <a:off x="5334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F897932E-3AFA-42DC-B0D0-107E0FF63B7F}"/>
                    </a:ext>
                  </a:extLst>
                </p:cNvPr>
                <p:cNvSpPr/>
                <p:nvPr/>
              </p:nvSpPr>
              <p:spPr>
                <a:xfrm>
                  <a:off x="6096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5974DD46-B6A6-4DD1-9407-2DCDF5725D3E}"/>
                    </a:ext>
                  </a:extLst>
                </p:cNvPr>
                <p:cNvSpPr/>
                <p:nvPr/>
              </p:nvSpPr>
              <p:spPr>
                <a:xfrm>
                  <a:off x="6858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031BAE9-ABA3-44A2-9850-5AED8DD4BC36}"/>
                    </a:ext>
                  </a:extLst>
                </p:cNvPr>
                <p:cNvSpPr/>
                <p:nvPr/>
              </p:nvSpPr>
              <p:spPr>
                <a:xfrm>
                  <a:off x="7620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C64D7C50-6CC9-4035-A784-4D715FDC30EF}"/>
                    </a:ext>
                  </a:extLst>
                </p:cNvPr>
                <p:cNvSpPr/>
                <p:nvPr/>
              </p:nvSpPr>
              <p:spPr>
                <a:xfrm>
                  <a:off x="6858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67350C3C-5DBD-4D15-AD56-BEDA856F99F3}"/>
                    </a:ext>
                  </a:extLst>
                </p:cNvPr>
                <p:cNvSpPr/>
                <p:nvPr/>
              </p:nvSpPr>
              <p:spPr>
                <a:xfrm>
                  <a:off x="7620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E00B65AB-3728-4F9B-A25B-665D9A7195FF}"/>
                    </a:ext>
                  </a:extLst>
                </p:cNvPr>
                <p:cNvSpPr/>
                <p:nvPr/>
              </p:nvSpPr>
              <p:spPr>
                <a:xfrm>
                  <a:off x="5334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BBFCB338-A6DE-4E44-9AE8-92E36A550FA4}"/>
                    </a:ext>
                  </a:extLst>
                </p:cNvPr>
                <p:cNvSpPr/>
                <p:nvPr/>
              </p:nvSpPr>
              <p:spPr>
                <a:xfrm>
                  <a:off x="6096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1BBC19D-60B9-48B7-9986-BD0FBEEA6A5C}"/>
                    </a:ext>
                  </a:extLst>
                </p:cNvPr>
                <p:cNvSpPr/>
                <p:nvPr/>
              </p:nvSpPr>
              <p:spPr>
                <a:xfrm>
                  <a:off x="5334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ED9D47D-2759-4D49-9AF8-E40AED18B8D7}"/>
                    </a:ext>
                  </a:extLst>
                </p:cNvPr>
                <p:cNvSpPr/>
                <p:nvPr/>
              </p:nvSpPr>
              <p:spPr>
                <a:xfrm>
                  <a:off x="6096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ECF0AC2E-E672-4202-B79B-78E8417E39B5}"/>
                    </a:ext>
                  </a:extLst>
                </p:cNvPr>
                <p:cNvSpPr/>
                <p:nvPr/>
              </p:nvSpPr>
              <p:spPr>
                <a:xfrm>
                  <a:off x="6858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88396458-AE2A-44F7-9C1F-E6678F123E40}"/>
                    </a:ext>
                  </a:extLst>
                </p:cNvPr>
                <p:cNvSpPr/>
                <p:nvPr/>
              </p:nvSpPr>
              <p:spPr>
                <a:xfrm>
                  <a:off x="7620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CF53D02-8909-4C5F-9C2D-0341FDDB0D24}"/>
                    </a:ext>
                  </a:extLst>
                </p:cNvPr>
                <p:cNvSpPr/>
                <p:nvPr/>
              </p:nvSpPr>
              <p:spPr>
                <a:xfrm>
                  <a:off x="6858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13225B5-16D5-460C-AAB3-E5B05F64DF62}"/>
                    </a:ext>
                  </a:extLst>
                </p:cNvPr>
                <p:cNvSpPr/>
                <p:nvPr/>
              </p:nvSpPr>
              <p:spPr>
                <a:xfrm>
                  <a:off x="7620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76678D13-E89E-4DE0-82EF-D068C571AB92}"/>
                    </a:ext>
                  </a:extLst>
                </p:cNvPr>
                <p:cNvSpPr/>
                <p:nvPr/>
              </p:nvSpPr>
              <p:spPr>
                <a:xfrm>
                  <a:off x="8382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5683016-8DA6-466F-AFD2-AE5F2DDD5022}"/>
                    </a:ext>
                  </a:extLst>
                </p:cNvPr>
                <p:cNvSpPr/>
                <p:nvPr/>
              </p:nvSpPr>
              <p:spPr>
                <a:xfrm>
                  <a:off x="8382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ABF61133-B3F2-48A7-83D6-4D822410ADB9}"/>
                    </a:ext>
                  </a:extLst>
                </p:cNvPr>
                <p:cNvSpPr/>
                <p:nvPr/>
              </p:nvSpPr>
              <p:spPr>
                <a:xfrm>
                  <a:off x="8382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4DE91E53-835C-4CB1-9497-AB8DBE35CCB9}"/>
                    </a:ext>
                  </a:extLst>
                </p:cNvPr>
                <p:cNvSpPr/>
                <p:nvPr/>
              </p:nvSpPr>
              <p:spPr>
                <a:xfrm>
                  <a:off x="8382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4BF4D14B-CFE9-44CC-A9EE-B63B395E1B63}"/>
                    </a:ext>
                  </a:extLst>
                </p:cNvPr>
                <p:cNvSpPr/>
                <p:nvPr/>
              </p:nvSpPr>
              <p:spPr>
                <a:xfrm>
                  <a:off x="5334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0C389A39-A3D6-4376-AFAF-B0937BF2E026}"/>
                    </a:ext>
                  </a:extLst>
                </p:cNvPr>
                <p:cNvSpPr/>
                <p:nvPr/>
              </p:nvSpPr>
              <p:spPr>
                <a:xfrm>
                  <a:off x="6096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7143B2A-3E8E-4D11-A591-B79ABE211352}"/>
                    </a:ext>
                  </a:extLst>
                </p:cNvPr>
                <p:cNvSpPr/>
                <p:nvPr/>
              </p:nvSpPr>
              <p:spPr>
                <a:xfrm>
                  <a:off x="6858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C6AE8C4D-8BA8-4E2F-AE78-46657CBE5501}"/>
                    </a:ext>
                  </a:extLst>
                </p:cNvPr>
                <p:cNvSpPr/>
                <p:nvPr/>
              </p:nvSpPr>
              <p:spPr>
                <a:xfrm>
                  <a:off x="7620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E491856-165C-4089-BD1D-547EC6A03BAD}"/>
                    </a:ext>
                  </a:extLst>
                </p:cNvPr>
                <p:cNvSpPr/>
                <p:nvPr/>
              </p:nvSpPr>
              <p:spPr>
                <a:xfrm>
                  <a:off x="8382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B11C278-4F42-4F59-BE18-65BE78088507}"/>
                  </a:ext>
                </a:extLst>
              </p:cNvPr>
              <p:cNvGrpSpPr/>
              <p:nvPr/>
            </p:nvGrpSpPr>
            <p:grpSpPr>
              <a:xfrm>
                <a:off x="2286000" y="3105150"/>
                <a:ext cx="3810000" cy="3810000"/>
                <a:chOff x="5334000" y="1581150"/>
                <a:chExt cx="3810000" cy="3810000"/>
              </a:xfrm>
              <a:grp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82A1867B-F066-4177-88C7-11536715C00A}"/>
                    </a:ext>
                  </a:extLst>
                </p:cNvPr>
                <p:cNvSpPr/>
                <p:nvPr/>
              </p:nvSpPr>
              <p:spPr>
                <a:xfrm>
                  <a:off x="5334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7EB29B73-B25D-41A4-8115-660E32A761F1}"/>
                    </a:ext>
                  </a:extLst>
                </p:cNvPr>
                <p:cNvSpPr/>
                <p:nvPr/>
              </p:nvSpPr>
              <p:spPr>
                <a:xfrm>
                  <a:off x="6096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271E7E8C-E882-4336-9254-5DCEF5B85699}"/>
                    </a:ext>
                  </a:extLst>
                </p:cNvPr>
                <p:cNvSpPr/>
                <p:nvPr/>
              </p:nvSpPr>
              <p:spPr>
                <a:xfrm>
                  <a:off x="5334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84D0F51C-BD37-46C3-8D7F-D881865DCE5C}"/>
                    </a:ext>
                  </a:extLst>
                </p:cNvPr>
                <p:cNvSpPr/>
                <p:nvPr/>
              </p:nvSpPr>
              <p:spPr>
                <a:xfrm>
                  <a:off x="6096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528A9BB0-092D-4E82-A71A-B4CEC2A48DA8}"/>
                    </a:ext>
                  </a:extLst>
                </p:cNvPr>
                <p:cNvSpPr/>
                <p:nvPr/>
              </p:nvSpPr>
              <p:spPr>
                <a:xfrm>
                  <a:off x="6858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3F950BA6-4285-4BCD-88B4-A147879498BC}"/>
                    </a:ext>
                  </a:extLst>
                </p:cNvPr>
                <p:cNvSpPr/>
                <p:nvPr/>
              </p:nvSpPr>
              <p:spPr>
                <a:xfrm>
                  <a:off x="7620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98FA8CA4-DE4A-4FE9-8687-263B95B14C02}"/>
                    </a:ext>
                  </a:extLst>
                </p:cNvPr>
                <p:cNvSpPr/>
                <p:nvPr/>
              </p:nvSpPr>
              <p:spPr>
                <a:xfrm>
                  <a:off x="6858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B6E509D6-E01E-4959-93F1-685397C5BCB1}"/>
                    </a:ext>
                  </a:extLst>
                </p:cNvPr>
                <p:cNvSpPr/>
                <p:nvPr/>
              </p:nvSpPr>
              <p:spPr>
                <a:xfrm>
                  <a:off x="7620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A3C0C758-FFEF-458B-AB1C-562ABB3D49E4}"/>
                    </a:ext>
                  </a:extLst>
                </p:cNvPr>
                <p:cNvSpPr/>
                <p:nvPr/>
              </p:nvSpPr>
              <p:spPr>
                <a:xfrm>
                  <a:off x="5334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9533336E-645C-4ACA-AEDF-887281445B7B}"/>
                    </a:ext>
                  </a:extLst>
                </p:cNvPr>
                <p:cNvSpPr/>
                <p:nvPr/>
              </p:nvSpPr>
              <p:spPr>
                <a:xfrm>
                  <a:off x="6096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755890A9-B7BA-45C7-9352-9E6512DCA23B}"/>
                    </a:ext>
                  </a:extLst>
                </p:cNvPr>
                <p:cNvSpPr/>
                <p:nvPr/>
              </p:nvSpPr>
              <p:spPr>
                <a:xfrm>
                  <a:off x="5334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2F6A4E79-BC4B-48A0-AF0F-53CAC7137A92}"/>
                    </a:ext>
                  </a:extLst>
                </p:cNvPr>
                <p:cNvSpPr/>
                <p:nvPr/>
              </p:nvSpPr>
              <p:spPr>
                <a:xfrm>
                  <a:off x="6096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7F6B561F-17C5-4B16-A641-ADDF4C867680}"/>
                    </a:ext>
                  </a:extLst>
                </p:cNvPr>
                <p:cNvSpPr/>
                <p:nvPr/>
              </p:nvSpPr>
              <p:spPr>
                <a:xfrm>
                  <a:off x="6858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317BF6A6-2600-4C52-808C-C47F3E15D655}"/>
                    </a:ext>
                  </a:extLst>
                </p:cNvPr>
                <p:cNvSpPr/>
                <p:nvPr/>
              </p:nvSpPr>
              <p:spPr>
                <a:xfrm>
                  <a:off x="7620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C4BFD728-E5A6-4AEC-9F04-6FA620E98783}"/>
                    </a:ext>
                  </a:extLst>
                </p:cNvPr>
                <p:cNvSpPr/>
                <p:nvPr/>
              </p:nvSpPr>
              <p:spPr>
                <a:xfrm>
                  <a:off x="6858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C07F06A6-C3F7-4B14-8CAC-0E0264320725}"/>
                    </a:ext>
                  </a:extLst>
                </p:cNvPr>
                <p:cNvSpPr/>
                <p:nvPr/>
              </p:nvSpPr>
              <p:spPr>
                <a:xfrm>
                  <a:off x="7620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657C000B-C503-4E5A-8125-9638D4CE8EC4}"/>
                    </a:ext>
                  </a:extLst>
                </p:cNvPr>
                <p:cNvSpPr/>
                <p:nvPr/>
              </p:nvSpPr>
              <p:spPr>
                <a:xfrm>
                  <a:off x="8382000" y="2343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84B2534D-0B45-44E3-9FD9-512B1C0D9B83}"/>
                    </a:ext>
                  </a:extLst>
                </p:cNvPr>
                <p:cNvSpPr/>
                <p:nvPr/>
              </p:nvSpPr>
              <p:spPr>
                <a:xfrm>
                  <a:off x="8382000" y="3105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9017CD8C-10BF-45C5-BB0D-E7CA097D8FA0}"/>
                    </a:ext>
                  </a:extLst>
                </p:cNvPr>
                <p:cNvSpPr/>
                <p:nvPr/>
              </p:nvSpPr>
              <p:spPr>
                <a:xfrm>
                  <a:off x="8382000" y="3867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9B480AFB-87E8-4546-81AF-676E125369CB}"/>
                    </a:ext>
                  </a:extLst>
                </p:cNvPr>
                <p:cNvSpPr/>
                <p:nvPr/>
              </p:nvSpPr>
              <p:spPr>
                <a:xfrm>
                  <a:off x="8382000" y="4629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5A1FB77D-BC0C-42E9-A638-FFB42A78471E}"/>
                    </a:ext>
                  </a:extLst>
                </p:cNvPr>
                <p:cNvSpPr/>
                <p:nvPr/>
              </p:nvSpPr>
              <p:spPr>
                <a:xfrm>
                  <a:off x="5334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0270E7B-285C-4A73-B508-0709D5A66EA2}"/>
                    </a:ext>
                  </a:extLst>
                </p:cNvPr>
                <p:cNvSpPr/>
                <p:nvPr/>
              </p:nvSpPr>
              <p:spPr>
                <a:xfrm>
                  <a:off x="6096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C0E9CE9D-2794-4B8D-8BAA-FCFC78B8EA97}"/>
                    </a:ext>
                  </a:extLst>
                </p:cNvPr>
                <p:cNvSpPr/>
                <p:nvPr/>
              </p:nvSpPr>
              <p:spPr>
                <a:xfrm>
                  <a:off x="6858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2BED8F2A-C48C-414C-BE6C-EBBB10AEDE61}"/>
                    </a:ext>
                  </a:extLst>
                </p:cNvPr>
                <p:cNvSpPr/>
                <p:nvPr/>
              </p:nvSpPr>
              <p:spPr>
                <a:xfrm>
                  <a:off x="7620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112D9533-E854-4354-B09F-F8A4AF8B3CC6}"/>
                    </a:ext>
                  </a:extLst>
                </p:cNvPr>
                <p:cNvSpPr/>
                <p:nvPr/>
              </p:nvSpPr>
              <p:spPr>
                <a:xfrm>
                  <a:off x="8382000" y="1581150"/>
                  <a:ext cx="762000" cy="762000"/>
                </a:xfrm>
                <a:prstGeom prst="rect">
                  <a:avLst/>
                </a:prstGeom>
                <a:grp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1502" name="Group 1501">
              <a:extLst>
                <a:ext uri="{FF2B5EF4-FFF2-40B4-BE49-F238E27FC236}">
                  <a16:creationId xmlns:a16="http://schemas.microsoft.com/office/drawing/2014/main" id="{A8E6DD81-9F4B-4887-81B0-0679AA76A195}"/>
                </a:ext>
              </a:extLst>
            </p:cNvPr>
            <p:cNvGrpSpPr/>
            <p:nvPr/>
          </p:nvGrpSpPr>
          <p:grpSpPr>
            <a:xfrm>
              <a:off x="2285997" y="-705905"/>
              <a:ext cx="3807886" cy="3817405"/>
              <a:chOff x="2285997" y="-705905"/>
              <a:chExt cx="3807886" cy="3817405"/>
            </a:xfrm>
          </p:grpSpPr>
          <p:grpSp>
            <p:nvGrpSpPr>
              <p:cNvPr id="815" name="Group 814">
                <a:extLst>
                  <a:ext uri="{FF2B5EF4-FFF2-40B4-BE49-F238E27FC236}">
                    <a16:creationId xmlns:a16="http://schemas.microsoft.com/office/drawing/2014/main" id="{FA49B184-8B37-4A0D-BF2C-77E38B4BAF0A}"/>
                  </a:ext>
                </a:extLst>
              </p:cNvPr>
              <p:cNvGrpSpPr/>
              <p:nvPr/>
            </p:nvGrpSpPr>
            <p:grpSpPr>
              <a:xfrm>
                <a:off x="2285997" y="-705905"/>
                <a:ext cx="3807886" cy="3807884"/>
                <a:chOff x="2285997" y="-705905"/>
                <a:chExt cx="3807886" cy="3807884"/>
              </a:xfrm>
              <a:solidFill>
                <a:srgbClr val="F8F8F8"/>
              </a:solidFill>
            </p:grpSpPr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CA5B889D-3C0A-4906-947B-4C4573F8925A}"/>
                    </a:ext>
                  </a:extLst>
                </p:cNvPr>
                <p:cNvGrpSpPr/>
                <p:nvPr/>
              </p:nvGrpSpPr>
              <p:grpSpPr>
                <a:xfrm>
                  <a:off x="4189940" y="-705905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232" name="Rectangle 231">
                    <a:extLst>
                      <a:ext uri="{FF2B5EF4-FFF2-40B4-BE49-F238E27FC236}">
                        <a16:creationId xmlns:a16="http://schemas.microsoft.com/office/drawing/2014/main" id="{9FC16BA4-F551-4C66-B5B6-190B99C0463E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3" name="Rectangle 232">
                    <a:extLst>
                      <a:ext uri="{FF2B5EF4-FFF2-40B4-BE49-F238E27FC236}">
                        <a16:creationId xmlns:a16="http://schemas.microsoft.com/office/drawing/2014/main" id="{997A74A7-2468-4BEC-8CBB-DFD8EBB6CD6C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4" name="Rectangle 233">
                    <a:extLst>
                      <a:ext uri="{FF2B5EF4-FFF2-40B4-BE49-F238E27FC236}">
                        <a16:creationId xmlns:a16="http://schemas.microsoft.com/office/drawing/2014/main" id="{3F6530A4-D8F3-4112-B8AA-8CF172738940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5" name="Rectangle 234">
                    <a:extLst>
                      <a:ext uri="{FF2B5EF4-FFF2-40B4-BE49-F238E27FC236}">
                        <a16:creationId xmlns:a16="http://schemas.microsoft.com/office/drawing/2014/main" id="{6FD7E65C-7FC8-44EF-AF3E-47D0BC275E4E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6" name="Rectangle 235">
                    <a:extLst>
                      <a:ext uri="{FF2B5EF4-FFF2-40B4-BE49-F238E27FC236}">
                        <a16:creationId xmlns:a16="http://schemas.microsoft.com/office/drawing/2014/main" id="{4DF3F34F-3CA5-40A9-B5DE-5C61FE48FAE1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7" name="Rectangle 236">
                    <a:extLst>
                      <a:ext uri="{FF2B5EF4-FFF2-40B4-BE49-F238E27FC236}">
                        <a16:creationId xmlns:a16="http://schemas.microsoft.com/office/drawing/2014/main" id="{481CF5CD-906C-4060-9397-553D6FE28FAF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8" name="Rectangle 237">
                    <a:extLst>
                      <a:ext uri="{FF2B5EF4-FFF2-40B4-BE49-F238E27FC236}">
                        <a16:creationId xmlns:a16="http://schemas.microsoft.com/office/drawing/2014/main" id="{7B3C6C69-5D43-4890-AF6B-CAA7272D34E1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9" name="Rectangle 238">
                    <a:extLst>
                      <a:ext uri="{FF2B5EF4-FFF2-40B4-BE49-F238E27FC236}">
                        <a16:creationId xmlns:a16="http://schemas.microsoft.com/office/drawing/2014/main" id="{0BB4917F-66D5-49D4-AE2B-4975F8B1D6E3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0" name="Rectangle 239">
                    <a:extLst>
                      <a:ext uri="{FF2B5EF4-FFF2-40B4-BE49-F238E27FC236}">
                        <a16:creationId xmlns:a16="http://schemas.microsoft.com/office/drawing/2014/main" id="{E3A7EC08-1A35-4FF4-B89C-6C37924CB767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1" name="Rectangle 240">
                    <a:extLst>
                      <a:ext uri="{FF2B5EF4-FFF2-40B4-BE49-F238E27FC236}">
                        <a16:creationId xmlns:a16="http://schemas.microsoft.com/office/drawing/2014/main" id="{FF2DE192-09B7-4987-B0E4-55CD4E6F31B2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2" name="Rectangle 241">
                    <a:extLst>
                      <a:ext uri="{FF2B5EF4-FFF2-40B4-BE49-F238E27FC236}">
                        <a16:creationId xmlns:a16="http://schemas.microsoft.com/office/drawing/2014/main" id="{BFC5C73A-D902-4D9A-98A9-B1042CA41A0C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3" name="Rectangle 242">
                    <a:extLst>
                      <a:ext uri="{FF2B5EF4-FFF2-40B4-BE49-F238E27FC236}">
                        <a16:creationId xmlns:a16="http://schemas.microsoft.com/office/drawing/2014/main" id="{ECB43C1D-59C0-4BBC-AEA0-A9380B93BAF4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4" name="Rectangle 243">
                    <a:extLst>
                      <a:ext uri="{FF2B5EF4-FFF2-40B4-BE49-F238E27FC236}">
                        <a16:creationId xmlns:a16="http://schemas.microsoft.com/office/drawing/2014/main" id="{DB51EC7C-42BA-4D54-B750-EECD0BF441F3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5" name="Rectangle 244">
                    <a:extLst>
                      <a:ext uri="{FF2B5EF4-FFF2-40B4-BE49-F238E27FC236}">
                        <a16:creationId xmlns:a16="http://schemas.microsoft.com/office/drawing/2014/main" id="{DF4536C6-A6F7-4B71-8474-70E532E92A02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6" name="Rectangle 245">
                    <a:extLst>
                      <a:ext uri="{FF2B5EF4-FFF2-40B4-BE49-F238E27FC236}">
                        <a16:creationId xmlns:a16="http://schemas.microsoft.com/office/drawing/2014/main" id="{E696B461-874B-4A71-9C97-46D5E0843679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7" name="Rectangle 246">
                    <a:extLst>
                      <a:ext uri="{FF2B5EF4-FFF2-40B4-BE49-F238E27FC236}">
                        <a16:creationId xmlns:a16="http://schemas.microsoft.com/office/drawing/2014/main" id="{EEA37841-78D2-4771-ABFF-9E4CC3C68B8E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8" name="Rectangle 247">
                    <a:extLst>
                      <a:ext uri="{FF2B5EF4-FFF2-40B4-BE49-F238E27FC236}">
                        <a16:creationId xmlns:a16="http://schemas.microsoft.com/office/drawing/2014/main" id="{BE07DA09-C2F8-48A4-8337-CB7323BC958E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49" name="Rectangle 248">
                    <a:extLst>
                      <a:ext uri="{FF2B5EF4-FFF2-40B4-BE49-F238E27FC236}">
                        <a16:creationId xmlns:a16="http://schemas.microsoft.com/office/drawing/2014/main" id="{385910F9-2171-4812-BC97-249570B35641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0" name="Rectangle 249">
                    <a:extLst>
                      <a:ext uri="{FF2B5EF4-FFF2-40B4-BE49-F238E27FC236}">
                        <a16:creationId xmlns:a16="http://schemas.microsoft.com/office/drawing/2014/main" id="{366B8EE8-C678-47CC-A8AC-4E6676CD3A7C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1" name="Rectangle 250">
                    <a:extLst>
                      <a:ext uri="{FF2B5EF4-FFF2-40B4-BE49-F238E27FC236}">
                        <a16:creationId xmlns:a16="http://schemas.microsoft.com/office/drawing/2014/main" id="{C765D4BE-4EA4-4081-AC9E-8FDF421AF0C2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2" name="Rectangle 251">
                    <a:extLst>
                      <a:ext uri="{FF2B5EF4-FFF2-40B4-BE49-F238E27FC236}">
                        <a16:creationId xmlns:a16="http://schemas.microsoft.com/office/drawing/2014/main" id="{9B591DF5-1A3F-4403-A577-F234E8798E3C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3" name="Rectangle 252">
                    <a:extLst>
                      <a:ext uri="{FF2B5EF4-FFF2-40B4-BE49-F238E27FC236}">
                        <a16:creationId xmlns:a16="http://schemas.microsoft.com/office/drawing/2014/main" id="{547B3586-6DB9-4E87-9223-E98BC30AE2E8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4" name="Rectangle 253">
                    <a:extLst>
                      <a:ext uri="{FF2B5EF4-FFF2-40B4-BE49-F238E27FC236}">
                        <a16:creationId xmlns:a16="http://schemas.microsoft.com/office/drawing/2014/main" id="{59C3E636-EC3D-4E93-85B1-4187E4A1088F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5" name="Rectangle 254">
                    <a:extLst>
                      <a:ext uri="{FF2B5EF4-FFF2-40B4-BE49-F238E27FC236}">
                        <a16:creationId xmlns:a16="http://schemas.microsoft.com/office/drawing/2014/main" id="{E056BEA2-4B9E-4C59-9C31-1F2549DF4045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56" name="Rectangle 255">
                    <a:extLst>
                      <a:ext uri="{FF2B5EF4-FFF2-40B4-BE49-F238E27FC236}">
                        <a16:creationId xmlns:a16="http://schemas.microsoft.com/office/drawing/2014/main" id="{92C45EB5-0C51-48C7-AF34-770C1B9AEF6C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48" name="Group 147">
                  <a:extLst>
                    <a:ext uri="{FF2B5EF4-FFF2-40B4-BE49-F238E27FC236}">
                      <a16:creationId xmlns:a16="http://schemas.microsoft.com/office/drawing/2014/main" id="{BE33ADFB-86D5-47F0-BE15-663F43E08F3C}"/>
                    </a:ext>
                  </a:extLst>
                </p:cNvPr>
                <p:cNvGrpSpPr/>
                <p:nvPr/>
              </p:nvGrpSpPr>
              <p:grpSpPr>
                <a:xfrm>
                  <a:off x="4189940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207" name="Rectangle 206">
                    <a:extLst>
                      <a:ext uri="{FF2B5EF4-FFF2-40B4-BE49-F238E27FC236}">
                        <a16:creationId xmlns:a16="http://schemas.microsoft.com/office/drawing/2014/main" id="{C4308EC0-60FA-465C-8D62-5B5D1585451C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8" name="Rectangle 207">
                    <a:extLst>
                      <a:ext uri="{FF2B5EF4-FFF2-40B4-BE49-F238E27FC236}">
                        <a16:creationId xmlns:a16="http://schemas.microsoft.com/office/drawing/2014/main" id="{99603000-94B9-4A50-9E9F-6F740BC066F5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9" name="Rectangle 208">
                    <a:extLst>
                      <a:ext uri="{FF2B5EF4-FFF2-40B4-BE49-F238E27FC236}">
                        <a16:creationId xmlns:a16="http://schemas.microsoft.com/office/drawing/2014/main" id="{B461F371-DEAF-4D43-82A2-22D435FF5474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E976FD07-5B8A-4971-BB6E-2C042FAAB6B5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45CE19DF-DB16-4DC6-8117-0A0032F9E858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2" name="Rectangle 211">
                    <a:extLst>
                      <a:ext uri="{FF2B5EF4-FFF2-40B4-BE49-F238E27FC236}">
                        <a16:creationId xmlns:a16="http://schemas.microsoft.com/office/drawing/2014/main" id="{DD1E3B21-2FF1-4304-BCD1-121D81B84502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3" name="Rectangle 212">
                    <a:extLst>
                      <a:ext uri="{FF2B5EF4-FFF2-40B4-BE49-F238E27FC236}">
                        <a16:creationId xmlns:a16="http://schemas.microsoft.com/office/drawing/2014/main" id="{8C23E4AF-B822-4641-834F-CD79E8F699AB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4" name="Rectangle 213">
                    <a:extLst>
                      <a:ext uri="{FF2B5EF4-FFF2-40B4-BE49-F238E27FC236}">
                        <a16:creationId xmlns:a16="http://schemas.microsoft.com/office/drawing/2014/main" id="{FC575690-DAEF-4EBF-A2F7-DE47170A030F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5" name="Rectangle 214">
                    <a:extLst>
                      <a:ext uri="{FF2B5EF4-FFF2-40B4-BE49-F238E27FC236}">
                        <a16:creationId xmlns:a16="http://schemas.microsoft.com/office/drawing/2014/main" id="{CDC4437C-801B-4346-9DF2-3C507EC88A84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6" name="Rectangle 215">
                    <a:extLst>
                      <a:ext uri="{FF2B5EF4-FFF2-40B4-BE49-F238E27FC236}">
                        <a16:creationId xmlns:a16="http://schemas.microsoft.com/office/drawing/2014/main" id="{9824EADC-CF3F-422A-98FA-3CC4B178096D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7" name="Rectangle 216">
                    <a:extLst>
                      <a:ext uri="{FF2B5EF4-FFF2-40B4-BE49-F238E27FC236}">
                        <a16:creationId xmlns:a16="http://schemas.microsoft.com/office/drawing/2014/main" id="{9909EC20-12FD-498E-A9D2-98077178ABB7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8" name="Rectangle 217">
                    <a:extLst>
                      <a:ext uri="{FF2B5EF4-FFF2-40B4-BE49-F238E27FC236}">
                        <a16:creationId xmlns:a16="http://schemas.microsoft.com/office/drawing/2014/main" id="{8C775F99-8E17-413C-BA8A-CF37A82B8E2B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19" name="Rectangle 218">
                    <a:extLst>
                      <a:ext uri="{FF2B5EF4-FFF2-40B4-BE49-F238E27FC236}">
                        <a16:creationId xmlns:a16="http://schemas.microsoft.com/office/drawing/2014/main" id="{7A587C81-E1BA-44ED-A7F7-D5AA9E17A33D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0" name="Rectangle 219">
                    <a:extLst>
                      <a:ext uri="{FF2B5EF4-FFF2-40B4-BE49-F238E27FC236}">
                        <a16:creationId xmlns:a16="http://schemas.microsoft.com/office/drawing/2014/main" id="{5D95A70E-02D3-4A4C-8795-38758CB3E30F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1" name="Rectangle 220">
                    <a:extLst>
                      <a:ext uri="{FF2B5EF4-FFF2-40B4-BE49-F238E27FC236}">
                        <a16:creationId xmlns:a16="http://schemas.microsoft.com/office/drawing/2014/main" id="{01520B33-544B-4540-A63A-A7EF64E77D21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2" name="Rectangle 221">
                    <a:extLst>
                      <a:ext uri="{FF2B5EF4-FFF2-40B4-BE49-F238E27FC236}">
                        <a16:creationId xmlns:a16="http://schemas.microsoft.com/office/drawing/2014/main" id="{0B99FB03-2A1A-4674-9DBC-B766B18D9728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3" name="Rectangle 222">
                    <a:extLst>
                      <a:ext uri="{FF2B5EF4-FFF2-40B4-BE49-F238E27FC236}">
                        <a16:creationId xmlns:a16="http://schemas.microsoft.com/office/drawing/2014/main" id="{C49B209F-5499-4D96-960E-6365CC68FF63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4" name="Rectangle 223">
                    <a:extLst>
                      <a:ext uri="{FF2B5EF4-FFF2-40B4-BE49-F238E27FC236}">
                        <a16:creationId xmlns:a16="http://schemas.microsoft.com/office/drawing/2014/main" id="{7117B4C0-F12E-4F7D-8836-B5D6172185DD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5" name="Rectangle 224">
                    <a:extLst>
                      <a:ext uri="{FF2B5EF4-FFF2-40B4-BE49-F238E27FC236}">
                        <a16:creationId xmlns:a16="http://schemas.microsoft.com/office/drawing/2014/main" id="{72035526-CA29-4E0F-B1BE-370BFECC9F37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6" name="Rectangle 225">
                    <a:extLst>
                      <a:ext uri="{FF2B5EF4-FFF2-40B4-BE49-F238E27FC236}">
                        <a16:creationId xmlns:a16="http://schemas.microsoft.com/office/drawing/2014/main" id="{00994ED8-60A7-4716-8146-57A785930004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7" name="Rectangle 226">
                    <a:extLst>
                      <a:ext uri="{FF2B5EF4-FFF2-40B4-BE49-F238E27FC236}">
                        <a16:creationId xmlns:a16="http://schemas.microsoft.com/office/drawing/2014/main" id="{51A4BF43-E28E-423B-87E6-9D2A5049D060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8" name="Rectangle 227">
                    <a:extLst>
                      <a:ext uri="{FF2B5EF4-FFF2-40B4-BE49-F238E27FC236}">
                        <a16:creationId xmlns:a16="http://schemas.microsoft.com/office/drawing/2014/main" id="{5F1E2305-3D02-41D4-8433-9A2163894659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29" name="Rectangle 228">
                    <a:extLst>
                      <a:ext uri="{FF2B5EF4-FFF2-40B4-BE49-F238E27FC236}">
                        <a16:creationId xmlns:a16="http://schemas.microsoft.com/office/drawing/2014/main" id="{80F09B1F-5F28-4C0F-943A-E137DC2BFDF9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0" name="Rectangle 229">
                    <a:extLst>
                      <a:ext uri="{FF2B5EF4-FFF2-40B4-BE49-F238E27FC236}">
                        <a16:creationId xmlns:a16="http://schemas.microsoft.com/office/drawing/2014/main" id="{E37D7B4D-FE84-4E47-8008-7E01887F17C3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31" name="Rectangle 230">
                    <a:extLst>
                      <a:ext uri="{FF2B5EF4-FFF2-40B4-BE49-F238E27FC236}">
                        <a16:creationId xmlns:a16="http://schemas.microsoft.com/office/drawing/2014/main" id="{75E856EE-BC86-4B74-A868-B681BB4E592A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572B8696-8ADC-4BA3-B074-518A16F33486}"/>
                    </a:ext>
                  </a:extLst>
                </p:cNvPr>
                <p:cNvGrpSpPr/>
                <p:nvPr/>
              </p:nvGrpSpPr>
              <p:grpSpPr>
                <a:xfrm>
                  <a:off x="2285997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82" name="Rectangle 181">
                    <a:extLst>
                      <a:ext uri="{FF2B5EF4-FFF2-40B4-BE49-F238E27FC236}">
                        <a16:creationId xmlns:a16="http://schemas.microsoft.com/office/drawing/2014/main" id="{A50C75B3-E2FA-4409-9AF1-5850B09DA5D5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3" name="Rectangle 182">
                    <a:extLst>
                      <a:ext uri="{FF2B5EF4-FFF2-40B4-BE49-F238E27FC236}">
                        <a16:creationId xmlns:a16="http://schemas.microsoft.com/office/drawing/2014/main" id="{0CD3E497-3CA0-47F3-8599-B182FF936837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4" name="Rectangle 183">
                    <a:extLst>
                      <a:ext uri="{FF2B5EF4-FFF2-40B4-BE49-F238E27FC236}">
                        <a16:creationId xmlns:a16="http://schemas.microsoft.com/office/drawing/2014/main" id="{50C76054-2106-45BC-BCD0-69BBAF62E8FB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5" name="Rectangle 184">
                    <a:extLst>
                      <a:ext uri="{FF2B5EF4-FFF2-40B4-BE49-F238E27FC236}">
                        <a16:creationId xmlns:a16="http://schemas.microsoft.com/office/drawing/2014/main" id="{274E03A5-90C8-4DF7-90F2-8C051FFD38F0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6" name="Rectangle 185">
                    <a:extLst>
                      <a:ext uri="{FF2B5EF4-FFF2-40B4-BE49-F238E27FC236}">
                        <a16:creationId xmlns:a16="http://schemas.microsoft.com/office/drawing/2014/main" id="{267FF2F9-08C9-441C-B267-1FE518904768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7" name="Rectangle 186">
                    <a:extLst>
                      <a:ext uri="{FF2B5EF4-FFF2-40B4-BE49-F238E27FC236}">
                        <a16:creationId xmlns:a16="http://schemas.microsoft.com/office/drawing/2014/main" id="{DA2F7341-D680-4819-B416-91B34ADBCA44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8" name="Rectangle 187">
                    <a:extLst>
                      <a:ext uri="{FF2B5EF4-FFF2-40B4-BE49-F238E27FC236}">
                        <a16:creationId xmlns:a16="http://schemas.microsoft.com/office/drawing/2014/main" id="{2F2EB7E6-2088-4557-9D6C-C3772F6DCFF2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9" name="Rectangle 188">
                    <a:extLst>
                      <a:ext uri="{FF2B5EF4-FFF2-40B4-BE49-F238E27FC236}">
                        <a16:creationId xmlns:a16="http://schemas.microsoft.com/office/drawing/2014/main" id="{C70D3586-79E8-43C0-9245-1651751F34D3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21EA9904-AFFC-4785-A776-E527B6A8F7BF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83EC8A9C-FA01-497D-B8FB-4A07AB85DA02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C046EEC1-71D8-47A4-B251-0C121E12F40E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0DEDE42A-D09E-45E8-984E-5900FD9AD7FB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BD5E3578-297F-4847-A892-1FDEC0914F41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20728CE1-2BE7-4F68-B776-EF58E7A3B02F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6" name="Rectangle 195">
                    <a:extLst>
                      <a:ext uri="{FF2B5EF4-FFF2-40B4-BE49-F238E27FC236}">
                        <a16:creationId xmlns:a16="http://schemas.microsoft.com/office/drawing/2014/main" id="{F367DBF0-3252-4C86-A6BE-68402DE05E30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7" name="Rectangle 196">
                    <a:extLst>
                      <a:ext uri="{FF2B5EF4-FFF2-40B4-BE49-F238E27FC236}">
                        <a16:creationId xmlns:a16="http://schemas.microsoft.com/office/drawing/2014/main" id="{76BDB23C-BB4F-4E5D-9212-AE5AD2766E3E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8" name="Rectangle 197">
                    <a:extLst>
                      <a:ext uri="{FF2B5EF4-FFF2-40B4-BE49-F238E27FC236}">
                        <a16:creationId xmlns:a16="http://schemas.microsoft.com/office/drawing/2014/main" id="{DDA0CC0F-ADD8-4C2F-A1B6-C5957C286F7A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9" name="Rectangle 198">
                    <a:extLst>
                      <a:ext uri="{FF2B5EF4-FFF2-40B4-BE49-F238E27FC236}">
                        <a16:creationId xmlns:a16="http://schemas.microsoft.com/office/drawing/2014/main" id="{1F2E7849-AB29-47D8-9311-DC4562A4190C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0" name="Rectangle 199">
                    <a:extLst>
                      <a:ext uri="{FF2B5EF4-FFF2-40B4-BE49-F238E27FC236}">
                        <a16:creationId xmlns:a16="http://schemas.microsoft.com/office/drawing/2014/main" id="{56F73201-4060-4DC6-844B-E378D14FDBE8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1" name="Rectangle 200">
                    <a:extLst>
                      <a:ext uri="{FF2B5EF4-FFF2-40B4-BE49-F238E27FC236}">
                        <a16:creationId xmlns:a16="http://schemas.microsoft.com/office/drawing/2014/main" id="{3F7ABF8A-495E-4962-A711-C9017A9E9557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2" name="Rectangle 201">
                    <a:extLst>
                      <a:ext uri="{FF2B5EF4-FFF2-40B4-BE49-F238E27FC236}">
                        <a16:creationId xmlns:a16="http://schemas.microsoft.com/office/drawing/2014/main" id="{805A0940-3F65-4006-960C-771B8DFED8CC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3" name="Rectangle 202">
                    <a:extLst>
                      <a:ext uri="{FF2B5EF4-FFF2-40B4-BE49-F238E27FC236}">
                        <a16:creationId xmlns:a16="http://schemas.microsoft.com/office/drawing/2014/main" id="{A6A32032-D304-407E-8664-2ECF286F0A2F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4" name="Rectangle 203">
                    <a:extLst>
                      <a:ext uri="{FF2B5EF4-FFF2-40B4-BE49-F238E27FC236}">
                        <a16:creationId xmlns:a16="http://schemas.microsoft.com/office/drawing/2014/main" id="{804500FF-E628-43D5-A68A-0000E2031948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5" name="Rectangle 204">
                    <a:extLst>
                      <a:ext uri="{FF2B5EF4-FFF2-40B4-BE49-F238E27FC236}">
                        <a16:creationId xmlns:a16="http://schemas.microsoft.com/office/drawing/2014/main" id="{4464DE3C-C0C2-4845-AF70-5A51A09F1F73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54F78F54-1437-486F-B3AB-9B83522C7F06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817" name="Group 816">
                <a:extLst>
                  <a:ext uri="{FF2B5EF4-FFF2-40B4-BE49-F238E27FC236}">
                    <a16:creationId xmlns:a16="http://schemas.microsoft.com/office/drawing/2014/main" id="{F738EC51-F559-4D69-9F4E-1896C7E056A3}"/>
                  </a:ext>
                </a:extLst>
              </p:cNvPr>
              <p:cNvGrpSpPr/>
              <p:nvPr/>
            </p:nvGrpSpPr>
            <p:grpSpPr>
              <a:xfrm>
                <a:off x="2285998" y="-705905"/>
                <a:ext cx="3807884" cy="3817405"/>
                <a:chOff x="2285998" y="-705905"/>
                <a:chExt cx="3807884" cy="3817405"/>
              </a:xfrm>
            </p:grpSpPr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3F8EECF7-FC94-4E9E-9583-EBA2633002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705905"/>
                  <a:ext cx="1903942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499CFD47-A424-4D06-9C0B-D32F90B53F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2721190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DDD4555A-2511-4D3E-9CA8-3C35081E7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13093" y="1959614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45C20623-D820-43BD-8977-A55893C08A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09151" y="2721190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009CC8E8-9F8A-497A-9B24-B70E3BD6BD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2343575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0A5A2779-F976-4694-AD1E-2D249BE95C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28363" y="2343575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14F00E9D-B133-43C6-A01D-F0888D6711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1588345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BB0D895C-70A7-4F37-A158-76ABDA8599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8" y="1201210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72A9EBD2-8DD0-4C39-8FBA-63ABAEA66F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1578825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36F0123D-AA37-4F49-B382-059CBF90DC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6" y="817249"/>
                  <a:ext cx="1523155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1E536ED0-4ADC-4762-BB27-EA921D0AF7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55672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4B93AA64-503C-4A38-910F-14197C8E5B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436460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26CBAAF8-E367-4BDD-8891-D3F44319F0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325117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76D208E6-DE25-4C4A-8CF2-05EB351935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55672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04A073B7-EC83-406C-80A9-14E4AEE4D0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334026" y="2156355"/>
                  <a:ext cx="1903943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6FFFFF8A-64F5-44A5-AE0D-CDF5050E7E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41909" y="246065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6F4B36FF-2418-49C9-BA88-F253CFA6C5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570728" y="55672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41DCB63D-7FD9-41F2-8D54-D3DA13B252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436460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B06C1AC8-2DD9-4F14-8EF4-2F39DD691C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51429" y="1397950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0F6AA5D7-08FF-4C00-BF10-0B642BDF52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1013989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252F787B-8737-4894-88DB-BDA917D160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1962786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88817641-6F9D-4130-810C-746A48DECE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3575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97130422-1F10-4BAE-B3B8-8C0DFC9DFC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1517" y="2727536"/>
                  <a:ext cx="0" cy="374443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9C217F3B-641C-4AC6-9C1A-5B4FD483B4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2917931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B3DB9161-6E43-4767-B431-B227C2EF0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2530796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22907F28-ECD2-4393-A10F-6C28E00030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618756" y="2533970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277BD0D0-6D6E-4CF4-9802-AF4C30FA61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095603" y="2156355"/>
                  <a:ext cx="1903943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21316345-5F11-4B49-B25E-ECF8168A4B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857179" y="1769220"/>
                  <a:ext cx="1142366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47C176B3-3F06-4297-B30F-BEC7455589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7" y="3108325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4C44A88F-CD59-48E2-B787-933C21B82C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9922"/>
                  <a:ext cx="1523155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A77F9FE4-1922-4DBD-A686-510C45DC95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47574" y="3111500"/>
                  <a:ext cx="761578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1913DC1F-3962-4C5B-A980-5BEA5975B9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1388431"/>
                  <a:ext cx="380789" cy="0"/>
                </a:xfrm>
                <a:prstGeom prst="line">
                  <a:avLst/>
                </a:prstGeom>
                <a:ln w="38100" cap="rnd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74" name="Group 1273">
              <a:extLst>
                <a:ext uri="{FF2B5EF4-FFF2-40B4-BE49-F238E27FC236}">
                  <a16:creationId xmlns:a16="http://schemas.microsoft.com/office/drawing/2014/main" id="{B9F2ABCC-A75F-490A-BD4E-480B945A4064}"/>
                </a:ext>
              </a:extLst>
            </p:cNvPr>
            <p:cNvGrpSpPr/>
            <p:nvPr/>
          </p:nvGrpSpPr>
          <p:grpSpPr>
            <a:xfrm>
              <a:off x="3810000" y="57150"/>
              <a:ext cx="6096000" cy="6877053"/>
              <a:chOff x="3810000" y="57150"/>
              <a:chExt cx="6096000" cy="6877053"/>
            </a:xfrm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6F1D4B5E-5F15-4E06-8D7B-A45B168B36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20000" y="615315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1C2A1A45-FAEE-47EF-BDE7-36DB134290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43998" y="462915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4B8539B9-9631-4CA9-85B7-F5B5F37616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4000" y="615315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0FE223C0-762A-4E7F-98C1-6FDF7FC43A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5998" y="539750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B603F784-60DA-4D90-80DC-6604AC0538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2000" y="539750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E092B776-1CF6-406F-BFE3-FA88BF39DF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5998" y="388620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C09BB00F-13AE-429D-B97E-A55AF8477F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58000" y="311150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3717089A-008E-429D-B5C2-80804AD046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81997" y="386715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73EF1F9C-5E40-4B4E-8914-4D08739B6F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57996" y="2343150"/>
                <a:ext cx="3048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AB269969-A3BB-4FFB-BE19-D8BA098C5E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81997" y="81915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3F9747F2-8530-4D2E-84C2-1E3D8FD0B5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20000" y="158115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1F495B50-9C77-41CB-9E84-126BEA4738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5715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A33E89A4-10FA-486F-85A9-0C5A4A92DA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81915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642B42D2-CCDD-4E2D-8F38-4D434821608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00996" y="1200149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82BB1588-A72D-4E24-B98E-E4197373A85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857999" y="819151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6DBE422-988F-4AAB-8856-F7EF3873A2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095995" y="1581149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F6543D91-8CC4-4E8D-9734-0B63C69FD62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20047" y="3505199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0F3E4CE4-6DD7-4A75-BEF7-EC94209EE02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476995" y="2736849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6E03A505-BBE8-49A3-AFA7-EC17B111F33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095995" y="4635499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461B5A71-AE95-4442-8485-FD57674C749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381997" y="5397500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D88E135C-EB06-4B1C-9D9B-6D79724D18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0000" y="6165848"/>
                <a:ext cx="0" cy="74930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99FEE6AC-E747-4A97-AA88-CE0599F246F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476994" y="6546849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25F2506A-4286-46DC-A2B2-9151B38E306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714997" y="5772149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6E256CE3-F955-4F8D-939A-40778F5F818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952999" y="5778501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D6301A40-FB4D-498A-9793-030288DA9EF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904999" y="5022851"/>
                <a:ext cx="3810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D61AAEFE-9FC5-4AF2-BF61-5A83C982256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428999" y="4248151"/>
                <a:ext cx="2286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CDDBCEC9-238C-4D86-B681-EE89BD89AC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57998" y="6927850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71CBDDA1-1619-4EB8-BC26-31D0DA9652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10000" y="6934203"/>
                <a:ext cx="1524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A7AB4F2A-0C82-4944-98E0-1A77BA925A6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714997" y="3486149"/>
                <a:ext cx="762002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1" name="Group 1500">
              <a:extLst>
                <a:ext uri="{FF2B5EF4-FFF2-40B4-BE49-F238E27FC236}">
                  <a16:creationId xmlns:a16="http://schemas.microsoft.com/office/drawing/2014/main" id="{C226438D-6437-47C6-A516-E5F72B9C0794}"/>
                </a:ext>
              </a:extLst>
            </p:cNvPr>
            <p:cNvGrpSpPr/>
            <p:nvPr/>
          </p:nvGrpSpPr>
          <p:grpSpPr>
            <a:xfrm>
              <a:off x="2285997" y="-705904"/>
              <a:ext cx="1899191" cy="1903939"/>
              <a:chOff x="2285997" y="-705904"/>
              <a:chExt cx="1899191" cy="1903939"/>
            </a:xfrm>
          </p:grpSpPr>
          <p:grpSp>
            <p:nvGrpSpPr>
              <p:cNvPr id="820" name="Group 819">
                <a:extLst>
                  <a:ext uri="{FF2B5EF4-FFF2-40B4-BE49-F238E27FC236}">
                    <a16:creationId xmlns:a16="http://schemas.microsoft.com/office/drawing/2014/main" id="{15D4A8DD-7FAC-479F-8000-38771787A7CA}"/>
                  </a:ext>
                </a:extLst>
              </p:cNvPr>
              <p:cNvGrpSpPr/>
              <p:nvPr/>
            </p:nvGrpSpPr>
            <p:grpSpPr>
              <a:xfrm>
                <a:off x="2285997" y="-705904"/>
                <a:ext cx="1899191" cy="1899190"/>
                <a:chOff x="2285997" y="-705905"/>
                <a:chExt cx="3807886" cy="3807884"/>
              </a:xfrm>
              <a:solidFill>
                <a:srgbClr val="FFFFFF"/>
              </a:solidFill>
            </p:grpSpPr>
            <p:grpSp>
              <p:nvGrpSpPr>
                <p:cNvPr id="854" name="Group 853">
                  <a:extLst>
                    <a:ext uri="{FF2B5EF4-FFF2-40B4-BE49-F238E27FC236}">
                      <a16:creationId xmlns:a16="http://schemas.microsoft.com/office/drawing/2014/main" id="{7D2F98D9-4F40-4353-BA8D-A7F36C160911}"/>
                    </a:ext>
                  </a:extLst>
                </p:cNvPr>
                <p:cNvGrpSpPr/>
                <p:nvPr/>
              </p:nvGrpSpPr>
              <p:grpSpPr>
                <a:xfrm>
                  <a:off x="4189940" y="-705905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907" name="Rectangle 906">
                    <a:extLst>
                      <a:ext uri="{FF2B5EF4-FFF2-40B4-BE49-F238E27FC236}">
                        <a16:creationId xmlns:a16="http://schemas.microsoft.com/office/drawing/2014/main" id="{B530F701-C186-4B89-ADE6-4D7D21791516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8" name="Rectangle 907">
                    <a:extLst>
                      <a:ext uri="{FF2B5EF4-FFF2-40B4-BE49-F238E27FC236}">
                        <a16:creationId xmlns:a16="http://schemas.microsoft.com/office/drawing/2014/main" id="{BB5ED5BB-ACA9-401E-B67F-62A9D71C13DA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9" name="Rectangle 908">
                    <a:extLst>
                      <a:ext uri="{FF2B5EF4-FFF2-40B4-BE49-F238E27FC236}">
                        <a16:creationId xmlns:a16="http://schemas.microsoft.com/office/drawing/2014/main" id="{16A67616-9F59-4C37-8E74-7BDA3AE87D69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0" name="Rectangle 909">
                    <a:extLst>
                      <a:ext uri="{FF2B5EF4-FFF2-40B4-BE49-F238E27FC236}">
                        <a16:creationId xmlns:a16="http://schemas.microsoft.com/office/drawing/2014/main" id="{2EC25FDD-FE4E-4BF3-A877-6B6C48BF24E0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1" name="Rectangle 910">
                    <a:extLst>
                      <a:ext uri="{FF2B5EF4-FFF2-40B4-BE49-F238E27FC236}">
                        <a16:creationId xmlns:a16="http://schemas.microsoft.com/office/drawing/2014/main" id="{60DE6613-4DCA-4E5B-B0E1-0903D4076D85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2" name="Rectangle 911">
                    <a:extLst>
                      <a:ext uri="{FF2B5EF4-FFF2-40B4-BE49-F238E27FC236}">
                        <a16:creationId xmlns:a16="http://schemas.microsoft.com/office/drawing/2014/main" id="{A8443576-8590-4CB6-BCBF-A28D0341872F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3" name="Rectangle 912">
                    <a:extLst>
                      <a:ext uri="{FF2B5EF4-FFF2-40B4-BE49-F238E27FC236}">
                        <a16:creationId xmlns:a16="http://schemas.microsoft.com/office/drawing/2014/main" id="{9BCFBB0A-4A22-4D09-BF67-D46343CB7EE5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4" name="Rectangle 913">
                    <a:extLst>
                      <a:ext uri="{FF2B5EF4-FFF2-40B4-BE49-F238E27FC236}">
                        <a16:creationId xmlns:a16="http://schemas.microsoft.com/office/drawing/2014/main" id="{E5DD3A78-DCEF-4B6D-9F72-660FD158FDCA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5" name="Rectangle 914">
                    <a:extLst>
                      <a:ext uri="{FF2B5EF4-FFF2-40B4-BE49-F238E27FC236}">
                        <a16:creationId xmlns:a16="http://schemas.microsoft.com/office/drawing/2014/main" id="{E43A3062-025D-4BFA-A7C2-F1774F7B8CB4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6" name="Rectangle 915">
                    <a:extLst>
                      <a:ext uri="{FF2B5EF4-FFF2-40B4-BE49-F238E27FC236}">
                        <a16:creationId xmlns:a16="http://schemas.microsoft.com/office/drawing/2014/main" id="{18B7D3D6-D656-498C-92D7-E5C8943A638D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7" name="Rectangle 916">
                    <a:extLst>
                      <a:ext uri="{FF2B5EF4-FFF2-40B4-BE49-F238E27FC236}">
                        <a16:creationId xmlns:a16="http://schemas.microsoft.com/office/drawing/2014/main" id="{16A38E47-8DBC-4288-9DED-8404A1F95AB0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8" name="Rectangle 917">
                    <a:extLst>
                      <a:ext uri="{FF2B5EF4-FFF2-40B4-BE49-F238E27FC236}">
                        <a16:creationId xmlns:a16="http://schemas.microsoft.com/office/drawing/2014/main" id="{A81372C5-32D2-47E3-AC65-95B753F760CF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19" name="Rectangle 918">
                    <a:extLst>
                      <a:ext uri="{FF2B5EF4-FFF2-40B4-BE49-F238E27FC236}">
                        <a16:creationId xmlns:a16="http://schemas.microsoft.com/office/drawing/2014/main" id="{8DBBC7D3-A3E7-4BBD-91FF-AA47C9A0F5E6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0" name="Rectangle 919">
                    <a:extLst>
                      <a:ext uri="{FF2B5EF4-FFF2-40B4-BE49-F238E27FC236}">
                        <a16:creationId xmlns:a16="http://schemas.microsoft.com/office/drawing/2014/main" id="{BCB32CE0-2253-4F7D-AA5E-ECD109040484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1" name="Rectangle 920">
                    <a:extLst>
                      <a:ext uri="{FF2B5EF4-FFF2-40B4-BE49-F238E27FC236}">
                        <a16:creationId xmlns:a16="http://schemas.microsoft.com/office/drawing/2014/main" id="{275C4B35-6385-4391-9F3B-C225AE3D8C23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2" name="Rectangle 921">
                    <a:extLst>
                      <a:ext uri="{FF2B5EF4-FFF2-40B4-BE49-F238E27FC236}">
                        <a16:creationId xmlns:a16="http://schemas.microsoft.com/office/drawing/2014/main" id="{54EC9E63-A910-4593-966A-4E1E50FCFEC0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3" name="Rectangle 922">
                    <a:extLst>
                      <a:ext uri="{FF2B5EF4-FFF2-40B4-BE49-F238E27FC236}">
                        <a16:creationId xmlns:a16="http://schemas.microsoft.com/office/drawing/2014/main" id="{BE18D9CD-ADEC-4013-90A2-361E47AEAD31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4" name="Rectangle 923">
                    <a:extLst>
                      <a:ext uri="{FF2B5EF4-FFF2-40B4-BE49-F238E27FC236}">
                        <a16:creationId xmlns:a16="http://schemas.microsoft.com/office/drawing/2014/main" id="{786572A8-AEC1-4D0B-86D7-0D6046297101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5" name="Rectangle 924">
                    <a:extLst>
                      <a:ext uri="{FF2B5EF4-FFF2-40B4-BE49-F238E27FC236}">
                        <a16:creationId xmlns:a16="http://schemas.microsoft.com/office/drawing/2014/main" id="{43A41D26-D29B-4B69-901B-448405BF96FB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6" name="Rectangle 925">
                    <a:extLst>
                      <a:ext uri="{FF2B5EF4-FFF2-40B4-BE49-F238E27FC236}">
                        <a16:creationId xmlns:a16="http://schemas.microsoft.com/office/drawing/2014/main" id="{76A79909-08E9-4E08-911C-80DD2075A4FA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7" name="Rectangle 926">
                    <a:extLst>
                      <a:ext uri="{FF2B5EF4-FFF2-40B4-BE49-F238E27FC236}">
                        <a16:creationId xmlns:a16="http://schemas.microsoft.com/office/drawing/2014/main" id="{28BBB68F-F86F-4F80-8ED2-2A357F41DEA8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8" name="Rectangle 927">
                    <a:extLst>
                      <a:ext uri="{FF2B5EF4-FFF2-40B4-BE49-F238E27FC236}">
                        <a16:creationId xmlns:a16="http://schemas.microsoft.com/office/drawing/2014/main" id="{49CB4BA1-B986-4149-A005-E9FDFFB7AB86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29" name="Rectangle 928">
                    <a:extLst>
                      <a:ext uri="{FF2B5EF4-FFF2-40B4-BE49-F238E27FC236}">
                        <a16:creationId xmlns:a16="http://schemas.microsoft.com/office/drawing/2014/main" id="{AD2A01E6-1BC1-4DEA-9BFB-D579786BCE63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30" name="Rectangle 929">
                    <a:extLst>
                      <a:ext uri="{FF2B5EF4-FFF2-40B4-BE49-F238E27FC236}">
                        <a16:creationId xmlns:a16="http://schemas.microsoft.com/office/drawing/2014/main" id="{4FCC438A-476D-4341-8666-AC794BAFA649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31" name="Rectangle 930">
                    <a:extLst>
                      <a:ext uri="{FF2B5EF4-FFF2-40B4-BE49-F238E27FC236}">
                        <a16:creationId xmlns:a16="http://schemas.microsoft.com/office/drawing/2014/main" id="{0C272091-AB1B-4680-9F19-4C2D2074633F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855" name="Group 854">
                  <a:extLst>
                    <a:ext uri="{FF2B5EF4-FFF2-40B4-BE49-F238E27FC236}">
                      <a16:creationId xmlns:a16="http://schemas.microsoft.com/office/drawing/2014/main" id="{C25196A0-F2C7-4DC0-8077-CDF1068D8974}"/>
                    </a:ext>
                  </a:extLst>
                </p:cNvPr>
                <p:cNvGrpSpPr/>
                <p:nvPr/>
              </p:nvGrpSpPr>
              <p:grpSpPr>
                <a:xfrm>
                  <a:off x="4189940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882" name="Rectangle 881">
                    <a:extLst>
                      <a:ext uri="{FF2B5EF4-FFF2-40B4-BE49-F238E27FC236}">
                        <a16:creationId xmlns:a16="http://schemas.microsoft.com/office/drawing/2014/main" id="{E8351058-8BB6-4BBE-B767-E43128D86EB2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3" name="Rectangle 882">
                    <a:extLst>
                      <a:ext uri="{FF2B5EF4-FFF2-40B4-BE49-F238E27FC236}">
                        <a16:creationId xmlns:a16="http://schemas.microsoft.com/office/drawing/2014/main" id="{E1AE6C41-C7FE-4A98-B4AC-62BDA4C5609D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4" name="Rectangle 883">
                    <a:extLst>
                      <a:ext uri="{FF2B5EF4-FFF2-40B4-BE49-F238E27FC236}">
                        <a16:creationId xmlns:a16="http://schemas.microsoft.com/office/drawing/2014/main" id="{2FC3F130-4742-468E-8588-E7A8795D90FB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5" name="Rectangle 884">
                    <a:extLst>
                      <a:ext uri="{FF2B5EF4-FFF2-40B4-BE49-F238E27FC236}">
                        <a16:creationId xmlns:a16="http://schemas.microsoft.com/office/drawing/2014/main" id="{94C78AF0-1A73-4C7D-93C6-5459FFAA32EB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6" name="Rectangle 885">
                    <a:extLst>
                      <a:ext uri="{FF2B5EF4-FFF2-40B4-BE49-F238E27FC236}">
                        <a16:creationId xmlns:a16="http://schemas.microsoft.com/office/drawing/2014/main" id="{432D4A3E-19FB-4099-8CD1-9B3FDBF1DDC0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7" name="Rectangle 886">
                    <a:extLst>
                      <a:ext uri="{FF2B5EF4-FFF2-40B4-BE49-F238E27FC236}">
                        <a16:creationId xmlns:a16="http://schemas.microsoft.com/office/drawing/2014/main" id="{847B2FE3-411F-4501-8119-EE0969C24EAE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8" name="Rectangle 887">
                    <a:extLst>
                      <a:ext uri="{FF2B5EF4-FFF2-40B4-BE49-F238E27FC236}">
                        <a16:creationId xmlns:a16="http://schemas.microsoft.com/office/drawing/2014/main" id="{3D071B5E-2806-4DDD-8CF5-4E9A66F5EE52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9" name="Rectangle 888">
                    <a:extLst>
                      <a:ext uri="{FF2B5EF4-FFF2-40B4-BE49-F238E27FC236}">
                        <a16:creationId xmlns:a16="http://schemas.microsoft.com/office/drawing/2014/main" id="{7744DB7E-5B1F-4898-906B-FCA8E4A09340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0" name="Rectangle 889">
                    <a:extLst>
                      <a:ext uri="{FF2B5EF4-FFF2-40B4-BE49-F238E27FC236}">
                        <a16:creationId xmlns:a16="http://schemas.microsoft.com/office/drawing/2014/main" id="{9489EFA6-7C47-4E57-A9DA-ED1D2E66DA12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1" name="Rectangle 890">
                    <a:extLst>
                      <a:ext uri="{FF2B5EF4-FFF2-40B4-BE49-F238E27FC236}">
                        <a16:creationId xmlns:a16="http://schemas.microsoft.com/office/drawing/2014/main" id="{508758C9-C23C-4273-BE58-BEF610C70D36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2" name="Rectangle 891">
                    <a:extLst>
                      <a:ext uri="{FF2B5EF4-FFF2-40B4-BE49-F238E27FC236}">
                        <a16:creationId xmlns:a16="http://schemas.microsoft.com/office/drawing/2014/main" id="{BA8BB1A8-AFB1-49CB-BA4E-6B2633BDC62D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3" name="Rectangle 892">
                    <a:extLst>
                      <a:ext uri="{FF2B5EF4-FFF2-40B4-BE49-F238E27FC236}">
                        <a16:creationId xmlns:a16="http://schemas.microsoft.com/office/drawing/2014/main" id="{9A250273-4DD8-48D1-9E4C-C1B2ACD217FB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4" name="Rectangle 893">
                    <a:extLst>
                      <a:ext uri="{FF2B5EF4-FFF2-40B4-BE49-F238E27FC236}">
                        <a16:creationId xmlns:a16="http://schemas.microsoft.com/office/drawing/2014/main" id="{C518E55C-8484-44B8-A5D6-6C19A6B1DE17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5" name="Rectangle 894">
                    <a:extLst>
                      <a:ext uri="{FF2B5EF4-FFF2-40B4-BE49-F238E27FC236}">
                        <a16:creationId xmlns:a16="http://schemas.microsoft.com/office/drawing/2014/main" id="{AC6190B3-F7F7-4487-B235-2913F3189C54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6" name="Rectangle 895">
                    <a:extLst>
                      <a:ext uri="{FF2B5EF4-FFF2-40B4-BE49-F238E27FC236}">
                        <a16:creationId xmlns:a16="http://schemas.microsoft.com/office/drawing/2014/main" id="{50912937-F4C0-4BC4-B8C4-893CBE615EC4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7" name="Rectangle 896">
                    <a:extLst>
                      <a:ext uri="{FF2B5EF4-FFF2-40B4-BE49-F238E27FC236}">
                        <a16:creationId xmlns:a16="http://schemas.microsoft.com/office/drawing/2014/main" id="{F8C8D0D1-6EA2-4464-85C5-6D1546468FE5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8" name="Rectangle 897">
                    <a:extLst>
                      <a:ext uri="{FF2B5EF4-FFF2-40B4-BE49-F238E27FC236}">
                        <a16:creationId xmlns:a16="http://schemas.microsoft.com/office/drawing/2014/main" id="{EED84AA3-92CD-4B88-960F-453C0B2415E2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99" name="Rectangle 898">
                    <a:extLst>
                      <a:ext uri="{FF2B5EF4-FFF2-40B4-BE49-F238E27FC236}">
                        <a16:creationId xmlns:a16="http://schemas.microsoft.com/office/drawing/2014/main" id="{7D5950DA-5585-4877-958B-812C8EE8D37F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0" name="Rectangle 899">
                    <a:extLst>
                      <a:ext uri="{FF2B5EF4-FFF2-40B4-BE49-F238E27FC236}">
                        <a16:creationId xmlns:a16="http://schemas.microsoft.com/office/drawing/2014/main" id="{7B009C62-1EB8-4930-B410-96911DDC0B6B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1" name="Rectangle 900">
                    <a:extLst>
                      <a:ext uri="{FF2B5EF4-FFF2-40B4-BE49-F238E27FC236}">
                        <a16:creationId xmlns:a16="http://schemas.microsoft.com/office/drawing/2014/main" id="{B655DAB6-C3A8-4A0B-84B0-A4DD2F7D3222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2" name="Rectangle 901">
                    <a:extLst>
                      <a:ext uri="{FF2B5EF4-FFF2-40B4-BE49-F238E27FC236}">
                        <a16:creationId xmlns:a16="http://schemas.microsoft.com/office/drawing/2014/main" id="{466DD6CE-2ECF-454A-A2B0-083635D4347B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3" name="Rectangle 902">
                    <a:extLst>
                      <a:ext uri="{FF2B5EF4-FFF2-40B4-BE49-F238E27FC236}">
                        <a16:creationId xmlns:a16="http://schemas.microsoft.com/office/drawing/2014/main" id="{CF34BBC1-FB6E-4B7A-B8E5-DD7377492107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4" name="Rectangle 903">
                    <a:extLst>
                      <a:ext uri="{FF2B5EF4-FFF2-40B4-BE49-F238E27FC236}">
                        <a16:creationId xmlns:a16="http://schemas.microsoft.com/office/drawing/2014/main" id="{6452E798-0D81-4533-B105-1E0068A8E0BE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5" name="Rectangle 904">
                    <a:extLst>
                      <a:ext uri="{FF2B5EF4-FFF2-40B4-BE49-F238E27FC236}">
                        <a16:creationId xmlns:a16="http://schemas.microsoft.com/office/drawing/2014/main" id="{3CA38D39-56F6-47D9-8A54-22070582F7F2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906" name="Rectangle 905">
                    <a:extLst>
                      <a:ext uri="{FF2B5EF4-FFF2-40B4-BE49-F238E27FC236}">
                        <a16:creationId xmlns:a16="http://schemas.microsoft.com/office/drawing/2014/main" id="{5B214549-D7A1-45D3-8724-59A17BAE6BB1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856" name="Group 855">
                  <a:extLst>
                    <a:ext uri="{FF2B5EF4-FFF2-40B4-BE49-F238E27FC236}">
                      <a16:creationId xmlns:a16="http://schemas.microsoft.com/office/drawing/2014/main" id="{15675CDA-0C76-4B84-B0A4-1B825E2A69B8}"/>
                    </a:ext>
                  </a:extLst>
                </p:cNvPr>
                <p:cNvGrpSpPr/>
                <p:nvPr/>
              </p:nvGrpSpPr>
              <p:grpSpPr>
                <a:xfrm>
                  <a:off x="2285997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857" name="Rectangle 856">
                    <a:extLst>
                      <a:ext uri="{FF2B5EF4-FFF2-40B4-BE49-F238E27FC236}">
                        <a16:creationId xmlns:a16="http://schemas.microsoft.com/office/drawing/2014/main" id="{AA7894E7-F1EB-4234-9BB7-B8C8E0DAE2CF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58" name="Rectangle 857">
                    <a:extLst>
                      <a:ext uri="{FF2B5EF4-FFF2-40B4-BE49-F238E27FC236}">
                        <a16:creationId xmlns:a16="http://schemas.microsoft.com/office/drawing/2014/main" id="{235580F7-EF1D-469A-986C-C7382D73C86B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59" name="Rectangle 858">
                    <a:extLst>
                      <a:ext uri="{FF2B5EF4-FFF2-40B4-BE49-F238E27FC236}">
                        <a16:creationId xmlns:a16="http://schemas.microsoft.com/office/drawing/2014/main" id="{5BCE5961-D64F-4DD9-9356-FE90EA7FCFB9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0" name="Rectangle 859">
                    <a:extLst>
                      <a:ext uri="{FF2B5EF4-FFF2-40B4-BE49-F238E27FC236}">
                        <a16:creationId xmlns:a16="http://schemas.microsoft.com/office/drawing/2014/main" id="{B7B309DE-5E60-478A-8A2D-7F615357768F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1" name="Rectangle 860">
                    <a:extLst>
                      <a:ext uri="{FF2B5EF4-FFF2-40B4-BE49-F238E27FC236}">
                        <a16:creationId xmlns:a16="http://schemas.microsoft.com/office/drawing/2014/main" id="{4C99C2DD-B9EE-4D59-96BD-734551A2FA53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2" name="Rectangle 861">
                    <a:extLst>
                      <a:ext uri="{FF2B5EF4-FFF2-40B4-BE49-F238E27FC236}">
                        <a16:creationId xmlns:a16="http://schemas.microsoft.com/office/drawing/2014/main" id="{A48B4C25-D1FF-4D13-8016-012065B9C875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3" name="Rectangle 862">
                    <a:extLst>
                      <a:ext uri="{FF2B5EF4-FFF2-40B4-BE49-F238E27FC236}">
                        <a16:creationId xmlns:a16="http://schemas.microsoft.com/office/drawing/2014/main" id="{186943B2-D5FF-4CC4-8ADF-5BB9C25074F9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4" name="Rectangle 863">
                    <a:extLst>
                      <a:ext uri="{FF2B5EF4-FFF2-40B4-BE49-F238E27FC236}">
                        <a16:creationId xmlns:a16="http://schemas.microsoft.com/office/drawing/2014/main" id="{9B0603C0-834C-4887-9BD4-65C808311382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5" name="Rectangle 864">
                    <a:extLst>
                      <a:ext uri="{FF2B5EF4-FFF2-40B4-BE49-F238E27FC236}">
                        <a16:creationId xmlns:a16="http://schemas.microsoft.com/office/drawing/2014/main" id="{081E1726-6525-4DF6-A521-ED05182FAAA5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6" name="Rectangle 865">
                    <a:extLst>
                      <a:ext uri="{FF2B5EF4-FFF2-40B4-BE49-F238E27FC236}">
                        <a16:creationId xmlns:a16="http://schemas.microsoft.com/office/drawing/2014/main" id="{B662339D-7302-4ABF-9988-88CBBC27F7F4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7" name="Rectangle 866">
                    <a:extLst>
                      <a:ext uri="{FF2B5EF4-FFF2-40B4-BE49-F238E27FC236}">
                        <a16:creationId xmlns:a16="http://schemas.microsoft.com/office/drawing/2014/main" id="{08D91A39-987A-4F8E-9636-01613695BBB5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8" name="Rectangle 867">
                    <a:extLst>
                      <a:ext uri="{FF2B5EF4-FFF2-40B4-BE49-F238E27FC236}">
                        <a16:creationId xmlns:a16="http://schemas.microsoft.com/office/drawing/2014/main" id="{C7878AB2-13F9-4F90-A70C-5FAA2B63A518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9" name="Rectangle 868">
                    <a:extLst>
                      <a:ext uri="{FF2B5EF4-FFF2-40B4-BE49-F238E27FC236}">
                        <a16:creationId xmlns:a16="http://schemas.microsoft.com/office/drawing/2014/main" id="{C1AA677F-9276-41DB-9ACE-50A726625719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0" name="Rectangle 869">
                    <a:extLst>
                      <a:ext uri="{FF2B5EF4-FFF2-40B4-BE49-F238E27FC236}">
                        <a16:creationId xmlns:a16="http://schemas.microsoft.com/office/drawing/2014/main" id="{08140ACB-E13E-4610-839F-C51C483DC4CB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1" name="Rectangle 870">
                    <a:extLst>
                      <a:ext uri="{FF2B5EF4-FFF2-40B4-BE49-F238E27FC236}">
                        <a16:creationId xmlns:a16="http://schemas.microsoft.com/office/drawing/2014/main" id="{1AA3FAD1-443A-45C8-824C-C19299FBCD82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2" name="Rectangle 871">
                    <a:extLst>
                      <a:ext uri="{FF2B5EF4-FFF2-40B4-BE49-F238E27FC236}">
                        <a16:creationId xmlns:a16="http://schemas.microsoft.com/office/drawing/2014/main" id="{B332E5C6-9768-4461-8575-A7CED2676676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3" name="Rectangle 872">
                    <a:extLst>
                      <a:ext uri="{FF2B5EF4-FFF2-40B4-BE49-F238E27FC236}">
                        <a16:creationId xmlns:a16="http://schemas.microsoft.com/office/drawing/2014/main" id="{B768D915-F999-4B76-B98F-C0F47938C619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4" name="Rectangle 873">
                    <a:extLst>
                      <a:ext uri="{FF2B5EF4-FFF2-40B4-BE49-F238E27FC236}">
                        <a16:creationId xmlns:a16="http://schemas.microsoft.com/office/drawing/2014/main" id="{F13CC11F-1251-45A1-8029-DD5F1EC71724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5" name="Rectangle 874">
                    <a:extLst>
                      <a:ext uri="{FF2B5EF4-FFF2-40B4-BE49-F238E27FC236}">
                        <a16:creationId xmlns:a16="http://schemas.microsoft.com/office/drawing/2014/main" id="{4005280D-C163-43B9-9125-0920A2128D73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6" name="Rectangle 875">
                    <a:extLst>
                      <a:ext uri="{FF2B5EF4-FFF2-40B4-BE49-F238E27FC236}">
                        <a16:creationId xmlns:a16="http://schemas.microsoft.com/office/drawing/2014/main" id="{538A8B43-C666-470E-AFB7-95845BCDE32E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7" name="Rectangle 876">
                    <a:extLst>
                      <a:ext uri="{FF2B5EF4-FFF2-40B4-BE49-F238E27FC236}">
                        <a16:creationId xmlns:a16="http://schemas.microsoft.com/office/drawing/2014/main" id="{E71ACDFA-6610-4E9E-8C7E-5122BEE491D5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8" name="Rectangle 877">
                    <a:extLst>
                      <a:ext uri="{FF2B5EF4-FFF2-40B4-BE49-F238E27FC236}">
                        <a16:creationId xmlns:a16="http://schemas.microsoft.com/office/drawing/2014/main" id="{460AA49C-96A7-4A44-9852-BB5C37C5D29A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79" name="Rectangle 878">
                    <a:extLst>
                      <a:ext uri="{FF2B5EF4-FFF2-40B4-BE49-F238E27FC236}">
                        <a16:creationId xmlns:a16="http://schemas.microsoft.com/office/drawing/2014/main" id="{DB5DCA52-306B-4AE8-88E2-B3C823EC5B02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0" name="Rectangle 879">
                    <a:extLst>
                      <a:ext uri="{FF2B5EF4-FFF2-40B4-BE49-F238E27FC236}">
                        <a16:creationId xmlns:a16="http://schemas.microsoft.com/office/drawing/2014/main" id="{CBCC15D6-22BE-4DCB-A0C0-BE77A41DCF96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81" name="Rectangle 880">
                    <a:extLst>
                      <a:ext uri="{FF2B5EF4-FFF2-40B4-BE49-F238E27FC236}">
                        <a16:creationId xmlns:a16="http://schemas.microsoft.com/office/drawing/2014/main" id="{0D601478-9695-43F9-B3C1-21064C8C1F75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821" name="Group 820">
                <a:extLst>
                  <a:ext uri="{FF2B5EF4-FFF2-40B4-BE49-F238E27FC236}">
                    <a16:creationId xmlns:a16="http://schemas.microsoft.com/office/drawing/2014/main" id="{A683B18A-3DA0-4750-9366-B62DE8AD0CEB}"/>
                  </a:ext>
                </a:extLst>
              </p:cNvPr>
              <p:cNvGrpSpPr/>
              <p:nvPr/>
            </p:nvGrpSpPr>
            <p:grpSpPr>
              <a:xfrm>
                <a:off x="2285997" y="-705904"/>
                <a:ext cx="1899190" cy="1903939"/>
                <a:chOff x="2285998" y="-705905"/>
                <a:chExt cx="3807884" cy="3817405"/>
              </a:xfrm>
            </p:grpSpPr>
            <p:cxnSp>
              <p:nvCxnSpPr>
                <p:cNvPr id="822" name="Straight Connector 821">
                  <a:extLst>
                    <a:ext uri="{FF2B5EF4-FFF2-40B4-BE49-F238E27FC236}">
                      <a16:creationId xmlns:a16="http://schemas.microsoft.com/office/drawing/2014/main" id="{EE2E019F-5A9E-420E-B387-04C00AD6E6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705905"/>
                  <a:ext cx="1903942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3" name="Straight Connector 822">
                  <a:extLst>
                    <a:ext uri="{FF2B5EF4-FFF2-40B4-BE49-F238E27FC236}">
                      <a16:creationId xmlns:a16="http://schemas.microsoft.com/office/drawing/2014/main" id="{7BAB4752-A26D-4992-8931-596F034777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2721190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4" name="Straight Connector 823">
                  <a:extLst>
                    <a:ext uri="{FF2B5EF4-FFF2-40B4-BE49-F238E27FC236}">
                      <a16:creationId xmlns:a16="http://schemas.microsoft.com/office/drawing/2014/main" id="{BDE0D31B-B0AB-4CD5-AAD8-52F106A3DB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13093" y="1959614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5" name="Straight Connector 824">
                  <a:extLst>
                    <a:ext uri="{FF2B5EF4-FFF2-40B4-BE49-F238E27FC236}">
                      <a16:creationId xmlns:a16="http://schemas.microsoft.com/office/drawing/2014/main" id="{7821A46A-FCA0-4246-95B4-F6B88025A2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09151" y="2721190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6" name="Straight Connector 825">
                  <a:extLst>
                    <a:ext uri="{FF2B5EF4-FFF2-40B4-BE49-F238E27FC236}">
                      <a16:creationId xmlns:a16="http://schemas.microsoft.com/office/drawing/2014/main" id="{BF979ACD-83BB-49C5-80D5-DDD22BF154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2343575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7" name="Straight Connector 826">
                  <a:extLst>
                    <a:ext uri="{FF2B5EF4-FFF2-40B4-BE49-F238E27FC236}">
                      <a16:creationId xmlns:a16="http://schemas.microsoft.com/office/drawing/2014/main" id="{EFF88DC5-2A14-4B32-98E5-A73EEC0A2C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28363" y="2343575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8" name="Straight Connector 827">
                  <a:extLst>
                    <a:ext uri="{FF2B5EF4-FFF2-40B4-BE49-F238E27FC236}">
                      <a16:creationId xmlns:a16="http://schemas.microsoft.com/office/drawing/2014/main" id="{93818B26-117E-4459-B37B-9B239EA53C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1588345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9" name="Straight Connector 828">
                  <a:extLst>
                    <a:ext uri="{FF2B5EF4-FFF2-40B4-BE49-F238E27FC236}">
                      <a16:creationId xmlns:a16="http://schemas.microsoft.com/office/drawing/2014/main" id="{84026CCD-67BD-4ABE-8B1E-EEF043C612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8" y="1201210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0" name="Straight Connector 829">
                  <a:extLst>
                    <a:ext uri="{FF2B5EF4-FFF2-40B4-BE49-F238E27FC236}">
                      <a16:creationId xmlns:a16="http://schemas.microsoft.com/office/drawing/2014/main" id="{E7AB4D1F-E79C-4472-A46B-2788EAABB3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1578825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1" name="Straight Connector 830">
                  <a:extLst>
                    <a:ext uri="{FF2B5EF4-FFF2-40B4-BE49-F238E27FC236}">
                      <a16:creationId xmlns:a16="http://schemas.microsoft.com/office/drawing/2014/main" id="{F7F4476B-AEB6-4BF4-A30B-FAE7A634A3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6" y="817249"/>
                  <a:ext cx="1523155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2" name="Straight Connector 831">
                  <a:extLst>
                    <a:ext uri="{FF2B5EF4-FFF2-40B4-BE49-F238E27FC236}">
                      <a16:creationId xmlns:a16="http://schemas.microsoft.com/office/drawing/2014/main" id="{F425096A-A64B-43EB-BAEE-5226D5D590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55672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3" name="Straight Connector 832">
                  <a:extLst>
                    <a:ext uri="{FF2B5EF4-FFF2-40B4-BE49-F238E27FC236}">
                      <a16:creationId xmlns:a16="http://schemas.microsoft.com/office/drawing/2014/main" id="{0099CB1A-93E5-4454-B9BA-4F8A392C5B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436460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4" name="Straight Connector 833">
                  <a:extLst>
                    <a:ext uri="{FF2B5EF4-FFF2-40B4-BE49-F238E27FC236}">
                      <a16:creationId xmlns:a16="http://schemas.microsoft.com/office/drawing/2014/main" id="{AA0A7474-6F7A-45D6-B9A1-5AECA52430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325117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5" name="Straight Connector 834">
                  <a:extLst>
                    <a:ext uri="{FF2B5EF4-FFF2-40B4-BE49-F238E27FC236}">
                      <a16:creationId xmlns:a16="http://schemas.microsoft.com/office/drawing/2014/main" id="{931C5977-5107-4CA2-9354-EFFA305D3D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55672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6" name="Straight Connector 835">
                  <a:extLst>
                    <a:ext uri="{FF2B5EF4-FFF2-40B4-BE49-F238E27FC236}">
                      <a16:creationId xmlns:a16="http://schemas.microsoft.com/office/drawing/2014/main" id="{392F92EA-A60A-484D-A837-5A24713C51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334026" y="2156355"/>
                  <a:ext cx="1903943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7" name="Straight Connector 836">
                  <a:extLst>
                    <a:ext uri="{FF2B5EF4-FFF2-40B4-BE49-F238E27FC236}">
                      <a16:creationId xmlns:a16="http://schemas.microsoft.com/office/drawing/2014/main" id="{00349353-43DE-4090-B2F2-7B9425191B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41909" y="246065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8" name="Straight Connector 837">
                  <a:extLst>
                    <a:ext uri="{FF2B5EF4-FFF2-40B4-BE49-F238E27FC236}">
                      <a16:creationId xmlns:a16="http://schemas.microsoft.com/office/drawing/2014/main" id="{CE92FB22-01B2-4CE5-9981-85C1229485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570728" y="55672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9" name="Straight Connector 838">
                  <a:extLst>
                    <a:ext uri="{FF2B5EF4-FFF2-40B4-BE49-F238E27FC236}">
                      <a16:creationId xmlns:a16="http://schemas.microsoft.com/office/drawing/2014/main" id="{697EED70-C48B-4559-BA2F-B25246E3AE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436460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0" name="Straight Connector 839">
                  <a:extLst>
                    <a:ext uri="{FF2B5EF4-FFF2-40B4-BE49-F238E27FC236}">
                      <a16:creationId xmlns:a16="http://schemas.microsoft.com/office/drawing/2014/main" id="{AAFA1E33-BAC5-4846-844E-F01534DA47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51429" y="1397950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94145B95-A826-4172-A57B-CCC2C69339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1013989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2" name="Straight Connector 841">
                  <a:extLst>
                    <a:ext uri="{FF2B5EF4-FFF2-40B4-BE49-F238E27FC236}">
                      <a16:creationId xmlns:a16="http://schemas.microsoft.com/office/drawing/2014/main" id="{BA30CDA7-4A7D-48F2-82B7-70E1DABA0D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1962786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3" name="Straight Connector 842">
                  <a:extLst>
                    <a:ext uri="{FF2B5EF4-FFF2-40B4-BE49-F238E27FC236}">
                      <a16:creationId xmlns:a16="http://schemas.microsoft.com/office/drawing/2014/main" id="{A82EDB1C-2EE9-4D01-8606-7D13D8CF86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3575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4" name="Straight Connector 843">
                  <a:extLst>
                    <a:ext uri="{FF2B5EF4-FFF2-40B4-BE49-F238E27FC236}">
                      <a16:creationId xmlns:a16="http://schemas.microsoft.com/office/drawing/2014/main" id="{1512B57B-6B7A-4997-85A9-B0D905BEE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1517" y="2727536"/>
                  <a:ext cx="0" cy="374443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5" name="Straight Connector 844">
                  <a:extLst>
                    <a:ext uri="{FF2B5EF4-FFF2-40B4-BE49-F238E27FC236}">
                      <a16:creationId xmlns:a16="http://schemas.microsoft.com/office/drawing/2014/main" id="{FD22D80C-4522-41C0-AF39-91B9D28394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2917931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6" name="Straight Connector 845">
                  <a:extLst>
                    <a:ext uri="{FF2B5EF4-FFF2-40B4-BE49-F238E27FC236}">
                      <a16:creationId xmlns:a16="http://schemas.microsoft.com/office/drawing/2014/main" id="{91D70F00-A55F-47A8-9E3E-546BD1C86C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2530796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7" name="Straight Connector 846">
                  <a:extLst>
                    <a:ext uri="{FF2B5EF4-FFF2-40B4-BE49-F238E27FC236}">
                      <a16:creationId xmlns:a16="http://schemas.microsoft.com/office/drawing/2014/main" id="{F994A48C-C38A-4FA0-8C3E-F16892A374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618756" y="2533970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8" name="Straight Connector 847">
                  <a:extLst>
                    <a:ext uri="{FF2B5EF4-FFF2-40B4-BE49-F238E27FC236}">
                      <a16:creationId xmlns:a16="http://schemas.microsoft.com/office/drawing/2014/main" id="{D8051259-3517-486A-8B4F-2F4219E1C7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095603" y="2156355"/>
                  <a:ext cx="1903943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9" name="Straight Connector 848">
                  <a:extLst>
                    <a:ext uri="{FF2B5EF4-FFF2-40B4-BE49-F238E27FC236}">
                      <a16:creationId xmlns:a16="http://schemas.microsoft.com/office/drawing/2014/main" id="{90AB27DB-19E2-4897-9F64-43CB3DEAB5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857179" y="1769220"/>
                  <a:ext cx="1142366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0" name="Straight Connector 849">
                  <a:extLst>
                    <a:ext uri="{FF2B5EF4-FFF2-40B4-BE49-F238E27FC236}">
                      <a16:creationId xmlns:a16="http://schemas.microsoft.com/office/drawing/2014/main" id="{E9497C08-D915-4AE3-B943-4854049B5E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7" y="3108325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1" name="Straight Connector 850">
                  <a:extLst>
                    <a:ext uri="{FF2B5EF4-FFF2-40B4-BE49-F238E27FC236}">
                      <a16:creationId xmlns:a16="http://schemas.microsoft.com/office/drawing/2014/main" id="{1206D410-FA80-4C96-8CDF-739705027D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9922"/>
                  <a:ext cx="1523155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2" name="Straight Connector 851">
                  <a:extLst>
                    <a:ext uri="{FF2B5EF4-FFF2-40B4-BE49-F238E27FC236}">
                      <a16:creationId xmlns:a16="http://schemas.microsoft.com/office/drawing/2014/main" id="{4043B485-815F-43F4-B87C-6751F628F4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47574" y="3111500"/>
                  <a:ext cx="761578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3" name="Straight Connector 852">
                  <a:extLst>
                    <a:ext uri="{FF2B5EF4-FFF2-40B4-BE49-F238E27FC236}">
                      <a16:creationId xmlns:a16="http://schemas.microsoft.com/office/drawing/2014/main" id="{C3666411-F372-466C-8579-312D17EE74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1388431"/>
                  <a:ext cx="38078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00" name="Group 1499">
              <a:extLst>
                <a:ext uri="{FF2B5EF4-FFF2-40B4-BE49-F238E27FC236}">
                  <a16:creationId xmlns:a16="http://schemas.microsoft.com/office/drawing/2014/main" id="{4F97C057-D3A6-4C98-BDC0-5B43625224C0}"/>
                </a:ext>
              </a:extLst>
            </p:cNvPr>
            <p:cNvGrpSpPr/>
            <p:nvPr/>
          </p:nvGrpSpPr>
          <p:grpSpPr>
            <a:xfrm>
              <a:off x="2286515" y="-705906"/>
              <a:ext cx="949597" cy="951971"/>
              <a:chOff x="2286515" y="-705906"/>
              <a:chExt cx="949597" cy="951971"/>
            </a:xfrm>
          </p:grpSpPr>
          <p:grpSp>
            <p:nvGrpSpPr>
              <p:cNvPr id="1275" name="Group 1274">
                <a:extLst>
                  <a:ext uri="{FF2B5EF4-FFF2-40B4-BE49-F238E27FC236}">
                    <a16:creationId xmlns:a16="http://schemas.microsoft.com/office/drawing/2014/main" id="{2198870D-2D8F-4563-AE86-A9A0B1B9FDC9}"/>
                  </a:ext>
                </a:extLst>
              </p:cNvPr>
              <p:cNvGrpSpPr/>
              <p:nvPr/>
            </p:nvGrpSpPr>
            <p:grpSpPr>
              <a:xfrm>
                <a:off x="2286516" y="-705906"/>
                <a:ext cx="949596" cy="949595"/>
                <a:chOff x="2285997" y="-705905"/>
                <a:chExt cx="3807886" cy="3807884"/>
              </a:xfrm>
              <a:solidFill>
                <a:schemeClr val="bg1"/>
              </a:solidFill>
            </p:grpSpPr>
            <p:grpSp>
              <p:nvGrpSpPr>
                <p:cNvPr id="1276" name="Group 1275">
                  <a:extLst>
                    <a:ext uri="{FF2B5EF4-FFF2-40B4-BE49-F238E27FC236}">
                      <a16:creationId xmlns:a16="http://schemas.microsoft.com/office/drawing/2014/main" id="{23CDF8A5-6385-400F-AB66-018EA3F6418D}"/>
                    </a:ext>
                  </a:extLst>
                </p:cNvPr>
                <p:cNvGrpSpPr/>
                <p:nvPr/>
              </p:nvGrpSpPr>
              <p:grpSpPr>
                <a:xfrm>
                  <a:off x="4189940" y="-705905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329" name="Rectangle 1328">
                    <a:extLst>
                      <a:ext uri="{FF2B5EF4-FFF2-40B4-BE49-F238E27FC236}">
                        <a16:creationId xmlns:a16="http://schemas.microsoft.com/office/drawing/2014/main" id="{19628AB4-64F2-457C-8F1E-CF6EB100C217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0" name="Rectangle 1329">
                    <a:extLst>
                      <a:ext uri="{FF2B5EF4-FFF2-40B4-BE49-F238E27FC236}">
                        <a16:creationId xmlns:a16="http://schemas.microsoft.com/office/drawing/2014/main" id="{B53EF5E0-2E50-4877-8722-E3FF882042B4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1" name="Rectangle 1330">
                    <a:extLst>
                      <a:ext uri="{FF2B5EF4-FFF2-40B4-BE49-F238E27FC236}">
                        <a16:creationId xmlns:a16="http://schemas.microsoft.com/office/drawing/2014/main" id="{96EB420B-F5E6-4192-9320-8BBE3A258C56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2" name="Rectangle 1331">
                    <a:extLst>
                      <a:ext uri="{FF2B5EF4-FFF2-40B4-BE49-F238E27FC236}">
                        <a16:creationId xmlns:a16="http://schemas.microsoft.com/office/drawing/2014/main" id="{021D1A24-EAA6-4F2B-B96B-CB86794E27BB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3" name="Rectangle 1332">
                    <a:extLst>
                      <a:ext uri="{FF2B5EF4-FFF2-40B4-BE49-F238E27FC236}">
                        <a16:creationId xmlns:a16="http://schemas.microsoft.com/office/drawing/2014/main" id="{7B294521-9ED1-4521-8D2E-6B5357DA3600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4" name="Rectangle 1333">
                    <a:extLst>
                      <a:ext uri="{FF2B5EF4-FFF2-40B4-BE49-F238E27FC236}">
                        <a16:creationId xmlns:a16="http://schemas.microsoft.com/office/drawing/2014/main" id="{DB59A0BC-A84F-40C4-975E-7499D3F39562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5" name="Rectangle 1334">
                    <a:extLst>
                      <a:ext uri="{FF2B5EF4-FFF2-40B4-BE49-F238E27FC236}">
                        <a16:creationId xmlns:a16="http://schemas.microsoft.com/office/drawing/2014/main" id="{7A755D28-806C-4378-AC81-9C937F803339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6" name="Rectangle 1335">
                    <a:extLst>
                      <a:ext uri="{FF2B5EF4-FFF2-40B4-BE49-F238E27FC236}">
                        <a16:creationId xmlns:a16="http://schemas.microsoft.com/office/drawing/2014/main" id="{968A08AE-D0B9-493E-A31C-DC46933382EB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7" name="Rectangle 1336">
                    <a:extLst>
                      <a:ext uri="{FF2B5EF4-FFF2-40B4-BE49-F238E27FC236}">
                        <a16:creationId xmlns:a16="http://schemas.microsoft.com/office/drawing/2014/main" id="{6F3B1FFD-D7F1-41E3-81D6-6121D0C71FEE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8" name="Rectangle 1337">
                    <a:extLst>
                      <a:ext uri="{FF2B5EF4-FFF2-40B4-BE49-F238E27FC236}">
                        <a16:creationId xmlns:a16="http://schemas.microsoft.com/office/drawing/2014/main" id="{98744370-319F-44B0-AD74-E8FB07F871B1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9" name="Rectangle 1338">
                    <a:extLst>
                      <a:ext uri="{FF2B5EF4-FFF2-40B4-BE49-F238E27FC236}">
                        <a16:creationId xmlns:a16="http://schemas.microsoft.com/office/drawing/2014/main" id="{AB8C511A-4103-40E4-ACCB-51CD7A964597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0" name="Rectangle 1339">
                    <a:extLst>
                      <a:ext uri="{FF2B5EF4-FFF2-40B4-BE49-F238E27FC236}">
                        <a16:creationId xmlns:a16="http://schemas.microsoft.com/office/drawing/2014/main" id="{DFFF79CD-C4F3-4020-96E5-62D7473C732C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1" name="Rectangle 1340">
                    <a:extLst>
                      <a:ext uri="{FF2B5EF4-FFF2-40B4-BE49-F238E27FC236}">
                        <a16:creationId xmlns:a16="http://schemas.microsoft.com/office/drawing/2014/main" id="{EB6559ED-C377-40A8-8B08-EA5F4F471AFD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2" name="Rectangle 1341">
                    <a:extLst>
                      <a:ext uri="{FF2B5EF4-FFF2-40B4-BE49-F238E27FC236}">
                        <a16:creationId xmlns:a16="http://schemas.microsoft.com/office/drawing/2014/main" id="{7AE2C4B9-0F27-4117-AB59-782A037618C7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3" name="Rectangle 1342">
                    <a:extLst>
                      <a:ext uri="{FF2B5EF4-FFF2-40B4-BE49-F238E27FC236}">
                        <a16:creationId xmlns:a16="http://schemas.microsoft.com/office/drawing/2014/main" id="{0A803EA2-8102-472F-811D-8CCEE5BE7A63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4" name="Rectangle 1343">
                    <a:extLst>
                      <a:ext uri="{FF2B5EF4-FFF2-40B4-BE49-F238E27FC236}">
                        <a16:creationId xmlns:a16="http://schemas.microsoft.com/office/drawing/2014/main" id="{4D3C86DE-122A-431C-A892-0A37327A1179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5" name="Rectangle 1344">
                    <a:extLst>
                      <a:ext uri="{FF2B5EF4-FFF2-40B4-BE49-F238E27FC236}">
                        <a16:creationId xmlns:a16="http://schemas.microsoft.com/office/drawing/2014/main" id="{D513EEB8-3A68-439C-A24B-331785791F3B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6" name="Rectangle 1345">
                    <a:extLst>
                      <a:ext uri="{FF2B5EF4-FFF2-40B4-BE49-F238E27FC236}">
                        <a16:creationId xmlns:a16="http://schemas.microsoft.com/office/drawing/2014/main" id="{5ACC4143-3F94-43BE-8A40-B09C988D2DC1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7" name="Rectangle 1346">
                    <a:extLst>
                      <a:ext uri="{FF2B5EF4-FFF2-40B4-BE49-F238E27FC236}">
                        <a16:creationId xmlns:a16="http://schemas.microsoft.com/office/drawing/2014/main" id="{D3FA40B8-E1AE-4BFD-9B25-C150EFE697E2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8" name="Rectangle 1347">
                    <a:extLst>
                      <a:ext uri="{FF2B5EF4-FFF2-40B4-BE49-F238E27FC236}">
                        <a16:creationId xmlns:a16="http://schemas.microsoft.com/office/drawing/2014/main" id="{EBBE705C-0243-4E7B-8B72-2821A8DA7CE9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49" name="Rectangle 1348">
                    <a:extLst>
                      <a:ext uri="{FF2B5EF4-FFF2-40B4-BE49-F238E27FC236}">
                        <a16:creationId xmlns:a16="http://schemas.microsoft.com/office/drawing/2014/main" id="{A72158FE-FDC3-4F76-8978-30E76E5BAD77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50" name="Rectangle 1349">
                    <a:extLst>
                      <a:ext uri="{FF2B5EF4-FFF2-40B4-BE49-F238E27FC236}">
                        <a16:creationId xmlns:a16="http://schemas.microsoft.com/office/drawing/2014/main" id="{76E95BE8-3AAE-43A7-9A1C-B340CF85562E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51" name="Rectangle 1350">
                    <a:extLst>
                      <a:ext uri="{FF2B5EF4-FFF2-40B4-BE49-F238E27FC236}">
                        <a16:creationId xmlns:a16="http://schemas.microsoft.com/office/drawing/2014/main" id="{F8669731-46CE-4C9C-9929-D27836BE4EBB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52" name="Rectangle 1351">
                    <a:extLst>
                      <a:ext uri="{FF2B5EF4-FFF2-40B4-BE49-F238E27FC236}">
                        <a16:creationId xmlns:a16="http://schemas.microsoft.com/office/drawing/2014/main" id="{CA03C389-3BA3-4866-AD35-EC49C6CA2F2A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53" name="Rectangle 1352">
                    <a:extLst>
                      <a:ext uri="{FF2B5EF4-FFF2-40B4-BE49-F238E27FC236}">
                        <a16:creationId xmlns:a16="http://schemas.microsoft.com/office/drawing/2014/main" id="{6378FFC8-A50E-40FD-8F2E-5344A490FF90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277" name="Group 1276">
                  <a:extLst>
                    <a:ext uri="{FF2B5EF4-FFF2-40B4-BE49-F238E27FC236}">
                      <a16:creationId xmlns:a16="http://schemas.microsoft.com/office/drawing/2014/main" id="{E5DEA0B3-0A5A-45AC-868C-37219578C187}"/>
                    </a:ext>
                  </a:extLst>
                </p:cNvPr>
                <p:cNvGrpSpPr/>
                <p:nvPr/>
              </p:nvGrpSpPr>
              <p:grpSpPr>
                <a:xfrm>
                  <a:off x="4189940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304" name="Rectangle 1303">
                    <a:extLst>
                      <a:ext uri="{FF2B5EF4-FFF2-40B4-BE49-F238E27FC236}">
                        <a16:creationId xmlns:a16="http://schemas.microsoft.com/office/drawing/2014/main" id="{A260E60C-5F40-4544-A018-7C1919D4D580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5" name="Rectangle 1304">
                    <a:extLst>
                      <a:ext uri="{FF2B5EF4-FFF2-40B4-BE49-F238E27FC236}">
                        <a16:creationId xmlns:a16="http://schemas.microsoft.com/office/drawing/2014/main" id="{578DDE7E-1C5D-4748-93B7-1B49868E154A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6" name="Rectangle 1305">
                    <a:extLst>
                      <a:ext uri="{FF2B5EF4-FFF2-40B4-BE49-F238E27FC236}">
                        <a16:creationId xmlns:a16="http://schemas.microsoft.com/office/drawing/2014/main" id="{03128FB8-4E8F-4A45-A80E-EDA544CF594A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7" name="Rectangle 1306">
                    <a:extLst>
                      <a:ext uri="{FF2B5EF4-FFF2-40B4-BE49-F238E27FC236}">
                        <a16:creationId xmlns:a16="http://schemas.microsoft.com/office/drawing/2014/main" id="{9282B401-9C35-45CF-BCA3-59B13F379598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8" name="Rectangle 1307">
                    <a:extLst>
                      <a:ext uri="{FF2B5EF4-FFF2-40B4-BE49-F238E27FC236}">
                        <a16:creationId xmlns:a16="http://schemas.microsoft.com/office/drawing/2014/main" id="{E12E4BA0-6762-42A4-9886-80A8EBB55EC0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9" name="Rectangle 1308">
                    <a:extLst>
                      <a:ext uri="{FF2B5EF4-FFF2-40B4-BE49-F238E27FC236}">
                        <a16:creationId xmlns:a16="http://schemas.microsoft.com/office/drawing/2014/main" id="{441A9AD5-52E6-4EFC-AE12-737469018E4E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0" name="Rectangle 1309">
                    <a:extLst>
                      <a:ext uri="{FF2B5EF4-FFF2-40B4-BE49-F238E27FC236}">
                        <a16:creationId xmlns:a16="http://schemas.microsoft.com/office/drawing/2014/main" id="{E27854B4-F389-4818-9233-DDA1522E4F13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1" name="Rectangle 1310">
                    <a:extLst>
                      <a:ext uri="{FF2B5EF4-FFF2-40B4-BE49-F238E27FC236}">
                        <a16:creationId xmlns:a16="http://schemas.microsoft.com/office/drawing/2014/main" id="{F8945962-4CDB-4148-8CAC-BEEDEC6B7FEB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2" name="Rectangle 1311">
                    <a:extLst>
                      <a:ext uri="{FF2B5EF4-FFF2-40B4-BE49-F238E27FC236}">
                        <a16:creationId xmlns:a16="http://schemas.microsoft.com/office/drawing/2014/main" id="{20855A53-A51E-42B7-845B-13C90D3199C8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3" name="Rectangle 1312">
                    <a:extLst>
                      <a:ext uri="{FF2B5EF4-FFF2-40B4-BE49-F238E27FC236}">
                        <a16:creationId xmlns:a16="http://schemas.microsoft.com/office/drawing/2014/main" id="{DE40C981-767E-4B8F-AA56-C55891BBB60E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4" name="Rectangle 1313">
                    <a:extLst>
                      <a:ext uri="{FF2B5EF4-FFF2-40B4-BE49-F238E27FC236}">
                        <a16:creationId xmlns:a16="http://schemas.microsoft.com/office/drawing/2014/main" id="{9A29B2C4-7EFC-4CAD-A9BA-2478F1C3CBAA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5" name="Rectangle 1314">
                    <a:extLst>
                      <a:ext uri="{FF2B5EF4-FFF2-40B4-BE49-F238E27FC236}">
                        <a16:creationId xmlns:a16="http://schemas.microsoft.com/office/drawing/2014/main" id="{1482E5E5-7970-4FE9-983F-CB01B323F4EE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6" name="Rectangle 1315">
                    <a:extLst>
                      <a:ext uri="{FF2B5EF4-FFF2-40B4-BE49-F238E27FC236}">
                        <a16:creationId xmlns:a16="http://schemas.microsoft.com/office/drawing/2014/main" id="{1B618239-AA7E-4206-8325-816E08DE3AB4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7" name="Rectangle 1316">
                    <a:extLst>
                      <a:ext uri="{FF2B5EF4-FFF2-40B4-BE49-F238E27FC236}">
                        <a16:creationId xmlns:a16="http://schemas.microsoft.com/office/drawing/2014/main" id="{9371E27D-FEAE-4F02-877C-92E2BB5B6CE5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8" name="Rectangle 1317">
                    <a:extLst>
                      <a:ext uri="{FF2B5EF4-FFF2-40B4-BE49-F238E27FC236}">
                        <a16:creationId xmlns:a16="http://schemas.microsoft.com/office/drawing/2014/main" id="{8C5EEC2A-2A41-4078-A022-FA581105A3B5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9" name="Rectangle 1318">
                    <a:extLst>
                      <a:ext uri="{FF2B5EF4-FFF2-40B4-BE49-F238E27FC236}">
                        <a16:creationId xmlns:a16="http://schemas.microsoft.com/office/drawing/2014/main" id="{746DD5FD-A022-455B-93CA-024AC7060B8B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0" name="Rectangle 1319">
                    <a:extLst>
                      <a:ext uri="{FF2B5EF4-FFF2-40B4-BE49-F238E27FC236}">
                        <a16:creationId xmlns:a16="http://schemas.microsoft.com/office/drawing/2014/main" id="{9ABF045C-200A-4387-B109-61730B514C2F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1" name="Rectangle 1320">
                    <a:extLst>
                      <a:ext uri="{FF2B5EF4-FFF2-40B4-BE49-F238E27FC236}">
                        <a16:creationId xmlns:a16="http://schemas.microsoft.com/office/drawing/2014/main" id="{499DB313-9D37-4122-9D27-CB5B251289FD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2" name="Rectangle 1321">
                    <a:extLst>
                      <a:ext uri="{FF2B5EF4-FFF2-40B4-BE49-F238E27FC236}">
                        <a16:creationId xmlns:a16="http://schemas.microsoft.com/office/drawing/2014/main" id="{C827C0E4-3659-4A47-884A-479A9A869EB8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3" name="Rectangle 1322">
                    <a:extLst>
                      <a:ext uri="{FF2B5EF4-FFF2-40B4-BE49-F238E27FC236}">
                        <a16:creationId xmlns:a16="http://schemas.microsoft.com/office/drawing/2014/main" id="{8C107D9A-DC89-4C1C-845D-058508A439DC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4" name="Rectangle 1323">
                    <a:extLst>
                      <a:ext uri="{FF2B5EF4-FFF2-40B4-BE49-F238E27FC236}">
                        <a16:creationId xmlns:a16="http://schemas.microsoft.com/office/drawing/2014/main" id="{5ED9C191-B4C3-4AE9-A036-05BBBC586322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5" name="Rectangle 1324">
                    <a:extLst>
                      <a:ext uri="{FF2B5EF4-FFF2-40B4-BE49-F238E27FC236}">
                        <a16:creationId xmlns:a16="http://schemas.microsoft.com/office/drawing/2014/main" id="{E0EF5362-FA20-4654-901F-92DA88F4142F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6" name="Rectangle 1325">
                    <a:extLst>
                      <a:ext uri="{FF2B5EF4-FFF2-40B4-BE49-F238E27FC236}">
                        <a16:creationId xmlns:a16="http://schemas.microsoft.com/office/drawing/2014/main" id="{0348705C-13AF-4971-A80B-CCF64D4C1D59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7" name="Rectangle 1326">
                    <a:extLst>
                      <a:ext uri="{FF2B5EF4-FFF2-40B4-BE49-F238E27FC236}">
                        <a16:creationId xmlns:a16="http://schemas.microsoft.com/office/drawing/2014/main" id="{70D18CA8-5468-4092-A309-3E9CCE5A93B5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8" name="Rectangle 1327">
                    <a:extLst>
                      <a:ext uri="{FF2B5EF4-FFF2-40B4-BE49-F238E27FC236}">
                        <a16:creationId xmlns:a16="http://schemas.microsoft.com/office/drawing/2014/main" id="{F8241778-3DA8-48D8-8379-3E892AC50EF4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278" name="Group 1277">
                  <a:extLst>
                    <a:ext uri="{FF2B5EF4-FFF2-40B4-BE49-F238E27FC236}">
                      <a16:creationId xmlns:a16="http://schemas.microsoft.com/office/drawing/2014/main" id="{B8B790AA-5EEC-4845-94CE-38FF6331DB61}"/>
                    </a:ext>
                  </a:extLst>
                </p:cNvPr>
                <p:cNvGrpSpPr/>
                <p:nvPr/>
              </p:nvGrpSpPr>
              <p:grpSpPr>
                <a:xfrm>
                  <a:off x="2285997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279" name="Rectangle 1278">
                    <a:extLst>
                      <a:ext uri="{FF2B5EF4-FFF2-40B4-BE49-F238E27FC236}">
                        <a16:creationId xmlns:a16="http://schemas.microsoft.com/office/drawing/2014/main" id="{D4B488DD-8CA7-49F9-B809-469A2657774D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0" name="Rectangle 1279">
                    <a:extLst>
                      <a:ext uri="{FF2B5EF4-FFF2-40B4-BE49-F238E27FC236}">
                        <a16:creationId xmlns:a16="http://schemas.microsoft.com/office/drawing/2014/main" id="{797E4A33-0305-4A76-8839-844C33F8F40D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1" name="Rectangle 1280">
                    <a:extLst>
                      <a:ext uri="{FF2B5EF4-FFF2-40B4-BE49-F238E27FC236}">
                        <a16:creationId xmlns:a16="http://schemas.microsoft.com/office/drawing/2014/main" id="{261200BA-2289-426A-822D-7D0EE9F56B70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2" name="Rectangle 1281">
                    <a:extLst>
                      <a:ext uri="{FF2B5EF4-FFF2-40B4-BE49-F238E27FC236}">
                        <a16:creationId xmlns:a16="http://schemas.microsoft.com/office/drawing/2014/main" id="{124A8626-8EF8-4EF6-AE2B-C47C40455294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3" name="Rectangle 1282">
                    <a:extLst>
                      <a:ext uri="{FF2B5EF4-FFF2-40B4-BE49-F238E27FC236}">
                        <a16:creationId xmlns:a16="http://schemas.microsoft.com/office/drawing/2014/main" id="{500D98A7-7FF1-4911-B34C-5DB86548D5FE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4" name="Rectangle 1283">
                    <a:extLst>
                      <a:ext uri="{FF2B5EF4-FFF2-40B4-BE49-F238E27FC236}">
                        <a16:creationId xmlns:a16="http://schemas.microsoft.com/office/drawing/2014/main" id="{ADA9495B-3453-4005-88C3-F60885DDCD5A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5" name="Rectangle 1284">
                    <a:extLst>
                      <a:ext uri="{FF2B5EF4-FFF2-40B4-BE49-F238E27FC236}">
                        <a16:creationId xmlns:a16="http://schemas.microsoft.com/office/drawing/2014/main" id="{14E59562-F28A-4997-A7F6-80CC3EEE3150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6" name="Rectangle 1285">
                    <a:extLst>
                      <a:ext uri="{FF2B5EF4-FFF2-40B4-BE49-F238E27FC236}">
                        <a16:creationId xmlns:a16="http://schemas.microsoft.com/office/drawing/2014/main" id="{2364176B-8887-41FD-9CBF-8C4E1B3F39CE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7" name="Rectangle 1286">
                    <a:extLst>
                      <a:ext uri="{FF2B5EF4-FFF2-40B4-BE49-F238E27FC236}">
                        <a16:creationId xmlns:a16="http://schemas.microsoft.com/office/drawing/2014/main" id="{24676812-A78A-474A-ADA2-A691B1C39B04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8" name="Rectangle 1287">
                    <a:extLst>
                      <a:ext uri="{FF2B5EF4-FFF2-40B4-BE49-F238E27FC236}">
                        <a16:creationId xmlns:a16="http://schemas.microsoft.com/office/drawing/2014/main" id="{A11E4BA1-42F5-4AA4-BC78-E3963B9DEEC7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89" name="Rectangle 1288">
                    <a:extLst>
                      <a:ext uri="{FF2B5EF4-FFF2-40B4-BE49-F238E27FC236}">
                        <a16:creationId xmlns:a16="http://schemas.microsoft.com/office/drawing/2014/main" id="{559437CB-DA98-421A-8103-A4EF21D9CFCA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0" name="Rectangle 1289">
                    <a:extLst>
                      <a:ext uri="{FF2B5EF4-FFF2-40B4-BE49-F238E27FC236}">
                        <a16:creationId xmlns:a16="http://schemas.microsoft.com/office/drawing/2014/main" id="{C2DE9733-AA7C-43CD-9E4A-1BBC8F484335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1" name="Rectangle 1290">
                    <a:extLst>
                      <a:ext uri="{FF2B5EF4-FFF2-40B4-BE49-F238E27FC236}">
                        <a16:creationId xmlns:a16="http://schemas.microsoft.com/office/drawing/2014/main" id="{9B196030-244D-43AC-9C1C-D8D8F6B9716D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2" name="Rectangle 1291">
                    <a:extLst>
                      <a:ext uri="{FF2B5EF4-FFF2-40B4-BE49-F238E27FC236}">
                        <a16:creationId xmlns:a16="http://schemas.microsoft.com/office/drawing/2014/main" id="{A25F5058-D5A4-4679-9587-456A9D68CD08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3" name="Rectangle 1292">
                    <a:extLst>
                      <a:ext uri="{FF2B5EF4-FFF2-40B4-BE49-F238E27FC236}">
                        <a16:creationId xmlns:a16="http://schemas.microsoft.com/office/drawing/2014/main" id="{C4BC0421-60B7-498D-BE07-1138CBCC50E5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4" name="Rectangle 1293">
                    <a:extLst>
                      <a:ext uri="{FF2B5EF4-FFF2-40B4-BE49-F238E27FC236}">
                        <a16:creationId xmlns:a16="http://schemas.microsoft.com/office/drawing/2014/main" id="{DE473EF7-025A-48E2-A814-71F45C665D75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5" name="Rectangle 1294">
                    <a:extLst>
                      <a:ext uri="{FF2B5EF4-FFF2-40B4-BE49-F238E27FC236}">
                        <a16:creationId xmlns:a16="http://schemas.microsoft.com/office/drawing/2014/main" id="{23E0BFF7-8677-4CF9-A7CE-858627E5E84C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6" name="Rectangle 1295">
                    <a:extLst>
                      <a:ext uri="{FF2B5EF4-FFF2-40B4-BE49-F238E27FC236}">
                        <a16:creationId xmlns:a16="http://schemas.microsoft.com/office/drawing/2014/main" id="{F1640D04-605A-40EE-A3B2-DF612913EF6A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7" name="Rectangle 1296">
                    <a:extLst>
                      <a:ext uri="{FF2B5EF4-FFF2-40B4-BE49-F238E27FC236}">
                        <a16:creationId xmlns:a16="http://schemas.microsoft.com/office/drawing/2014/main" id="{A5DABA2E-858E-42AE-83A4-881549068142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8" name="Rectangle 1297">
                    <a:extLst>
                      <a:ext uri="{FF2B5EF4-FFF2-40B4-BE49-F238E27FC236}">
                        <a16:creationId xmlns:a16="http://schemas.microsoft.com/office/drawing/2014/main" id="{6EA810EE-5CB1-4D5A-A4A6-6B3B722F1E0B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99" name="Rectangle 1298">
                    <a:extLst>
                      <a:ext uri="{FF2B5EF4-FFF2-40B4-BE49-F238E27FC236}">
                        <a16:creationId xmlns:a16="http://schemas.microsoft.com/office/drawing/2014/main" id="{868E765E-9003-41F4-8EB0-631357CB9CC4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0" name="Rectangle 1299">
                    <a:extLst>
                      <a:ext uri="{FF2B5EF4-FFF2-40B4-BE49-F238E27FC236}">
                        <a16:creationId xmlns:a16="http://schemas.microsoft.com/office/drawing/2014/main" id="{21EA63B6-3556-4AE6-8431-6D8FBAA43412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1" name="Rectangle 1300">
                    <a:extLst>
                      <a:ext uri="{FF2B5EF4-FFF2-40B4-BE49-F238E27FC236}">
                        <a16:creationId xmlns:a16="http://schemas.microsoft.com/office/drawing/2014/main" id="{0489CD09-391B-404C-B405-D6A0A2F4D12E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2" name="Rectangle 1301">
                    <a:extLst>
                      <a:ext uri="{FF2B5EF4-FFF2-40B4-BE49-F238E27FC236}">
                        <a16:creationId xmlns:a16="http://schemas.microsoft.com/office/drawing/2014/main" id="{36F307A7-9CB8-42BB-A830-6A05FF505524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3" name="Rectangle 1302">
                    <a:extLst>
                      <a:ext uri="{FF2B5EF4-FFF2-40B4-BE49-F238E27FC236}">
                        <a16:creationId xmlns:a16="http://schemas.microsoft.com/office/drawing/2014/main" id="{094209C6-A121-42B6-9001-4D8AE190EBFE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1354" name="Group 1353">
                <a:extLst>
                  <a:ext uri="{FF2B5EF4-FFF2-40B4-BE49-F238E27FC236}">
                    <a16:creationId xmlns:a16="http://schemas.microsoft.com/office/drawing/2014/main" id="{7821E531-01E0-4DB5-87FB-B9D88BE8E6BF}"/>
                  </a:ext>
                </a:extLst>
              </p:cNvPr>
              <p:cNvGrpSpPr/>
              <p:nvPr/>
            </p:nvGrpSpPr>
            <p:grpSpPr>
              <a:xfrm>
                <a:off x="2286515" y="-705905"/>
                <a:ext cx="949595" cy="951970"/>
                <a:chOff x="2285998" y="-705905"/>
                <a:chExt cx="3807884" cy="3817405"/>
              </a:xfrm>
            </p:grpSpPr>
            <p:cxnSp>
              <p:nvCxnSpPr>
                <p:cNvPr id="1355" name="Straight Connector 1354">
                  <a:extLst>
                    <a:ext uri="{FF2B5EF4-FFF2-40B4-BE49-F238E27FC236}">
                      <a16:creationId xmlns:a16="http://schemas.microsoft.com/office/drawing/2014/main" id="{5C5C5570-645D-488F-B08D-F85D23B7A4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705905"/>
                  <a:ext cx="1903942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6" name="Straight Connector 1355">
                  <a:extLst>
                    <a:ext uri="{FF2B5EF4-FFF2-40B4-BE49-F238E27FC236}">
                      <a16:creationId xmlns:a16="http://schemas.microsoft.com/office/drawing/2014/main" id="{B3624467-C809-45AF-A2CF-01DE18C8E0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2721190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7" name="Straight Connector 1356">
                  <a:extLst>
                    <a:ext uri="{FF2B5EF4-FFF2-40B4-BE49-F238E27FC236}">
                      <a16:creationId xmlns:a16="http://schemas.microsoft.com/office/drawing/2014/main" id="{F2BD226E-D168-4371-B423-152C620CE5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13093" y="1959614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8" name="Straight Connector 1357">
                  <a:extLst>
                    <a:ext uri="{FF2B5EF4-FFF2-40B4-BE49-F238E27FC236}">
                      <a16:creationId xmlns:a16="http://schemas.microsoft.com/office/drawing/2014/main" id="{2412DCD5-3A44-45FE-8E6A-9B13EAE7D1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09151" y="2721190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9" name="Straight Connector 1358">
                  <a:extLst>
                    <a:ext uri="{FF2B5EF4-FFF2-40B4-BE49-F238E27FC236}">
                      <a16:creationId xmlns:a16="http://schemas.microsoft.com/office/drawing/2014/main" id="{247CC49A-86A3-419F-AF0F-FE75758216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2343575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0" name="Straight Connector 1359">
                  <a:extLst>
                    <a:ext uri="{FF2B5EF4-FFF2-40B4-BE49-F238E27FC236}">
                      <a16:creationId xmlns:a16="http://schemas.microsoft.com/office/drawing/2014/main" id="{8707A42E-4C4B-470B-9676-9862152BEA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28363" y="2343575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1" name="Straight Connector 1360">
                  <a:extLst>
                    <a:ext uri="{FF2B5EF4-FFF2-40B4-BE49-F238E27FC236}">
                      <a16:creationId xmlns:a16="http://schemas.microsoft.com/office/drawing/2014/main" id="{8E3AD19D-5F50-4B13-8B29-D3C7059E67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1588345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2" name="Straight Connector 1361">
                  <a:extLst>
                    <a:ext uri="{FF2B5EF4-FFF2-40B4-BE49-F238E27FC236}">
                      <a16:creationId xmlns:a16="http://schemas.microsoft.com/office/drawing/2014/main" id="{DE4AE1D5-D065-43F4-85CB-77C69ECB70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8" y="1201210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3" name="Straight Connector 1362">
                  <a:extLst>
                    <a:ext uri="{FF2B5EF4-FFF2-40B4-BE49-F238E27FC236}">
                      <a16:creationId xmlns:a16="http://schemas.microsoft.com/office/drawing/2014/main" id="{B431009D-DD7C-49F8-BDAC-35D4E32FBA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1578825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4" name="Straight Connector 1363">
                  <a:extLst>
                    <a:ext uri="{FF2B5EF4-FFF2-40B4-BE49-F238E27FC236}">
                      <a16:creationId xmlns:a16="http://schemas.microsoft.com/office/drawing/2014/main" id="{0B8D2E91-1837-49F5-84A2-E796907CA9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6" y="817249"/>
                  <a:ext cx="1523155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5" name="Straight Connector 1364">
                  <a:extLst>
                    <a:ext uri="{FF2B5EF4-FFF2-40B4-BE49-F238E27FC236}">
                      <a16:creationId xmlns:a16="http://schemas.microsoft.com/office/drawing/2014/main" id="{06A48E20-CA90-44EA-9DD1-2E7113AAD1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55672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6" name="Straight Connector 1365">
                  <a:extLst>
                    <a:ext uri="{FF2B5EF4-FFF2-40B4-BE49-F238E27FC236}">
                      <a16:creationId xmlns:a16="http://schemas.microsoft.com/office/drawing/2014/main" id="{423BA8B8-E8F0-4A6C-B6F1-E341594996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436460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7" name="Straight Connector 1366">
                  <a:extLst>
                    <a:ext uri="{FF2B5EF4-FFF2-40B4-BE49-F238E27FC236}">
                      <a16:creationId xmlns:a16="http://schemas.microsoft.com/office/drawing/2014/main" id="{6E69133F-5482-481D-A3C8-D4E6BED83B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325117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8" name="Straight Connector 1367">
                  <a:extLst>
                    <a:ext uri="{FF2B5EF4-FFF2-40B4-BE49-F238E27FC236}">
                      <a16:creationId xmlns:a16="http://schemas.microsoft.com/office/drawing/2014/main" id="{36D61D38-ED94-4A47-8FBC-B95689D474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55672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9" name="Straight Connector 1368">
                  <a:extLst>
                    <a:ext uri="{FF2B5EF4-FFF2-40B4-BE49-F238E27FC236}">
                      <a16:creationId xmlns:a16="http://schemas.microsoft.com/office/drawing/2014/main" id="{4D9A0C33-0449-484D-924F-8F31868563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334026" y="2156355"/>
                  <a:ext cx="1903943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0" name="Straight Connector 1369">
                  <a:extLst>
                    <a:ext uri="{FF2B5EF4-FFF2-40B4-BE49-F238E27FC236}">
                      <a16:creationId xmlns:a16="http://schemas.microsoft.com/office/drawing/2014/main" id="{53394092-66A2-41F6-9258-0E3B6500EA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41909" y="246065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1" name="Straight Connector 1370">
                  <a:extLst>
                    <a:ext uri="{FF2B5EF4-FFF2-40B4-BE49-F238E27FC236}">
                      <a16:creationId xmlns:a16="http://schemas.microsoft.com/office/drawing/2014/main" id="{AF760897-550C-4708-B4BD-2388CD5806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570728" y="55672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2" name="Straight Connector 1371">
                  <a:extLst>
                    <a:ext uri="{FF2B5EF4-FFF2-40B4-BE49-F238E27FC236}">
                      <a16:creationId xmlns:a16="http://schemas.microsoft.com/office/drawing/2014/main" id="{0C04E838-90D8-45C3-BCBC-B22CA914DD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436460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3" name="Straight Connector 1372">
                  <a:extLst>
                    <a:ext uri="{FF2B5EF4-FFF2-40B4-BE49-F238E27FC236}">
                      <a16:creationId xmlns:a16="http://schemas.microsoft.com/office/drawing/2014/main" id="{D5373E33-34C1-470A-B11F-0696C51FB2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51429" y="1397950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4" name="Straight Connector 1373">
                  <a:extLst>
                    <a:ext uri="{FF2B5EF4-FFF2-40B4-BE49-F238E27FC236}">
                      <a16:creationId xmlns:a16="http://schemas.microsoft.com/office/drawing/2014/main" id="{38B63EE6-007C-4A40-972A-8B3A9C480A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1013989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5" name="Straight Connector 1374">
                  <a:extLst>
                    <a:ext uri="{FF2B5EF4-FFF2-40B4-BE49-F238E27FC236}">
                      <a16:creationId xmlns:a16="http://schemas.microsoft.com/office/drawing/2014/main" id="{3F6B56D5-7516-44E2-AECB-C3F680DE28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1962786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6" name="Straight Connector 1375">
                  <a:extLst>
                    <a:ext uri="{FF2B5EF4-FFF2-40B4-BE49-F238E27FC236}">
                      <a16:creationId xmlns:a16="http://schemas.microsoft.com/office/drawing/2014/main" id="{E1A7BEF2-C486-4161-BE2D-6682206151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3575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7" name="Straight Connector 1376">
                  <a:extLst>
                    <a:ext uri="{FF2B5EF4-FFF2-40B4-BE49-F238E27FC236}">
                      <a16:creationId xmlns:a16="http://schemas.microsoft.com/office/drawing/2014/main" id="{CB3F27C9-2D42-46B5-A2A6-AC2C32E92F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1517" y="2727536"/>
                  <a:ext cx="0" cy="374443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8" name="Straight Connector 1377">
                  <a:extLst>
                    <a:ext uri="{FF2B5EF4-FFF2-40B4-BE49-F238E27FC236}">
                      <a16:creationId xmlns:a16="http://schemas.microsoft.com/office/drawing/2014/main" id="{816897CB-6877-478D-B3F6-8369082B66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2917931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9" name="Straight Connector 1378">
                  <a:extLst>
                    <a:ext uri="{FF2B5EF4-FFF2-40B4-BE49-F238E27FC236}">
                      <a16:creationId xmlns:a16="http://schemas.microsoft.com/office/drawing/2014/main" id="{FCC4385A-E141-4E8C-9B59-182A1F4004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2530796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0" name="Straight Connector 1379">
                  <a:extLst>
                    <a:ext uri="{FF2B5EF4-FFF2-40B4-BE49-F238E27FC236}">
                      <a16:creationId xmlns:a16="http://schemas.microsoft.com/office/drawing/2014/main" id="{14CAE23C-9ABB-4FBC-AE43-FCBC3A2925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618756" y="2533970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1" name="Straight Connector 1380">
                  <a:extLst>
                    <a:ext uri="{FF2B5EF4-FFF2-40B4-BE49-F238E27FC236}">
                      <a16:creationId xmlns:a16="http://schemas.microsoft.com/office/drawing/2014/main" id="{8AE180DE-B20E-4C3A-84CB-4F22E884ED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095603" y="2156355"/>
                  <a:ext cx="1903943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2" name="Straight Connector 1381">
                  <a:extLst>
                    <a:ext uri="{FF2B5EF4-FFF2-40B4-BE49-F238E27FC236}">
                      <a16:creationId xmlns:a16="http://schemas.microsoft.com/office/drawing/2014/main" id="{88B332F8-7A08-44F8-A2FE-7428977510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857179" y="1769220"/>
                  <a:ext cx="1142366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3" name="Straight Connector 1382">
                  <a:extLst>
                    <a:ext uri="{FF2B5EF4-FFF2-40B4-BE49-F238E27FC236}">
                      <a16:creationId xmlns:a16="http://schemas.microsoft.com/office/drawing/2014/main" id="{52F09C25-10EE-4EF0-B15F-36EC458E2F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7" y="3108325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4" name="Straight Connector 1383">
                  <a:extLst>
                    <a:ext uri="{FF2B5EF4-FFF2-40B4-BE49-F238E27FC236}">
                      <a16:creationId xmlns:a16="http://schemas.microsoft.com/office/drawing/2014/main" id="{A113A2B8-538D-4217-917E-4DDAB1E48A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9922"/>
                  <a:ext cx="1523155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5" name="Straight Connector 1384">
                  <a:extLst>
                    <a:ext uri="{FF2B5EF4-FFF2-40B4-BE49-F238E27FC236}">
                      <a16:creationId xmlns:a16="http://schemas.microsoft.com/office/drawing/2014/main" id="{483FA8AF-D688-4E87-9676-CBDD93A6EC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47574" y="3111500"/>
                  <a:ext cx="761578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6" name="Straight Connector 1385">
                  <a:extLst>
                    <a:ext uri="{FF2B5EF4-FFF2-40B4-BE49-F238E27FC236}">
                      <a16:creationId xmlns:a16="http://schemas.microsoft.com/office/drawing/2014/main" id="{B46C5ED4-FB05-4AEF-94B0-6F0AC719CF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1388431"/>
                  <a:ext cx="380789" cy="0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42" name="Group 1841">
              <a:extLst>
                <a:ext uri="{FF2B5EF4-FFF2-40B4-BE49-F238E27FC236}">
                  <a16:creationId xmlns:a16="http://schemas.microsoft.com/office/drawing/2014/main" id="{ECBEBEBE-A4B6-4743-A49A-8EDC3D037A5E}"/>
                </a:ext>
              </a:extLst>
            </p:cNvPr>
            <p:cNvGrpSpPr/>
            <p:nvPr/>
          </p:nvGrpSpPr>
          <p:grpSpPr>
            <a:xfrm>
              <a:off x="2284927" y="-705906"/>
              <a:ext cx="476915" cy="478107"/>
              <a:chOff x="2286515" y="-705906"/>
              <a:chExt cx="476915" cy="478107"/>
            </a:xfrm>
          </p:grpSpPr>
          <p:grpSp>
            <p:nvGrpSpPr>
              <p:cNvPr id="1504" name="Group 1503">
                <a:extLst>
                  <a:ext uri="{FF2B5EF4-FFF2-40B4-BE49-F238E27FC236}">
                    <a16:creationId xmlns:a16="http://schemas.microsoft.com/office/drawing/2014/main" id="{E8C760A6-96E9-4FBC-A04A-6A3162CA0EE0}"/>
                  </a:ext>
                </a:extLst>
              </p:cNvPr>
              <p:cNvGrpSpPr/>
              <p:nvPr/>
            </p:nvGrpSpPr>
            <p:grpSpPr>
              <a:xfrm>
                <a:off x="2286516" y="-705906"/>
                <a:ext cx="476914" cy="476914"/>
                <a:chOff x="2285997" y="-705905"/>
                <a:chExt cx="3807886" cy="3807884"/>
              </a:xfrm>
              <a:solidFill>
                <a:schemeClr val="bg1"/>
              </a:solidFill>
            </p:grpSpPr>
            <p:grpSp>
              <p:nvGrpSpPr>
                <p:cNvPr id="1538" name="Group 1537">
                  <a:extLst>
                    <a:ext uri="{FF2B5EF4-FFF2-40B4-BE49-F238E27FC236}">
                      <a16:creationId xmlns:a16="http://schemas.microsoft.com/office/drawing/2014/main" id="{6084E1CB-99F5-42C4-B310-C99AC5593D49}"/>
                    </a:ext>
                  </a:extLst>
                </p:cNvPr>
                <p:cNvGrpSpPr/>
                <p:nvPr/>
              </p:nvGrpSpPr>
              <p:grpSpPr>
                <a:xfrm>
                  <a:off x="4189940" y="-705905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591" name="Rectangle 1590">
                    <a:extLst>
                      <a:ext uri="{FF2B5EF4-FFF2-40B4-BE49-F238E27FC236}">
                        <a16:creationId xmlns:a16="http://schemas.microsoft.com/office/drawing/2014/main" id="{08DC641A-03E6-4614-8806-3732A516C1C3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2" name="Rectangle 1591">
                    <a:extLst>
                      <a:ext uri="{FF2B5EF4-FFF2-40B4-BE49-F238E27FC236}">
                        <a16:creationId xmlns:a16="http://schemas.microsoft.com/office/drawing/2014/main" id="{2749E5B5-A500-4F4D-A708-E0E4EF982EC6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3" name="Rectangle 1592">
                    <a:extLst>
                      <a:ext uri="{FF2B5EF4-FFF2-40B4-BE49-F238E27FC236}">
                        <a16:creationId xmlns:a16="http://schemas.microsoft.com/office/drawing/2014/main" id="{E341297C-D5AC-4337-8915-15085EA4A36F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4" name="Rectangle 1593">
                    <a:extLst>
                      <a:ext uri="{FF2B5EF4-FFF2-40B4-BE49-F238E27FC236}">
                        <a16:creationId xmlns:a16="http://schemas.microsoft.com/office/drawing/2014/main" id="{47469F00-5B68-49F5-AE30-509279F15568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5" name="Rectangle 1594">
                    <a:extLst>
                      <a:ext uri="{FF2B5EF4-FFF2-40B4-BE49-F238E27FC236}">
                        <a16:creationId xmlns:a16="http://schemas.microsoft.com/office/drawing/2014/main" id="{897D1832-8F86-4983-A4CD-AE5C599138E8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6" name="Rectangle 1595">
                    <a:extLst>
                      <a:ext uri="{FF2B5EF4-FFF2-40B4-BE49-F238E27FC236}">
                        <a16:creationId xmlns:a16="http://schemas.microsoft.com/office/drawing/2014/main" id="{089E3891-31C7-40C9-B946-24A328059A2B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7" name="Rectangle 1596">
                    <a:extLst>
                      <a:ext uri="{FF2B5EF4-FFF2-40B4-BE49-F238E27FC236}">
                        <a16:creationId xmlns:a16="http://schemas.microsoft.com/office/drawing/2014/main" id="{F2A32662-4E8F-47D5-9ABE-B101FBF03078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8" name="Rectangle 1597">
                    <a:extLst>
                      <a:ext uri="{FF2B5EF4-FFF2-40B4-BE49-F238E27FC236}">
                        <a16:creationId xmlns:a16="http://schemas.microsoft.com/office/drawing/2014/main" id="{BBC1D19B-0E3D-465C-970A-10F32B835338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9" name="Rectangle 1598">
                    <a:extLst>
                      <a:ext uri="{FF2B5EF4-FFF2-40B4-BE49-F238E27FC236}">
                        <a16:creationId xmlns:a16="http://schemas.microsoft.com/office/drawing/2014/main" id="{8D4AF7C6-EDF1-417A-8180-07C184240410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0" name="Rectangle 1599">
                    <a:extLst>
                      <a:ext uri="{FF2B5EF4-FFF2-40B4-BE49-F238E27FC236}">
                        <a16:creationId xmlns:a16="http://schemas.microsoft.com/office/drawing/2014/main" id="{DC843B20-5B36-4267-9BC8-6ED15D497B3A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1" name="Rectangle 1600">
                    <a:extLst>
                      <a:ext uri="{FF2B5EF4-FFF2-40B4-BE49-F238E27FC236}">
                        <a16:creationId xmlns:a16="http://schemas.microsoft.com/office/drawing/2014/main" id="{3D130142-6CAD-4460-934E-CA9C9C0DE0D7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2" name="Rectangle 1601">
                    <a:extLst>
                      <a:ext uri="{FF2B5EF4-FFF2-40B4-BE49-F238E27FC236}">
                        <a16:creationId xmlns:a16="http://schemas.microsoft.com/office/drawing/2014/main" id="{F4293459-73B9-481E-A578-B9B7111B7977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3" name="Rectangle 1602">
                    <a:extLst>
                      <a:ext uri="{FF2B5EF4-FFF2-40B4-BE49-F238E27FC236}">
                        <a16:creationId xmlns:a16="http://schemas.microsoft.com/office/drawing/2014/main" id="{3AFB62BD-7E89-434D-A293-AB395C944168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4" name="Rectangle 1603">
                    <a:extLst>
                      <a:ext uri="{FF2B5EF4-FFF2-40B4-BE49-F238E27FC236}">
                        <a16:creationId xmlns:a16="http://schemas.microsoft.com/office/drawing/2014/main" id="{75652E08-33B9-4A70-9B8A-5D1D179DB41B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5" name="Rectangle 1604">
                    <a:extLst>
                      <a:ext uri="{FF2B5EF4-FFF2-40B4-BE49-F238E27FC236}">
                        <a16:creationId xmlns:a16="http://schemas.microsoft.com/office/drawing/2014/main" id="{79EF94FD-C0F8-4266-9167-0BEC242C7084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6" name="Rectangle 1605">
                    <a:extLst>
                      <a:ext uri="{FF2B5EF4-FFF2-40B4-BE49-F238E27FC236}">
                        <a16:creationId xmlns:a16="http://schemas.microsoft.com/office/drawing/2014/main" id="{103848AA-F44A-4AC0-9010-7012C4592D26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7" name="Rectangle 1606">
                    <a:extLst>
                      <a:ext uri="{FF2B5EF4-FFF2-40B4-BE49-F238E27FC236}">
                        <a16:creationId xmlns:a16="http://schemas.microsoft.com/office/drawing/2014/main" id="{81911B56-6AC5-4A1C-92CA-BD0A800EFADA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8" name="Rectangle 1607">
                    <a:extLst>
                      <a:ext uri="{FF2B5EF4-FFF2-40B4-BE49-F238E27FC236}">
                        <a16:creationId xmlns:a16="http://schemas.microsoft.com/office/drawing/2014/main" id="{D962E15E-D8DC-43C0-8755-575ABFE6BDE9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9" name="Rectangle 1608">
                    <a:extLst>
                      <a:ext uri="{FF2B5EF4-FFF2-40B4-BE49-F238E27FC236}">
                        <a16:creationId xmlns:a16="http://schemas.microsoft.com/office/drawing/2014/main" id="{C34572B0-2C16-4131-98AB-D2BA06814E1D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10" name="Rectangle 1609">
                    <a:extLst>
                      <a:ext uri="{FF2B5EF4-FFF2-40B4-BE49-F238E27FC236}">
                        <a16:creationId xmlns:a16="http://schemas.microsoft.com/office/drawing/2014/main" id="{BCE02477-9FDD-4C0E-9038-CDEB8577DA15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11" name="Rectangle 1610">
                    <a:extLst>
                      <a:ext uri="{FF2B5EF4-FFF2-40B4-BE49-F238E27FC236}">
                        <a16:creationId xmlns:a16="http://schemas.microsoft.com/office/drawing/2014/main" id="{2A85DACB-99EF-40FF-84CE-A927DDDF205D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12" name="Rectangle 1611">
                    <a:extLst>
                      <a:ext uri="{FF2B5EF4-FFF2-40B4-BE49-F238E27FC236}">
                        <a16:creationId xmlns:a16="http://schemas.microsoft.com/office/drawing/2014/main" id="{71E83FE0-D9B8-407B-A6D3-9BA01335FE62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13" name="Rectangle 1612">
                    <a:extLst>
                      <a:ext uri="{FF2B5EF4-FFF2-40B4-BE49-F238E27FC236}">
                        <a16:creationId xmlns:a16="http://schemas.microsoft.com/office/drawing/2014/main" id="{0E163040-2C81-4918-9B5E-49BC1B355DEF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14" name="Rectangle 1613">
                    <a:extLst>
                      <a:ext uri="{FF2B5EF4-FFF2-40B4-BE49-F238E27FC236}">
                        <a16:creationId xmlns:a16="http://schemas.microsoft.com/office/drawing/2014/main" id="{E84EC073-BB7C-48E7-B3CA-68FEF35FA91D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15" name="Rectangle 1614">
                    <a:extLst>
                      <a:ext uri="{FF2B5EF4-FFF2-40B4-BE49-F238E27FC236}">
                        <a16:creationId xmlns:a16="http://schemas.microsoft.com/office/drawing/2014/main" id="{9A85DD52-7AA9-43D9-9E7E-723C4279564E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539" name="Group 1538">
                  <a:extLst>
                    <a:ext uri="{FF2B5EF4-FFF2-40B4-BE49-F238E27FC236}">
                      <a16:creationId xmlns:a16="http://schemas.microsoft.com/office/drawing/2014/main" id="{A8816932-E4A9-4BBB-8384-3CCC61176077}"/>
                    </a:ext>
                  </a:extLst>
                </p:cNvPr>
                <p:cNvGrpSpPr/>
                <p:nvPr/>
              </p:nvGrpSpPr>
              <p:grpSpPr>
                <a:xfrm>
                  <a:off x="4189940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566" name="Rectangle 1565">
                    <a:extLst>
                      <a:ext uri="{FF2B5EF4-FFF2-40B4-BE49-F238E27FC236}">
                        <a16:creationId xmlns:a16="http://schemas.microsoft.com/office/drawing/2014/main" id="{5C092048-1F69-4B70-8CD1-AD3D1D063AE7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7" name="Rectangle 1566">
                    <a:extLst>
                      <a:ext uri="{FF2B5EF4-FFF2-40B4-BE49-F238E27FC236}">
                        <a16:creationId xmlns:a16="http://schemas.microsoft.com/office/drawing/2014/main" id="{0F6A46DD-6159-4FFA-BD7D-CCDFEE32ABE4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8" name="Rectangle 1567">
                    <a:extLst>
                      <a:ext uri="{FF2B5EF4-FFF2-40B4-BE49-F238E27FC236}">
                        <a16:creationId xmlns:a16="http://schemas.microsoft.com/office/drawing/2014/main" id="{CCEAE06B-A7B9-4D88-A781-23EFE9EF3FE3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9" name="Rectangle 1568">
                    <a:extLst>
                      <a:ext uri="{FF2B5EF4-FFF2-40B4-BE49-F238E27FC236}">
                        <a16:creationId xmlns:a16="http://schemas.microsoft.com/office/drawing/2014/main" id="{09599E7B-2434-4222-8218-15E237DA9757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0" name="Rectangle 1569">
                    <a:extLst>
                      <a:ext uri="{FF2B5EF4-FFF2-40B4-BE49-F238E27FC236}">
                        <a16:creationId xmlns:a16="http://schemas.microsoft.com/office/drawing/2014/main" id="{F60544BF-0297-4EF3-A235-0A6A0058DECF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1" name="Rectangle 1570">
                    <a:extLst>
                      <a:ext uri="{FF2B5EF4-FFF2-40B4-BE49-F238E27FC236}">
                        <a16:creationId xmlns:a16="http://schemas.microsoft.com/office/drawing/2014/main" id="{3B0F77FF-982B-42EF-9268-F52195BC699F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2" name="Rectangle 1571">
                    <a:extLst>
                      <a:ext uri="{FF2B5EF4-FFF2-40B4-BE49-F238E27FC236}">
                        <a16:creationId xmlns:a16="http://schemas.microsoft.com/office/drawing/2014/main" id="{09D1D61D-4ECF-440A-9A37-3470D2AD6C13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3" name="Rectangle 1572">
                    <a:extLst>
                      <a:ext uri="{FF2B5EF4-FFF2-40B4-BE49-F238E27FC236}">
                        <a16:creationId xmlns:a16="http://schemas.microsoft.com/office/drawing/2014/main" id="{87A6F7E6-D9D6-4B4C-B1DC-12488963BF56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4" name="Rectangle 1573">
                    <a:extLst>
                      <a:ext uri="{FF2B5EF4-FFF2-40B4-BE49-F238E27FC236}">
                        <a16:creationId xmlns:a16="http://schemas.microsoft.com/office/drawing/2014/main" id="{AEA2CAB8-5CC5-4746-BF67-B3A9B2334552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5" name="Rectangle 1574">
                    <a:extLst>
                      <a:ext uri="{FF2B5EF4-FFF2-40B4-BE49-F238E27FC236}">
                        <a16:creationId xmlns:a16="http://schemas.microsoft.com/office/drawing/2014/main" id="{089318B8-84EC-45F7-BDB8-7ABADAD26681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6" name="Rectangle 1575">
                    <a:extLst>
                      <a:ext uri="{FF2B5EF4-FFF2-40B4-BE49-F238E27FC236}">
                        <a16:creationId xmlns:a16="http://schemas.microsoft.com/office/drawing/2014/main" id="{FCB44D59-113C-492B-9D8F-6BA5343933D5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7" name="Rectangle 1576">
                    <a:extLst>
                      <a:ext uri="{FF2B5EF4-FFF2-40B4-BE49-F238E27FC236}">
                        <a16:creationId xmlns:a16="http://schemas.microsoft.com/office/drawing/2014/main" id="{7188B51C-5231-42F0-8260-BE3CE6824721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8" name="Rectangle 1577">
                    <a:extLst>
                      <a:ext uri="{FF2B5EF4-FFF2-40B4-BE49-F238E27FC236}">
                        <a16:creationId xmlns:a16="http://schemas.microsoft.com/office/drawing/2014/main" id="{873D9683-1BE1-489B-80A2-81E9F3FD4AF1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79" name="Rectangle 1578">
                    <a:extLst>
                      <a:ext uri="{FF2B5EF4-FFF2-40B4-BE49-F238E27FC236}">
                        <a16:creationId xmlns:a16="http://schemas.microsoft.com/office/drawing/2014/main" id="{A68C2450-329F-4427-850E-BF7C88A05C88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0" name="Rectangle 1579">
                    <a:extLst>
                      <a:ext uri="{FF2B5EF4-FFF2-40B4-BE49-F238E27FC236}">
                        <a16:creationId xmlns:a16="http://schemas.microsoft.com/office/drawing/2014/main" id="{2F34160A-75E7-47FA-A17A-32D5B09ACFAC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1" name="Rectangle 1580">
                    <a:extLst>
                      <a:ext uri="{FF2B5EF4-FFF2-40B4-BE49-F238E27FC236}">
                        <a16:creationId xmlns:a16="http://schemas.microsoft.com/office/drawing/2014/main" id="{0F1961A1-4068-4900-A277-501CF2A3EF97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2" name="Rectangle 1581">
                    <a:extLst>
                      <a:ext uri="{FF2B5EF4-FFF2-40B4-BE49-F238E27FC236}">
                        <a16:creationId xmlns:a16="http://schemas.microsoft.com/office/drawing/2014/main" id="{3CE5BFDC-E536-4CC8-8314-45480CA6236E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3" name="Rectangle 1582">
                    <a:extLst>
                      <a:ext uri="{FF2B5EF4-FFF2-40B4-BE49-F238E27FC236}">
                        <a16:creationId xmlns:a16="http://schemas.microsoft.com/office/drawing/2014/main" id="{34BB6E78-F692-4134-84BC-4EA59EEC10EF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4" name="Rectangle 1583">
                    <a:extLst>
                      <a:ext uri="{FF2B5EF4-FFF2-40B4-BE49-F238E27FC236}">
                        <a16:creationId xmlns:a16="http://schemas.microsoft.com/office/drawing/2014/main" id="{92DFA6A5-302D-4213-8EA5-FCF5E16AC6E9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5" name="Rectangle 1584">
                    <a:extLst>
                      <a:ext uri="{FF2B5EF4-FFF2-40B4-BE49-F238E27FC236}">
                        <a16:creationId xmlns:a16="http://schemas.microsoft.com/office/drawing/2014/main" id="{EA8264E5-AA26-4E0D-96D9-66ED201F4E55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6" name="Rectangle 1585">
                    <a:extLst>
                      <a:ext uri="{FF2B5EF4-FFF2-40B4-BE49-F238E27FC236}">
                        <a16:creationId xmlns:a16="http://schemas.microsoft.com/office/drawing/2014/main" id="{C1F1DF12-1ACD-45A2-979B-50B274E9A30A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7" name="Rectangle 1586">
                    <a:extLst>
                      <a:ext uri="{FF2B5EF4-FFF2-40B4-BE49-F238E27FC236}">
                        <a16:creationId xmlns:a16="http://schemas.microsoft.com/office/drawing/2014/main" id="{335D457D-6653-44C6-B8EA-2FE4F9812EBA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8" name="Rectangle 1587">
                    <a:extLst>
                      <a:ext uri="{FF2B5EF4-FFF2-40B4-BE49-F238E27FC236}">
                        <a16:creationId xmlns:a16="http://schemas.microsoft.com/office/drawing/2014/main" id="{22A1B781-26A4-4EA7-91B8-68723572DA1F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9" name="Rectangle 1588">
                    <a:extLst>
                      <a:ext uri="{FF2B5EF4-FFF2-40B4-BE49-F238E27FC236}">
                        <a16:creationId xmlns:a16="http://schemas.microsoft.com/office/drawing/2014/main" id="{08BEECF6-28F9-475C-A3F8-062EFA3F79BA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0" name="Rectangle 1589">
                    <a:extLst>
                      <a:ext uri="{FF2B5EF4-FFF2-40B4-BE49-F238E27FC236}">
                        <a16:creationId xmlns:a16="http://schemas.microsoft.com/office/drawing/2014/main" id="{0E4A4072-225F-4324-A3AF-4616DAD31F6B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540" name="Group 1539">
                  <a:extLst>
                    <a:ext uri="{FF2B5EF4-FFF2-40B4-BE49-F238E27FC236}">
                      <a16:creationId xmlns:a16="http://schemas.microsoft.com/office/drawing/2014/main" id="{02599FEB-F7D3-4BEC-8AAB-33A7A53A4CC9}"/>
                    </a:ext>
                  </a:extLst>
                </p:cNvPr>
                <p:cNvGrpSpPr/>
                <p:nvPr/>
              </p:nvGrpSpPr>
              <p:grpSpPr>
                <a:xfrm>
                  <a:off x="2285997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541" name="Rectangle 1540">
                    <a:extLst>
                      <a:ext uri="{FF2B5EF4-FFF2-40B4-BE49-F238E27FC236}">
                        <a16:creationId xmlns:a16="http://schemas.microsoft.com/office/drawing/2014/main" id="{EB4C2727-2D23-47C0-8CC3-0A0CEDFBCBA7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2" name="Rectangle 1541">
                    <a:extLst>
                      <a:ext uri="{FF2B5EF4-FFF2-40B4-BE49-F238E27FC236}">
                        <a16:creationId xmlns:a16="http://schemas.microsoft.com/office/drawing/2014/main" id="{AC02048C-5D9C-4DDB-A04B-CA23AEA86C9E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3" name="Rectangle 1542">
                    <a:extLst>
                      <a:ext uri="{FF2B5EF4-FFF2-40B4-BE49-F238E27FC236}">
                        <a16:creationId xmlns:a16="http://schemas.microsoft.com/office/drawing/2014/main" id="{EDED2417-B275-4CEA-BFD4-8A4EF0F67F70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4" name="Rectangle 1543">
                    <a:extLst>
                      <a:ext uri="{FF2B5EF4-FFF2-40B4-BE49-F238E27FC236}">
                        <a16:creationId xmlns:a16="http://schemas.microsoft.com/office/drawing/2014/main" id="{603C6C70-F624-460E-9A71-12864E9E01CD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5" name="Rectangle 1544">
                    <a:extLst>
                      <a:ext uri="{FF2B5EF4-FFF2-40B4-BE49-F238E27FC236}">
                        <a16:creationId xmlns:a16="http://schemas.microsoft.com/office/drawing/2014/main" id="{A90AC0A9-4040-4B44-89BC-D7C06C6AD158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6" name="Rectangle 1545">
                    <a:extLst>
                      <a:ext uri="{FF2B5EF4-FFF2-40B4-BE49-F238E27FC236}">
                        <a16:creationId xmlns:a16="http://schemas.microsoft.com/office/drawing/2014/main" id="{30FC3E86-5ADD-4042-B887-3B4384969DE8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7" name="Rectangle 1546">
                    <a:extLst>
                      <a:ext uri="{FF2B5EF4-FFF2-40B4-BE49-F238E27FC236}">
                        <a16:creationId xmlns:a16="http://schemas.microsoft.com/office/drawing/2014/main" id="{3B48BAC4-493D-4575-A867-5149348B4B36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8" name="Rectangle 1547">
                    <a:extLst>
                      <a:ext uri="{FF2B5EF4-FFF2-40B4-BE49-F238E27FC236}">
                        <a16:creationId xmlns:a16="http://schemas.microsoft.com/office/drawing/2014/main" id="{CD2C3D2D-D1E4-414A-AF63-2D0DB47BB34B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9" name="Rectangle 1548">
                    <a:extLst>
                      <a:ext uri="{FF2B5EF4-FFF2-40B4-BE49-F238E27FC236}">
                        <a16:creationId xmlns:a16="http://schemas.microsoft.com/office/drawing/2014/main" id="{F20E800A-0A44-436E-87EC-279EB727BEFA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0" name="Rectangle 1549">
                    <a:extLst>
                      <a:ext uri="{FF2B5EF4-FFF2-40B4-BE49-F238E27FC236}">
                        <a16:creationId xmlns:a16="http://schemas.microsoft.com/office/drawing/2014/main" id="{30465B9C-CC21-4844-894F-E77D408C9D07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1" name="Rectangle 1550">
                    <a:extLst>
                      <a:ext uri="{FF2B5EF4-FFF2-40B4-BE49-F238E27FC236}">
                        <a16:creationId xmlns:a16="http://schemas.microsoft.com/office/drawing/2014/main" id="{B730EB65-149A-47AA-8FFB-0F6DDA087058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2" name="Rectangle 1551">
                    <a:extLst>
                      <a:ext uri="{FF2B5EF4-FFF2-40B4-BE49-F238E27FC236}">
                        <a16:creationId xmlns:a16="http://schemas.microsoft.com/office/drawing/2014/main" id="{4846DA38-3B16-4590-AC7E-32778FC99D01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3" name="Rectangle 1552">
                    <a:extLst>
                      <a:ext uri="{FF2B5EF4-FFF2-40B4-BE49-F238E27FC236}">
                        <a16:creationId xmlns:a16="http://schemas.microsoft.com/office/drawing/2014/main" id="{564049E5-5B70-4F74-BA3E-9FB3AF609B71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4" name="Rectangle 1553">
                    <a:extLst>
                      <a:ext uri="{FF2B5EF4-FFF2-40B4-BE49-F238E27FC236}">
                        <a16:creationId xmlns:a16="http://schemas.microsoft.com/office/drawing/2014/main" id="{DE7AAF3A-6F18-4864-9839-6D577FCDA11B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5" name="Rectangle 1554">
                    <a:extLst>
                      <a:ext uri="{FF2B5EF4-FFF2-40B4-BE49-F238E27FC236}">
                        <a16:creationId xmlns:a16="http://schemas.microsoft.com/office/drawing/2014/main" id="{68489541-7CFC-4C9F-9103-A3268F74279B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6" name="Rectangle 1555">
                    <a:extLst>
                      <a:ext uri="{FF2B5EF4-FFF2-40B4-BE49-F238E27FC236}">
                        <a16:creationId xmlns:a16="http://schemas.microsoft.com/office/drawing/2014/main" id="{A2C112E6-1949-4546-819D-655E578B6569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7" name="Rectangle 1556">
                    <a:extLst>
                      <a:ext uri="{FF2B5EF4-FFF2-40B4-BE49-F238E27FC236}">
                        <a16:creationId xmlns:a16="http://schemas.microsoft.com/office/drawing/2014/main" id="{59D4E5C9-F2C9-481F-8FE4-75E65B084BAC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8" name="Rectangle 1557">
                    <a:extLst>
                      <a:ext uri="{FF2B5EF4-FFF2-40B4-BE49-F238E27FC236}">
                        <a16:creationId xmlns:a16="http://schemas.microsoft.com/office/drawing/2014/main" id="{79191BE6-C724-441B-9983-F098FDD2DE17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9" name="Rectangle 1558">
                    <a:extLst>
                      <a:ext uri="{FF2B5EF4-FFF2-40B4-BE49-F238E27FC236}">
                        <a16:creationId xmlns:a16="http://schemas.microsoft.com/office/drawing/2014/main" id="{A5333715-4CEE-4E37-82F8-E2C044712901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0" name="Rectangle 1559">
                    <a:extLst>
                      <a:ext uri="{FF2B5EF4-FFF2-40B4-BE49-F238E27FC236}">
                        <a16:creationId xmlns:a16="http://schemas.microsoft.com/office/drawing/2014/main" id="{9ADFACAA-3B97-472E-B924-7E44493BD434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1" name="Rectangle 1560">
                    <a:extLst>
                      <a:ext uri="{FF2B5EF4-FFF2-40B4-BE49-F238E27FC236}">
                        <a16:creationId xmlns:a16="http://schemas.microsoft.com/office/drawing/2014/main" id="{169776AC-4523-4787-B429-0D897F812EED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2" name="Rectangle 1561">
                    <a:extLst>
                      <a:ext uri="{FF2B5EF4-FFF2-40B4-BE49-F238E27FC236}">
                        <a16:creationId xmlns:a16="http://schemas.microsoft.com/office/drawing/2014/main" id="{DE560E3C-6BC8-4741-BC9B-5279B2C8883B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3" name="Rectangle 1562">
                    <a:extLst>
                      <a:ext uri="{FF2B5EF4-FFF2-40B4-BE49-F238E27FC236}">
                        <a16:creationId xmlns:a16="http://schemas.microsoft.com/office/drawing/2014/main" id="{512800C7-2B2A-41E7-BB25-FC5D47667C62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4" name="Rectangle 1563">
                    <a:extLst>
                      <a:ext uri="{FF2B5EF4-FFF2-40B4-BE49-F238E27FC236}">
                        <a16:creationId xmlns:a16="http://schemas.microsoft.com/office/drawing/2014/main" id="{7ECE07C8-A1ED-4BD4-AA98-8C1BB4F768F8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65" name="Rectangle 1564">
                    <a:extLst>
                      <a:ext uri="{FF2B5EF4-FFF2-40B4-BE49-F238E27FC236}">
                        <a16:creationId xmlns:a16="http://schemas.microsoft.com/office/drawing/2014/main" id="{9A0B445A-3C5A-4E33-BA7B-62DE328C5261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1505" name="Group 1504">
                <a:extLst>
                  <a:ext uri="{FF2B5EF4-FFF2-40B4-BE49-F238E27FC236}">
                    <a16:creationId xmlns:a16="http://schemas.microsoft.com/office/drawing/2014/main" id="{AE5FBE8B-B2C6-4281-B1F0-081B082621F1}"/>
                  </a:ext>
                </a:extLst>
              </p:cNvPr>
              <p:cNvGrpSpPr/>
              <p:nvPr/>
            </p:nvGrpSpPr>
            <p:grpSpPr>
              <a:xfrm>
                <a:off x="2286515" y="-705905"/>
                <a:ext cx="476914" cy="478106"/>
                <a:chOff x="2285998" y="-705905"/>
                <a:chExt cx="3807884" cy="3817405"/>
              </a:xfrm>
            </p:grpSpPr>
            <p:cxnSp>
              <p:nvCxnSpPr>
                <p:cNvPr id="1506" name="Straight Connector 1505">
                  <a:extLst>
                    <a:ext uri="{FF2B5EF4-FFF2-40B4-BE49-F238E27FC236}">
                      <a16:creationId xmlns:a16="http://schemas.microsoft.com/office/drawing/2014/main" id="{C151A35E-035B-4CD4-B83D-CA18A0EFE9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705905"/>
                  <a:ext cx="1903942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7" name="Straight Connector 1506">
                  <a:extLst>
                    <a:ext uri="{FF2B5EF4-FFF2-40B4-BE49-F238E27FC236}">
                      <a16:creationId xmlns:a16="http://schemas.microsoft.com/office/drawing/2014/main" id="{608D7FE1-7CD3-4115-BEF0-D9A9CB1859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2721190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8" name="Straight Connector 1507">
                  <a:extLst>
                    <a:ext uri="{FF2B5EF4-FFF2-40B4-BE49-F238E27FC236}">
                      <a16:creationId xmlns:a16="http://schemas.microsoft.com/office/drawing/2014/main" id="{68F8A375-6731-4E98-872F-BBC0348948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13093" y="1959614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9" name="Straight Connector 1508">
                  <a:extLst>
                    <a:ext uri="{FF2B5EF4-FFF2-40B4-BE49-F238E27FC236}">
                      <a16:creationId xmlns:a16="http://schemas.microsoft.com/office/drawing/2014/main" id="{F909A7C4-520C-4A26-AE10-C811030378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09151" y="2721190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0" name="Straight Connector 1509">
                  <a:extLst>
                    <a:ext uri="{FF2B5EF4-FFF2-40B4-BE49-F238E27FC236}">
                      <a16:creationId xmlns:a16="http://schemas.microsoft.com/office/drawing/2014/main" id="{A12BDE20-1147-46E3-BEA7-95539A2170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2343575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1" name="Straight Connector 1510">
                  <a:extLst>
                    <a:ext uri="{FF2B5EF4-FFF2-40B4-BE49-F238E27FC236}">
                      <a16:creationId xmlns:a16="http://schemas.microsoft.com/office/drawing/2014/main" id="{EE4CF19D-9BE5-4E6A-B0E0-4D2761FC6F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28363" y="2343575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2" name="Straight Connector 1511">
                  <a:extLst>
                    <a:ext uri="{FF2B5EF4-FFF2-40B4-BE49-F238E27FC236}">
                      <a16:creationId xmlns:a16="http://schemas.microsoft.com/office/drawing/2014/main" id="{F79CF2B9-9DAB-4D4B-BD9A-44A9E71298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1588345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3" name="Straight Connector 1512">
                  <a:extLst>
                    <a:ext uri="{FF2B5EF4-FFF2-40B4-BE49-F238E27FC236}">
                      <a16:creationId xmlns:a16="http://schemas.microsoft.com/office/drawing/2014/main" id="{DF93D79C-5507-4731-A41C-14CD4A42D3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8" y="1201210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4" name="Straight Connector 1513">
                  <a:extLst>
                    <a:ext uri="{FF2B5EF4-FFF2-40B4-BE49-F238E27FC236}">
                      <a16:creationId xmlns:a16="http://schemas.microsoft.com/office/drawing/2014/main" id="{EDCCF4B9-3060-4FB1-B84D-17E62E44A9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1578825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5" name="Straight Connector 1514">
                  <a:extLst>
                    <a:ext uri="{FF2B5EF4-FFF2-40B4-BE49-F238E27FC236}">
                      <a16:creationId xmlns:a16="http://schemas.microsoft.com/office/drawing/2014/main" id="{6D663567-F34A-4952-B9A1-DDFF0DDDEC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6" y="817249"/>
                  <a:ext cx="1523155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6" name="Straight Connector 1515">
                  <a:extLst>
                    <a:ext uri="{FF2B5EF4-FFF2-40B4-BE49-F238E27FC236}">
                      <a16:creationId xmlns:a16="http://schemas.microsoft.com/office/drawing/2014/main" id="{5D32B50C-09DA-446B-9E46-12E120A05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55672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7" name="Straight Connector 1516">
                  <a:extLst>
                    <a:ext uri="{FF2B5EF4-FFF2-40B4-BE49-F238E27FC236}">
                      <a16:creationId xmlns:a16="http://schemas.microsoft.com/office/drawing/2014/main" id="{C9BF51DE-D740-42FD-B692-181BBBCBF1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436460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8" name="Straight Connector 1517">
                  <a:extLst>
                    <a:ext uri="{FF2B5EF4-FFF2-40B4-BE49-F238E27FC236}">
                      <a16:creationId xmlns:a16="http://schemas.microsoft.com/office/drawing/2014/main" id="{4A34F234-6475-4907-BAF8-23CC5E134D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325117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9" name="Straight Connector 1518">
                  <a:extLst>
                    <a:ext uri="{FF2B5EF4-FFF2-40B4-BE49-F238E27FC236}">
                      <a16:creationId xmlns:a16="http://schemas.microsoft.com/office/drawing/2014/main" id="{0226F124-7E45-4239-B28B-79B144FFD2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55672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0" name="Straight Connector 1519">
                  <a:extLst>
                    <a:ext uri="{FF2B5EF4-FFF2-40B4-BE49-F238E27FC236}">
                      <a16:creationId xmlns:a16="http://schemas.microsoft.com/office/drawing/2014/main" id="{49043BA5-6D32-4F19-B2E8-2C84E2B4A5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334026" y="2156355"/>
                  <a:ext cx="1903943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1" name="Straight Connector 1520">
                  <a:extLst>
                    <a:ext uri="{FF2B5EF4-FFF2-40B4-BE49-F238E27FC236}">
                      <a16:creationId xmlns:a16="http://schemas.microsoft.com/office/drawing/2014/main" id="{7B21C00F-64BC-4C35-8B3E-3CB3A94475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41909" y="246065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2" name="Straight Connector 1521">
                  <a:extLst>
                    <a:ext uri="{FF2B5EF4-FFF2-40B4-BE49-F238E27FC236}">
                      <a16:creationId xmlns:a16="http://schemas.microsoft.com/office/drawing/2014/main" id="{2A63D87A-98BB-47E3-BB26-7A0E3B1D4E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570728" y="55672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3" name="Straight Connector 1522">
                  <a:extLst>
                    <a:ext uri="{FF2B5EF4-FFF2-40B4-BE49-F238E27FC236}">
                      <a16:creationId xmlns:a16="http://schemas.microsoft.com/office/drawing/2014/main" id="{9F7BAA32-1F4A-472F-855E-0179071E81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436460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4" name="Straight Connector 1523">
                  <a:extLst>
                    <a:ext uri="{FF2B5EF4-FFF2-40B4-BE49-F238E27FC236}">
                      <a16:creationId xmlns:a16="http://schemas.microsoft.com/office/drawing/2014/main" id="{FB3CB169-B8EA-44E2-A215-E28E7B7BD3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51429" y="1397950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5" name="Straight Connector 1524">
                  <a:extLst>
                    <a:ext uri="{FF2B5EF4-FFF2-40B4-BE49-F238E27FC236}">
                      <a16:creationId xmlns:a16="http://schemas.microsoft.com/office/drawing/2014/main" id="{9D133ED8-41F3-44E5-87ED-F9E4CD556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1013989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6" name="Straight Connector 1525">
                  <a:extLst>
                    <a:ext uri="{FF2B5EF4-FFF2-40B4-BE49-F238E27FC236}">
                      <a16:creationId xmlns:a16="http://schemas.microsoft.com/office/drawing/2014/main" id="{F7500787-361C-4841-94EE-3520ADBE25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1962786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7" name="Straight Connector 1526">
                  <a:extLst>
                    <a:ext uri="{FF2B5EF4-FFF2-40B4-BE49-F238E27FC236}">
                      <a16:creationId xmlns:a16="http://schemas.microsoft.com/office/drawing/2014/main" id="{E73D37F2-CBE2-4DF5-BB06-6FFF7F1861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3575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8" name="Straight Connector 1527">
                  <a:extLst>
                    <a:ext uri="{FF2B5EF4-FFF2-40B4-BE49-F238E27FC236}">
                      <a16:creationId xmlns:a16="http://schemas.microsoft.com/office/drawing/2014/main" id="{16A93B24-CC3E-4280-A370-D46D37386A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1517" y="2727536"/>
                  <a:ext cx="0" cy="374443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9" name="Straight Connector 1528">
                  <a:extLst>
                    <a:ext uri="{FF2B5EF4-FFF2-40B4-BE49-F238E27FC236}">
                      <a16:creationId xmlns:a16="http://schemas.microsoft.com/office/drawing/2014/main" id="{9E211850-B645-40C0-AD7A-76B7205AD5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2917931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0" name="Straight Connector 1529">
                  <a:extLst>
                    <a:ext uri="{FF2B5EF4-FFF2-40B4-BE49-F238E27FC236}">
                      <a16:creationId xmlns:a16="http://schemas.microsoft.com/office/drawing/2014/main" id="{B6FD70F6-95DA-4283-8B17-564051E3CD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2530796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1" name="Straight Connector 1530">
                  <a:extLst>
                    <a:ext uri="{FF2B5EF4-FFF2-40B4-BE49-F238E27FC236}">
                      <a16:creationId xmlns:a16="http://schemas.microsoft.com/office/drawing/2014/main" id="{43C3CF05-9B6E-4489-98F5-C14150F2B8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618756" y="2533970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2" name="Straight Connector 1531">
                  <a:extLst>
                    <a:ext uri="{FF2B5EF4-FFF2-40B4-BE49-F238E27FC236}">
                      <a16:creationId xmlns:a16="http://schemas.microsoft.com/office/drawing/2014/main" id="{58F63E2B-DECD-422B-9F36-35C3C93D46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095603" y="2156355"/>
                  <a:ext cx="1903943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3" name="Straight Connector 1532">
                  <a:extLst>
                    <a:ext uri="{FF2B5EF4-FFF2-40B4-BE49-F238E27FC236}">
                      <a16:creationId xmlns:a16="http://schemas.microsoft.com/office/drawing/2014/main" id="{8D8A61E2-BEEA-4CDD-980A-022390629A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857179" y="1769220"/>
                  <a:ext cx="1142366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4" name="Straight Connector 1533">
                  <a:extLst>
                    <a:ext uri="{FF2B5EF4-FFF2-40B4-BE49-F238E27FC236}">
                      <a16:creationId xmlns:a16="http://schemas.microsoft.com/office/drawing/2014/main" id="{986297AB-ADF2-49A6-A4A4-3822844CDD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7" y="3108325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5" name="Straight Connector 1534">
                  <a:extLst>
                    <a:ext uri="{FF2B5EF4-FFF2-40B4-BE49-F238E27FC236}">
                      <a16:creationId xmlns:a16="http://schemas.microsoft.com/office/drawing/2014/main" id="{8A716495-4EA0-472F-83B2-FDD0A69528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9922"/>
                  <a:ext cx="1523155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6" name="Straight Connector 1535">
                  <a:extLst>
                    <a:ext uri="{FF2B5EF4-FFF2-40B4-BE49-F238E27FC236}">
                      <a16:creationId xmlns:a16="http://schemas.microsoft.com/office/drawing/2014/main" id="{24E408C8-6C23-4CCD-A6FB-33EC2F142B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47574" y="3111500"/>
                  <a:ext cx="761578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7" name="Straight Connector 1536">
                  <a:extLst>
                    <a:ext uri="{FF2B5EF4-FFF2-40B4-BE49-F238E27FC236}">
                      <a16:creationId xmlns:a16="http://schemas.microsoft.com/office/drawing/2014/main" id="{0E53AA40-B16E-4FBD-A944-4D2AE66C3C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1388431"/>
                  <a:ext cx="380789" cy="0"/>
                </a:xfrm>
                <a:prstGeom prst="line">
                  <a:avLst/>
                </a:prstGeom>
                <a:ln w="63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43" name="Group 1842">
              <a:extLst>
                <a:ext uri="{FF2B5EF4-FFF2-40B4-BE49-F238E27FC236}">
                  <a16:creationId xmlns:a16="http://schemas.microsoft.com/office/drawing/2014/main" id="{994F4829-C63F-4B37-A7E9-4FFB67ADC7CE}"/>
                </a:ext>
              </a:extLst>
            </p:cNvPr>
            <p:cNvGrpSpPr/>
            <p:nvPr/>
          </p:nvGrpSpPr>
          <p:grpSpPr>
            <a:xfrm>
              <a:off x="2286515" y="-704316"/>
              <a:ext cx="236275" cy="236866"/>
              <a:chOff x="2286515" y="-704316"/>
              <a:chExt cx="236275" cy="236866"/>
            </a:xfrm>
          </p:grpSpPr>
          <p:grpSp>
            <p:nvGrpSpPr>
              <p:cNvPr id="1617" name="Group 1616">
                <a:extLst>
                  <a:ext uri="{FF2B5EF4-FFF2-40B4-BE49-F238E27FC236}">
                    <a16:creationId xmlns:a16="http://schemas.microsoft.com/office/drawing/2014/main" id="{DA370621-817A-445D-9BBB-C14524098B57}"/>
                  </a:ext>
                </a:extLst>
              </p:cNvPr>
              <p:cNvGrpSpPr/>
              <p:nvPr/>
            </p:nvGrpSpPr>
            <p:grpSpPr>
              <a:xfrm>
                <a:off x="2286515" y="-704316"/>
                <a:ext cx="236275" cy="236275"/>
                <a:chOff x="2285997" y="-705905"/>
                <a:chExt cx="3807886" cy="3807884"/>
              </a:xfrm>
              <a:solidFill>
                <a:schemeClr val="bg1"/>
              </a:solidFill>
            </p:grpSpPr>
            <p:grpSp>
              <p:nvGrpSpPr>
                <p:cNvPr id="1651" name="Group 1650">
                  <a:extLst>
                    <a:ext uri="{FF2B5EF4-FFF2-40B4-BE49-F238E27FC236}">
                      <a16:creationId xmlns:a16="http://schemas.microsoft.com/office/drawing/2014/main" id="{E18B15F6-C8EC-4DCB-9519-E53C647D1281}"/>
                    </a:ext>
                  </a:extLst>
                </p:cNvPr>
                <p:cNvGrpSpPr/>
                <p:nvPr/>
              </p:nvGrpSpPr>
              <p:grpSpPr>
                <a:xfrm>
                  <a:off x="4189940" y="-705905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704" name="Rectangle 1703">
                    <a:extLst>
                      <a:ext uri="{FF2B5EF4-FFF2-40B4-BE49-F238E27FC236}">
                        <a16:creationId xmlns:a16="http://schemas.microsoft.com/office/drawing/2014/main" id="{3A667583-CD82-46BF-B070-D76766348BAB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5" name="Rectangle 1704">
                    <a:extLst>
                      <a:ext uri="{FF2B5EF4-FFF2-40B4-BE49-F238E27FC236}">
                        <a16:creationId xmlns:a16="http://schemas.microsoft.com/office/drawing/2014/main" id="{17C6B464-4F1A-4EAE-AD38-980835F65B5C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6" name="Rectangle 1705">
                    <a:extLst>
                      <a:ext uri="{FF2B5EF4-FFF2-40B4-BE49-F238E27FC236}">
                        <a16:creationId xmlns:a16="http://schemas.microsoft.com/office/drawing/2014/main" id="{C01D9A5B-5FCE-46D7-8F20-B54C1491DA2D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7" name="Rectangle 1706">
                    <a:extLst>
                      <a:ext uri="{FF2B5EF4-FFF2-40B4-BE49-F238E27FC236}">
                        <a16:creationId xmlns:a16="http://schemas.microsoft.com/office/drawing/2014/main" id="{8AFB2E91-2179-4F2A-B7EA-AA5E970A81F5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8" name="Rectangle 1707">
                    <a:extLst>
                      <a:ext uri="{FF2B5EF4-FFF2-40B4-BE49-F238E27FC236}">
                        <a16:creationId xmlns:a16="http://schemas.microsoft.com/office/drawing/2014/main" id="{2EAB1004-B396-4C77-86E8-DA44631C951B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9" name="Rectangle 1708">
                    <a:extLst>
                      <a:ext uri="{FF2B5EF4-FFF2-40B4-BE49-F238E27FC236}">
                        <a16:creationId xmlns:a16="http://schemas.microsoft.com/office/drawing/2014/main" id="{1C4D5FBD-BC0D-466C-B7DD-16D2F7903E7E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0" name="Rectangle 1709">
                    <a:extLst>
                      <a:ext uri="{FF2B5EF4-FFF2-40B4-BE49-F238E27FC236}">
                        <a16:creationId xmlns:a16="http://schemas.microsoft.com/office/drawing/2014/main" id="{D3F340F3-4B75-4071-A85B-301918710E0B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1" name="Rectangle 1710">
                    <a:extLst>
                      <a:ext uri="{FF2B5EF4-FFF2-40B4-BE49-F238E27FC236}">
                        <a16:creationId xmlns:a16="http://schemas.microsoft.com/office/drawing/2014/main" id="{D122B1D6-63BD-4BE1-9251-ED3E8FB2C483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2" name="Rectangle 1711">
                    <a:extLst>
                      <a:ext uri="{FF2B5EF4-FFF2-40B4-BE49-F238E27FC236}">
                        <a16:creationId xmlns:a16="http://schemas.microsoft.com/office/drawing/2014/main" id="{0CCDAFD6-EBEA-4F0F-8BE2-9E5D1D7193C4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3" name="Rectangle 1712">
                    <a:extLst>
                      <a:ext uri="{FF2B5EF4-FFF2-40B4-BE49-F238E27FC236}">
                        <a16:creationId xmlns:a16="http://schemas.microsoft.com/office/drawing/2014/main" id="{CDF21F99-F999-4D9C-8A8B-69CED51AAB86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4" name="Rectangle 1713">
                    <a:extLst>
                      <a:ext uri="{FF2B5EF4-FFF2-40B4-BE49-F238E27FC236}">
                        <a16:creationId xmlns:a16="http://schemas.microsoft.com/office/drawing/2014/main" id="{8E6E75C0-702D-4EA9-9ED1-6F4CADDE6662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5" name="Rectangle 1714">
                    <a:extLst>
                      <a:ext uri="{FF2B5EF4-FFF2-40B4-BE49-F238E27FC236}">
                        <a16:creationId xmlns:a16="http://schemas.microsoft.com/office/drawing/2014/main" id="{FADFD101-32DD-4B02-8237-876482635F3E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6" name="Rectangle 1715">
                    <a:extLst>
                      <a:ext uri="{FF2B5EF4-FFF2-40B4-BE49-F238E27FC236}">
                        <a16:creationId xmlns:a16="http://schemas.microsoft.com/office/drawing/2014/main" id="{7D23983F-3E1E-4D99-9ECE-0750A8EFA620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7" name="Rectangle 1716">
                    <a:extLst>
                      <a:ext uri="{FF2B5EF4-FFF2-40B4-BE49-F238E27FC236}">
                        <a16:creationId xmlns:a16="http://schemas.microsoft.com/office/drawing/2014/main" id="{B79F79B3-8613-40D8-99CA-72D7062DB2C6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8" name="Rectangle 1717">
                    <a:extLst>
                      <a:ext uri="{FF2B5EF4-FFF2-40B4-BE49-F238E27FC236}">
                        <a16:creationId xmlns:a16="http://schemas.microsoft.com/office/drawing/2014/main" id="{78F372E6-5F87-44DC-8A2D-F64BEB26EAD4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19" name="Rectangle 1718">
                    <a:extLst>
                      <a:ext uri="{FF2B5EF4-FFF2-40B4-BE49-F238E27FC236}">
                        <a16:creationId xmlns:a16="http://schemas.microsoft.com/office/drawing/2014/main" id="{EF1E7EA4-1BA9-4D21-BA8C-35F541A5410C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0" name="Rectangle 1719">
                    <a:extLst>
                      <a:ext uri="{FF2B5EF4-FFF2-40B4-BE49-F238E27FC236}">
                        <a16:creationId xmlns:a16="http://schemas.microsoft.com/office/drawing/2014/main" id="{076CA4BC-427F-4EF7-9760-44E9A69AAC7A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1" name="Rectangle 1720">
                    <a:extLst>
                      <a:ext uri="{FF2B5EF4-FFF2-40B4-BE49-F238E27FC236}">
                        <a16:creationId xmlns:a16="http://schemas.microsoft.com/office/drawing/2014/main" id="{BC43285D-8C52-4332-8EB3-67D73D3B7809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2" name="Rectangle 1721">
                    <a:extLst>
                      <a:ext uri="{FF2B5EF4-FFF2-40B4-BE49-F238E27FC236}">
                        <a16:creationId xmlns:a16="http://schemas.microsoft.com/office/drawing/2014/main" id="{49633DBF-FAEF-48A5-99EB-BFB234C4C525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3" name="Rectangle 1722">
                    <a:extLst>
                      <a:ext uri="{FF2B5EF4-FFF2-40B4-BE49-F238E27FC236}">
                        <a16:creationId xmlns:a16="http://schemas.microsoft.com/office/drawing/2014/main" id="{AEAB06A0-DD8C-4FC2-AE0E-D329CE9EEF5D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4" name="Rectangle 1723">
                    <a:extLst>
                      <a:ext uri="{FF2B5EF4-FFF2-40B4-BE49-F238E27FC236}">
                        <a16:creationId xmlns:a16="http://schemas.microsoft.com/office/drawing/2014/main" id="{C17811DF-EA36-4EAF-9865-6E65BC5EBD7B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5" name="Rectangle 1724">
                    <a:extLst>
                      <a:ext uri="{FF2B5EF4-FFF2-40B4-BE49-F238E27FC236}">
                        <a16:creationId xmlns:a16="http://schemas.microsoft.com/office/drawing/2014/main" id="{1B4C4625-F91F-45A6-852E-98F7B5EEB3EB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6" name="Rectangle 1725">
                    <a:extLst>
                      <a:ext uri="{FF2B5EF4-FFF2-40B4-BE49-F238E27FC236}">
                        <a16:creationId xmlns:a16="http://schemas.microsoft.com/office/drawing/2014/main" id="{E74ADB7B-8D72-4755-8768-BB5E67AF7DF4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7" name="Rectangle 1726">
                    <a:extLst>
                      <a:ext uri="{FF2B5EF4-FFF2-40B4-BE49-F238E27FC236}">
                        <a16:creationId xmlns:a16="http://schemas.microsoft.com/office/drawing/2014/main" id="{BDCD7761-4ECC-46C9-AB33-CC412D3EAA42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8" name="Rectangle 1727">
                    <a:extLst>
                      <a:ext uri="{FF2B5EF4-FFF2-40B4-BE49-F238E27FC236}">
                        <a16:creationId xmlns:a16="http://schemas.microsoft.com/office/drawing/2014/main" id="{9149DD43-2B4A-4DE9-B196-BDB0667FE533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652" name="Group 1651">
                  <a:extLst>
                    <a:ext uri="{FF2B5EF4-FFF2-40B4-BE49-F238E27FC236}">
                      <a16:creationId xmlns:a16="http://schemas.microsoft.com/office/drawing/2014/main" id="{66E365A0-A6D0-4138-ACE4-9DF1E7E1EDE9}"/>
                    </a:ext>
                  </a:extLst>
                </p:cNvPr>
                <p:cNvGrpSpPr/>
                <p:nvPr/>
              </p:nvGrpSpPr>
              <p:grpSpPr>
                <a:xfrm>
                  <a:off x="4189940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679" name="Rectangle 1678">
                    <a:extLst>
                      <a:ext uri="{FF2B5EF4-FFF2-40B4-BE49-F238E27FC236}">
                        <a16:creationId xmlns:a16="http://schemas.microsoft.com/office/drawing/2014/main" id="{73556F00-C306-4AE5-9F0C-B8298845DC8E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0" name="Rectangle 1679">
                    <a:extLst>
                      <a:ext uri="{FF2B5EF4-FFF2-40B4-BE49-F238E27FC236}">
                        <a16:creationId xmlns:a16="http://schemas.microsoft.com/office/drawing/2014/main" id="{8B333DB3-FCDB-4C7B-BE18-3E73A3DC93A3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1" name="Rectangle 1680">
                    <a:extLst>
                      <a:ext uri="{FF2B5EF4-FFF2-40B4-BE49-F238E27FC236}">
                        <a16:creationId xmlns:a16="http://schemas.microsoft.com/office/drawing/2014/main" id="{CB46C3BB-9C17-4234-9310-02944C94CAEF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2" name="Rectangle 1681">
                    <a:extLst>
                      <a:ext uri="{FF2B5EF4-FFF2-40B4-BE49-F238E27FC236}">
                        <a16:creationId xmlns:a16="http://schemas.microsoft.com/office/drawing/2014/main" id="{9508B862-FB2D-4531-88EF-06FECB246F7F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3" name="Rectangle 1682">
                    <a:extLst>
                      <a:ext uri="{FF2B5EF4-FFF2-40B4-BE49-F238E27FC236}">
                        <a16:creationId xmlns:a16="http://schemas.microsoft.com/office/drawing/2014/main" id="{EDBEB95E-FD7C-4DF2-A301-570EF731FD18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4" name="Rectangle 1683">
                    <a:extLst>
                      <a:ext uri="{FF2B5EF4-FFF2-40B4-BE49-F238E27FC236}">
                        <a16:creationId xmlns:a16="http://schemas.microsoft.com/office/drawing/2014/main" id="{7124F54F-D0B2-4000-9663-5FF88BA00063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5" name="Rectangle 1684">
                    <a:extLst>
                      <a:ext uri="{FF2B5EF4-FFF2-40B4-BE49-F238E27FC236}">
                        <a16:creationId xmlns:a16="http://schemas.microsoft.com/office/drawing/2014/main" id="{18C54F7D-004B-4326-A9EC-7C571E1FE41A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6" name="Rectangle 1685">
                    <a:extLst>
                      <a:ext uri="{FF2B5EF4-FFF2-40B4-BE49-F238E27FC236}">
                        <a16:creationId xmlns:a16="http://schemas.microsoft.com/office/drawing/2014/main" id="{DE324B55-9349-4C71-A244-3AC5FC9F2BCA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7" name="Rectangle 1686">
                    <a:extLst>
                      <a:ext uri="{FF2B5EF4-FFF2-40B4-BE49-F238E27FC236}">
                        <a16:creationId xmlns:a16="http://schemas.microsoft.com/office/drawing/2014/main" id="{720B49D7-20F0-4ADF-A602-BBBCB911A9AC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8" name="Rectangle 1687">
                    <a:extLst>
                      <a:ext uri="{FF2B5EF4-FFF2-40B4-BE49-F238E27FC236}">
                        <a16:creationId xmlns:a16="http://schemas.microsoft.com/office/drawing/2014/main" id="{010F7F7C-F42B-485D-8FD1-1BE3D9F3D378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89" name="Rectangle 1688">
                    <a:extLst>
                      <a:ext uri="{FF2B5EF4-FFF2-40B4-BE49-F238E27FC236}">
                        <a16:creationId xmlns:a16="http://schemas.microsoft.com/office/drawing/2014/main" id="{BA0E53F1-822B-4354-80CA-137FBE276787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0" name="Rectangle 1689">
                    <a:extLst>
                      <a:ext uri="{FF2B5EF4-FFF2-40B4-BE49-F238E27FC236}">
                        <a16:creationId xmlns:a16="http://schemas.microsoft.com/office/drawing/2014/main" id="{F9941F84-DE65-4517-8E09-4D61CE8F923F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1" name="Rectangle 1690">
                    <a:extLst>
                      <a:ext uri="{FF2B5EF4-FFF2-40B4-BE49-F238E27FC236}">
                        <a16:creationId xmlns:a16="http://schemas.microsoft.com/office/drawing/2014/main" id="{A944C3B0-85D9-4345-8F57-98268F005435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2" name="Rectangle 1691">
                    <a:extLst>
                      <a:ext uri="{FF2B5EF4-FFF2-40B4-BE49-F238E27FC236}">
                        <a16:creationId xmlns:a16="http://schemas.microsoft.com/office/drawing/2014/main" id="{B474B356-BC49-4C48-8292-922B9C1C447E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3" name="Rectangle 1692">
                    <a:extLst>
                      <a:ext uri="{FF2B5EF4-FFF2-40B4-BE49-F238E27FC236}">
                        <a16:creationId xmlns:a16="http://schemas.microsoft.com/office/drawing/2014/main" id="{843A77F2-6787-423B-810A-A09944509A97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4" name="Rectangle 1693">
                    <a:extLst>
                      <a:ext uri="{FF2B5EF4-FFF2-40B4-BE49-F238E27FC236}">
                        <a16:creationId xmlns:a16="http://schemas.microsoft.com/office/drawing/2014/main" id="{1F68C21A-F793-4B8A-B998-6E157EC68F6B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5" name="Rectangle 1694">
                    <a:extLst>
                      <a:ext uri="{FF2B5EF4-FFF2-40B4-BE49-F238E27FC236}">
                        <a16:creationId xmlns:a16="http://schemas.microsoft.com/office/drawing/2014/main" id="{3B24F9A0-0A1D-4DEC-89BD-6D811600E533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6" name="Rectangle 1695">
                    <a:extLst>
                      <a:ext uri="{FF2B5EF4-FFF2-40B4-BE49-F238E27FC236}">
                        <a16:creationId xmlns:a16="http://schemas.microsoft.com/office/drawing/2014/main" id="{BFA5166B-AF91-4557-85AD-5E8D4BEBCF07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7" name="Rectangle 1696">
                    <a:extLst>
                      <a:ext uri="{FF2B5EF4-FFF2-40B4-BE49-F238E27FC236}">
                        <a16:creationId xmlns:a16="http://schemas.microsoft.com/office/drawing/2014/main" id="{AF541A04-9C99-4F75-89AA-DB58D876D35A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8" name="Rectangle 1697">
                    <a:extLst>
                      <a:ext uri="{FF2B5EF4-FFF2-40B4-BE49-F238E27FC236}">
                        <a16:creationId xmlns:a16="http://schemas.microsoft.com/office/drawing/2014/main" id="{F1501B18-6912-496F-A4F3-33B9F2F3A107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9" name="Rectangle 1698">
                    <a:extLst>
                      <a:ext uri="{FF2B5EF4-FFF2-40B4-BE49-F238E27FC236}">
                        <a16:creationId xmlns:a16="http://schemas.microsoft.com/office/drawing/2014/main" id="{41277B92-A07B-4B5C-BFEC-C3095BCFB967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0" name="Rectangle 1699">
                    <a:extLst>
                      <a:ext uri="{FF2B5EF4-FFF2-40B4-BE49-F238E27FC236}">
                        <a16:creationId xmlns:a16="http://schemas.microsoft.com/office/drawing/2014/main" id="{66DFE356-C8F6-404D-AF28-6015E86DDA5D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1" name="Rectangle 1700">
                    <a:extLst>
                      <a:ext uri="{FF2B5EF4-FFF2-40B4-BE49-F238E27FC236}">
                        <a16:creationId xmlns:a16="http://schemas.microsoft.com/office/drawing/2014/main" id="{67241D0C-1DC3-4141-90E9-8D775B376BC2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2" name="Rectangle 1701">
                    <a:extLst>
                      <a:ext uri="{FF2B5EF4-FFF2-40B4-BE49-F238E27FC236}">
                        <a16:creationId xmlns:a16="http://schemas.microsoft.com/office/drawing/2014/main" id="{DED61AA8-446A-485B-8FBD-B19ED1F642AF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3" name="Rectangle 1702">
                    <a:extLst>
                      <a:ext uri="{FF2B5EF4-FFF2-40B4-BE49-F238E27FC236}">
                        <a16:creationId xmlns:a16="http://schemas.microsoft.com/office/drawing/2014/main" id="{EC299A45-2866-46DF-9FBD-94D0A1C87B77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653" name="Group 1652">
                  <a:extLst>
                    <a:ext uri="{FF2B5EF4-FFF2-40B4-BE49-F238E27FC236}">
                      <a16:creationId xmlns:a16="http://schemas.microsoft.com/office/drawing/2014/main" id="{467951CF-F460-42EA-95FA-4DA351DBD044}"/>
                    </a:ext>
                  </a:extLst>
                </p:cNvPr>
                <p:cNvGrpSpPr/>
                <p:nvPr/>
              </p:nvGrpSpPr>
              <p:grpSpPr>
                <a:xfrm>
                  <a:off x="2285997" y="1198037"/>
                  <a:ext cx="1903943" cy="1903942"/>
                  <a:chOff x="5334000" y="1581150"/>
                  <a:chExt cx="3810000" cy="3810000"/>
                </a:xfrm>
                <a:grpFill/>
              </p:grpSpPr>
              <p:sp>
                <p:nvSpPr>
                  <p:cNvPr id="1654" name="Rectangle 1653">
                    <a:extLst>
                      <a:ext uri="{FF2B5EF4-FFF2-40B4-BE49-F238E27FC236}">
                        <a16:creationId xmlns:a16="http://schemas.microsoft.com/office/drawing/2014/main" id="{7E908E0E-4292-4A12-B80C-0E79FA6EC104}"/>
                      </a:ext>
                    </a:extLst>
                  </p:cNvPr>
                  <p:cNvSpPr/>
                  <p:nvPr/>
                </p:nvSpPr>
                <p:spPr>
                  <a:xfrm>
                    <a:off x="5334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55" name="Rectangle 1654">
                    <a:extLst>
                      <a:ext uri="{FF2B5EF4-FFF2-40B4-BE49-F238E27FC236}">
                        <a16:creationId xmlns:a16="http://schemas.microsoft.com/office/drawing/2014/main" id="{7317CE49-E902-4C83-88A5-62AE9B27625E}"/>
                      </a:ext>
                    </a:extLst>
                  </p:cNvPr>
                  <p:cNvSpPr/>
                  <p:nvPr/>
                </p:nvSpPr>
                <p:spPr>
                  <a:xfrm>
                    <a:off x="6096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56" name="Rectangle 1655">
                    <a:extLst>
                      <a:ext uri="{FF2B5EF4-FFF2-40B4-BE49-F238E27FC236}">
                        <a16:creationId xmlns:a16="http://schemas.microsoft.com/office/drawing/2014/main" id="{9FF1507E-1022-45DE-A83D-5C48000A541C}"/>
                      </a:ext>
                    </a:extLst>
                  </p:cNvPr>
                  <p:cNvSpPr/>
                  <p:nvPr/>
                </p:nvSpPr>
                <p:spPr>
                  <a:xfrm>
                    <a:off x="5334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57" name="Rectangle 1656">
                    <a:extLst>
                      <a:ext uri="{FF2B5EF4-FFF2-40B4-BE49-F238E27FC236}">
                        <a16:creationId xmlns:a16="http://schemas.microsoft.com/office/drawing/2014/main" id="{3F6B5212-C078-4CEC-A3D3-E50763330BF0}"/>
                      </a:ext>
                    </a:extLst>
                  </p:cNvPr>
                  <p:cNvSpPr/>
                  <p:nvPr/>
                </p:nvSpPr>
                <p:spPr>
                  <a:xfrm>
                    <a:off x="6096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58" name="Rectangle 1657">
                    <a:extLst>
                      <a:ext uri="{FF2B5EF4-FFF2-40B4-BE49-F238E27FC236}">
                        <a16:creationId xmlns:a16="http://schemas.microsoft.com/office/drawing/2014/main" id="{9A0B916C-982B-4451-B52B-6BF665B91764}"/>
                      </a:ext>
                    </a:extLst>
                  </p:cNvPr>
                  <p:cNvSpPr/>
                  <p:nvPr/>
                </p:nvSpPr>
                <p:spPr>
                  <a:xfrm>
                    <a:off x="6858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59" name="Rectangle 1658">
                    <a:extLst>
                      <a:ext uri="{FF2B5EF4-FFF2-40B4-BE49-F238E27FC236}">
                        <a16:creationId xmlns:a16="http://schemas.microsoft.com/office/drawing/2014/main" id="{661DB8F1-7360-4285-A27F-A5318A31246F}"/>
                      </a:ext>
                    </a:extLst>
                  </p:cNvPr>
                  <p:cNvSpPr/>
                  <p:nvPr/>
                </p:nvSpPr>
                <p:spPr>
                  <a:xfrm>
                    <a:off x="7620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0" name="Rectangle 1659">
                    <a:extLst>
                      <a:ext uri="{FF2B5EF4-FFF2-40B4-BE49-F238E27FC236}">
                        <a16:creationId xmlns:a16="http://schemas.microsoft.com/office/drawing/2014/main" id="{0E54B9FA-4476-4D6E-A2E7-D7080F699AE7}"/>
                      </a:ext>
                    </a:extLst>
                  </p:cNvPr>
                  <p:cNvSpPr/>
                  <p:nvPr/>
                </p:nvSpPr>
                <p:spPr>
                  <a:xfrm>
                    <a:off x="6858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1" name="Rectangle 1660">
                    <a:extLst>
                      <a:ext uri="{FF2B5EF4-FFF2-40B4-BE49-F238E27FC236}">
                        <a16:creationId xmlns:a16="http://schemas.microsoft.com/office/drawing/2014/main" id="{3C4F94D9-B941-4732-BA17-C08DCD758F55}"/>
                      </a:ext>
                    </a:extLst>
                  </p:cNvPr>
                  <p:cNvSpPr/>
                  <p:nvPr/>
                </p:nvSpPr>
                <p:spPr>
                  <a:xfrm>
                    <a:off x="7620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2" name="Rectangle 1661">
                    <a:extLst>
                      <a:ext uri="{FF2B5EF4-FFF2-40B4-BE49-F238E27FC236}">
                        <a16:creationId xmlns:a16="http://schemas.microsoft.com/office/drawing/2014/main" id="{912AD9CB-B290-4A6A-80D9-251D5D26CEB1}"/>
                      </a:ext>
                    </a:extLst>
                  </p:cNvPr>
                  <p:cNvSpPr/>
                  <p:nvPr/>
                </p:nvSpPr>
                <p:spPr>
                  <a:xfrm>
                    <a:off x="5334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3" name="Rectangle 1662">
                    <a:extLst>
                      <a:ext uri="{FF2B5EF4-FFF2-40B4-BE49-F238E27FC236}">
                        <a16:creationId xmlns:a16="http://schemas.microsoft.com/office/drawing/2014/main" id="{0B1AE31A-9721-4CBA-BFB1-9546141267BD}"/>
                      </a:ext>
                    </a:extLst>
                  </p:cNvPr>
                  <p:cNvSpPr/>
                  <p:nvPr/>
                </p:nvSpPr>
                <p:spPr>
                  <a:xfrm>
                    <a:off x="6096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4" name="Rectangle 1663">
                    <a:extLst>
                      <a:ext uri="{FF2B5EF4-FFF2-40B4-BE49-F238E27FC236}">
                        <a16:creationId xmlns:a16="http://schemas.microsoft.com/office/drawing/2014/main" id="{77B21A55-A6A2-4BA5-BC0B-EEDACABDBAFB}"/>
                      </a:ext>
                    </a:extLst>
                  </p:cNvPr>
                  <p:cNvSpPr/>
                  <p:nvPr/>
                </p:nvSpPr>
                <p:spPr>
                  <a:xfrm>
                    <a:off x="5334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5" name="Rectangle 1664">
                    <a:extLst>
                      <a:ext uri="{FF2B5EF4-FFF2-40B4-BE49-F238E27FC236}">
                        <a16:creationId xmlns:a16="http://schemas.microsoft.com/office/drawing/2014/main" id="{E8D5C2B1-13D7-49DF-937D-18938031575C}"/>
                      </a:ext>
                    </a:extLst>
                  </p:cNvPr>
                  <p:cNvSpPr/>
                  <p:nvPr/>
                </p:nvSpPr>
                <p:spPr>
                  <a:xfrm>
                    <a:off x="6096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6" name="Rectangle 1665">
                    <a:extLst>
                      <a:ext uri="{FF2B5EF4-FFF2-40B4-BE49-F238E27FC236}">
                        <a16:creationId xmlns:a16="http://schemas.microsoft.com/office/drawing/2014/main" id="{734CA094-6D78-44B1-8D01-EBA57AE4CABC}"/>
                      </a:ext>
                    </a:extLst>
                  </p:cNvPr>
                  <p:cNvSpPr/>
                  <p:nvPr/>
                </p:nvSpPr>
                <p:spPr>
                  <a:xfrm>
                    <a:off x="6858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7" name="Rectangle 1666">
                    <a:extLst>
                      <a:ext uri="{FF2B5EF4-FFF2-40B4-BE49-F238E27FC236}">
                        <a16:creationId xmlns:a16="http://schemas.microsoft.com/office/drawing/2014/main" id="{53E72C13-6706-4606-B5F7-83075DBC3713}"/>
                      </a:ext>
                    </a:extLst>
                  </p:cNvPr>
                  <p:cNvSpPr/>
                  <p:nvPr/>
                </p:nvSpPr>
                <p:spPr>
                  <a:xfrm>
                    <a:off x="7620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8" name="Rectangle 1667">
                    <a:extLst>
                      <a:ext uri="{FF2B5EF4-FFF2-40B4-BE49-F238E27FC236}">
                        <a16:creationId xmlns:a16="http://schemas.microsoft.com/office/drawing/2014/main" id="{A7614BBC-7D72-4AB9-A799-457C461423D1}"/>
                      </a:ext>
                    </a:extLst>
                  </p:cNvPr>
                  <p:cNvSpPr/>
                  <p:nvPr/>
                </p:nvSpPr>
                <p:spPr>
                  <a:xfrm>
                    <a:off x="6858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9" name="Rectangle 1668">
                    <a:extLst>
                      <a:ext uri="{FF2B5EF4-FFF2-40B4-BE49-F238E27FC236}">
                        <a16:creationId xmlns:a16="http://schemas.microsoft.com/office/drawing/2014/main" id="{28AC881A-4B76-4C65-9FF3-D917E5C8AD97}"/>
                      </a:ext>
                    </a:extLst>
                  </p:cNvPr>
                  <p:cNvSpPr/>
                  <p:nvPr/>
                </p:nvSpPr>
                <p:spPr>
                  <a:xfrm>
                    <a:off x="7620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0" name="Rectangle 1669">
                    <a:extLst>
                      <a:ext uri="{FF2B5EF4-FFF2-40B4-BE49-F238E27FC236}">
                        <a16:creationId xmlns:a16="http://schemas.microsoft.com/office/drawing/2014/main" id="{440D4D1E-01DC-4926-BF2B-EC84B9793623}"/>
                      </a:ext>
                    </a:extLst>
                  </p:cNvPr>
                  <p:cNvSpPr/>
                  <p:nvPr/>
                </p:nvSpPr>
                <p:spPr>
                  <a:xfrm>
                    <a:off x="8382000" y="2343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1" name="Rectangle 1670">
                    <a:extLst>
                      <a:ext uri="{FF2B5EF4-FFF2-40B4-BE49-F238E27FC236}">
                        <a16:creationId xmlns:a16="http://schemas.microsoft.com/office/drawing/2014/main" id="{123E3063-EA01-4B0C-8238-30DFE1025917}"/>
                      </a:ext>
                    </a:extLst>
                  </p:cNvPr>
                  <p:cNvSpPr/>
                  <p:nvPr/>
                </p:nvSpPr>
                <p:spPr>
                  <a:xfrm>
                    <a:off x="8382000" y="3105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2" name="Rectangle 1671">
                    <a:extLst>
                      <a:ext uri="{FF2B5EF4-FFF2-40B4-BE49-F238E27FC236}">
                        <a16:creationId xmlns:a16="http://schemas.microsoft.com/office/drawing/2014/main" id="{39747971-6FE4-416B-AB69-7836989192EA}"/>
                      </a:ext>
                    </a:extLst>
                  </p:cNvPr>
                  <p:cNvSpPr/>
                  <p:nvPr/>
                </p:nvSpPr>
                <p:spPr>
                  <a:xfrm>
                    <a:off x="8382000" y="3867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3" name="Rectangle 1672">
                    <a:extLst>
                      <a:ext uri="{FF2B5EF4-FFF2-40B4-BE49-F238E27FC236}">
                        <a16:creationId xmlns:a16="http://schemas.microsoft.com/office/drawing/2014/main" id="{97531137-BFC8-4BB4-8CE1-1AE5EE41E7B5}"/>
                      </a:ext>
                    </a:extLst>
                  </p:cNvPr>
                  <p:cNvSpPr/>
                  <p:nvPr/>
                </p:nvSpPr>
                <p:spPr>
                  <a:xfrm>
                    <a:off x="8382000" y="4629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4" name="Rectangle 1673">
                    <a:extLst>
                      <a:ext uri="{FF2B5EF4-FFF2-40B4-BE49-F238E27FC236}">
                        <a16:creationId xmlns:a16="http://schemas.microsoft.com/office/drawing/2014/main" id="{8530D330-CA30-471E-A0B8-0BE75FB75A10}"/>
                      </a:ext>
                    </a:extLst>
                  </p:cNvPr>
                  <p:cNvSpPr/>
                  <p:nvPr/>
                </p:nvSpPr>
                <p:spPr>
                  <a:xfrm>
                    <a:off x="5334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5" name="Rectangle 1674">
                    <a:extLst>
                      <a:ext uri="{FF2B5EF4-FFF2-40B4-BE49-F238E27FC236}">
                        <a16:creationId xmlns:a16="http://schemas.microsoft.com/office/drawing/2014/main" id="{1105EDEB-3F04-4624-AA46-6C47BD1782DB}"/>
                      </a:ext>
                    </a:extLst>
                  </p:cNvPr>
                  <p:cNvSpPr/>
                  <p:nvPr/>
                </p:nvSpPr>
                <p:spPr>
                  <a:xfrm>
                    <a:off x="6096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6" name="Rectangle 1675">
                    <a:extLst>
                      <a:ext uri="{FF2B5EF4-FFF2-40B4-BE49-F238E27FC236}">
                        <a16:creationId xmlns:a16="http://schemas.microsoft.com/office/drawing/2014/main" id="{28767180-3309-437D-924A-F2070385CDD7}"/>
                      </a:ext>
                    </a:extLst>
                  </p:cNvPr>
                  <p:cNvSpPr/>
                  <p:nvPr/>
                </p:nvSpPr>
                <p:spPr>
                  <a:xfrm>
                    <a:off x="6858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7" name="Rectangle 1676">
                    <a:extLst>
                      <a:ext uri="{FF2B5EF4-FFF2-40B4-BE49-F238E27FC236}">
                        <a16:creationId xmlns:a16="http://schemas.microsoft.com/office/drawing/2014/main" id="{3D8CF023-C436-430B-BE35-F10C732FE6CB}"/>
                      </a:ext>
                    </a:extLst>
                  </p:cNvPr>
                  <p:cNvSpPr/>
                  <p:nvPr/>
                </p:nvSpPr>
                <p:spPr>
                  <a:xfrm>
                    <a:off x="7620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8" name="Rectangle 1677">
                    <a:extLst>
                      <a:ext uri="{FF2B5EF4-FFF2-40B4-BE49-F238E27FC236}">
                        <a16:creationId xmlns:a16="http://schemas.microsoft.com/office/drawing/2014/main" id="{9944EE86-9E5E-411C-963E-9F0269DD8C51}"/>
                      </a:ext>
                    </a:extLst>
                  </p:cNvPr>
                  <p:cNvSpPr/>
                  <p:nvPr/>
                </p:nvSpPr>
                <p:spPr>
                  <a:xfrm>
                    <a:off x="8382000" y="1581150"/>
                    <a:ext cx="762000" cy="762000"/>
                  </a:xfrm>
                  <a:prstGeom prst="rect">
                    <a:avLst/>
                  </a:prstGeom>
                  <a:grpFill/>
                  <a:ln w="3175">
                    <a:solidFill>
                      <a:srgbClr val="DDDDD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1618" name="Group 1617">
                <a:extLst>
                  <a:ext uri="{FF2B5EF4-FFF2-40B4-BE49-F238E27FC236}">
                    <a16:creationId xmlns:a16="http://schemas.microsoft.com/office/drawing/2014/main" id="{8E962866-349C-4E13-8A94-6CBD74276664}"/>
                  </a:ext>
                </a:extLst>
              </p:cNvPr>
              <p:cNvGrpSpPr/>
              <p:nvPr/>
            </p:nvGrpSpPr>
            <p:grpSpPr>
              <a:xfrm>
                <a:off x="2286515" y="-704316"/>
                <a:ext cx="236275" cy="236866"/>
                <a:chOff x="2285998" y="-705905"/>
                <a:chExt cx="3807884" cy="3817405"/>
              </a:xfrm>
            </p:grpSpPr>
            <p:cxnSp>
              <p:nvCxnSpPr>
                <p:cNvPr id="1619" name="Straight Connector 1618">
                  <a:extLst>
                    <a:ext uri="{FF2B5EF4-FFF2-40B4-BE49-F238E27FC236}">
                      <a16:creationId xmlns:a16="http://schemas.microsoft.com/office/drawing/2014/main" id="{A7DBCC80-EE10-44E3-990C-5D4086F509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705905"/>
                  <a:ext cx="1903942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0" name="Straight Connector 1619">
                  <a:extLst>
                    <a:ext uri="{FF2B5EF4-FFF2-40B4-BE49-F238E27FC236}">
                      <a16:creationId xmlns:a16="http://schemas.microsoft.com/office/drawing/2014/main" id="{3AB97A7E-ACAF-40F4-8497-C16E976999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2721190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1" name="Straight Connector 1620">
                  <a:extLst>
                    <a:ext uri="{FF2B5EF4-FFF2-40B4-BE49-F238E27FC236}">
                      <a16:creationId xmlns:a16="http://schemas.microsoft.com/office/drawing/2014/main" id="{0DF7C23E-EF0E-40A0-B059-C444B6D04F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13093" y="1959614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2" name="Straight Connector 1621">
                  <a:extLst>
                    <a:ext uri="{FF2B5EF4-FFF2-40B4-BE49-F238E27FC236}">
                      <a16:creationId xmlns:a16="http://schemas.microsoft.com/office/drawing/2014/main" id="{F2B4ED4B-2093-4A61-A5C5-17581B1AC9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09151" y="2721190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3" name="Straight Connector 1622">
                  <a:extLst>
                    <a:ext uri="{FF2B5EF4-FFF2-40B4-BE49-F238E27FC236}">
                      <a16:creationId xmlns:a16="http://schemas.microsoft.com/office/drawing/2014/main" id="{77933594-6078-423F-BBB8-F0245DA4BB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2343575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4" name="Straight Connector 1623">
                  <a:extLst>
                    <a:ext uri="{FF2B5EF4-FFF2-40B4-BE49-F238E27FC236}">
                      <a16:creationId xmlns:a16="http://schemas.microsoft.com/office/drawing/2014/main" id="{E7462B21-37D1-484E-8158-E822321715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28363" y="2343575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5" name="Straight Connector 1624">
                  <a:extLst>
                    <a:ext uri="{FF2B5EF4-FFF2-40B4-BE49-F238E27FC236}">
                      <a16:creationId xmlns:a16="http://schemas.microsoft.com/office/drawing/2014/main" id="{82EFA573-C7A0-49F6-BC14-29B23B187B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39" y="1588345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6" name="Straight Connector 1625">
                  <a:extLst>
                    <a:ext uri="{FF2B5EF4-FFF2-40B4-BE49-F238E27FC236}">
                      <a16:creationId xmlns:a16="http://schemas.microsoft.com/office/drawing/2014/main" id="{AA780457-E73F-4E2B-9BC1-0BE929E393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8" y="1201210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7" name="Straight Connector 1626">
                  <a:extLst>
                    <a:ext uri="{FF2B5EF4-FFF2-40B4-BE49-F238E27FC236}">
                      <a16:creationId xmlns:a16="http://schemas.microsoft.com/office/drawing/2014/main" id="{10165108-B346-4480-96E0-60099B7554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1578825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8" name="Straight Connector 1627">
                  <a:extLst>
                    <a:ext uri="{FF2B5EF4-FFF2-40B4-BE49-F238E27FC236}">
                      <a16:creationId xmlns:a16="http://schemas.microsoft.com/office/drawing/2014/main" id="{2F20A2FE-EBFC-4248-AB37-987B77CAF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6" y="817249"/>
                  <a:ext cx="1523155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9" name="Straight Connector 1628">
                  <a:extLst>
                    <a:ext uri="{FF2B5EF4-FFF2-40B4-BE49-F238E27FC236}">
                      <a16:creationId xmlns:a16="http://schemas.microsoft.com/office/drawing/2014/main" id="{F14F9283-BD6E-41A4-AA6C-5CAF7AFB86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32304" y="55672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0" name="Straight Connector 1629">
                  <a:extLst>
                    <a:ext uri="{FF2B5EF4-FFF2-40B4-BE49-F238E27FC236}">
                      <a16:creationId xmlns:a16="http://schemas.microsoft.com/office/drawing/2014/main" id="{8FF307B5-2F93-434F-B927-EB824F81EB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1517" y="436460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1" name="Straight Connector 1630">
                  <a:extLst>
                    <a:ext uri="{FF2B5EF4-FFF2-40B4-BE49-F238E27FC236}">
                      <a16:creationId xmlns:a16="http://schemas.microsoft.com/office/drawing/2014/main" id="{C74D3EEB-FEB6-48BF-BFD0-FFFB7AA17D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-325117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2" name="Straight Connector 1631">
                  <a:extLst>
                    <a:ext uri="{FF2B5EF4-FFF2-40B4-BE49-F238E27FC236}">
                      <a16:creationId xmlns:a16="http://schemas.microsoft.com/office/drawing/2014/main" id="{2FD4AF6D-46CF-4150-8024-E65F2CBF78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940" y="55672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3" name="Straight Connector 1632">
                  <a:extLst>
                    <a:ext uri="{FF2B5EF4-FFF2-40B4-BE49-F238E27FC236}">
                      <a16:creationId xmlns:a16="http://schemas.microsoft.com/office/drawing/2014/main" id="{C69D2302-FE9C-4B80-B781-01CC3A2115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334026" y="2156355"/>
                  <a:ext cx="1903943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4" name="Straight Connector 1633">
                  <a:extLst>
                    <a:ext uri="{FF2B5EF4-FFF2-40B4-BE49-F238E27FC236}">
                      <a16:creationId xmlns:a16="http://schemas.microsoft.com/office/drawing/2014/main" id="{3A2245C0-F595-4CF1-BCE7-34734F3618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41909" y="246065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5" name="Straight Connector 1634">
                  <a:extLst>
                    <a:ext uri="{FF2B5EF4-FFF2-40B4-BE49-F238E27FC236}">
                      <a16:creationId xmlns:a16="http://schemas.microsoft.com/office/drawing/2014/main" id="{5BEB46A0-BF93-4608-96B3-B08C310D16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570728" y="55672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6" name="Straight Connector 1635">
                  <a:extLst>
                    <a:ext uri="{FF2B5EF4-FFF2-40B4-BE49-F238E27FC236}">
                      <a16:creationId xmlns:a16="http://schemas.microsoft.com/office/drawing/2014/main" id="{6612568B-0CFB-4FF4-8D9A-F4918124E0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436460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7" name="Straight Connector 1636">
                  <a:extLst>
                    <a:ext uri="{FF2B5EF4-FFF2-40B4-BE49-F238E27FC236}">
                      <a16:creationId xmlns:a16="http://schemas.microsoft.com/office/drawing/2014/main" id="{0FEF08E5-1FF9-4EAA-90F4-F3B99FB578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151429" y="1397950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8" name="Straight Connector 1637">
                  <a:extLst>
                    <a:ext uri="{FF2B5EF4-FFF2-40B4-BE49-F238E27FC236}">
                      <a16:creationId xmlns:a16="http://schemas.microsoft.com/office/drawing/2014/main" id="{5DFD7323-61CA-4958-849A-EFE884EDE1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1013989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9" name="Straight Connector 1638">
                  <a:extLst>
                    <a:ext uri="{FF2B5EF4-FFF2-40B4-BE49-F238E27FC236}">
                      <a16:creationId xmlns:a16="http://schemas.microsoft.com/office/drawing/2014/main" id="{9261EE3F-E72E-42FE-8303-CF8469E864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189937" y="1962786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0" name="Straight Connector 1639">
                  <a:extLst>
                    <a:ext uri="{FF2B5EF4-FFF2-40B4-BE49-F238E27FC236}">
                      <a16:creationId xmlns:a16="http://schemas.microsoft.com/office/drawing/2014/main" id="{0DD1A1FB-A49D-43BA-B379-93A783D96A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3575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1" name="Straight Connector 1640">
                  <a:extLst>
                    <a:ext uri="{FF2B5EF4-FFF2-40B4-BE49-F238E27FC236}">
                      <a16:creationId xmlns:a16="http://schemas.microsoft.com/office/drawing/2014/main" id="{AB5D7CF4-BBA9-4D87-89C5-CED211622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1517" y="2727536"/>
                  <a:ext cx="0" cy="374443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2" name="Straight Connector 1641">
                  <a:extLst>
                    <a:ext uri="{FF2B5EF4-FFF2-40B4-BE49-F238E27FC236}">
                      <a16:creationId xmlns:a16="http://schemas.microsoft.com/office/drawing/2014/main" id="{0173FAE2-982C-4F50-9473-EF4A9B7E15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380331" y="2917931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3" name="Straight Connector 1642">
                  <a:extLst>
                    <a:ext uri="{FF2B5EF4-FFF2-40B4-BE49-F238E27FC236}">
                      <a16:creationId xmlns:a16="http://schemas.microsoft.com/office/drawing/2014/main" id="{C5DFD439-764A-497D-8E41-561CFD5E19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2530796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4" name="Straight Connector 1643">
                  <a:extLst>
                    <a:ext uri="{FF2B5EF4-FFF2-40B4-BE49-F238E27FC236}">
                      <a16:creationId xmlns:a16="http://schemas.microsoft.com/office/drawing/2014/main" id="{E0A864C5-F3AA-4A79-BE32-6451DF4FB1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618756" y="2533970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5" name="Straight Connector 1644">
                  <a:extLst>
                    <a:ext uri="{FF2B5EF4-FFF2-40B4-BE49-F238E27FC236}">
                      <a16:creationId xmlns:a16="http://schemas.microsoft.com/office/drawing/2014/main" id="{CA1E8043-1EA5-4250-8F45-72FCB9D5FF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095603" y="2156355"/>
                  <a:ext cx="1903943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6" name="Straight Connector 1645">
                  <a:extLst>
                    <a:ext uri="{FF2B5EF4-FFF2-40B4-BE49-F238E27FC236}">
                      <a16:creationId xmlns:a16="http://schemas.microsoft.com/office/drawing/2014/main" id="{7057B0FE-32F9-4694-8CF9-5F2E32BFB1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857179" y="1769220"/>
                  <a:ext cx="1142366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7" name="Straight Connector 1646">
                  <a:extLst>
                    <a:ext uri="{FF2B5EF4-FFF2-40B4-BE49-F238E27FC236}">
                      <a16:creationId xmlns:a16="http://schemas.microsoft.com/office/drawing/2014/main" id="{504A89BC-CD03-459C-8282-5D3F77EBA6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70727" y="3108325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8" name="Straight Connector 1647">
                  <a:extLst>
                    <a:ext uri="{FF2B5EF4-FFF2-40B4-BE49-F238E27FC236}">
                      <a16:creationId xmlns:a16="http://schemas.microsoft.com/office/drawing/2014/main" id="{C059A38D-2BF7-4873-908B-7C26075BBC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332304" y="2349922"/>
                  <a:ext cx="1523155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9" name="Straight Connector 1648">
                  <a:extLst>
                    <a:ext uri="{FF2B5EF4-FFF2-40B4-BE49-F238E27FC236}">
                      <a16:creationId xmlns:a16="http://schemas.microsoft.com/office/drawing/2014/main" id="{4223BA9A-D451-4DD9-A25F-A59B67EBEF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47574" y="3111500"/>
                  <a:ext cx="761578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0" name="Straight Connector 1649">
                  <a:extLst>
                    <a:ext uri="{FF2B5EF4-FFF2-40B4-BE49-F238E27FC236}">
                      <a16:creationId xmlns:a16="http://schemas.microsoft.com/office/drawing/2014/main" id="{A82C55EC-4310-4F36-8141-53AABFDAD1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999544" y="1388431"/>
                  <a:ext cx="380789" cy="0"/>
                </a:xfrm>
                <a:prstGeom prst="line">
                  <a:avLst/>
                </a:prstGeom>
                <a:ln w="31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30" name="Group 1729">
              <a:extLst>
                <a:ext uri="{FF2B5EF4-FFF2-40B4-BE49-F238E27FC236}">
                  <a16:creationId xmlns:a16="http://schemas.microsoft.com/office/drawing/2014/main" id="{EC7D3FC5-0368-4524-9F8E-41407B4E4DBE}"/>
                </a:ext>
              </a:extLst>
            </p:cNvPr>
            <p:cNvGrpSpPr/>
            <p:nvPr/>
          </p:nvGrpSpPr>
          <p:grpSpPr>
            <a:xfrm>
              <a:off x="2286516" y="-704316"/>
              <a:ext cx="113386" cy="113386"/>
              <a:chOff x="2285997" y="-705905"/>
              <a:chExt cx="3807886" cy="3807884"/>
            </a:xfrm>
            <a:solidFill>
              <a:schemeClr val="bg1"/>
            </a:solidFill>
          </p:grpSpPr>
          <p:grpSp>
            <p:nvGrpSpPr>
              <p:cNvPr id="1764" name="Group 1763">
                <a:extLst>
                  <a:ext uri="{FF2B5EF4-FFF2-40B4-BE49-F238E27FC236}">
                    <a16:creationId xmlns:a16="http://schemas.microsoft.com/office/drawing/2014/main" id="{73522DD1-7ED6-480D-993E-D991D6AB5E29}"/>
                  </a:ext>
                </a:extLst>
              </p:cNvPr>
              <p:cNvGrpSpPr/>
              <p:nvPr/>
            </p:nvGrpSpPr>
            <p:grpSpPr>
              <a:xfrm>
                <a:off x="4189940" y="-705905"/>
                <a:ext cx="1903943" cy="1903942"/>
                <a:chOff x="5334000" y="1581150"/>
                <a:chExt cx="3810000" cy="3810000"/>
              </a:xfrm>
              <a:grpFill/>
            </p:grpSpPr>
            <p:sp>
              <p:nvSpPr>
                <p:cNvPr id="1817" name="Rectangle 1816">
                  <a:extLst>
                    <a:ext uri="{FF2B5EF4-FFF2-40B4-BE49-F238E27FC236}">
                      <a16:creationId xmlns:a16="http://schemas.microsoft.com/office/drawing/2014/main" id="{61A33D5A-07FD-4EFA-B346-25E6D9ED77A3}"/>
                    </a:ext>
                  </a:extLst>
                </p:cNvPr>
                <p:cNvSpPr/>
                <p:nvPr/>
              </p:nvSpPr>
              <p:spPr>
                <a:xfrm>
                  <a:off x="5334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8" name="Rectangle 1817">
                  <a:extLst>
                    <a:ext uri="{FF2B5EF4-FFF2-40B4-BE49-F238E27FC236}">
                      <a16:creationId xmlns:a16="http://schemas.microsoft.com/office/drawing/2014/main" id="{312E95D6-B03A-4FE0-BA5D-C0B002615AEE}"/>
                    </a:ext>
                  </a:extLst>
                </p:cNvPr>
                <p:cNvSpPr/>
                <p:nvPr/>
              </p:nvSpPr>
              <p:spPr>
                <a:xfrm>
                  <a:off x="6096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9" name="Rectangle 1818">
                  <a:extLst>
                    <a:ext uri="{FF2B5EF4-FFF2-40B4-BE49-F238E27FC236}">
                      <a16:creationId xmlns:a16="http://schemas.microsoft.com/office/drawing/2014/main" id="{3784F444-C751-4528-AF7E-6CBB91BB790F}"/>
                    </a:ext>
                  </a:extLst>
                </p:cNvPr>
                <p:cNvSpPr/>
                <p:nvPr/>
              </p:nvSpPr>
              <p:spPr>
                <a:xfrm>
                  <a:off x="5334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0" name="Rectangle 1819">
                  <a:extLst>
                    <a:ext uri="{FF2B5EF4-FFF2-40B4-BE49-F238E27FC236}">
                      <a16:creationId xmlns:a16="http://schemas.microsoft.com/office/drawing/2014/main" id="{0B51B670-290C-4464-8B20-362185DEE025}"/>
                    </a:ext>
                  </a:extLst>
                </p:cNvPr>
                <p:cNvSpPr/>
                <p:nvPr/>
              </p:nvSpPr>
              <p:spPr>
                <a:xfrm>
                  <a:off x="6096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1" name="Rectangle 1820">
                  <a:extLst>
                    <a:ext uri="{FF2B5EF4-FFF2-40B4-BE49-F238E27FC236}">
                      <a16:creationId xmlns:a16="http://schemas.microsoft.com/office/drawing/2014/main" id="{2285C55F-D47E-488A-9D45-A4A627786DAF}"/>
                    </a:ext>
                  </a:extLst>
                </p:cNvPr>
                <p:cNvSpPr/>
                <p:nvPr/>
              </p:nvSpPr>
              <p:spPr>
                <a:xfrm>
                  <a:off x="6858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2" name="Rectangle 1821">
                  <a:extLst>
                    <a:ext uri="{FF2B5EF4-FFF2-40B4-BE49-F238E27FC236}">
                      <a16:creationId xmlns:a16="http://schemas.microsoft.com/office/drawing/2014/main" id="{CD483895-A205-4F9E-9E86-2DC9E5C0C3A4}"/>
                    </a:ext>
                  </a:extLst>
                </p:cNvPr>
                <p:cNvSpPr/>
                <p:nvPr/>
              </p:nvSpPr>
              <p:spPr>
                <a:xfrm>
                  <a:off x="7620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3" name="Rectangle 1822">
                  <a:extLst>
                    <a:ext uri="{FF2B5EF4-FFF2-40B4-BE49-F238E27FC236}">
                      <a16:creationId xmlns:a16="http://schemas.microsoft.com/office/drawing/2014/main" id="{D7A5CD34-46A0-4AFD-A546-9DBB7201C250}"/>
                    </a:ext>
                  </a:extLst>
                </p:cNvPr>
                <p:cNvSpPr/>
                <p:nvPr/>
              </p:nvSpPr>
              <p:spPr>
                <a:xfrm>
                  <a:off x="6858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4" name="Rectangle 1823">
                  <a:extLst>
                    <a:ext uri="{FF2B5EF4-FFF2-40B4-BE49-F238E27FC236}">
                      <a16:creationId xmlns:a16="http://schemas.microsoft.com/office/drawing/2014/main" id="{66AB5E99-360F-4255-A188-0CD996BB8F52}"/>
                    </a:ext>
                  </a:extLst>
                </p:cNvPr>
                <p:cNvSpPr/>
                <p:nvPr/>
              </p:nvSpPr>
              <p:spPr>
                <a:xfrm>
                  <a:off x="7620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5" name="Rectangle 1824">
                  <a:extLst>
                    <a:ext uri="{FF2B5EF4-FFF2-40B4-BE49-F238E27FC236}">
                      <a16:creationId xmlns:a16="http://schemas.microsoft.com/office/drawing/2014/main" id="{F45DD93C-CD4B-401C-8380-6DE707A28106}"/>
                    </a:ext>
                  </a:extLst>
                </p:cNvPr>
                <p:cNvSpPr/>
                <p:nvPr/>
              </p:nvSpPr>
              <p:spPr>
                <a:xfrm>
                  <a:off x="5334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6" name="Rectangle 1825">
                  <a:extLst>
                    <a:ext uri="{FF2B5EF4-FFF2-40B4-BE49-F238E27FC236}">
                      <a16:creationId xmlns:a16="http://schemas.microsoft.com/office/drawing/2014/main" id="{ADAB8B7C-AF4E-4E24-B915-95CFD9566644}"/>
                    </a:ext>
                  </a:extLst>
                </p:cNvPr>
                <p:cNvSpPr/>
                <p:nvPr/>
              </p:nvSpPr>
              <p:spPr>
                <a:xfrm>
                  <a:off x="6096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7" name="Rectangle 1826">
                  <a:extLst>
                    <a:ext uri="{FF2B5EF4-FFF2-40B4-BE49-F238E27FC236}">
                      <a16:creationId xmlns:a16="http://schemas.microsoft.com/office/drawing/2014/main" id="{87AF3466-6EC1-4C86-A8E7-F5E74CD51FE4}"/>
                    </a:ext>
                  </a:extLst>
                </p:cNvPr>
                <p:cNvSpPr/>
                <p:nvPr/>
              </p:nvSpPr>
              <p:spPr>
                <a:xfrm>
                  <a:off x="5334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8" name="Rectangle 1827">
                  <a:extLst>
                    <a:ext uri="{FF2B5EF4-FFF2-40B4-BE49-F238E27FC236}">
                      <a16:creationId xmlns:a16="http://schemas.microsoft.com/office/drawing/2014/main" id="{D6E9A897-C095-4DF5-B76F-EBAA07EECB45}"/>
                    </a:ext>
                  </a:extLst>
                </p:cNvPr>
                <p:cNvSpPr/>
                <p:nvPr/>
              </p:nvSpPr>
              <p:spPr>
                <a:xfrm>
                  <a:off x="6096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9" name="Rectangle 1828">
                  <a:extLst>
                    <a:ext uri="{FF2B5EF4-FFF2-40B4-BE49-F238E27FC236}">
                      <a16:creationId xmlns:a16="http://schemas.microsoft.com/office/drawing/2014/main" id="{A42016C5-B4C8-4A2F-ADBD-9DD2E09091EA}"/>
                    </a:ext>
                  </a:extLst>
                </p:cNvPr>
                <p:cNvSpPr/>
                <p:nvPr/>
              </p:nvSpPr>
              <p:spPr>
                <a:xfrm>
                  <a:off x="6858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0" name="Rectangle 1829">
                  <a:extLst>
                    <a:ext uri="{FF2B5EF4-FFF2-40B4-BE49-F238E27FC236}">
                      <a16:creationId xmlns:a16="http://schemas.microsoft.com/office/drawing/2014/main" id="{6A97CB9D-31E5-4EB6-9705-C136BE02DB67}"/>
                    </a:ext>
                  </a:extLst>
                </p:cNvPr>
                <p:cNvSpPr/>
                <p:nvPr/>
              </p:nvSpPr>
              <p:spPr>
                <a:xfrm>
                  <a:off x="7620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1" name="Rectangle 1830">
                  <a:extLst>
                    <a:ext uri="{FF2B5EF4-FFF2-40B4-BE49-F238E27FC236}">
                      <a16:creationId xmlns:a16="http://schemas.microsoft.com/office/drawing/2014/main" id="{1041686A-3FBA-4775-8898-62D4C30AE189}"/>
                    </a:ext>
                  </a:extLst>
                </p:cNvPr>
                <p:cNvSpPr/>
                <p:nvPr/>
              </p:nvSpPr>
              <p:spPr>
                <a:xfrm>
                  <a:off x="6858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2" name="Rectangle 1831">
                  <a:extLst>
                    <a:ext uri="{FF2B5EF4-FFF2-40B4-BE49-F238E27FC236}">
                      <a16:creationId xmlns:a16="http://schemas.microsoft.com/office/drawing/2014/main" id="{C6D9E2AE-C85D-4017-A12E-C226A6C05245}"/>
                    </a:ext>
                  </a:extLst>
                </p:cNvPr>
                <p:cNvSpPr/>
                <p:nvPr/>
              </p:nvSpPr>
              <p:spPr>
                <a:xfrm>
                  <a:off x="7620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3" name="Rectangle 1832">
                  <a:extLst>
                    <a:ext uri="{FF2B5EF4-FFF2-40B4-BE49-F238E27FC236}">
                      <a16:creationId xmlns:a16="http://schemas.microsoft.com/office/drawing/2014/main" id="{ED29E44F-7F19-4FD9-8409-E0BA552CEF5E}"/>
                    </a:ext>
                  </a:extLst>
                </p:cNvPr>
                <p:cNvSpPr/>
                <p:nvPr/>
              </p:nvSpPr>
              <p:spPr>
                <a:xfrm>
                  <a:off x="8382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4" name="Rectangle 1833">
                  <a:extLst>
                    <a:ext uri="{FF2B5EF4-FFF2-40B4-BE49-F238E27FC236}">
                      <a16:creationId xmlns:a16="http://schemas.microsoft.com/office/drawing/2014/main" id="{393440DB-9C76-4388-A385-8B168C3C0E52}"/>
                    </a:ext>
                  </a:extLst>
                </p:cNvPr>
                <p:cNvSpPr/>
                <p:nvPr/>
              </p:nvSpPr>
              <p:spPr>
                <a:xfrm>
                  <a:off x="8382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5" name="Rectangle 1834">
                  <a:extLst>
                    <a:ext uri="{FF2B5EF4-FFF2-40B4-BE49-F238E27FC236}">
                      <a16:creationId xmlns:a16="http://schemas.microsoft.com/office/drawing/2014/main" id="{80573821-D74E-4606-8758-0E38E9F659B7}"/>
                    </a:ext>
                  </a:extLst>
                </p:cNvPr>
                <p:cNvSpPr/>
                <p:nvPr/>
              </p:nvSpPr>
              <p:spPr>
                <a:xfrm>
                  <a:off x="8382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6" name="Rectangle 1835">
                  <a:extLst>
                    <a:ext uri="{FF2B5EF4-FFF2-40B4-BE49-F238E27FC236}">
                      <a16:creationId xmlns:a16="http://schemas.microsoft.com/office/drawing/2014/main" id="{69D30770-5A82-4411-AF49-57F0E09AD0D9}"/>
                    </a:ext>
                  </a:extLst>
                </p:cNvPr>
                <p:cNvSpPr/>
                <p:nvPr/>
              </p:nvSpPr>
              <p:spPr>
                <a:xfrm>
                  <a:off x="8382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7" name="Rectangle 1836">
                  <a:extLst>
                    <a:ext uri="{FF2B5EF4-FFF2-40B4-BE49-F238E27FC236}">
                      <a16:creationId xmlns:a16="http://schemas.microsoft.com/office/drawing/2014/main" id="{B505D9F0-5BB3-4038-ABBD-1A535178BD28}"/>
                    </a:ext>
                  </a:extLst>
                </p:cNvPr>
                <p:cNvSpPr/>
                <p:nvPr/>
              </p:nvSpPr>
              <p:spPr>
                <a:xfrm>
                  <a:off x="5334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8" name="Rectangle 1837">
                  <a:extLst>
                    <a:ext uri="{FF2B5EF4-FFF2-40B4-BE49-F238E27FC236}">
                      <a16:creationId xmlns:a16="http://schemas.microsoft.com/office/drawing/2014/main" id="{7EAFFB35-5EFA-44CB-A783-AAAE512BE9C8}"/>
                    </a:ext>
                  </a:extLst>
                </p:cNvPr>
                <p:cNvSpPr/>
                <p:nvPr/>
              </p:nvSpPr>
              <p:spPr>
                <a:xfrm>
                  <a:off x="6096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9" name="Rectangle 1838">
                  <a:extLst>
                    <a:ext uri="{FF2B5EF4-FFF2-40B4-BE49-F238E27FC236}">
                      <a16:creationId xmlns:a16="http://schemas.microsoft.com/office/drawing/2014/main" id="{EDF485B6-F7CF-4556-AD54-D8304587411C}"/>
                    </a:ext>
                  </a:extLst>
                </p:cNvPr>
                <p:cNvSpPr/>
                <p:nvPr/>
              </p:nvSpPr>
              <p:spPr>
                <a:xfrm>
                  <a:off x="6858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40" name="Rectangle 1839">
                  <a:extLst>
                    <a:ext uri="{FF2B5EF4-FFF2-40B4-BE49-F238E27FC236}">
                      <a16:creationId xmlns:a16="http://schemas.microsoft.com/office/drawing/2014/main" id="{1F62A16B-83E3-471F-B9F1-CDC194E7C356}"/>
                    </a:ext>
                  </a:extLst>
                </p:cNvPr>
                <p:cNvSpPr/>
                <p:nvPr/>
              </p:nvSpPr>
              <p:spPr>
                <a:xfrm>
                  <a:off x="7620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41" name="Rectangle 1840">
                  <a:extLst>
                    <a:ext uri="{FF2B5EF4-FFF2-40B4-BE49-F238E27FC236}">
                      <a16:creationId xmlns:a16="http://schemas.microsoft.com/office/drawing/2014/main" id="{A7F59EF2-2E19-4373-918B-4F684852E5D8}"/>
                    </a:ext>
                  </a:extLst>
                </p:cNvPr>
                <p:cNvSpPr/>
                <p:nvPr/>
              </p:nvSpPr>
              <p:spPr>
                <a:xfrm>
                  <a:off x="8382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765" name="Group 1764">
                <a:extLst>
                  <a:ext uri="{FF2B5EF4-FFF2-40B4-BE49-F238E27FC236}">
                    <a16:creationId xmlns:a16="http://schemas.microsoft.com/office/drawing/2014/main" id="{51E3C88C-D78D-4546-AA20-98A9038D5A38}"/>
                  </a:ext>
                </a:extLst>
              </p:cNvPr>
              <p:cNvGrpSpPr/>
              <p:nvPr/>
            </p:nvGrpSpPr>
            <p:grpSpPr>
              <a:xfrm>
                <a:off x="4189940" y="1198037"/>
                <a:ext cx="1903943" cy="1903942"/>
                <a:chOff x="5334000" y="1581150"/>
                <a:chExt cx="3810000" cy="3810000"/>
              </a:xfrm>
              <a:grpFill/>
            </p:grpSpPr>
            <p:sp>
              <p:nvSpPr>
                <p:cNvPr id="1792" name="Rectangle 1791">
                  <a:extLst>
                    <a:ext uri="{FF2B5EF4-FFF2-40B4-BE49-F238E27FC236}">
                      <a16:creationId xmlns:a16="http://schemas.microsoft.com/office/drawing/2014/main" id="{BAE9DD70-0E4E-4263-A723-F6CEFC764A05}"/>
                    </a:ext>
                  </a:extLst>
                </p:cNvPr>
                <p:cNvSpPr/>
                <p:nvPr/>
              </p:nvSpPr>
              <p:spPr>
                <a:xfrm>
                  <a:off x="5334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3" name="Rectangle 1792">
                  <a:extLst>
                    <a:ext uri="{FF2B5EF4-FFF2-40B4-BE49-F238E27FC236}">
                      <a16:creationId xmlns:a16="http://schemas.microsoft.com/office/drawing/2014/main" id="{D7936099-55DB-4452-9FAF-2EDF96EA2BD1}"/>
                    </a:ext>
                  </a:extLst>
                </p:cNvPr>
                <p:cNvSpPr/>
                <p:nvPr/>
              </p:nvSpPr>
              <p:spPr>
                <a:xfrm>
                  <a:off x="6096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4" name="Rectangle 1793">
                  <a:extLst>
                    <a:ext uri="{FF2B5EF4-FFF2-40B4-BE49-F238E27FC236}">
                      <a16:creationId xmlns:a16="http://schemas.microsoft.com/office/drawing/2014/main" id="{816D3E45-5710-4655-A6ED-C8BA44B4F372}"/>
                    </a:ext>
                  </a:extLst>
                </p:cNvPr>
                <p:cNvSpPr/>
                <p:nvPr/>
              </p:nvSpPr>
              <p:spPr>
                <a:xfrm>
                  <a:off x="5334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5" name="Rectangle 1794">
                  <a:extLst>
                    <a:ext uri="{FF2B5EF4-FFF2-40B4-BE49-F238E27FC236}">
                      <a16:creationId xmlns:a16="http://schemas.microsoft.com/office/drawing/2014/main" id="{EB95B449-C7B3-4DA6-A894-6337268D4A36}"/>
                    </a:ext>
                  </a:extLst>
                </p:cNvPr>
                <p:cNvSpPr/>
                <p:nvPr/>
              </p:nvSpPr>
              <p:spPr>
                <a:xfrm>
                  <a:off x="6096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6" name="Rectangle 1795">
                  <a:extLst>
                    <a:ext uri="{FF2B5EF4-FFF2-40B4-BE49-F238E27FC236}">
                      <a16:creationId xmlns:a16="http://schemas.microsoft.com/office/drawing/2014/main" id="{358E19AE-7896-40BB-BCF9-B99E87D32597}"/>
                    </a:ext>
                  </a:extLst>
                </p:cNvPr>
                <p:cNvSpPr/>
                <p:nvPr/>
              </p:nvSpPr>
              <p:spPr>
                <a:xfrm>
                  <a:off x="6858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7" name="Rectangle 1796">
                  <a:extLst>
                    <a:ext uri="{FF2B5EF4-FFF2-40B4-BE49-F238E27FC236}">
                      <a16:creationId xmlns:a16="http://schemas.microsoft.com/office/drawing/2014/main" id="{B4368CA1-20DD-4F8F-9B02-801C8D47F002}"/>
                    </a:ext>
                  </a:extLst>
                </p:cNvPr>
                <p:cNvSpPr/>
                <p:nvPr/>
              </p:nvSpPr>
              <p:spPr>
                <a:xfrm>
                  <a:off x="7620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8" name="Rectangle 1797">
                  <a:extLst>
                    <a:ext uri="{FF2B5EF4-FFF2-40B4-BE49-F238E27FC236}">
                      <a16:creationId xmlns:a16="http://schemas.microsoft.com/office/drawing/2014/main" id="{ED0E95F0-80A6-444E-A738-7C6B12D2888C}"/>
                    </a:ext>
                  </a:extLst>
                </p:cNvPr>
                <p:cNvSpPr/>
                <p:nvPr/>
              </p:nvSpPr>
              <p:spPr>
                <a:xfrm>
                  <a:off x="6858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9" name="Rectangle 1798">
                  <a:extLst>
                    <a:ext uri="{FF2B5EF4-FFF2-40B4-BE49-F238E27FC236}">
                      <a16:creationId xmlns:a16="http://schemas.microsoft.com/office/drawing/2014/main" id="{9F2265E7-9785-4501-9B8B-CFDDD9DD5E49}"/>
                    </a:ext>
                  </a:extLst>
                </p:cNvPr>
                <p:cNvSpPr/>
                <p:nvPr/>
              </p:nvSpPr>
              <p:spPr>
                <a:xfrm>
                  <a:off x="7620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0" name="Rectangle 1799">
                  <a:extLst>
                    <a:ext uri="{FF2B5EF4-FFF2-40B4-BE49-F238E27FC236}">
                      <a16:creationId xmlns:a16="http://schemas.microsoft.com/office/drawing/2014/main" id="{F2998F83-6435-45E0-8AAB-3DC520D72027}"/>
                    </a:ext>
                  </a:extLst>
                </p:cNvPr>
                <p:cNvSpPr/>
                <p:nvPr/>
              </p:nvSpPr>
              <p:spPr>
                <a:xfrm>
                  <a:off x="5334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1" name="Rectangle 1800">
                  <a:extLst>
                    <a:ext uri="{FF2B5EF4-FFF2-40B4-BE49-F238E27FC236}">
                      <a16:creationId xmlns:a16="http://schemas.microsoft.com/office/drawing/2014/main" id="{1F7A16A0-2088-48B2-8B57-52861F72D803}"/>
                    </a:ext>
                  </a:extLst>
                </p:cNvPr>
                <p:cNvSpPr/>
                <p:nvPr/>
              </p:nvSpPr>
              <p:spPr>
                <a:xfrm>
                  <a:off x="6096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2" name="Rectangle 1801">
                  <a:extLst>
                    <a:ext uri="{FF2B5EF4-FFF2-40B4-BE49-F238E27FC236}">
                      <a16:creationId xmlns:a16="http://schemas.microsoft.com/office/drawing/2014/main" id="{6C1342D1-7607-4164-BB80-2B8E0A63E0C6}"/>
                    </a:ext>
                  </a:extLst>
                </p:cNvPr>
                <p:cNvSpPr/>
                <p:nvPr/>
              </p:nvSpPr>
              <p:spPr>
                <a:xfrm>
                  <a:off x="5334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3" name="Rectangle 1802">
                  <a:extLst>
                    <a:ext uri="{FF2B5EF4-FFF2-40B4-BE49-F238E27FC236}">
                      <a16:creationId xmlns:a16="http://schemas.microsoft.com/office/drawing/2014/main" id="{3270D25B-496D-42FF-AC47-D53418252E68}"/>
                    </a:ext>
                  </a:extLst>
                </p:cNvPr>
                <p:cNvSpPr/>
                <p:nvPr/>
              </p:nvSpPr>
              <p:spPr>
                <a:xfrm>
                  <a:off x="6096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4" name="Rectangle 1803">
                  <a:extLst>
                    <a:ext uri="{FF2B5EF4-FFF2-40B4-BE49-F238E27FC236}">
                      <a16:creationId xmlns:a16="http://schemas.microsoft.com/office/drawing/2014/main" id="{2E8B040F-3FA8-4C0C-93C0-E294CA01335F}"/>
                    </a:ext>
                  </a:extLst>
                </p:cNvPr>
                <p:cNvSpPr/>
                <p:nvPr/>
              </p:nvSpPr>
              <p:spPr>
                <a:xfrm>
                  <a:off x="6858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5" name="Rectangle 1804">
                  <a:extLst>
                    <a:ext uri="{FF2B5EF4-FFF2-40B4-BE49-F238E27FC236}">
                      <a16:creationId xmlns:a16="http://schemas.microsoft.com/office/drawing/2014/main" id="{66C57DA0-AB13-43FA-B36A-6C67080FF25B}"/>
                    </a:ext>
                  </a:extLst>
                </p:cNvPr>
                <p:cNvSpPr/>
                <p:nvPr/>
              </p:nvSpPr>
              <p:spPr>
                <a:xfrm>
                  <a:off x="7620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6" name="Rectangle 1805">
                  <a:extLst>
                    <a:ext uri="{FF2B5EF4-FFF2-40B4-BE49-F238E27FC236}">
                      <a16:creationId xmlns:a16="http://schemas.microsoft.com/office/drawing/2014/main" id="{4DC7A3D8-432A-4A0B-910C-5BC7B316ADED}"/>
                    </a:ext>
                  </a:extLst>
                </p:cNvPr>
                <p:cNvSpPr/>
                <p:nvPr/>
              </p:nvSpPr>
              <p:spPr>
                <a:xfrm>
                  <a:off x="6858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7" name="Rectangle 1806">
                  <a:extLst>
                    <a:ext uri="{FF2B5EF4-FFF2-40B4-BE49-F238E27FC236}">
                      <a16:creationId xmlns:a16="http://schemas.microsoft.com/office/drawing/2014/main" id="{D134750D-9F39-45DB-95DE-DF63925E9380}"/>
                    </a:ext>
                  </a:extLst>
                </p:cNvPr>
                <p:cNvSpPr/>
                <p:nvPr/>
              </p:nvSpPr>
              <p:spPr>
                <a:xfrm>
                  <a:off x="7620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8" name="Rectangle 1807">
                  <a:extLst>
                    <a:ext uri="{FF2B5EF4-FFF2-40B4-BE49-F238E27FC236}">
                      <a16:creationId xmlns:a16="http://schemas.microsoft.com/office/drawing/2014/main" id="{B7DE6663-6197-4C37-9C55-09E27D659BD9}"/>
                    </a:ext>
                  </a:extLst>
                </p:cNvPr>
                <p:cNvSpPr/>
                <p:nvPr/>
              </p:nvSpPr>
              <p:spPr>
                <a:xfrm>
                  <a:off x="8382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09" name="Rectangle 1808">
                  <a:extLst>
                    <a:ext uri="{FF2B5EF4-FFF2-40B4-BE49-F238E27FC236}">
                      <a16:creationId xmlns:a16="http://schemas.microsoft.com/office/drawing/2014/main" id="{9768CBBC-F865-4DA9-8987-24E0473906C7}"/>
                    </a:ext>
                  </a:extLst>
                </p:cNvPr>
                <p:cNvSpPr/>
                <p:nvPr/>
              </p:nvSpPr>
              <p:spPr>
                <a:xfrm>
                  <a:off x="8382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0" name="Rectangle 1809">
                  <a:extLst>
                    <a:ext uri="{FF2B5EF4-FFF2-40B4-BE49-F238E27FC236}">
                      <a16:creationId xmlns:a16="http://schemas.microsoft.com/office/drawing/2014/main" id="{2FADC31C-6338-4D6E-BDD9-09182467E52F}"/>
                    </a:ext>
                  </a:extLst>
                </p:cNvPr>
                <p:cNvSpPr/>
                <p:nvPr/>
              </p:nvSpPr>
              <p:spPr>
                <a:xfrm>
                  <a:off x="8382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1" name="Rectangle 1810">
                  <a:extLst>
                    <a:ext uri="{FF2B5EF4-FFF2-40B4-BE49-F238E27FC236}">
                      <a16:creationId xmlns:a16="http://schemas.microsoft.com/office/drawing/2014/main" id="{2839895D-12F5-4C28-82B3-0A8A5147C088}"/>
                    </a:ext>
                  </a:extLst>
                </p:cNvPr>
                <p:cNvSpPr/>
                <p:nvPr/>
              </p:nvSpPr>
              <p:spPr>
                <a:xfrm>
                  <a:off x="8382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2" name="Rectangle 1811">
                  <a:extLst>
                    <a:ext uri="{FF2B5EF4-FFF2-40B4-BE49-F238E27FC236}">
                      <a16:creationId xmlns:a16="http://schemas.microsoft.com/office/drawing/2014/main" id="{DA30F915-4165-4F0E-AEDA-CC409FF84C3D}"/>
                    </a:ext>
                  </a:extLst>
                </p:cNvPr>
                <p:cNvSpPr/>
                <p:nvPr/>
              </p:nvSpPr>
              <p:spPr>
                <a:xfrm>
                  <a:off x="5334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3" name="Rectangle 1812">
                  <a:extLst>
                    <a:ext uri="{FF2B5EF4-FFF2-40B4-BE49-F238E27FC236}">
                      <a16:creationId xmlns:a16="http://schemas.microsoft.com/office/drawing/2014/main" id="{19E04246-0CCA-4619-B80B-86C65EFDA1AE}"/>
                    </a:ext>
                  </a:extLst>
                </p:cNvPr>
                <p:cNvSpPr/>
                <p:nvPr/>
              </p:nvSpPr>
              <p:spPr>
                <a:xfrm>
                  <a:off x="6096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4" name="Rectangle 1813">
                  <a:extLst>
                    <a:ext uri="{FF2B5EF4-FFF2-40B4-BE49-F238E27FC236}">
                      <a16:creationId xmlns:a16="http://schemas.microsoft.com/office/drawing/2014/main" id="{2BDA3268-6E23-4E6C-A2A5-D0E5B1EC80A6}"/>
                    </a:ext>
                  </a:extLst>
                </p:cNvPr>
                <p:cNvSpPr/>
                <p:nvPr/>
              </p:nvSpPr>
              <p:spPr>
                <a:xfrm>
                  <a:off x="6858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5" name="Rectangle 1814">
                  <a:extLst>
                    <a:ext uri="{FF2B5EF4-FFF2-40B4-BE49-F238E27FC236}">
                      <a16:creationId xmlns:a16="http://schemas.microsoft.com/office/drawing/2014/main" id="{5168357E-AFDC-4BB3-9FEF-6D9BD0C1518E}"/>
                    </a:ext>
                  </a:extLst>
                </p:cNvPr>
                <p:cNvSpPr/>
                <p:nvPr/>
              </p:nvSpPr>
              <p:spPr>
                <a:xfrm>
                  <a:off x="7620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16" name="Rectangle 1815">
                  <a:extLst>
                    <a:ext uri="{FF2B5EF4-FFF2-40B4-BE49-F238E27FC236}">
                      <a16:creationId xmlns:a16="http://schemas.microsoft.com/office/drawing/2014/main" id="{D0EFB341-9D7C-46D3-9F12-95E8015A12DC}"/>
                    </a:ext>
                  </a:extLst>
                </p:cNvPr>
                <p:cNvSpPr/>
                <p:nvPr/>
              </p:nvSpPr>
              <p:spPr>
                <a:xfrm>
                  <a:off x="8382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766" name="Group 1765">
                <a:extLst>
                  <a:ext uri="{FF2B5EF4-FFF2-40B4-BE49-F238E27FC236}">
                    <a16:creationId xmlns:a16="http://schemas.microsoft.com/office/drawing/2014/main" id="{C7921759-CDFA-428F-8177-160FC07E7E1F}"/>
                  </a:ext>
                </a:extLst>
              </p:cNvPr>
              <p:cNvGrpSpPr/>
              <p:nvPr/>
            </p:nvGrpSpPr>
            <p:grpSpPr>
              <a:xfrm>
                <a:off x="2285997" y="1198037"/>
                <a:ext cx="1903943" cy="1903942"/>
                <a:chOff x="5334000" y="1581150"/>
                <a:chExt cx="3810000" cy="3810000"/>
              </a:xfrm>
              <a:grpFill/>
            </p:grpSpPr>
            <p:sp>
              <p:nvSpPr>
                <p:cNvPr id="1767" name="Rectangle 1766">
                  <a:extLst>
                    <a:ext uri="{FF2B5EF4-FFF2-40B4-BE49-F238E27FC236}">
                      <a16:creationId xmlns:a16="http://schemas.microsoft.com/office/drawing/2014/main" id="{6377C67C-D350-4CFF-A6A2-43ED9DFD432B}"/>
                    </a:ext>
                  </a:extLst>
                </p:cNvPr>
                <p:cNvSpPr/>
                <p:nvPr/>
              </p:nvSpPr>
              <p:spPr>
                <a:xfrm>
                  <a:off x="5334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68" name="Rectangle 1767">
                  <a:extLst>
                    <a:ext uri="{FF2B5EF4-FFF2-40B4-BE49-F238E27FC236}">
                      <a16:creationId xmlns:a16="http://schemas.microsoft.com/office/drawing/2014/main" id="{8EBCBCD3-6E35-4C45-9140-C5785B6F0742}"/>
                    </a:ext>
                  </a:extLst>
                </p:cNvPr>
                <p:cNvSpPr/>
                <p:nvPr/>
              </p:nvSpPr>
              <p:spPr>
                <a:xfrm>
                  <a:off x="6096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69" name="Rectangle 1768">
                  <a:extLst>
                    <a:ext uri="{FF2B5EF4-FFF2-40B4-BE49-F238E27FC236}">
                      <a16:creationId xmlns:a16="http://schemas.microsoft.com/office/drawing/2014/main" id="{BAEB28DF-F389-4556-B07C-017766FCC78C}"/>
                    </a:ext>
                  </a:extLst>
                </p:cNvPr>
                <p:cNvSpPr/>
                <p:nvPr/>
              </p:nvSpPr>
              <p:spPr>
                <a:xfrm>
                  <a:off x="5334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0" name="Rectangle 1769">
                  <a:extLst>
                    <a:ext uri="{FF2B5EF4-FFF2-40B4-BE49-F238E27FC236}">
                      <a16:creationId xmlns:a16="http://schemas.microsoft.com/office/drawing/2014/main" id="{21EEEE7C-3F7A-476E-A54E-22229C5B959A}"/>
                    </a:ext>
                  </a:extLst>
                </p:cNvPr>
                <p:cNvSpPr/>
                <p:nvPr/>
              </p:nvSpPr>
              <p:spPr>
                <a:xfrm>
                  <a:off x="6096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1" name="Rectangle 1770">
                  <a:extLst>
                    <a:ext uri="{FF2B5EF4-FFF2-40B4-BE49-F238E27FC236}">
                      <a16:creationId xmlns:a16="http://schemas.microsoft.com/office/drawing/2014/main" id="{286C1913-A0AF-4980-887A-155965E6B7A7}"/>
                    </a:ext>
                  </a:extLst>
                </p:cNvPr>
                <p:cNvSpPr/>
                <p:nvPr/>
              </p:nvSpPr>
              <p:spPr>
                <a:xfrm>
                  <a:off x="6858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2" name="Rectangle 1771">
                  <a:extLst>
                    <a:ext uri="{FF2B5EF4-FFF2-40B4-BE49-F238E27FC236}">
                      <a16:creationId xmlns:a16="http://schemas.microsoft.com/office/drawing/2014/main" id="{A076558E-67A1-41CE-B226-4DF32D47343C}"/>
                    </a:ext>
                  </a:extLst>
                </p:cNvPr>
                <p:cNvSpPr/>
                <p:nvPr/>
              </p:nvSpPr>
              <p:spPr>
                <a:xfrm>
                  <a:off x="7620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3" name="Rectangle 1772">
                  <a:extLst>
                    <a:ext uri="{FF2B5EF4-FFF2-40B4-BE49-F238E27FC236}">
                      <a16:creationId xmlns:a16="http://schemas.microsoft.com/office/drawing/2014/main" id="{40D4D120-AF34-4298-AC2E-84C3E0220DF1}"/>
                    </a:ext>
                  </a:extLst>
                </p:cNvPr>
                <p:cNvSpPr/>
                <p:nvPr/>
              </p:nvSpPr>
              <p:spPr>
                <a:xfrm>
                  <a:off x="6858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4" name="Rectangle 1773">
                  <a:extLst>
                    <a:ext uri="{FF2B5EF4-FFF2-40B4-BE49-F238E27FC236}">
                      <a16:creationId xmlns:a16="http://schemas.microsoft.com/office/drawing/2014/main" id="{74BE2466-3712-4988-9227-E0BE672B782C}"/>
                    </a:ext>
                  </a:extLst>
                </p:cNvPr>
                <p:cNvSpPr/>
                <p:nvPr/>
              </p:nvSpPr>
              <p:spPr>
                <a:xfrm>
                  <a:off x="7620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5" name="Rectangle 1774">
                  <a:extLst>
                    <a:ext uri="{FF2B5EF4-FFF2-40B4-BE49-F238E27FC236}">
                      <a16:creationId xmlns:a16="http://schemas.microsoft.com/office/drawing/2014/main" id="{AA585628-3A2A-4253-9547-37BB6E46255D}"/>
                    </a:ext>
                  </a:extLst>
                </p:cNvPr>
                <p:cNvSpPr/>
                <p:nvPr/>
              </p:nvSpPr>
              <p:spPr>
                <a:xfrm>
                  <a:off x="5334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6" name="Rectangle 1775">
                  <a:extLst>
                    <a:ext uri="{FF2B5EF4-FFF2-40B4-BE49-F238E27FC236}">
                      <a16:creationId xmlns:a16="http://schemas.microsoft.com/office/drawing/2014/main" id="{9302B8ED-D7CC-4957-B43F-A4B8CAF0ED4C}"/>
                    </a:ext>
                  </a:extLst>
                </p:cNvPr>
                <p:cNvSpPr/>
                <p:nvPr/>
              </p:nvSpPr>
              <p:spPr>
                <a:xfrm>
                  <a:off x="6096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7" name="Rectangle 1776">
                  <a:extLst>
                    <a:ext uri="{FF2B5EF4-FFF2-40B4-BE49-F238E27FC236}">
                      <a16:creationId xmlns:a16="http://schemas.microsoft.com/office/drawing/2014/main" id="{C346CD63-0239-483B-802B-E14332ACF4BF}"/>
                    </a:ext>
                  </a:extLst>
                </p:cNvPr>
                <p:cNvSpPr/>
                <p:nvPr/>
              </p:nvSpPr>
              <p:spPr>
                <a:xfrm>
                  <a:off x="5334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8" name="Rectangle 1777">
                  <a:extLst>
                    <a:ext uri="{FF2B5EF4-FFF2-40B4-BE49-F238E27FC236}">
                      <a16:creationId xmlns:a16="http://schemas.microsoft.com/office/drawing/2014/main" id="{49415456-1767-4298-8877-2157A8C5CF9B}"/>
                    </a:ext>
                  </a:extLst>
                </p:cNvPr>
                <p:cNvSpPr/>
                <p:nvPr/>
              </p:nvSpPr>
              <p:spPr>
                <a:xfrm>
                  <a:off x="6096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9" name="Rectangle 1778">
                  <a:extLst>
                    <a:ext uri="{FF2B5EF4-FFF2-40B4-BE49-F238E27FC236}">
                      <a16:creationId xmlns:a16="http://schemas.microsoft.com/office/drawing/2014/main" id="{549746E8-B4B9-4B51-9CE6-AC99E233F073}"/>
                    </a:ext>
                  </a:extLst>
                </p:cNvPr>
                <p:cNvSpPr/>
                <p:nvPr/>
              </p:nvSpPr>
              <p:spPr>
                <a:xfrm>
                  <a:off x="6858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0" name="Rectangle 1779">
                  <a:extLst>
                    <a:ext uri="{FF2B5EF4-FFF2-40B4-BE49-F238E27FC236}">
                      <a16:creationId xmlns:a16="http://schemas.microsoft.com/office/drawing/2014/main" id="{A7C3AACB-D110-437B-B609-0382C38ED0B4}"/>
                    </a:ext>
                  </a:extLst>
                </p:cNvPr>
                <p:cNvSpPr/>
                <p:nvPr/>
              </p:nvSpPr>
              <p:spPr>
                <a:xfrm>
                  <a:off x="7620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1" name="Rectangle 1780">
                  <a:extLst>
                    <a:ext uri="{FF2B5EF4-FFF2-40B4-BE49-F238E27FC236}">
                      <a16:creationId xmlns:a16="http://schemas.microsoft.com/office/drawing/2014/main" id="{9467DFE7-E38B-4BC4-BFF2-D061010FFB67}"/>
                    </a:ext>
                  </a:extLst>
                </p:cNvPr>
                <p:cNvSpPr/>
                <p:nvPr/>
              </p:nvSpPr>
              <p:spPr>
                <a:xfrm>
                  <a:off x="6858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2" name="Rectangle 1781">
                  <a:extLst>
                    <a:ext uri="{FF2B5EF4-FFF2-40B4-BE49-F238E27FC236}">
                      <a16:creationId xmlns:a16="http://schemas.microsoft.com/office/drawing/2014/main" id="{A991D3B0-030A-44AD-AC59-710E904358F8}"/>
                    </a:ext>
                  </a:extLst>
                </p:cNvPr>
                <p:cNvSpPr/>
                <p:nvPr/>
              </p:nvSpPr>
              <p:spPr>
                <a:xfrm>
                  <a:off x="7620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3" name="Rectangle 1782">
                  <a:extLst>
                    <a:ext uri="{FF2B5EF4-FFF2-40B4-BE49-F238E27FC236}">
                      <a16:creationId xmlns:a16="http://schemas.microsoft.com/office/drawing/2014/main" id="{4BB6FE98-2FCD-4174-AE98-41B332EF3906}"/>
                    </a:ext>
                  </a:extLst>
                </p:cNvPr>
                <p:cNvSpPr/>
                <p:nvPr/>
              </p:nvSpPr>
              <p:spPr>
                <a:xfrm>
                  <a:off x="8382000" y="2343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4" name="Rectangle 1783">
                  <a:extLst>
                    <a:ext uri="{FF2B5EF4-FFF2-40B4-BE49-F238E27FC236}">
                      <a16:creationId xmlns:a16="http://schemas.microsoft.com/office/drawing/2014/main" id="{F2F4EAA3-FF30-4228-B743-15EF344EA062}"/>
                    </a:ext>
                  </a:extLst>
                </p:cNvPr>
                <p:cNvSpPr/>
                <p:nvPr/>
              </p:nvSpPr>
              <p:spPr>
                <a:xfrm>
                  <a:off x="8382000" y="3105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5" name="Rectangle 1784">
                  <a:extLst>
                    <a:ext uri="{FF2B5EF4-FFF2-40B4-BE49-F238E27FC236}">
                      <a16:creationId xmlns:a16="http://schemas.microsoft.com/office/drawing/2014/main" id="{3C1ED6CE-319F-49A1-BBDC-18860F7202AA}"/>
                    </a:ext>
                  </a:extLst>
                </p:cNvPr>
                <p:cNvSpPr/>
                <p:nvPr/>
              </p:nvSpPr>
              <p:spPr>
                <a:xfrm>
                  <a:off x="8382000" y="3867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6" name="Rectangle 1785">
                  <a:extLst>
                    <a:ext uri="{FF2B5EF4-FFF2-40B4-BE49-F238E27FC236}">
                      <a16:creationId xmlns:a16="http://schemas.microsoft.com/office/drawing/2014/main" id="{8517223D-F7AD-4DD8-9A51-8C6182696801}"/>
                    </a:ext>
                  </a:extLst>
                </p:cNvPr>
                <p:cNvSpPr/>
                <p:nvPr/>
              </p:nvSpPr>
              <p:spPr>
                <a:xfrm>
                  <a:off x="8382000" y="4629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7" name="Rectangle 1786">
                  <a:extLst>
                    <a:ext uri="{FF2B5EF4-FFF2-40B4-BE49-F238E27FC236}">
                      <a16:creationId xmlns:a16="http://schemas.microsoft.com/office/drawing/2014/main" id="{49124AA8-DF44-4913-A610-FE65D752B247}"/>
                    </a:ext>
                  </a:extLst>
                </p:cNvPr>
                <p:cNvSpPr/>
                <p:nvPr/>
              </p:nvSpPr>
              <p:spPr>
                <a:xfrm>
                  <a:off x="5334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8" name="Rectangle 1787">
                  <a:extLst>
                    <a:ext uri="{FF2B5EF4-FFF2-40B4-BE49-F238E27FC236}">
                      <a16:creationId xmlns:a16="http://schemas.microsoft.com/office/drawing/2014/main" id="{1EA1FD1A-29D3-4103-93DA-E5572C966619}"/>
                    </a:ext>
                  </a:extLst>
                </p:cNvPr>
                <p:cNvSpPr/>
                <p:nvPr/>
              </p:nvSpPr>
              <p:spPr>
                <a:xfrm>
                  <a:off x="6096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9" name="Rectangle 1788">
                  <a:extLst>
                    <a:ext uri="{FF2B5EF4-FFF2-40B4-BE49-F238E27FC236}">
                      <a16:creationId xmlns:a16="http://schemas.microsoft.com/office/drawing/2014/main" id="{B24A8211-D21D-43E0-874A-68DC2A9E42B1}"/>
                    </a:ext>
                  </a:extLst>
                </p:cNvPr>
                <p:cNvSpPr/>
                <p:nvPr/>
              </p:nvSpPr>
              <p:spPr>
                <a:xfrm>
                  <a:off x="6858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0" name="Rectangle 1789">
                  <a:extLst>
                    <a:ext uri="{FF2B5EF4-FFF2-40B4-BE49-F238E27FC236}">
                      <a16:creationId xmlns:a16="http://schemas.microsoft.com/office/drawing/2014/main" id="{51497968-C510-45C2-AB8D-51BFFB610F9A}"/>
                    </a:ext>
                  </a:extLst>
                </p:cNvPr>
                <p:cNvSpPr/>
                <p:nvPr/>
              </p:nvSpPr>
              <p:spPr>
                <a:xfrm>
                  <a:off x="7620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91" name="Rectangle 1790">
                  <a:extLst>
                    <a:ext uri="{FF2B5EF4-FFF2-40B4-BE49-F238E27FC236}">
                      <a16:creationId xmlns:a16="http://schemas.microsoft.com/office/drawing/2014/main" id="{CDF62DD5-096B-4AA1-9B6A-49119E0B21E8}"/>
                    </a:ext>
                  </a:extLst>
                </p:cNvPr>
                <p:cNvSpPr/>
                <p:nvPr/>
              </p:nvSpPr>
              <p:spPr>
                <a:xfrm>
                  <a:off x="8382000" y="1581150"/>
                  <a:ext cx="762000" cy="762000"/>
                </a:xfrm>
                <a:prstGeom prst="rect">
                  <a:avLst/>
                </a:prstGeom>
                <a:grpFill/>
                <a:ln w="3175">
                  <a:solidFill>
                    <a:srgbClr val="DDDDD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1731" name="Group 1730">
              <a:extLst>
                <a:ext uri="{FF2B5EF4-FFF2-40B4-BE49-F238E27FC236}">
                  <a16:creationId xmlns:a16="http://schemas.microsoft.com/office/drawing/2014/main" id="{64444898-5455-4508-8378-D833542CE1A7}"/>
                </a:ext>
              </a:extLst>
            </p:cNvPr>
            <p:cNvGrpSpPr/>
            <p:nvPr/>
          </p:nvGrpSpPr>
          <p:grpSpPr>
            <a:xfrm>
              <a:off x="2286516" y="-704316"/>
              <a:ext cx="113386" cy="113670"/>
              <a:chOff x="2285998" y="-705905"/>
              <a:chExt cx="3807884" cy="3817405"/>
            </a:xfrm>
          </p:grpSpPr>
          <p:cxnSp>
            <p:nvCxnSpPr>
              <p:cNvPr id="1732" name="Straight Connector 1731">
                <a:extLst>
                  <a:ext uri="{FF2B5EF4-FFF2-40B4-BE49-F238E27FC236}">
                    <a16:creationId xmlns:a16="http://schemas.microsoft.com/office/drawing/2014/main" id="{0E59E4E4-3614-4CA9-A073-3738852987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9940" y="-705905"/>
                <a:ext cx="1903942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3" name="Straight Connector 1732">
                <a:extLst>
                  <a:ext uri="{FF2B5EF4-FFF2-40B4-BE49-F238E27FC236}">
                    <a16:creationId xmlns:a16="http://schemas.microsoft.com/office/drawing/2014/main" id="{4FC16132-B0C9-4721-99D3-CADCF52C99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51517" y="2721190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4" name="Straight Connector 1733">
                <a:extLst>
                  <a:ext uri="{FF2B5EF4-FFF2-40B4-BE49-F238E27FC236}">
                    <a16:creationId xmlns:a16="http://schemas.microsoft.com/office/drawing/2014/main" id="{B4E7E7EA-62BB-4DB2-B7CB-D2A9E5E921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13093" y="1959614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5" name="Straight Connector 1734">
                <a:extLst>
                  <a:ext uri="{FF2B5EF4-FFF2-40B4-BE49-F238E27FC236}">
                    <a16:creationId xmlns:a16="http://schemas.microsoft.com/office/drawing/2014/main" id="{14B4BFA9-075A-40C2-AA30-C1FE5A1D4D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09151" y="2721190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6" name="Straight Connector 1735">
                <a:extLst>
                  <a:ext uri="{FF2B5EF4-FFF2-40B4-BE49-F238E27FC236}">
                    <a16:creationId xmlns:a16="http://schemas.microsoft.com/office/drawing/2014/main" id="{2D0C4409-3B91-400B-BDFC-8F8FC0D0BA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9939" y="2343575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7" name="Straight Connector 1736">
                <a:extLst>
                  <a:ext uri="{FF2B5EF4-FFF2-40B4-BE49-F238E27FC236}">
                    <a16:creationId xmlns:a16="http://schemas.microsoft.com/office/drawing/2014/main" id="{DBE624D7-F24D-4B4E-B0DF-38787474A1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8363" y="2343575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8" name="Straight Connector 1737">
                <a:extLst>
                  <a:ext uri="{FF2B5EF4-FFF2-40B4-BE49-F238E27FC236}">
                    <a16:creationId xmlns:a16="http://schemas.microsoft.com/office/drawing/2014/main" id="{AE374542-5649-4BFB-B3F9-E5F160640E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9939" y="1588345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9" name="Straight Connector 1738">
                <a:extLst>
                  <a:ext uri="{FF2B5EF4-FFF2-40B4-BE49-F238E27FC236}">
                    <a16:creationId xmlns:a16="http://schemas.microsoft.com/office/drawing/2014/main" id="{0FEEB827-45E9-4D51-A11E-DC8B265FFB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0728" y="1201210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0" name="Straight Connector 1739">
                <a:extLst>
                  <a:ext uri="{FF2B5EF4-FFF2-40B4-BE49-F238E27FC236}">
                    <a16:creationId xmlns:a16="http://schemas.microsoft.com/office/drawing/2014/main" id="{5607AB05-E535-4EE1-BED5-FDE6E7B919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2304" y="1578825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1" name="Straight Connector 1740">
                <a:extLst>
                  <a:ext uri="{FF2B5EF4-FFF2-40B4-BE49-F238E27FC236}">
                    <a16:creationId xmlns:a16="http://schemas.microsoft.com/office/drawing/2014/main" id="{EA8C39AD-2D46-42B8-B7A2-1C9D3991C4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0726" y="817249"/>
                <a:ext cx="1523155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2" name="Straight Connector 1741">
                <a:extLst>
                  <a:ext uri="{FF2B5EF4-FFF2-40B4-BE49-F238E27FC236}">
                    <a16:creationId xmlns:a16="http://schemas.microsoft.com/office/drawing/2014/main" id="{8F7107D2-684F-4FDF-AD57-C50C4CF534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2304" y="55672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3" name="Straight Connector 1742">
                <a:extLst>
                  <a:ext uri="{FF2B5EF4-FFF2-40B4-BE49-F238E27FC236}">
                    <a16:creationId xmlns:a16="http://schemas.microsoft.com/office/drawing/2014/main" id="{83880B5E-3452-40E7-9FC9-27D4350F05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51517" y="436460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4" name="Straight Connector 1743">
                <a:extLst>
                  <a:ext uri="{FF2B5EF4-FFF2-40B4-BE49-F238E27FC236}">
                    <a16:creationId xmlns:a16="http://schemas.microsoft.com/office/drawing/2014/main" id="{DF31776E-212E-47D5-8DE6-3A0C4F71C5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9940" y="-325117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5" name="Straight Connector 1744">
                <a:extLst>
                  <a:ext uri="{FF2B5EF4-FFF2-40B4-BE49-F238E27FC236}">
                    <a16:creationId xmlns:a16="http://schemas.microsoft.com/office/drawing/2014/main" id="{0A2C241C-CE02-4418-BF75-C4E17F07F8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9940" y="55672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6" name="Straight Connector 1745">
                <a:extLst>
                  <a:ext uri="{FF2B5EF4-FFF2-40B4-BE49-F238E27FC236}">
                    <a16:creationId xmlns:a16="http://schemas.microsoft.com/office/drawing/2014/main" id="{71A35DE4-82AE-4A12-A89C-3500694B69A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334026" y="2156355"/>
                <a:ext cx="1903943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7" name="Straight Connector 1746">
                <a:extLst>
                  <a:ext uri="{FF2B5EF4-FFF2-40B4-BE49-F238E27FC236}">
                    <a16:creationId xmlns:a16="http://schemas.microsoft.com/office/drawing/2014/main" id="{C9D9328E-A545-4429-B1D3-945B8740FDB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141909" y="246065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8" name="Straight Connector 1747">
                <a:extLst>
                  <a:ext uri="{FF2B5EF4-FFF2-40B4-BE49-F238E27FC236}">
                    <a16:creationId xmlns:a16="http://schemas.microsoft.com/office/drawing/2014/main" id="{E28CBA6A-E736-4210-AD97-1689545642F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570728" y="55672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9" name="Straight Connector 1748">
                <a:extLst>
                  <a:ext uri="{FF2B5EF4-FFF2-40B4-BE49-F238E27FC236}">
                    <a16:creationId xmlns:a16="http://schemas.microsoft.com/office/drawing/2014/main" id="{5D7EE88B-2A48-42AA-92E9-1DC9793A45A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189937" y="436460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0" name="Straight Connector 1749">
                <a:extLst>
                  <a:ext uri="{FF2B5EF4-FFF2-40B4-BE49-F238E27FC236}">
                    <a16:creationId xmlns:a16="http://schemas.microsoft.com/office/drawing/2014/main" id="{743D4863-6AA4-4123-9E5E-283B51D2835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151429" y="1397950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1" name="Straight Connector 1750">
                <a:extLst>
                  <a:ext uri="{FF2B5EF4-FFF2-40B4-BE49-F238E27FC236}">
                    <a16:creationId xmlns:a16="http://schemas.microsoft.com/office/drawing/2014/main" id="{D0F8ABBD-5D13-4F34-A6B3-1D1EBE97553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380331" y="1013989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2" name="Straight Connector 1751">
                <a:extLst>
                  <a:ext uri="{FF2B5EF4-FFF2-40B4-BE49-F238E27FC236}">
                    <a16:creationId xmlns:a16="http://schemas.microsoft.com/office/drawing/2014/main" id="{4E87AAF5-58FD-447D-8DB7-40718880531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189937" y="1962786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3" name="Straight Connector 1752">
                <a:extLst>
                  <a:ext uri="{FF2B5EF4-FFF2-40B4-BE49-F238E27FC236}">
                    <a16:creationId xmlns:a16="http://schemas.microsoft.com/office/drawing/2014/main" id="{EF72F4B8-70C9-40A8-8FED-BEA2048BC67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332304" y="2343575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4" name="Straight Connector 1753">
                <a:extLst>
                  <a:ext uri="{FF2B5EF4-FFF2-40B4-BE49-F238E27FC236}">
                    <a16:creationId xmlns:a16="http://schemas.microsoft.com/office/drawing/2014/main" id="{67C24B88-9DD4-41AC-B614-16748D7890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1517" y="2727536"/>
                <a:ext cx="0" cy="374443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5" name="Straight Connector 1754">
                <a:extLst>
                  <a:ext uri="{FF2B5EF4-FFF2-40B4-BE49-F238E27FC236}">
                    <a16:creationId xmlns:a16="http://schemas.microsoft.com/office/drawing/2014/main" id="{6E0B7B92-0643-4C5F-8DC5-425A070F512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380331" y="2917931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6" name="Straight Connector 1755">
                <a:extLst>
                  <a:ext uri="{FF2B5EF4-FFF2-40B4-BE49-F238E27FC236}">
                    <a16:creationId xmlns:a16="http://schemas.microsoft.com/office/drawing/2014/main" id="{8178C1C3-EF68-4CBE-A77F-D2E242184CA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99544" y="2530796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7" name="Straight Connector 1756">
                <a:extLst>
                  <a:ext uri="{FF2B5EF4-FFF2-40B4-BE49-F238E27FC236}">
                    <a16:creationId xmlns:a16="http://schemas.microsoft.com/office/drawing/2014/main" id="{7E2E8E77-54E3-4524-84A1-2556F36D5B3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618756" y="2533970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8" name="Straight Connector 1757">
                <a:extLst>
                  <a:ext uri="{FF2B5EF4-FFF2-40B4-BE49-F238E27FC236}">
                    <a16:creationId xmlns:a16="http://schemas.microsoft.com/office/drawing/2014/main" id="{7A13D50D-0E25-429D-8E9D-7BF3731C468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2095603" y="2156355"/>
                <a:ext cx="1903943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9" name="Straight Connector 1758">
                <a:extLst>
                  <a:ext uri="{FF2B5EF4-FFF2-40B4-BE49-F238E27FC236}">
                    <a16:creationId xmlns:a16="http://schemas.microsoft.com/office/drawing/2014/main" id="{88C603A3-2A0D-4ADD-8ED3-59CC917CCC4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2857179" y="1769220"/>
                <a:ext cx="1142366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0" name="Straight Connector 1759">
                <a:extLst>
                  <a:ext uri="{FF2B5EF4-FFF2-40B4-BE49-F238E27FC236}">
                    <a16:creationId xmlns:a16="http://schemas.microsoft.com/office/drawing/2014/main" id="{68B38972-634E-4A9E-8F7F-251C637F95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0727" y="3108325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1" name="Straight Connector 1760">
                <a:extLst>
                  <a:ext uri="{FF2B5EF4-FFF2-40B4-BE49-F238E27FC236}">
                    <a16:creationId xmlns:a16="http://schemas.microsoft.com/office/drawing/2014/main" id="{006083B3-EC55-40D0-A72D-4C63E1801A4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332304" y="2349922"/>
                <a:ext cx="1523155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2" name="Straight Connector 1761">
                <a:extLst>
                  <a:ext uri="{FF2B5EF4-FFF2-40B4-BE49-F238E27FC236}">
                    <a16:creationId xmlns:a16="http://schemas.microsoft.com/office/drawing/2014/main" id="{7E82A8FE-1B3E-4124-8031-4E04185427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47574" y="3111500"/>
                <a:ext cx="761578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3" name="Straight Connector 1762">
                <a:extLst>
                  <a:ext uri="{FF2B5EF4-FFF2-40B4-BE49-F238E27FC236}">
                    <a16:creationId xmlns:a16="http://schemas.microsoft.com/office/drawing/2014/main" id="{9EA9D320-BE94-4AC1-845B-263FC880EBA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99544" y="1388431"/>
                <a:ext cx="380789" cy="0"/>
              </a:xfrm>
              <a:prstGeom prst="line">
                <a:avLst/>
              </a:prstGeom>
              <a:ln w="31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44" name="Rectangle 1843">
              <a:extLst>
                <a:ext uri="{FF2B5EF4-FFF2-40B4-BE49-F238E27FC236}">
                  <a16:creationId xmlns:a16="http://schemas.microsoft.com/office/drawing/2014/main" id="{C09C66A8-C030-4582-A545-9443E685DA9D}"/>
                </a:ext>
              </a:extLst>
            </p:cNvPr>
            <p:cNvSpPr/>
            <p:nvPr/>
          </p:nvSpPr>
          <p:spPr>
            <a:xfrm>
              <a:off x="2307588" y="-689240"/>
              <a:ext cx="1881932" cy="1872990"/>
            </a:xfrm>
            <a:prstGeom prst="rect">
              <a:avLst/>
            </a:prstGeom>
            <a:gradFill>
              <a:gsLst>
                <a:gs pos="1000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847" name="Straight Connector 1846">
              <a:extLst>
                <a:ext uri="{FF2B5EF4-FFF2-40B4-BE49-F238E27FC236}">
                  <a16:creationId xmlns:a16="http://schemas.microsoft.com/office/drawing/2014/main" id="{8EE02EA7-339F-4FAA-B8BC-842299CD40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926" y="-704850"/>
              <a:ext cx="7621076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8" name="Straight Connector 1847">
              <a:extLst>
                <a:ext uri="{FF2B5EF4-FFF2-40B4-BE49-F238E27FC236}">
                  <a16:creationId xmlns:a16="http://schemas.microsoft.com/office/drawing/2014/main" id="{A7101430-1136-45B7-85CC-3959A5D1B7F7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0" y="-705906"/>
              <a:ext cx="0" cy="763375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9" name="Straight Connector 1848">
              <a:extLst>
                <a:ext uri="{FF2B5EF4-FFF2-40B4-BE49-F238E27FC236}">
                  <a16:creationId xmlns:a16="http://schemas.microsoft.com/office/drawing/2014/main" id="{60366251-F37A-495E-85A0-22F37E3A15C0}"/>
                </a:ext>
              </a:extLst>
            </p:cNvPr>
            <p:cNvCxnSpPr>
              <a:cxnSpLocks/>
            </p:cNvCxnSpPr>
            <p:nvPr/>
          </p:nvCxnSpPr>
          <p:spPr>
            <a:xfrm>
              <a:off x="9905998" y="-704850"/>
              <a:ext cx="0" cy="76390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0" name="Straight Connector 1849">
              <a:extLst>
                <a:ext uri="{FF2B5EF4-FFF2-40B4-BE49-F238E27FC236}">
                  <a16:creationId xmlns:a16="http://schemas.microsoft.com/office/drawing/2014/main" id="{97060BC1-E0F0-4212-A82C-CDF941EA82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5999" y="6934203"/>
              <a:ext cx="7611631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3" name="Group 1882">
            <a:extLst>
              <a:ext uri="{FF2B5EF4-FFF2-40B4-BE49-F238E27FC236}">
                <a16:creationId xmlns:a16="http://schemas.microsoft.com/office/drawing/2014/main" id="{C95668D7-3624-4F37-9446-F92DF0B44257}"/>
              </a:ext>
            </a:extLst>
          </p:cNvPr>
          <p:cNvGrpSpPr/>
          <p:nvPr/>
        </p:nvGrpSpPr>
        <p:grpSpPr>
          <a:xfrm>
            <a:off x="2422824" y="-1379059"/>
            <a:ext cx="7344589" cy="746165"/>
            <a:chOff x="2422824" y="-1379059"/>
            <a:chExt cx="7344589" cy="746165"/>
          </a:xfrm>
        </p:grpSpPr>
        <p:grpSp>
          <p:nvGrpSpPr>
            <p:cNvPr id="1868" name="Group 1867">
              <a:extLst>
                <a:ext uri="{FF2B5EF4-FFF2-40B4-BE49-F238E27FC236}">
                  <a16:creationId xmlns:a16="http://schemas.microsoft.com/office/drawing/2014/main" id="{FD56C1F3-2747-4447-8D49-113838051017}"/>
                </a:ext>
              </a:extLst>
            </p:cNvPr>
            <p:cNvGrpSpPr/>
            <p:nvPr/>
          </p:nvGrpSpPr>
          <p:grpSpPr>
            <a:xfrm>
              <a:off x="2422824" y="-1379059"/>
              <a:ext cx="3567604" cy="707886"/>
              <a:chOff x="2422824" y="-1379059"/>
              <a:chExt cx="3567604" cy="707886"/>
            </a:xfrm>
          </p:grpSpPr>
          <p:sp>
            <p:nvSpPr>
              <p:cNvPr id="1855" name="Rectangle 1854">
                <a:extLst>
                  <a:ext uri="{FF2B5EF4-FFF2-40B4-BE49-F238E27FC236}">
                    <a16:creationId xmlns:a16="http://schemas.microsoft.com/office/drawing/2014/main" id="{FD40C04F-4D74-4526-A2E8-A98834C05D8A}"/>
                  </a:ext>
                </a:extLst>
              </p:cNvPr>
              <p:cNvSpPr/>
              <p:nvPr/>
            </p:nvSpPr>
            <p:spPr>
              <a:xfrm>
                <a:off x="2422824" y="-1379059"/>
                <a:ext cx="55496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pt-PT" sz="4000" b="1" dirty="0"/>
              </a:p>
            </p:txBody>
          </p:sp>
          <p:sp>
            <p:nvSpPr>
              <p:cNvPr id="1856" name="Rectangle 1855">
                <a:extLst>
                  <a:ext uri="{FF2B5EF4-FFF2-40B4-BE49-F238E27FC236}">
                    <a16:creationId xmlns:a16="http://schemas.microsoft.com/office/drawing/2014/main" id="{BEBC542B-BD54-442F-9E5E-3BA1D539E301}"/>
                  </a:ext>
                </a:extLst>
              </p:cNvPr>
              <p:cNvSpPr/>
              <p:nvPr/>
            </p:nvSpPr>
            <p:spPr>
              <a:xfrm>
                <a:off x="3183199" y="-1379059"/>
                <a:ext cx="55496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endParaRPr lang="pt-PT" sz="4000" b="1" dirty="0"/>
              </a:p>
            </p:txBody>
          </p:sp>
          <p:sp>
            <p:nvSpPr>
              <p:cNvPr id="1857" name="Rectangle 1856">
                <a:extLst>
                  <a:ext uri="{FF2B5EF4-FFF2-40B4-BE49-F238E27FC236}">
                    <a16:creationId xmlns:a16="http://schemas.microsoft.com/office/drawing/2014/main" id="{6B7290B9-B053-41F5-AF4D-8BCCFD59AA6F}"/>
                  </a:ext>
                </a:extLst>
              </p:cNvPr>
              <p:cNvSpPr/>
              <p:nvPr/>
            </p:nvSpPr>
            <p:spPr>
              <a:xfrm>
                <a:off x="3943574" y="-1379059"/>
                <a:ext cx="55496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pt-PT" sz="4000" b="1" dirty="0"/>
              </a:p>
            </p:txBody>
          </p:sp>
          <p:sp>
            <p:nvSpPr>
              <p:cNvPr id="1858" name="Rectangle 1857">
                <a:extLst>
                  <a:ext uri="{FF2B5EF4-FFF2-40B4-BE49-F238E27FC236}">
                    <a16:creationId xmlns:a16="http://schemas.microsoft.com/office/drawing/2014/main" id="{9D820A9C-7034-458C-BBF8-3279A2A3BC86}"/>
                  </a:ext>
                </a:extLst>
              </p:cNvPr>
              <p:cNvSpPr/>
              <p:nvPr/>
            </p:nvSpPr>
            <p:spPr>
              <a:xfrm>
                <a:off x="4703949" y="-1379059"/>
                <a:ext cx="55496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endParaRPr lang="pt-PT" sz="4000" b="1" dirty="0"/>
              </a:p>
            </p:txBody>
          </p:sp>
          <p:sp>
            <p:nvSpPr>
              <p:cNvPr id="1859" name="Rectangle 1858">
                <a:extLst>
                  <a:ext uri="{FF2B5EF4-FFF2-40B4-BE49-F238E27FC236}">
                    <a16:creationId xmlns:a16="http://schemas.microsoft.com/office/drawing/2014/main" id="{CAD43B20-94FC-4F78-A10D-A39E596FE259}"/>
                  </a:ext>
                </a:extLst>
              </p:cNvPr>
              <p:cNvSpPr/>
              <p:nvPr/>
            </p:nvSpPr>
            <p:spPr>
              <a:xfrm>
                <a:off x="5464322" y="-1379059"/>
                <a:ext cx="526106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endParaRPr lang="pt-PT" sz="4000" b="1" dirty="0"/>
              </a:p>
            </p:txBody>
          </p:sp>
        </p:grpSp>
        <p:grpSp>
          <p:nvGrpSpPr>
            <p:cNvPr id="1869" name="Group 1868">
              <a:extLst>
                <a:ext uri="{FF2B5EF4-FFF2-40B4-BE49-F238E27FC236}">
                  <a16:creationId xmlns:a16="http://schemas.microsoft.com/office/drawing/2014/main" id="{71FC9E79-D91C-49D3-9E38-D13332AEBE52}"/>
                </a:ext>
              </a:extLst>
            </p:cNvPr>
            <p:cNvGrpSpPr/>
            <p:nvPr/>
          </p:nvGrpSpPr>
          <p:grpSpPr>
            <a:xfrm>
              <a:off x="6128119" y="-1149293"/>
              <a:ext cx="1883962" cy="461665"/>
              <a:chOff x="2422824" y="-1379059"/>
              <a:chExt cx="3750600" cy="919084"/>
            </a:xfrm>
          </p:grpSpPr>
          <p:sp>
            <p:nvSpPr>
              <p:cNvPr id="1870" name="Rectangle 1869">
                <a:extLst>
                  <a:ext uri="{FF2B5EF4-FFF2-40B4-BE49-F238E27FC236}">
                    <a16:creationId xmlns:a16="http://schemas.microsoft.com/office/drawing/2014/main" id="{F153CA37-2B33-4A70-A0BF-AE09C2F421D4}"/>
                  </a:ext>
                </a:extLst>
              </p:cNvPr>
              <p:cNvSpPr/>
              <p:nvPr/>
            </p:nvSpPr>
            <p:spPr>
              <a:xfrm>
                <a:off x="2422824" y="-1379059"/>
                <a:ext cx="741013" cy="919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endParaRPr lang="pt-PT" sz="2400" b="1" dirty="0"/>
              </a:p>
            </p:txBody>
          </p:sp>
          <p:sp>
            <p:nvSpPr>
              <p:cNvPr id="1871" name="Rectangle 1870">
                <a:extLst>
                  <a:ext uri="{FF2B5EF4-FFF2-40B4-BE49-F238E27FC236}">
                    <a16:creationId xmlns:a16="http://schemas.microsoft.com/office/drawing/2014/main" id="{16074DB6-DE19-464B-983E-CB158759FB59}"/>
                  </a:ext>
                </a:extLst>
              </p:cNvPr>
              <p:cNvSpPr/>
              <p:nvPr/>
            </p:nvSpPr>
            <p:spPr>
              <a:xfrm>
                <a:off x="3183200" y="-1379059"/>
                <a:ext cx="843133" cy="919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endParaRPr lang="pt-PT" sz="2400" b="1" dirty="0"/>
              </a:p>
            </p:txBody>
          </p:sp>
          <p:sp>
            <p:nvSpPr>
              <p:cNvPr id="1872" name="Rectangle 1871">
                <a:extLst>
                  <a:ext uri="{FF2B5EF4-FFF2-40B4-BE49-F238E27FC236}">
                    <a16:creationId xmlns:a16="http://schemas.microsoft.com/office/drawing/2014/main" id="{0FB8AF0C-9061-4BE8-82C1-475EA0B17700}"/>
                  </a:ext>
                </a:extLst>
              </p:cNvPr>
              <p:cNvSpPr/>
              <p:nvPr/>
            </p:nvSpPr>
            <p:spPr>
              <a:xfrm>
                <a:off x="3943573" y="-1379059"/>
                <a:ext cx="811221" cy="919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pt-PT" sz="2400" b="1" dirty="0"/>
              </a:p>
            </p:txBody>
          </p:sp>
          <p:sp>
            <p:nvSpPr>
              <p:cNvPr id="1873" name="Rectangle 1872">
                <a:extLst>
                  <a:ext uri="{FF2B5EF4-FFF2-40B4-BE49-F238E27FC236}">
                    <a16:creationId xmlns:a16="http://schemas.microsoft.com/office/drawing/2014/main" id="{5188273C-A81C-42AF-A110-01AF86A33A34}"/>
                  </a:ext>
                </a:extLst>
              </p:cNvPr>
              <p:cNvSpPr/>
              <p:nvPr/>
            </p:nvSpPr>
            <p:spPr>
              <a:xfrm>
                <a:off x="4764307" y="-1379059"/>
                <a:ext cx="536773" cy="919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endParaRPr lang="pt-PT" sz="2400" b="1" dirty="0"/>
              </a:p>
            </p:txBody>
          </p:sp>
          <p:sp>
            <p:nvSpPr>
              <p:cNvPr id="1874" name="Rectangle 1873">
                <a:extLst>
                  <a:ext uri="{FF2B5EF4-FFF2-40B4-BE49-F238E27FC236}">
                    <a16:creationId xmlns:a16="http://schemas.microsoft.com/office/drawing/2014/main" id="{33F34A56-9DA6-4CFC-A049-1DF4DFFA4AE4}"/>
                  </a:ext>
                </a:extLst>
              </p:cNvPr>
              <p:cNvSpPr/>
              <p:nvPr/>
            </p:nvSpPr>
            <p:spPr>
              <a:xfrm>
                <a:off x="5464323" y="-1379059"/>
                <a:ext cx="709101" cy="919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endParaRPr lang="pt-PT" sz="2400" b="1" dirty="0"/>
              </a:p>
            </p:txBody>
          </p:sp>
        </p:grpSp>
        <p:grpSp>
          <p:nvGrpSpPr>
            <p:cNvPr id="1875" name="Group 1874">
              <a:extLst>
                <a:ext uri="{FF2B5EF4-FFF2-40B4-BE49-F238E27FC236}">
                  <a16:creationId xmlns:a16="http://schemas.microsoft.com/office/drawing/2014/main" id="{B835DB29-0292-4E0C-8626-254DC8FC8688}"/>
                </a:ext>
              </a:extLst>
            </p:cNvPr>
            <p:cNvGrpSpPr/>
            <p:nvPr/>
          </p:nvGrpSpPr>
          <p:grpSpPr>
            <a:xfrm>
              <a:off x="7998409" y="-966667"/>
              <a:ext cx="922404" cy="221480"/>
              <a:chOff x="2422824" y="-1379059"/>
              <a:chExt cx="3606991" cy="490178"/>
            </a:xfrm>
          </p:grpSpPr>
          <p:sp>
            <p:nvSpPr>
              <p:cNvPr id="1876" name="Rectangle 1875">
                <a:extLst>
                  <a:ext uri="{FF2B5EF4-FFF2-40B4-BE49-F238E27FC236}">
                    <a16:creationId xmlns:a16="http://schemas.microsoft.com/office/drawing/2014/main" id="{2B62091E-8365-4F01-B7D7-BCF4CEFE6ADE}"/>
                  </a:ext>
                </a:extLst>
              </p:cNvPr>
              <p:cNvSpPr/>
              <p:nvPr/>
            </p:nvSpPr>
            <p:spPr>
              <a:xfrm>
                <a:off x="2422824" y="-1379059"/>
                <a:ext cx="552727" cy="490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endParaRPr lang="pt-PT" sz="1000" b="1" dirty="0"/>
              </a:p>
            </p:txBody>
          </p:sp>
          <p:sp>
            <p:nvSpPr>
              <p:cNvPr id="1877" name="Rectangle 1876">
                <a:extLst>
                  <a:ext uri="{FF2B5EF4-FFF2-40B4-BE49-F238E27FC236}">
                    <a16:creationId xmlns:a16="http://schemas.microsoft.com/office/drawing/2014/main" id="{D745FE2C-EC35-448A-9C7E-4163D0A8A00D}"/>
                  </a:ext>
                </a:extLst>
              </p:cNvPr>
              <p:cNvSpPr/>
              <p:nvPr/>
            </p:nvSpPr>
            <p:spPr>
              <a:xfrm>
                <a:off x="3183200" y="-1379059"/>
                <a:ext cx="524007" cy="490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endParaRPr lang="pt-PT" sz="1000" b="1" dirty="0"/>
              </a:p>
            </p:txBody>
          </p:sp>
          <p:sp>
            <p:nvSpPr>
              <p:cNvPr id="1878" name="Rectangle 1877">
                <a:extLst>
                  <a:ext uri="{FF2B5EF4-FFF2-40B4-BE49-F238E27FC236}">
                    <a16:creationId xmlns:a16="http://schemas.microsoft.com/office/drawing/2014/main" id="{A2241D66-4A86-45CD-B97D-05603C216DF3}"/>
                  </a:ext>
                </a:extLst>
              </p:cNvPr>
              <p:cNvSpPr/>
              <p:nvPr/>
            </p:nvSpPr>
            <p:spPr>
              <a:xfrm>
                <a:off x="3943573" y="-1379059"/>
                <a:ext cx="581450" cy="490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endParaRPr lang="pt-PT" sz="1000" b="1" dirty="0"/>
              </a:p>
            </p:txBody>
          </p:sp>
          <p:sp>
            <p:nvSpPr>
              <p:cNvPr id="1879" name="Rectangle 1878">
                <a:extLst>
                  <a:ext uri="{FF2B5EF4-FFF2-40B4-BE49-F238E27FC236}">
                    <a16:creationId xmlns:a16="http://schemas.microsoft.com/office/drawing/2014/main" id="{11D9C3E7-B401-4F8B-B991-1517DF4629CA}"/>
                  </a:ext>
                </a:extLst>
              </p:cNvPr>
              <p:cNvSpPr/>
              <p:nvPr/>
            </p:nvSpPr>
            <p:spPr>
              <a:xfrm>
                <a:off x="4764306" y="-1379059"/>
                <a:ext cx="552727" cy="490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endParaRPr lang="pt-PT" sz="1000" b="1" dirty="0"/>
              </a:p>
            </p:txBody>
          </p:sp>
          <p:sp>
            <p:nvSpPr>
              <p:cNvPr id="1880" name="Rectangle 1879">
                <a:extLst>
                  <a:ext uri="{FF2B5EF4-FFF2-40B4-BE49-F238E27FC236}">
                    <a16:creationId xmlns:a16="http://schemas.microsoft.com/office/drawing/2014/main" id="{C746376D-471F-4741-A577-34AC3AAC72F3}"/>
                  </a:ext>
                </a:extLst>
              </p:cNvPr>
              <p:cNvSpPr/>
              <p:nvPr/>
            </p:nvSpPr>
            <p:spPr>
              <a:xfrm>
                <a:off x="5464323" y="-1379059"/>
                <a:ext cx="565492" cy="490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endParaRPr lang="pt-PT" sz="1000" b="1" dirty="0"/>
              </a:p>
            </p:txBody>
          </p:sp>
        </p:grpSp>
        <p:sp>
          <p:nvSpPr>
            <p:cNvPr id="1882" name="Rectangle 1881">
              <a:extLst>
                <a:ext uri="{FF2B5EF4-FFF2-40B4-BE49-F238E27FC236}">
                  <a16:creationId xmlns:a16="http://schemas.microsoft.com/office/drawing/2014/main" id="{CC5EA862-C2DA-4FEE-8E32-69FDAFDB2BCB}"/>
                </a:ext>
              </a:extLst>
            </p:cNvPr>
            <p:cNvSpPr/>
            <p:nvPr/>
          </p:nvSpPr>
          <p:spPr>
            <a:xfrm>
              <a:off x="9069786" y="-1340780"/>
              <a:ext cx="69762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pt-PT" sz="4000" b="1" dirty="0"/>
            </a:p>
          </p:txBody>
        </p:sp>
      </p:grpSp>
      <p:grpSp>
        <p:nvGrpSpPr>
          <p:cNvPr id="1906" name="Group 1905">
            <a:extLst>
              <a:ext uri="{FF2B5EF4-FFF2-40B4-BE49-F238E27FC236}">
                <a16:creationId xmlns:a16="http://schemas.microsoft.com/office/drawing/2014/main" id="{6A48806F-83AD-4862-8F93-C43EBA42B3FF}"/>
              </a:ext>
            </a:extLst>
          </p:cNvPr>
          <p:cNvGrpSpPr/>
          <p:nvPr/>
        </p:nvGrpSpPr>
        <p:grpSpPr>
          <a:xfrm>
            <a:off x="9910292" y="-514115"/>
            <a:ext cx="707886" cy="7421053"/>
            <a:chOff x="9910292" y="-514115"/>
            <a:chExt cx="707886" cy="7421053"/>
          </a:xfrm>
        </p:grpSpPr>
        <p:sp>
          <p:nvSpPr>
            <p:cNvPr id="1899" name="Rectangle 1898">
              <a:extLst>
                <a:ext uri="{FF2B5EF4-FFF2-40B4-BE49-F238E27FC236}">
                  <a16:creationId xmlns:a16="http://schemas.microsoft.com/office/drawing/2014/main" id="{252C09CC-9065-4A8C-A49C-76128465CE7C}"/>
                </a:ext>
              </a:extLst>
            </p:cNvPr>
            <p:cNvSpPr/>
            <p:nvPr/>
          </p:nvSpPr>
          <p:spPr>
            <a:xfrm>
              <a:off x="9978921" y="6199052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4000" b="1" dirty="0"/>
            </a:p>
          </p:txBody>
        </p:sp>
        <p:sp>
          <p:nvSpPr>
            <p:cNvPr id="1900" name="Rectangle 1899">
              <a:extLst>
                <a:ext uri="{FF2B5EF4-FFF2-40B4-BE49-F238E27FC236}">
                  <a16:creationId xmlns:a16="http://schemas.microsoft.com/office/drawing/2014/main" id="{528B7563-2A50-4E23-A544-CCF8E84377E5}"/>
                </a:ext>
              </a:extLst>
            </p:cNvPr>
            <p:cNvSpPr/>
            <p:nvPr/>
          </p:nvSpPr>
          <p:spPr>
            <a:xfrm>
              <a:off x="9978921" y="5438677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pt-PT" sz="4000" b="1" dirty="0"/>
            </a:p>
          </p:txBody>
        </p:sp>
        <p:sp>
          <p:nvSpPr>
            <p:cNvPr id="1901" name="Rectangle 1900">
              <a:extLst>
                <a:ext uri="{FF2B5EF4-FFF2-40B4-BE49-F238E27FC236}">
                  <a16:creationId xmlns:a16="http://schemas.microsoft.com/office/drawing/2014/main" id="{C7C8BA8A-9F97-4F8E-BF3E-75E217E0A6CF}"/>
                </a:ext>
              </a:extLst>
            </p:cNvPr>
            <p:cNvSpPr/>
            <p:nvPr/>
          </p:nvSpPr>
          <p:spPr>
            <a:xfrm>
              <a:off x="9978921" y="4678302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pt-PT" sz="4000" b="1" dirty="0"/>
            </a:p>
          </p:txBody>
        </p:sp>
        <p:sp>
          <p:nvSpPr>
            <p:cNvPr id="1902" name="Rectangle 1901">
              <a:extLst>
                <a:ext uri="{FF2B5EF4-FFF2-40B4-BE49-F238E27FC236}">
                  <a16:creationId xmlns:a16="http://schemas.microsoft.com/office/drawing/2014/main" id="{0B41DB54-7CF6-4A2A-9725-51548428A989}"/>
                </a:ext>
              </a:extLst>
            </p:cNvPr>
            <p:cNvSpPr/>
            <p:nvPr/>
          </p:nvSpPr>
          <p:spPr>
            <a:xfrm>
              <a:off x="9978921" y="3917927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pt-PT" sz="4000" b="1" dirty="0"/>
            </a:p>
          </p:txBody>
        </p:sp>
        <p:sp>
          <p:nvSpPr>
            <p:cNvPr id="1903" name="Rectangle 1902">
              <a:extLst>
                <a:ext uri="{FF2B5EF4-FFF2-40B4-BE49-F238E27FC236}">
                  <a16:creationId xmlns:a16="http://schemas.microsoft.com/office/drawing/2014/main" id="{11897C38-0457-401A-B39A-9F10D95D133C}"/>
                </a:ext>
              </a:extLst>
            </p:cNvPr>
            <p:cNvSpPr/>
            <p:nvPr/>
          </p:nvSpPr>
          <p:spPr>
            <a:xfrm>
              <a:off x="9978921" y="3171981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pt-PT" sz="4000" b="1" dirty="0"/>
            </a:p>
          </p:txBody>
        </p:sp>
        <p:sp>
          <p:nvSpPr>
            <p:cNvPr id="1894" name="Rectangle 1893">
              <a:extLst>
                <a:ext uri="{FF2B5EF4-FFF2-40B4-BE49-F238E27FC236}">
                  <a16:creationId xmlns:a16="http://schemas.microsoft.com/office/drawing/2014/main" id="{AC2817B4-E1D2-4D26-844E-45695B4B8AD4}"/>
                </a:ext>
              </a:extLst>
            </p:cNvPr>
            <p:cNvSpPr/>
            <p:nvPr/>
          </p:nvSpPr>
          <p:spPr>
            <a:xfrm>
              <a:off x="9978921" y="2708239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pt-PT" sz="2400" b="1" dirty="0"/>
            </a:p>
          </p:txBody>
        </p:sp>
        <p:sp>
          <p:nvSpPr>
            <p:cNvPr id="1895" name="Rectangle 1894">
              <a:extLst>
                <a:ext uri="{FF2B5EF4-FFF2-40B4-BE49-F238E27FC236}">
                  <a16:creationId xmlns:a16="http://schemas.microsoft.com/office/drawing/2014/main" id="{7A0795B0-243E-488A-938A-51B7DE0198B8}"/>
                </a:ext>
              </a:extLst>
            </p:cNvPr>
            <p:cNvSpPr/>
            <p:nvPr/>
          </p:nvSpPr>
          <p:spPr>
            <a:xfrm>
              <a:off x="9978921" y="2300647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pt-PT" sz="2400" b="1" dirty="0"/>
            </a:p>
          </p:txBody>
        </p:sp>
        <p:sp>
          <p:nvSpPr>
            <p:cNvPr id="1896" name="Rectangle 1895">
              <a:extLst>
                <a:ext uri="{FF2B5EF4-FFF2-40B4-BE49-F238E27FC236}">
                  <a16:creationId xmlns:a16="http://schemas.microsoft.com/office/drawing/2014/main" id="{F96F8793-538A-4391-9512-F732665285C2}"/>
                </a:ext>
              </a:extLst>
            </p:cNvPr>
            <p:cNvSpPr/>
            <p:nvPr/>
          </p:nvSpPr>
          <p:spPr>
            <a:xfrm>
              <a:off x="9978921" y="1926719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pt-PT" sz="2400" b="1" dirty="0"/>
            </a:p>
          </p:txBody>
        </p:sp>
        <p:sp>
          <p:nvSpPr>
            <p:cNvPr id="1897" name="Rectangle 1896">
              <a:extLst>
                <a:ext uri="{FF2B5EF4-FFF2-40B4-BE49-F238E27FC236}">
                  <a16:creationId xmlns:a16="http://schemas.microsoft.com/office/drawing/2014/main" id="{6BB113A7-7349-492C-A779-A660479E1AE4}"/>
                </a:ext>
              </a:extLst>
            </p:cNvPr>
            <p:cNvSpPr/>
            <p:nvPr/>
          </p:nvSpPr>
          <p:spPr>
            <a:xfrm>
              <a:off x="9978921" y="1583386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pt-PT" sz="2400" b="1" dirty="0"/>
            </a:p>
          </p:txBody>
        </p:sp>
        <p:sp>
          <p:nvSpPr>
            <p:cNvPr id="1898" name="Rectangle 1897">
              <a:extLst>
                <a:ext uri="{FF2B5EF4-FFF2-40B4-BE49-F238E27FC236}">
                  <a16:creationId xmlns:a16="http://schemas.microsoft.com/office/drawing/2014/main" id="{5F374CF4-39B2-4D5D-9704-81E4EE3CFF50}"/>
                </a:ext>
              </a:extLst>
            </p:cNvPr>
            <p:cNvSpPr/>
            <p:nvPr/>
          </p:nvSpPr>
          <p:spPr>
            <a:xfrm>
              <a:off x="9978921" y="1188480"/>
              <a:ext cx="52770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lang="pt-PT" sz="2400" b="1" dirty="0"/>
            </a:p>
          </p:txBody>
        </p:sp>
        <p:sp>
          <p:nvSpPr>
            <p:cNvPr id="1889" name="Rectangle 1888">
              <a:extLst>
                <a:ext uri="{FF2B5EF4-FFF2-40B4-BE49-F238E27FC236}">
                  <a16:creationId xmlns:a16="http://schemas.microsoft.com/office/drawing/2014/main" id="{2FC1872A-037E-40D4-9B94-5FC3E16F154E}"/>
                </a:ext>
              </a:extLst>
            </p:cNvPr>
            <p:cNvSpPr/>
            <p:nvPr/>
          </p:nvSpPr>
          <p:spPr>
            <a:xfrm>
              <a:off x="9978921" y="1009976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pt-PT" sz="1000" b="1" dirty="0"/>
            </a:p>
          </p:txBody>
        </p:sp>
        <p:sp>
          <p:nvSpPr>
            <p:cNvPr id="1890" name="Rectangle 1889">
              <a:extLst>
                <a:ext uri="{FF2B5EF4-FFF2-40B4-BE49-F238E27FC236}">
                  <a16:creationId xmlns:a16="http://schemas.microsoft.com/office/drawing/2014/main" id="{CBF04FB4-42FA-40C4-83E5-E1DD03D4965D}"/>
                </a:ext>
              </a:extLst>
            </p:cNvPr>
            <p:cNvSpPr/>
            <p:nvPr/>
          </p:nvSpPr>
          <p:spPr>
            <a:xfrm>
              <a:off x="9978921" y="819200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  <a:endParaRPr lang="pt-PT" sz="1000" b="1" dirty="0"/>
            </a:p>
          </p:txBody>
        </p:sp>
        <p:sp>
          <p:nvSpPr>
            <p:cNvPr id="1891" name="Rectangle 1890">
              <a:extLst>
                <a:ext uri="{FF2B5EF4-FFF2-40B4-BE49-F238E27FC236}">
                  <a16:creationId xmlns:a16="http://schemas.microsoft.com/office/drawing/2014/main" id="{E28C52CA-3BDB-4D3F-963A-98B2BB5D978F}"/>
                </a:ext>
              </a:extLst>
            </p:cNvPr>
            <p:cNvSpPr/>
            <p:nvPr/>
          </p:nvSpPr>
          <p:spPr>
            <a:xfrm>
              <a:off x="9978921" y="617408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pt-PT" sz="1000" b="1" dirty="0"/>
            </a:p>
          </p:txBody>
        </p:sp>
        <p:sp>
          <p:nvSpPr>
            <p:cNvPr id="1892" name="Rectangle 1891">
              <a:extLst>
                <a:ext uri="{FF2B5EF4-FFF2-40B4-BE49-F238E27FC236}">
                  <a16:creationId xmlns:a16="http://schemas.microsoft.com/office/drawing/2014/main" id="{3BE96F1C-EC78-4DF9-AB94-CBD158D2BDA7}"/>
                </a:ext>
              </a:extLst>
            </p:cNvPr>
            <p:cNvSpPr/>
            <p:nvPr/>
          </p:nvSpPr>
          <p:spPr>
            <a:xfrm>
              <a:off x="9978921" y="411197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  <a:endParaRPr lang="pt-PT" sz="1000" b="1" dirty="0"/>
            </a:p>
          </p:txBody>
        </p:sp>
        <p:sp>
          <p:nvSpPr>
            <p:cNvPr id="1893" name="Rectangle 1892">
              <a:extLst>
                <a:ext uri="{FF2B5EF4-FFF2-40B4-BE49-F238E27FC236}">
                  <a16:creationId xmlns:a16="http://schemas.microsoft.com/office/drawing/2014/main" id="{DCE32352-3651-4E7F-8659-71164BD251DA}"/>
                </a:ext>
              </a:extLst>
            </p:cNvPr>
            <p:cNvSpPr/>
            <p:nvPr/>
          </p:nvSpPr>
          <p:spPr>
            <a:xfrm>
              <a:off x="9978921" y="230552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15</a:t>
              </a:r>
              <a:endParaRPr lang="pt-PT" sz="1000" b="1" dirty="0"/>
            </a:p>
          </p:txBody>
        </p:sp>
        <p:sp>
          <p:nvSpPr>
            <p:cNvPr id="1888" name="Rectangle 1887">
              <a:extLst>
                <a:ext uri="{FF2B5EF4-FFF2-40B4-BE49-F238E27FC236}">
                  <a16:creationId xmlns:a16="http://schemas.microsoft.com/office/drawing/2014/main" id="{A7292751-4C22-4550-8360-3383E3EA4F4F}"/>
                </a:ext>
              </a:extLst>
            </p:cNvPr>
            <p:cNvSpPr/>
            <p:nvPr/>
          </p:nvSpPr>
          <p:spPr>
            <a:xfrm rot="5400000">
              <a:off x="9915421" y="-519244"/>
              <a:ext cx="69762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pt-PT" sz="4000" b="1" dirty="0"/>
            </a:p>
          </p:txBody>
        </p:sp>
      </p:grpSp>
      <p:grpSp>
        <p:nvGrpSpPr>
          <p:cNvPr id="1924" name="Group 1923">
            <a:extLst>
              <a:ext uri="{FF2B5EF4-FFF2-40B4-BE49-F238E27FC236}">
                <a16:creationId xmlns:a16="http://schemas.microsoft.com/office/drawing/2014/main" id="{6C406C7A-D2DF-4E2E-83AD-549793A8388F}"/>
              </a:ext>
            </a:extLst>
          </p:cNvPr>
          <p:cNvGrpSpPr/>
          <p:nvPr/>
        </p:nvGrpSpPr>
        <p:grpSpPr>
          <a:xfrm>
            <a:off x="1569784" y="64356"/>
            <a:ext cx="707886" cy="6842582"/>
            <a:chOff x="1569784" y="64356"/>
            <a:chExt cx="707886" cy="6842582"/>
          </a:xfrm>
        </p:grpSpPr>
        <p:sp>
          <p:nvSpPr>
            <p:cNvPr id="1908" name="Rectangle 1907">
              <a:extLst>
                <a:ext uri="{FF2B5EF4-FFF2-40B4-BE49-F238E27FC236}">
                  <a16:creationId xmlns:a16="http://schemas.microsoft.com/office/drawing/2014/main" id="{DC458B0C-FD1E-4027-81F3-920445DEF6BB}"/>
                </a:ext>
              </a:extLst>
            </p:cNvPr>
            <p:cNvSpPr/>
            <p:nvPr/>
          </p:nvSpPr>
          <p:spPr>
            <a:xfrm>
              <a:off x="1706070" y="6199052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4000" b="1" dirty="0"/>
            </a:p>
          </p:txBody>
        </p:sp>
        <p:sp>
          <p:nvSpPr>
            <p:cNvPr id="1909" name="Rectangle 1908">
              <a:extLst>
                <a:ext uri="{FF2B5EF4-FFF2-40B4-BE49-F238E27FC236}">
                  <a16:creationId xmlns:a16="http://schemas.microsoft.com/office/drawing/2014/main" id="{C0992514-CB89-4D5C-898B-99866D27EDCF}"/>
                </a:ext>
              </a:extLst>
            </p:cNvPr>
            <p:cNvSpPr/>
            <p:nvPr/>
          </p:nvSpPr>
          <p:spPr>
            <a:xfrm>
              <a:off x="1706070" y="5438677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pt-PT" sz="4000" b="1" dirty="0"/>
            </a:p>
          </p:txBody>
        </p:sp>
        <p:sp>
          <p:nvSpPr>
            <p:cNvPr id="1910" name="Rectangle 1909">
              <a:extLst>
                <a:ext uri="{FF2B5EF4-FFF2-40B4-BE49-F238E27FC236}">
                  <a16:creationId xmlns:a16="http://schemas.microsoft.com/office/drawing/2014/main" id="{06F20C3E-1424-480B-B306-17A8F82A2E05}"/>
                </a:ext>
              </a:extLst>
            </p:cNvPr>
            <p:cNvSpPr/>
            <p:nvPr/>
          </p:nvSpPr>
          <p:spPr>
            <a:xfrm>
              <a:off x="1706070" y="4678302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pt-PT" sz="4000" b="1" dirty="0"/>
            </a:p>
          </p:txBody>
        </p:sp>
        <p:sp>
          <p:nvSpPr>
            <p:cNvPr id="1911" name="Rectangle 1910">
              <a:extLst>
                <a:ext uri="{FF2B5EF4-FFF2-40B4-BE49-F238E27FC236}">
                  <a16:creationId xmlns:a16="http://schemas.microsoft.com/office/drawing/2014/main" id="{96FB15A1-186E-4674-B755-6E3CB8631120}"/>
                </a:ext>
              </a:extLst>
            </p:cNvPr>
            <p:cNvSpPr/>
            <p:nvPr/>
          </p:nvSpPr>
          <p:spPr>
            <a:xfrm>
              <a:off x="1706070" y="3917927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pt-PT" sz="4000" b="1" dirty="0"/>
            </a:p>
          </p:txBody>
        </p:sp>
        <p:sp>
          <p:nvSpPr>
            <p:cNvPr id="1912" name="Rectangle 1911">
              <a:extLst>
                <a:ext uri="{FF2B5EF4-FFF2-40B4-BE49-F238E27FC236}">
                  <a16:creationId xmlns:a16="http://schemas.microsoft.com/office/drawing/2014/main" id="{0EB0C70D-6163-4267-9B88-363B451F893D}"/>
                </a:ext>
              </a:extLst>
            </p:cNvPr>
            <p:cNvSpPr/>
            <p:nvPr/>
          </p:nvSpPr>
          <p:spPr>
            <a:xfrm>
              <a:off x="1706070" y="3171981"/>
              <a:ext cx="4700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pt-PT" sz="4000" b="1" dirty="0"/>
            </a:p>
          </p:txBody>
        </p:sp>
        <p:sp>
          <p:nvSpPr>
            <p:cNvPr id="1913" name="Rectangle 1912">
              <a:extLst>
                <a:ext uri="{FF2B5EF4-FFF2-40B4-BE49-F238E27FC236}">
                  <a16:creationId xmlns:a16="http://schemas.microsoft.com/office/drawing/2014/main" id="{0B728455-AED3-486C-B1FB-E5B68F6FE950}"/>
                </a:ext>
              </a:extLst>
            </p:cNvPr>
            <p:cNvSpPr/>
            <p:nvPr/>
          </p:nvSpPr>
          <p:spPr>
            <a:xfrm>
              <a:off x="1819882" y="2708239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pt-PT" sz="2400" b="1" dirty="0"/>
            </a:p>
          </p:txBody>
        </p:sp>
        <p:sp>
          <p:nvSpPr>
            <p:cNvPr id="1914" name="Rectangle 1913">
              <a:extLst>
                <a:ext uri="{FF2B5EF4-FFF2-40B4-BE49-F238E27FC236}">
                  <a16:creationId xmlns:a16="http://schemas.microsoft.com/office/drawing/2014/main" id="{9744CB9D-A3C2-474E-AE3C-04A618F8C664}"/>
                </a:ext>
              </a:extLst>
            </p:cNvPr>
            <p:cNvSpPr/>
            <p:nvPr/>
          </p:nvSpPr>
          <p:spPr>
            <a:xfrm>
              <a:off x="1819882" y="2300647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pt-PT" sz="2400" b="1" dirty="0"/>
            </a:p>
          </p:txBody>
        </p:sp>
        <p:sp>
          <p:nvSpPr>
            <p:cNvPr id="1915" name="Rectangle 1914">
              <a:extLst>
                <a:ext uri="{FF2B5EF4-FFF2-40B4-BE49-F238E27FC236}">
                  <a16:creationId xmlns:a16="http://schemas.microsoft.com/office/drawing/2014/main" id="{A31F9B0B-93CC-4AC1-B6D8-ACC78E946476}"/>
                </a:ext>
              </a:extLst>
            </p:cNvPr>
            <p:cNvSpPr/>
            <p:nvPr/>
          </p:nvSpPr>
          <p:spPr>
            <a:xfrm>
              <a:off x="1819882" y="1926719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pt-PT" sz="2400" b="1" dirty="0"/>
            </a:p>
          </p:txBody>
        </p:sp>
        <p:sp>
          <p:nvSpPr>
            <p:cNvPr id="1916" name="Rectangle 1915">
              <a:extLst>
                <a:ext uri="{FF2B5EF4-FFF2-40B4-BE49-F238E27FC236}">
                  <a16:creationId xmlns:a16="http://schemas.microsoft.com/office/drawing/2014/main" id="{F07062BA-8A37-4262-BA34-027D8C45C5DE}"/>
                </a:ext>
              </a:extLst>
            </p:cNvPr>
            <p:cNvSpPr/>
            <p:nvPr/>
          </p:nvSpPr>
          <p:spPr>
            <a:xfrm>
              <a:off x="1819882" y="1583386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pt-PT" sz="2400" b="1" dirty="0"/>
            </a:p>
          </p:txBody>
        </p:sp>
        <p:sp>
          <p:nvSpPr>
            <p:cNvPr id="1917" name="Rectangle 1916">
              <a:extLst>
                <a:ext uri="{FF2B5EF4-FFF2-40B4-BE49-F238E27FC236}">
                  <a16:creationId xmlns:a16="http://schemas.microsoft.com/office/drawing/2014/main" id="{B61EB1CB-5D48-4DDB-A339-3E044197C5E7}"/>
                </a:ext>
              </a:extLst>
            </p:cNvPr>
            <p:cNvSpPr/>
            <p:nvPr/>
          </p:nvSpPr>
          <p:spPr>
            <a:xfrm>
              <a:off x="1648361" y="1188480"/>
              <a:ext cx="52770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lang="pt-PT" sz="2400" b="1" dirty="0"/>
            </a:p>
          </p:txBody>
        </p:sp>
        <p:sp>
          <p:nvSpPr>
            <p:cNvPr id="1918" name="Rectangle 1917">
              <a:extLst>
                <a:ext uri="{FF2B5EF4-FFF2-40B4-BE49-F238E27FC236}">
                  <a16:creationId xmlns:a16="http://schemas.microsoft.com/office/drawing/2014/main" id="{EE125E90-8DB0-4624-B1C5-9123FFACF7E4}"/>
                </a:ext>
              </a:extLst>
            </p:cNvPr>
            <p:cNvSpPr/>
            <p:nvPr/>
          </p:nvSpPr>
          <p:spPr>
            <a:xfrm>
              <a:off x="1850340" y="1009976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pt-PT" sz="1000" b="1" dirty="0"/>
            </a:p>
          </p:txBody>
        </p:sp>
        <p:sp>
          <p:nvSpPr>
            <p:cNvPr id="1919" name="Rectangle 1918">
              <a:extLst>
                <a:ext uri="{FF2B5EF4-FFF2-40B4-BE49-F238E27FC236}">
                  <a16:creationId xmlns:a16="http://schemas.microsoft.com/office/drawing/2014/main" id="{12FB3F76-6EF9-4063-A625-2A17884B1406}"/>
                </a:ext>
              </a:extLst>
            </p:cNvPr>
            <p:cNvSpPr/>
            <p:nvPr/>
          </p:nvSpPr>
          <p:spPr>
            <a:xfrm>
              <a:off x="1850340" y="819200"/>
              <a:ext cx="3257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  <a:endParaRPr lang="pt-PT" sz="1000" b="1" dirty="0"/>
            </a:p>
          </p:txBody>
        </p:sp>
        <p:sp>
          <p:nvSpPr>
            <p:cNvPr id="1923" name="Rectangle 1922">
              <a:extLst>
                <a:ext uri="{FF2B5EF4-FFF2-40B4-BE49-F238E27FC236}">
                  <a16:creationId xmlns:a16="http://schemas.microsoft.com/office/drawing/2014/main" id="{4B1DE9CE-93B0-4F1E-A4B8-09D7851ACB6B}"/>
                </a:ext>
              </a:extLst>
            </p:cNvPr>
            <p:cNvSpPr/>
            <p:nvPr/>
          </p:nvSpPr>
          <p:spPr>
            <a:xfrm rot="16200000">
              <a:off x="1574913" y="59227"/>
              <a:ext cx="69762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pt-PT" sz="4000" b="1" dirty="0"/>
            </a:p>
          </p:txBody>
        </p:sp>
      </p:grpSp>
      <p:grpSp>
        <p:nvGrpSpPr>
          <p:cNvPr id="1927" name="Group 1926">
            <a:extLst>
              <a:ext uri="{FF2B5EF4-FFF2-40B4-BE49-F238E27FC236}">
                <a16:creationId xmlns:a16="http://schemas.microsoft.com/office/drawing/2014/main" id="{FEFD9065-EFB0-49F8-BB18-5D429D25F1DC}"/>
              </a:ext>
            </a:extLst>
          </p:cNvPr>
          <p:cNvGrpSpPr/>
          <p:nvPr/>
        </p:nvGrpSpPr>
        <p:grpSpPr>
          <a:xfrm>
            <a:off x="2422824" y="6950152"/>
            <a:ext cx="3567604" cy="707886"/>
            <a:chOff x="2422824" y="-1379059"/>
            <a:chExt cx="3567604" cy="707886"/>
          </a:xfrm>
        </p:grpSpPr>
        <p:sp>
          <p:nvSpPr>
            <p:cNvPr id="1941" name="Rectangle 1940">
              <a:extLst>
                <a:ext uri="{FF2B5EF4-FFF2-40B4-BE49-F238E27FC236}">
                  <a16:creationId xmlns:a16="http://schemas.microsoft.com/office/drawing/2014/main" id="{488008C0-8C85-4F41-ABD2-7F62E330BA90}"/>
                </a:ext>
              </a:extLst>
            </p:cNvPr>
            <p:cNvSpPr/>
            <p:nvPr/>
          </p:nvSpPr>
          <p:spPr>
            <a:xfrm>
              <a:off x="2422824" y="-1379059"/>
              <a:ext cx="55496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pt-PT" sz="4000" b="1" dirty="0"/>
            </a:p>
          </p:txBody>
        </p:sp>
        <p:sp>
          <p:nvSpPr>
            <p:cNvPr id="1942" name="Rectangle 1941">
              <a:extLst>
                <a:ext uri="{FF2B5EF4-FFF2-40B4-BE49-F238E27FC236}">
                  <a16:creationId xmlns:a16="http://schemas.microsoft.com/office/drawing/2014/main" id="{970FC276-2F73-47F4-B304-7B5DD31F8DE2}"/>
                </a:ext>
              </a:extLst>
            </p:cNvPr>
            <p:cNvSpPr/>
            <p:nvPr/>
          </p:nvSpPr>
          <p:spPr>
            <a:xfrm>
              <a:off x="3183199" y="-1379059"/>
              <a:ext cx="55496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pt-PT" sz="4000" b="1" dirty="0"/>
            </a:p>
          </p:txBody>
        </p:sp>
        <p:sp>
          <p:nvSpPr>
            <p:cNvPr id="1943" name="Rectangle 1942">
              <a:extLst>
                <a:ext uri="{FF2B5EF4-FFF2-40B4-BE49-F238E27FC236}">
                  <a16:creationId xmlns:a16="http://schemas.microsoft.com/office/drawing/2014/main" id="{95F10E50-FD7A-4ED2-9B42-52B8F627B573}"/>
                </a:ext>
              </a:extLst>
            </p:cNvPr>
            <p:cNvSpPr/>
            <p:nvPr/>
          </p:nvSpPr>
          <p:spPr>
            <a:xfrm>
              <a:off x="3943574" y="-1379059"/>
              <a:ext cx="55496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pt-PT" sz="4000" b="1" dirty="0"/>
            </a:p>
          </p:txBody>
        </p:sp>
        <p:sp>
          <p:nvSpPr>
            <p:cNvPr id="1944" name="Rectangle 1943">
              <a:extLst>
                <a:ext uri="{FF2B5EF4-FFF2-40B4-BE49-F238E27FC236}">
                  <a16:creationId xmlns:a16="http://schemas.microsoft.com/office/drawing/2014/main" id="{E2D0B587-B0D8-45F4-B061-BB1A361A8C34}"/>
                </a:ext>
              </a:extLst>
            </p:cNvPr>
            <p:cNvSpPr/>
            <p:nvPr/>
          </p:nvSpPr>
          <p:spPr>
            <a:xfrm>
              <a:off x="4703949" y="-1379059"/>
              <a:ext cx="55496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pt-PT" sz="4000" b="1" dirty="0"/>
            </a:p>
          </p:txBody>
        </p:sp>
        <p:sp>
          <p:nvSpPr>
            <p:cNvPr id="1945" name="Rectangle 1944">
              <a:extLst>
                <a:ext uri="{FF2B5EF4-FFF2-40B4-BE49-F238E27FC236}">
                  <a16:creationId xmlns:a16="http://schemas.microsoft.com/office/drawing/2014/main" id="{1E768338-E1CB-45A3-BD48-49506D316090}"/>
                </a:ext>
              </a:extLst>
            </p:cNvPr>
            <p:cNvSpPr/>
            <p:nvPr/>
          </p:nvSpPr>
          <p:spPr>
            <a:xfrm>
              <a:off x="5464322" y="-1379059"/>
              <a:ext cx="526106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pt-PT" sz="4000" b="1" dirty="0"/>
            </a:p>
          </p:txBody>
        </p:sp>
      </p:grpSp>
      <p:grpSp>
        <p:nvGrpSpPr>
          <p:cNvPr id="1928" name="Group 1927">
            <a:extLst>
              <a:ext uri="{FF2B5EF4-FFF2-40B4-BE49-F238E27FC236}">
                <a16:creationId xmlns:a16="http://schemas.microsoft.com/office/drawing/2014/main" id="{9D75D95D-8BC4-4BA2-B1E4-545C25AE3F6A}"/>
              </a:ext>
            </a:extLst>
          </p:cNvPr>
          <p:cNvGrpSpPr/>
          <p:nvPr/>
        </p:nvGrpSpPr>
        <p:grpSpPr>
          <a:xfrm>
            <a:off x="6128119" y="6950152"/>
            <a:ext cx="1883962" cy="461665"/>
            <a:chOff x="2422824" y="-1379059"/>
            <a:chExt cx="3750600" cy="919084"/>
          </a:xfrm>
        </p:grpSpPr>
        <p:sp>
          <p:nvSpPr>
            <p:cNvPr id="1936" name="Rectangle 1935">
              <a:extLst>
                <a:ext uri="{FF2B5EF4-FFF2-40B4-BE49-F238E27FC236}">
                  <a16:creationId xmlns:a16="http://schemas.microsoft.com/office/drawing/2014/main" id="{0AFEA558-9F51-4563-884A-276E7D0E15F7}"/>
                </a:ext>
              </a:extLst>
            </p:cNvPr>
            <p:cNvSpPr/>
            <p:nvPr/>
          </p:nvSpPr>
          <p:spPr>
            <a:xfrm>
              <a:off x="2422824" y="-1379059"/>
              <a:ext cx="741013" cy="919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pt-PT" sz="2400" b="1" dirty="0"/>
            </a:p>
          </p:txBody>
        </p:sp>
        <p:sp>
          <p:nvSpPr>
            <p:cNvPr id="1937" name="Rectangle 1936">
              <a:extLst>
                <a:ext uri="{FF2B5EF4-FFF2-40B4-BE49-F238E27FC236}">
                  <a16:creationId xmlns:a16="http://schemas.microsoft.com/office/drawing/2014/main" id="{CCF94DEB-F9EF-434B-8C07-210A65F35F71}"/>
                </a:ext>
              </a:extLst>
            </p:cNvPr>
            <p:cNvSpPr/>
            <p:nvPr/>
          </p:nvSpPr>
          <p:spPr>
            <a:xfrm>
              <a:off x="3183200" y="-1379059"/>
              <a:ext cx="843133" cy="919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endParaRPr lang="pt-PT" sz="2400" b="1" dirty="0"/>
            </a:p>
          </p:txBody>
        </p:sp>
        <p:sp>
          <p:nvSpPr>
            <p:cNvPr id="1938" name="Rectangle 1937">
              <a:extLst>
                <a:ext uri="{FF2B5EF4-FFF2-40B4-BE49-F238E27FC236}">
                  <a16:creationId xmlns:a16="http://schemas.microsoft.com/office/drawing/2014/main" id="{A0A57290-A134-4AE4-AB72-B7D27630A491}"/>
                </a:ext>
              </a:extLst>
            </p:cNvPr>
            <p:cNvSpPr/>
            <p:nvPr/>
          </p:nvSpPr>
          <p:spPr>
            <a:xfrm>
              <a:off x="3943573" y="-1379059"/>
              <a:ext cx="811221" cy="919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endParaRPr lang="pt-PT" sz="2400" b="1" dirty="0"/>
            </a:p>
          </p:txBody>
        </p:sp>
        <p:sp>
          <p:nvSpPr>
            <p:cNvPr id="1939" name="Rectangle 1938">
              <a:extLst>
                <a:ext uri="{FF2B5EF4-FFF2-40B4-BE49-F238E27FC236}">
                  <a16:creationId xmlns:a16="http://schemas.microsoft.com/office/drawing/2014/main" id="{00A7B3FA-A681-4F2C-9890-65E9F33EFE12}"/>
                </a:ext>
              </a:extLst>
            </p:cNvPr>
            <p:cNvSpPr/>
            <p:nvPr/>
          </p:nvSpPr>
          <p:spPr>
            <a:xfrm>
              <a:off x="4764307" y="-1379059"/>
              <a:ext cx="536773" cy="919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pt-PT" sz="2400" b="1" dirty="0"/>
            </a:p>
          </p:txBody>
        </p:sp>
        <p:sp>
          <p:nvSpPr>
            <p:cNvPr id="1940" name="Rectangle 1939">
              <a:extLst>
                <a:ext uri="{FF2B5EF4-FFF2-40B4-BE49-F238E27FC236}">
                  <a16:creationId xmlns:a16="http://schemas.microsoft.com/office/drawing/2014/main" id="{796D4D50-E637-46D9-9403-296C91AAAFFA}"/>
                </a:ext>
              </a:extLst>
            </p:cNvPr>
            <p:cNvSpPr/>
            <p:nvPr/>
          </p:nvSpPr>
          <p:spPr>
            <a:xfrm>
              <a:off x="5464323" y="-1379059"/>
              <a:ext cx="709101" cy="919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endParaRPr lang="pt-PT" sz="2400" b="1" dirty="0"/>
            </a:p>
          </p:txBody>
        </p:sp>
      </p:grpSp>
      <p:grpSp>
        <p:nvGrpSpPr>
          <p:cNvPr id="1929" name="Group 1928">
            <a:extLst>
              <a:ext uri="{FF2B5EF4-FFF2-40B4-BE49-F238E27FC236}">
                <a16:creationId xmlns:a16="http://schemas.microsoft.com/office/drawing/2014/main" id="{DED57ECF-8108-463A-A7FF-32897087C3F3}"/>
              </a:ext>
            </a:extLst>
          </p:cNvPr>
          <p:cNvGrpSpPr/>
          <p:nvPr/>
        </p:nvGrpSpPr>
        <p:grpSpPr>
          <a:xfrm>
            <a:off x="7998409" y="7000954"/>
            <a:ext cx="328451" cy="221480"/>
            <a:chOff x="2422824" y="-1379059"/>
            <a:chExt cx="1284383" cy="490178"/>
          </a:xfrm>
        </p:grpSpPr>
        <p:sp>
          <p:nvSpPr>
            <p:cNvPr id="1931" name="Rectangle 1930">
              <a:extLst>
                <a:ext uri="{FF2B5EF4-FFF2-40B4-BE49-F238E27FC236}">
                  <a16:creationId xmlns:a16="http://schemas.microsoft.com/office/drawing/2014/main" id="{3E1FFB67-E2EB-468A-9988-FCDB519E878C}"/>
                </a:ext>
              </a:extLst>
            </p:cNvPr>
            <p:cNvSpPr/>
            <p:nvPr/>
          </p:nvSpPr>
          <p:spPr>
            <a:xfrm>
              <a:off x="2422824" y="-1379059"/>
              <a:ext cx="552727" cy="490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endParaRPr lang="pt-PT" sz="1000" b="1" dirty="0"/>
            </a:p>
          </p:txBody>
        </p:sp>
        <p:sp>
          <p:nvSpPr>
            <p:cNvPr id="1932" name="Rectangle 1931">
              <a:extLst>
                <a:ext uri="{FF2B5EF4-FFF2-40B4-BE49-F238E27FC236}">
                  <a16:creationId xmlns:a16="http://schemas.microsoft.com/office/drawing/2014/main" id="{E969239E-3107-47D7-99FB-388A72FC1D7C}"/>
                </a:ext>
              </a:extLst>
            </p:cNvPr>
            <p:cNvSpPr/>
            <p:nvPr/>
          </p:nvSpPr>
          <p:spPr>
            <a:xfrm>
              <a:off x="3183200" y="-1379059"/>
              <a:ext cx="524007" cy="490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endParaRPr lang="pt-PT" sz="1000" b="1" dirty="0"/>
            </a:p>
          </p:txBody>
        </p:sp>
      </p:grpSp>
      <p:sp>
        <p:nvSpPr>
          <p:cNvPr id="1930" name="Rectangle 1929">
            <a:extLst>
              <a:ext uri="{FF2B5EF4-FFF2-40B4-BE49-F238E27FC236}">
                <a16:creationId xmlns:a16="http://schemas.microsoft.com/office/drawing/2014/main" id="{C34068AD-87C9-4315-A1D0-A027087D83C6}"/>
              </a:ext>
            </a:extLst>
          </p:cNvPr>
          <p:cNvSpPr/>
          <p:nvPr/>
        </p:nvSpPr>
        <p:spPr>
          <a:xfrm>
            <a:off x="8434963" y="6647011"/>
            <a:ext cx="69762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pt-PT" sz="4000" b="1" dirty="0"/>
          </a:p>
        </p:txBody>
      </p:sp>
    </p:spTree>
    <p:extLst>
      <p:ext uri="{BB962C8B-B14F-4D97-AF65-F5344CB8AC3E}">
        <p14:creationId xmlns:p14="http://schemas.microsoft.com/office/powerpoint/2010/main" val="52086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49651A5D-58A0-46F4-855D-C70B729B9162}"/>
              </a:ext>
            </a:extLst>
          </p:cNvPr>
          <p:cNvGrpSpPr/>
          <p:nvPr/>
        </p:nvGrpSpPr>
        <p:grpSpPr>
          <a:xfrm>
            <a:off x="5173187" y="259721"/>
            <a:ext cx="6096000" cy="6096000"/>
            <a:chOff x="6102625" y="-6624"/>
            <a:chExt cx="6096000" cy="6096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0B5D0E-9B46-40BA-8600-BA64434E330D}"/>
                </a:ext>
              </a:extLst>
            </p:cNvPr>
            <p:cNvGrpSpPr/>
            <p:nvPr/>
          </p:nvGrpSpPr>
          <p:grpSpPr>
            <a:xfrm>
              <a:off x="6102625" y="-6624"/>
              <a:ext cx="6096000" cy="6096000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4B7043-0D74-4AF8-9D9B-6F59631FB7F9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BB6CCB-514D-4F11-B75D-1BE692D02946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9996AD3-01DA-4843-8B1F-1471B9ED1855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1533BB-F16D-4B2B-B9FC-1CA84FE3D6B4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54D39B-4DC3-4E1C-B0F2-8D27D510F65C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AE1072-2718-4A2C-B1CE-47A87CE20E82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973E0A-DAEF-4FFC-B21B-5C5358DFFAFB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811856-23DD-4E94-87F4-D0F78898BF03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C6B024-3C9A-4A71-9772-756FEE71284C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9B74EA-A5B1-4804-BB38-97BBE6766B97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7D2ABC6-6DB3-463B-AE69-ED288C7890BC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61C1202-0F97-476C-87C5-0E0FAE14B0E9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B56DC5-4341-4D7F-822F-26AB87DE848D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26E8D9-C482-4EBD-9122-952EAD33DCC0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D14918-CBD2-4AD6-A9D5-B898498B119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6E007D-8552-4F37-BFCF-9CCC2098868E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B37DC7E-BE40-4515-B4D3-58621141C77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CABCC10-21BC-4A3E-8A15-89412C499DB1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BF4D14B-CFE9-44CC-A9EE-B63B395E1B63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C389A39-A3D6-4376-AFAF-B0937BF2E026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F950BA6-4285-4BCD-88B4-A147879498B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57C000B-C503-4E5A-8125-9638D4CE8EC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BED8F2A-C48C-414C-BE6C-EBBB10AEDE6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12D9533-E854-4354-B09F-F8A4AF8B3CC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463024BE-A1BA-43DC-9BD1-64A4BE20147F}"/>
                </a:ext>
              </a:extLst>
            </p:cNvPr>
            <p:cNvGrpSpPr/>
            <p:nvPr/>
          </p:nvGrpSpPr>
          <p:grpSpPr>
            <a:xfrm>
              <a:off x="9153934" y="-6624"/>
              <a:ext cx="3044691" cy="304469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D7AED2A8-4A6F-4E16-8B28-BF84CCFCB1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CCAB2983-FC4A-41CF-ACF8-5319AA74E6D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5BE789E1-CE0E-4588-A57F-E474BB3B974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51291168-820B-466A-8FD5-D65A27947AA9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A77A49ED-3E40-40BC-A8CD-86B3C0F1AD28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DF1A6C3C-3ACB-4076-AFA1-598781BC25C0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DAAFF210-1F50-4921-9704-CB1C28932302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D5D26577-8049-447A-B949-7C4E64C336E8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D4527281-5022-425F-83C8-017B4E07247E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CF68A7AE-8FA5-4248-A812-960D30E8DECD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B608DAF-194C-4130-9CE7-8694ACE8D8D8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8857AF85-3C3B-4858-A009-E0CCBF9AC3E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98E6AE05-8A97-4387-89ED-6D40945FC04E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0BF13956-0A51-425B-98BD-02EED6F0C0D5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18BA983B-FD1B-4390-817A-59FBE49CD7DF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FF6038D1-B5EA-4827-A8C8-039E46F16D38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64289FB4-D4EF-4B1A-A61C-9CB0618D1CFB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9000E4D0-B0EA-4FF0-A149-1F49BBE0E37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E0D49024-2C3D-42CF-93A1-B925448616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0EFAFCF3-F51D-4DC0-BF0D-732472B21296}"/>
                  </a:ext>
                </a:extLst>
              </p:cNvPr>
              <p:cNvSpPr/>
              <p:nvPr/>
            </p:nvSpPr>
            <p:spPr>
              <a:xfrm>
                <a:off x="3818462" y="3876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8383D233-5E40-45A5-8FC0-D262E4707F8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A70F030A-B8A7-4C40-B63C-D1E0FB276D78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F676F6AE-E028-4EF5-98D2-F4F51CF2252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9" name="Rectangle 1058">
                <a:extLst>
                  <a:ext uri="{FF2B5EF4-FFF2-40B4-BE49-F238E27FC236}">
                    <a16:creationId xmlns:a16="http://schemas.microsoft.com/office/drawing/2014/main" id="{FFF0FF8E-5F4E-47F6-970A-3CE073CFD8D7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0" name="Rectangle 1059">
                <a:extLst>
                  <a:ext uri="{FF2B5EF4-FFF2-40B4-BE49-F238E27FC236}">
                    <a16:creationId xmlns:a16="http://schemas.microsoft.com/office/drawing/2014/main" id="{5E54C8BE-905D-423D-9BA0-0FDDC908A97C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07BFE535-F48C-4B7C-A2BF-7C316FD23760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8743320F-0E53-4462-882D-2DA46D091B1C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5457C7B0-5702-4746-AF09-432E363EAA8E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4" name="Rectangle 1063">
                <a:extLst>
                  <a:ext uri="{FF2B5EF4-FFF2-40B4-BE49-F238E27FC236}">
                    <a16:creationId xmlns:a16="http://schemas.microsoft.com/office/drawing/2014/main" id="{8BD7C8CF-E90A-4148-A324-850747F82EFD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F9A09D81-8169-4A85-8AC0-8A33CCF9CCDF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DC2FA143-A333-4054-82E5-3C0A8B8B0D8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Rectangle 1066">
                <a:extLst>
                  <a:ext uri="{FF2B5EF4-FFF2-40B4-BE49-F238E27FC236}">
                    <a16:creationId xmlns:a16="http://schemas.microsoft.com/office/drawing/2014/main" id="{5EAE89D6-5F91-40D8-9899-BB04F29490E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Rectangle 1067">
                <a:extLst>
                  <a:ext uri="{FF2B5EF4-FFF2-40B4-BE49-F238E27FC236}">
                    <a16:creationId xmlns:a16="http://schemas.microsoft.com/office/drawing/2014/main" id="{89BBD200-0412-4025-9F8A-3F4D2C608BD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Rectangle 1068">
                <a:extLst>
                  <a:ext uri="{FF2B5EF4-FFF2-40B4-BE49-F238E27FC236}">
                    <a16:creationId xmlns:a16="http://schemas.microsoft.com/office/drawing/2014/main" id="{5F62885E-4859-4380-8A35-C2BA24D82E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0" name="Rectangle 1069">
                <a:extLst>
                  <a:ext uri="{FF2B5EF4-FFF2-40B4-BE49-F238E27FC236}">
                    <a16:creationId xmlns:a16="http://schemas.microsoft.com/office/drawing/2014/main" id="{032002A5-EF8B-4DAD-B6AC-73BDCDADF5DA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04C2FD69-0E26-47AE-B1CD-2E73DEDDB59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Rectangle 1071">
                <a:extLst>
                  <a:ext uri="{FF2B5EF4-FFF2-40B4-BE49-F238E27FC236}">
                    <a16:creationId xmlns:a16="http://schemas.microsoft.com/office/drawing/2014/main" id="{1A008899-99AC-4271-BDB4-5B14BF55426D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Rectangle 1072">
                <a:extLst>
                  <a:ext uri="{FF2B5EF4-FFF2-40B4-BE49-F238E27FC236}">
                    <a16:creationId xmlns:a16="http://schemas.microsoft.com/office/drawing/2014/main" id="{564476F1-4078-41B6-AB47-B9EFA18EDD98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4" name="Rectangle 1073">
                <a:extLst>
                  <a:ext uri="{FF2B5EF4-FFF2-40B4-BE49-F238E27FC236}">
                    <a16:creationId xmlns:a16="http://schemas.microsoft.com/office/drawing/2014/main" id="{9E9F6C0A-A037-4E99-A13E-4C1EDD5DB0F1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5" name="Rectangle 1074">
                <a:extLst>
                  <a:ext uri="{FF2B5EF4-FFF2-40B4-BE49-F238E27FC236}">
                    <a16:creationId xmlns:a16="http://schemas.microsoft.com/office/drawing/2014/main" id="{E150B676-FB10-4187-BF12-0A763AB5BE9B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Rectangle 1075">
                <a:extLst>
                  <a:ext uri="{FF2B5EF4-FFF2-40B4-BE49-F238E27FC236}">
                    <a16:creationId xmlns:a16="http://schemas.microsoft.com/office/drawing/2014/main" id="{811AC914-42E4-4014-B4BE-B1C7BF87C984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Rectangle 1076">
                <a:extLst>
                  <a:ext uri="{FF2B5EF4-FFF2-40B4-BE49-F238E27FC236}">
                    <a16:creationId xmlns:a16="http://schemas.microsoft.com/office/drawing/2014/main" id="{AA35207D-1D92-48FF-A20A-AAFCC9C275A2}"/>
                  </a:ext>
                </a:extLst>
              </p:cNvPr>
              <p:cNvSpPr/>
              <p:nvPr/>
            </p:nvSpPr>
            <p:spPr>
              <a:xfrm>
                <a:off x="4580464" y="2352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Rectangle 1077">
                <a:extLst>
                  <a:ext uri="{FF2B5EF4-FFF2-40B4-BE49-F238E27FC236}">
                    <a16:creationId xmlns:a16="http://schemas.microsoft.com/office/drawing/2014/main" id="{1D9018D6-6233-4FE3-AA7B-CF0729503484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Rectangle 1078">
                <a:extLst>
                  <a:ext uri="{FF2B5EF4-FFF2-40B4-BE49-F238E27FC236}">
                    <a16:creationId xmlns:a16="http://schemas.microsoft.com/office/drawing/2014/main" id="{DC8FC1D5-0312-4C8E-9A2F-51870161FC1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Rectangle 1079">
                <a:extLst>
                  <a:ext uri="{FF2B5EF4-FFF2-40B4-BE49-F238E27FC236}">
                    <a16:creationId xmlns:a16="http://schemas.microsoft.com/office/drawing/2014/main" id="{BB188129-9E82-4769-BF48-851E7FD1B8D5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68C973AE-D087-492A-A6CA-950A544AE00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Rectangle 1081">
                <a:extLst>
                  <a:ext uri="{FF2B5EF4-FFF2-40B4-BE49-F238E27FC236}">
                    <a16:creationId xmlns:a16="http://schemas.microsoft.com/office/drawing/2014/main" id="{7892E2B2-2BAA-4DE3-B9A8-16DA492E89F8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3" name="Rectangle 1082">
                <a:extLst>
                  <a:ext uri="{FF2B5EF4-FFF2-40B4-BE49-F238E27FC236}">
                    <a16:creationId xmlns:a16="http://schemas.microsoft.com/office/drawing/2014/main" id="{CC5E4391-9B5B-4A9B-8964-7AD7D55223CF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59AC59A-5364-490E-B116-33649A5DAD1F}"/>
                </a:ext>
              </a:extLst>
            </p:cNvPr>
            <p:cNvGrpSpPr/>
            <p:nvPr/>
          </p:nvGrpSpPr>
          <p:grpSpPr>
            <a:xfrm>
              <a:off x="10676278" y="-6624"/>
              <a:ext cx="1522347" cy="1522347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87" name="Rectangle 1086">
                <a:extLst>
                  <a:ext uri="{FF2B5EF4-FFF2-40B4-BE49-F238E27FC236}">
                    <a16:creationId xmlns:a16="http://schemas.microsoft.com/office/drawing/2014/main" id="{951E01C8-AE5D-4016-A79F-030D8D10B3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8" name="Rectangle 1087">
                <a:extLst>
                  <a:ext uri="{FF2B5EF4-FFF2-40B4-BE49-F238E27FC236}">
                    <a16:creationId xmlns:a16="http://schemas.microsoft.com/office/drawing/2014/main" id="{5085B363-72B3-463D-9BB6-534EC194E091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9" name="Rectangle 1088">
                <a:extLst>
                  <a:ext uri="{FF2B5EF4-FFF2-40B4-BE49-F238E27FC236}">
                    <a16:creationId xmlns:a16="http://schemas.microsoft.com/office/drawing/2014/main" id="{D51639D3-150C-4CD1-A98E-6D6BE7D13D6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0" name="Rectangle 1089">
                <a:extLst>
                  <a:ext uri="{FF2B5EF4-FFF2-40B4-BE49-F238E27FC236}">
                    <a16:creationId xmlns:a16="http://schemas.microsoft.com/office/drawing/2014/main" id="{E723992D-A264-4C44-B4A5-540F4B79F97B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11BC14CA-89F0-4328-88D0-E292302A8A15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2" name="Rectangle 1091">
                <a:extLst>
                  <a:ext uri="{FF2B5EF4-FFF2-40B4-BE49-F238E27FC236}">
                    <a16:creationId xmlns:a16="http://schemas.microsoft.com/office/drawing/2014/main" id="{6975C6EC-3325-4F48-B922-772DD0632BB1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3" name="Rectangle 1092">
                <a:extLst>
                  <a:ext uri="{FF2B5EF4-FFF2-40B4-BE49-F238E27FC236}">
                    <a16:creationId xmlns:a16="http://schemas.microsoft.com/office/drawing/2014/main" id="{D530EA5A-422A-4CFC-B31D-64A4B0D49639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4" name="Rectangle 1093">
                <a:extLst>
                  <a:ext uri="{FF2B5EF4-FFF2-40B4-BE49-F238E27FC236}">
                    <a16:creationId xmlns:a16="http://schemas.microsoft.com/office/drawing/2014/main" id="{68198816-6330-4393-B81A-B674FCFDADFD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5" name="Rectangle 1094">
                <a:extLst>
                  <a:ext uri="{FF2B5EF4-FFF2-40B4-BE49-F238E27FC236}">
                    <a16:creationId xmlns:a16="http://schemas.microsoft.com/office/drawing/2014/main" id="{50FF1109-3BE6-4445-AD75-0CC1632B0C4F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6" name="Rectangle 1095">
                <a:extLst>
                  <a:ext uri="{FF2B5EF4-FFF2-40B4-BE49-F238E27FC236}">
                    <a16:creationId xmlns:a16="http://schemas.microsoft.com/office/drawing/2014/main" id="{9234D973-78C1-4B1C-ABB6-D69EE150474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7" name="Rectangle 1096">
                <a:extLst>
                  <a:ext uri="{FF2B5EF4-FFF2-40B4-BE49-F238E27FC236}">
                    <a16:creationId xmlns:a16="http://schemas.microsoft.com/office/drawing/2014/main" id="{8D90A5AC-E964-43B8-9A0D-33B9125A96E3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8" name="Rectangle 1097">
                <a:extLst>
                  <a:ext uri="{FF2B5EF4-FFF2-40B4-BE49-F238E27FC236}">
                    <a16:creationId xmlns:a16="http://schemas.microsoft.com/office/drawing/2014/main" id="{C214A494-D36A-4053-8A5D-BD47DC215C28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5F12B3CC-F061-4832-AE36-220FD490A92F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0" name="Rectangle 1099">
                <a:extLst>
                  <a:ext uri="{FF2B5EF4-FFF2-40B4-BE49-F238E27FC236}">
                    <a16:creationId xmlns:a16="http://schemas.microsoft.com/office/drawing/2014/main" id="{908EF2FC-38D4-429A-98D5-3A98B9BA3FE8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70A908E8-B77C-4668-9187-AB7650480EC5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2" name="Rectangle 1101">
                <a:extLst>
                  <a:ext uri="{FF2B5EF4-FFF2-40B4-BE49-F238E27FC236}">
                    <a16:creationId xmlns:a16="http://schemas.microsoft.com/office/drawing/2014/main" id="{59D59B67-FD1A-468B-A917-F177CF12E56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3" name="Rectangle 1102">
                <a:extLst>
                  <a:ext uri="{FF2B5EF4-FFF2-40B4-BE49-F238E27FC236}">
                    <a16:creationId xmlns:a16="http://schemas.microsoft.com/office/drawing/2014/main" id="{96B614A8-5E61-4C03-AF9C-177F64C5016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4" name="Rectangle 1103">
                <a:extLst>
                  <a:ext uri="{FF2B5EF4-FFF2-40B4-BE49-F238E27FC236}">
                    <a16:creationId xmlns:a16="http://schemas.microsoft.com/office/drawing/2014/main" id="{D86A6FBF-5548-4BBE-B982-63FBF493E50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CA035496-562D-43BC-B3C4-15217B676C30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00999525-FB9A-4A8A-ABA0-516C406E81B8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D52B38CD-33B1-4E48-902A-91CDEF00C93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EC5F1204-486A-46C3-BB0D-F6B245EBE9E0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42FCC5E3-892F-418B-984D-9F24EBCD5677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AEEF97A2-E5D7-4CC2-BED1-8FE354053EDE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C4DD50DB-48FB-472E-9D82-E9DE66704641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884913B3-670D-4823-A778-369C897F38A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3C7793FA-F09F-42B7-B0A6-0225566A9B60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2474A380-04A7-431A-B7B0-1A28C709FF47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11EAC71F-2598-4932-B625-D1106F922DC4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6" name="Rectangle 1115">
                <a:extLst>
                  <a:ext uri="{FF2B5EF4-FFF2-40B4-BE49-F238E27FC236}">
                    <a16:creationId xmlns:a16="http://schemas.microsoft.com/office/drawing/2014/main" id="{0458C28A-28C6-4710-A453-C59E0F265E0B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4D972D7B-601A-4695-91B5-C4A34CA4852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C67CEF4A-0011-4DE2-8B70-7ACE704877EC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9" name="Rectangle 1118">
                <a:extLst>
                  <a:ext uri="{FF2B5EF4-FFF2-40B4-BE49-F238E27FC236}">
                    <a16:creationId xmlns:a16="http://schemas.microsoft.com/office/drawing/2014/main" id="{16F57A42-1131-4BDE-A0BE-9B15497B77DD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D30EC61-95AD-45C8-B9A5-F31119E116D4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994D4375-BB7A-4066-B384-1CCCADCD0195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045E2A90-5405-4221-B7F9-949205BB5F58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461CC694-6454-4B82-8801-CAB3C95EA4D8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F2AC7E4F-C6EC-456F-B298-2C37CEB2868A}"/>
                  </a:ext>
                </a:extLst>
              </p:cNvPr>
              <p:cNvSpPr/>
              <p:nvPr/>
            </p:nvSpPr>
            <p:spPr>
              <a:xfrm>
                <a:off x="3818461" y="1590685"/>
                <a:ext cx="761998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1717A996-E42F-451D-BF11-CD897631030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B5D50F4E-2A8D-4B13-921B-4ABABC18674F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449295DB-E0E2-4902-AD91-DDF7C1DA6939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B874E706-6BB6-4F9F-AC62-E50EA6DC530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778ACB4-F9CE-4700-B761-0908E2CA1408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1F3BBCC1-DEC1-4443-A531-DB8B8E54385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3FDC97F4-5F19-4C85-B0B6-C213AB5DCCD6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050AF411-612C-4A66-AA1A-9B01C04D6BB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A2C4A938-77A9-4EC1-8944-4C89EFECAB2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94E57DF6-B5B9-4668-AF12-9A886D1301BD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C1350E11-9C77-4BC4-91AE-FDEC7BBC652D}"/>
                </a:ext>
              </a:extLst>
            </p:cNvPr>
            <p:cNvGrpSpPr/>
            <p:nvPr/>
          </p:nvGrpSpPr>
          <p:grpSpPr>
            <a:xfrm>
              <a:off x="11438279" y="-6624"/>
              <a:ext cx="760346" cy="760346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11D48F12-334A-48E1-BE99-4F9AF4E2305F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AF7002FD-F149-4FF3-A10E-62F2866B2818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0" name="Rectangle 1139">
                <a:extLst>
                  <a:ext uri="{FF2B5EF4-FFF2-40B4-BE49-F238E27FC236}">
                    <a16:creationId xmlns:a16="http://schemas.microsoft.com/office/drawing/2014/main" id="{49AB2014-734B-4E0B-981C-26A64B36F90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B55CE276-E0E8-4EDB-B80F-D959790F3DFE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8BC0DABE-DFE5-46A8-A57F-71096166A429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4195BD80-744B-424D-BF3B-5267038E2D97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EEC0F2F3-57B4-4008-A2EC-A37768833B15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5" name="Rectangle 1144">
                <a:extLst>
                  <a:ext uri="{FF2B5EF4-FFF2-40B4-BE49-F238E27FC236}">
                    <a16:creationId xmlns:a16="http://schemas.microsoft.com/office/drawing/2014/main" id="{D61C880B-6072-4F45-84E1-202D10AE579A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6" name="Rectangle 1145">
                <a:extLst>
                  <a:ext uri="{FF2B5EF4-FFF2-40B4-BE49-F238E27FC236}">
                    <a16:creationId xmlns:a16="http://schemas.microsoft.com/office/drawing/2014/main" id="{D79C0686-5C80-470F-AAC9-67CDC4F3C03B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721726F9-31BA-42E0-8FEC-9A2D746E709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B27D421B-C3EC-479B-9A51-2DBAB92DBF50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9" name="Rectangle 1148">
                <a:extLst>
                  <a:ext uri="{FF2B5EF4-FFF2-40B4-BE49-F238E27FC236}">
                    <a16:creationId xmlns:a16="http://schemas.microsoft.com/office/drawing/2014/main" id="{9BE0B6F4-EE55-40ED-9CAF-846D7811C266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558250F3-748E-4FB6-B074-A8D0CDF0A7B7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3C1BB482-EE62-4937-A97B-2AEBE341208B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2" name="Rectangle 1151">
                <a:extLst>
                  <a:ext uri="{FF2B5EF4-FFF2-40B4-BE49-F238E27FC236}">
                    <a16:creationId xmlns:a16="http://schemas.microsoft.com/office/drawing/2014/main" id="{99045FC9-0DB2-477B-A075-59CF63C5859E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68E522E1-2204-4CD6-B4A4-1652854367D2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4" name="Rectangle 1153">
                <a:extLst>
                  <a:ext uri="{FF2B5EF4-FFF2-40B4-BE49-F238E27FC236}">
                    <a16:creationId xmlns:a16="http://schemas.microsoft.com/office/drawing/2014/main" id="{08AC86E1-7375-44AE-9F49-D0E6466C332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B1B1D1F9-1DB9-428E-9FAF-CF8B3A5D0CA0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7F24ACE6-7FE0-4AB3-9D5B-BAE5D24935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7" name="Rectangle 1156">
                <a:extLst>
                  <a:ext uri="{FF2B5EF4-FFF2-40B4-BE49-F238E27FC236}">
                    <a16:creationId xmlns:a16="http://schemas.microsoft.com/office/drawing/2014/main" id="{04E364A7-8F36-44AE-9F00-DAFD9BDAA8A9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8" name="Rectangle 1157">
                <a:extLst>
                  <a:ext uri="{FF2B5EF4-FFF2-40B4-BE49-F238E27FC236}">
                    <a16:creationId xmlns:a16="http://schemas.microsoft.com/office/drawing/2014/main" id="{F749B6A0-4315-4052-B63E-CDF6018127DA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9" name="Rectangle 1158">
                <a:extLst>
                  <a:ext uri="{FF2B5EF4-FFF2-40B4-BE49-F238E27FC236}">
                    <a16:creationId xmlns:a16="http://schemas.microsoft.com/office/drawing/2014/main" id="{6BEB9C1B-1C63-4752-A048-0AF255A238D5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0" name="Rectangle 1159">
                <a:extLst>
                  <a:ext uri="{FF2B5EF4-FFF2-40B4-BE49-F238E27FC236}">
                    <a16:creationId xmlns:a16="http://schemas.microsoft.com/office/drawing/2014/main" id="{718295FD-64E3-4AD8-BC15-7D19FD897CB2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E84548BE-B643-4867-B370-58188AEBFC62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BD0B29D4-AF54-439F-AEFE-4F6D8EBDB5B9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3" name="Rectangle 1162">
                <a:extLst>
                  <a:ext uri="{FF2B5EF4-FFF2-40B4-BE49-F238E27FC236}">
                    <a16:creationId xmlns:a16="http://schemas.microsoft.com/office/drawing/2014/main" id="{07744A6E-C654-462C-865A-9A704542BBD1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4" name="Rectangle 1163">
                <a:extLst>
                  <a:ext uri="{FF2B5EF4-FFF2-40B4-BE49-F238E27FC236}">
                    <a16:creationId xmlns:a16="http://schemas.microsoft.com/office/drawing/2014/main" id="{74376240-53C9-48D9-99CC-3574ACFE307E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0A3BD210-2A7C-4BCB-BE10-AFAF47EA93AF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6" name="Rectangle 1165">
                <a:extLst>
                  <a:ext uri="{FF2B5EF4-FFF2-40B4-BE49-F238E27FC236}">
                    <a16:creationId xmlns:a16="http://schemas.microsoft.com/office/drawing/2014/main" id="{A8455E02-2A81-4ECC-A903-C72563F047DB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7" name="Rectangle 1166">
                <a:extLst>
                  <a:ext uri="{FF2B5EF4-FFF2-40B4-BE49-F238E27FC236}">
                    <a16:creationId xmlns:a16="http://schemas.microsoft.com/office/drawing/2014/main" id="{9930BCAA-1AC6-4A9D-A47F-2A2DB1AF2CB1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08169534-95A2-4473-8847-062FF1BADCDE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9" name="Rectangle 1168">
                <a:extLst>
                  <a:ext uri="{FF2B5EF4-FFF2-40B4-BE49-F238E27FC236}">
                    <a16:creationId xmlns:a16="http://schemas.microsoft.com/office/drawing/2014/main" id="{4DDDB7B4-48CD-40FE-9DA2-1E7EE1C749F0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6979B59B-DE29-4FFA-9349-CAE4BFEAE70B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1" name="Rectangle 1170">
                <a:extLst>
                  <a:ext uri="{FF2B5EF4-FFF2-40B4-BE49-F238E27FC236}">
                    <a16:creationId xmlns:a16="http://schemas.microsoft.com/office/drawing/2014/main" id="{47CFBB3D-A8C6-4577-8136-5B0251F679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2" name="Rectangle 1171">
                <a:extLst>
                  <a:ext uri="{FF2B5EF4-FFF2-40B4-BE49-F238E27FC236}">
                    <a16:creationId xmlns:a16="http://schemas.microsoft.com/office/drawing/2014/main" id="{C2CB547F-5BBC-4FFA-BBBB-24131C58AD54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EC39CE30-B5A2-493A-85AF-C8C7134D05D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B7F3F1E9-63BB-49E4-884B-D2870E988E2C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5" name="Rectangle 1174">
                <a:extLst>
                  <a:ext uri="{FF2B5EF4-FFF2-40B4-BE49-F238E27FC236}">
                    <a16:creationId xmlns:a16="http://schemas.microsoft.com/office/drawing/2014/main" id="{D190E4E2-ABB9-4214-B542-32B444AA5C0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6" name="Rectangle 1175">
                <a:extLst>
                  <a:ext uri="{FF2B5EF4-FFF2-40B4-BE49-F238E27FC236}">
                    <a16:creationId xmlns:a16="http://schemas.microsoft.com/office/drawing/2014/main" id="{220963B6-CCB7-4EA2-9AD6-E2F8D0C4B4D7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7FC0635E-7254-4D13-85B8-155517CD8D47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BBA2319A-0A92-45A4-93B0-DC0B4EF344EA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BBFB4EC-1CB2-4A08-87D7-FB67F25A0DA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75DA92B7-A8C8-44C8-9BE2-CA1B940ADD5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1" name="Rectangle 1180">
                <a:extLst>
                  <a:ext uri="{FF2B5EF4-FFF2-40B4-BE49-F238E27FC236}">
                    <a16:creationId xmlns:a16="http://schemas.microsoft.com/office/drawing/2014/main" id="{8CFE4E76-BF9F-4DBB-BEC0-CA001F4A6E9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2" name="Rectangle 1181">
                <a:extLst>
                  <a:ext uri="{FF2B5EF4-FFF2-40B4-BE49-F238E27FC236}">
                    <a16:creationId xmlns:a16="http://schemas.microsoft.com/office/drawing/2014/main" id="{98013C28-908C-47C5-8A4C-B1A8D54F2EB9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3" name="Rectangle 1182">
                <a:extLst>
                  <a:ext uri="{FF2B5EF4-FFF2-40B4-BE49-F238E27FC236}">
                    <a16:creationId xmlns:a16="http://schemas.microsoft.com/office/drawing/2014/main" id="{622367A7-80BB-4E58-833F-9F77718D1B25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4" name="Rectangle 1183">
                <a:extLst>
                  <a:ext uri="{FF2B5EF4-FFF2-40B4-BE49-F238E27FC236}">
                    <a16:creationId xmlns:a16="http://schemas.microsoft.com/office/drawing/2014/main" id="{3FCE1A1D-36C2-48B6-96B8-C120FF5CF485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02EDF384-5307-457D-A90E-7DB7C5AE61F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DB7A744B-2CE8-4157-AF12-A015DC91B47E}"/>
                </a:ext>
              </a:extLst>
            </p:cNvPr>
            <p:cNvGrpSpPr/>
            <p:nvPr/>
          </p:nvGrpSpPr>
          <p:grpSpPr>
            <a:xfrm>
              <a:off x="11819071" y="-6624"/>
              <a:ext cx="379553" cy="379553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89" name="Rectangle 1188">
                <a:extLst>
                  <a:ext uri="{FF2B5EF4-FFF2-40B4-BE49-F238E27FC236}">
                    <a16:creationId xmlns:a16="http://schemas.microsoft.com/office/drawing/2014/main" id="{5D22A482-76CD-45BD-9FC7-1E9B010EF706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0" name="Rectangle 1189">
                <a:extLst>
                  <a:ext uri="{FF2B5EF4-FFF2-40B4-BE49-F238E27FC236}">
                    <a16:creationId xmlns:a16="http://schemas.microsoft.com/office/drawing/2014/main" id="{0B56D52B-B839-4BFA-AD8F-FD12A717276F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BB180324-B350-4CB8-A61C-A3A9A513B1B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C574A510-9CA0-4529-9DED-B5F62C522CDD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3" name="Rectangle 1192">
                <a:extLst>
                  <a:ext uri="{FF2B5EF4-FFF2-40B4-BE49-F238E27FC236}">
                    <a16:creationId xmlns:a16="http://schemas.microsoft.com/office/drawing/2014/main" id="{D062E447-E73D-4A35-8637-557523F43073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4" name="Rectangle 1193">
                <a:extLst>
                  <a:ext uri="{FF2B5EF4-FFF2-40B4-BE49-F238E27FC236}">
                    <a16:creationId xmlns:a16="http://schemas.microsoft.com/office/drawing/2014/main" id="{10DDCAE9-412D-4E49-B9B1-72C94431681F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5" name="Rectangle 1194">
                <a:extLst>
                  <a:ext uri="{FF2B5EF4-FFF2-40B4-BE49-F238E27FC236}">
                    <a16:creationId xmlns:a16="http://schemas.microsoft.com/office/drawing/2014/main" id="{933BCD8B-3E18-4CD6-BD64-F4A8B99FA553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6" name="Rectangle 1195">
                <a:extLst>
                  <a:ext uri="{FF2B5EF4-FFF2-40B4-BE49-F238E27FC236}">
                    <a16:creationId xmlns:a16="http://schemas.microsoft.com/office/drawing/2014/main" id="{2C5CB415-F373-4309-8A99-966E81A77B0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7" name="Rectangle 1196">
                <a:extLst>
                  <a:ext uri="{FF2B5EF4-FFF2-40B4-BE49-F238E27FC236}">
                    <a16:creationId xmlns:a16="http://schemas.microsoft.com/office/drawing/2014/main" id="{299130A4-51AF-4841-8259-838C25BCF509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C71AA1F3-9895-4B30-9B8D-901A2C42CB99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9" name="Rectangle 1198">
                <a:extLst>
                  <a:ext uri="{FF2B5EF4-FFF2-40B4-BE49-F238E27FC236}">
                    <a16:creationId xmlns:a16="http://schemas.microsoft.com/office/drawing/2014/main" id="{2A73E712-685A-4123-93FB-A9412B006AA2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2A8B7D9F-F3C5-4C81-B812-96EBD3AE2E2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1" name="Rectangle 1200">
                <a:extLst>
                  <a:ext uri="{FF2B5EF4-FFF2-40B4-BE49-F238E27FC236}">
                    <a16:creationId xmlns:a16="http://schemas.microsoft.com/office/drawing/2014/main" id="{B16C3A81-4E8D-422C-A0B6-C72753A04042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2" name="Rectangle 1201">
                <a:extLst>
                  <a:ext uri="{FF2B5EF4-FFF2-40B4-BE49-F238E27FC236}">
                    <a16:creationId xmlns:a16="http://schemas.microsoft.com/office/drawing/2014/main" id="{F3E7366F-B3FB-4504-8D0E-C04A4DF54D9C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3" name="Rectangle 1202">
                <a:extLst>
                  <a:ext uri="{FF2B5EF4-FFF2-40B4-BE49-F238E27FC236}">
                    <a16:creationId xmlns:a16="http://schemas.microsoft.com/office/drawing/2014/main" id="{7553E57E-5408-4DF5-A09E-2B971EA08F53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D6CE1F82-E8CC-4503-83A3-75418859DEB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5" name="Rectangle 1204">
                <a:extLst>
                  <a:ext uri="{FF2B5EF4-FFF2-40B4-BE49-F238E27FC236}">
                    <a16:creationId xmlns:a16="http://schemas.microsoft.com/office/drawing/2014/main" id="{BBE9930A-33B1-4D60-88BE-A821EA3A00D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50242CF7-13DA-49ED-BD3C-B84EE74C74D7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5FB835C4-C0B4-44FA-B527-1CCCFBBEB621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A3F32B24-5BB1-4A7C-9CC5-AD1528EB5DBB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965B085E-E29D-4CD5-B76B-C3163D7834F7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82ADEAF7-EB32-471A-A3DE-7E5801EC0852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D9F4979A-90DD-422B-B45B-D95874D72283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D9D35B68-AE32-4BAA-99B5-2B51451792B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2E62C4FF-93E2-49C6-B75B-C97C0ECA0B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C90AD371-344C-4D04-AC3E-13ED82F0232B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B53BC285-D9EC-40C9-B8A5-89F1EA5D4BE7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C152D154-EE6C-457D-B1E8-004DFFAD3D09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0490F1E5-0D1B-437C-AA49-66AF3D9CE6DE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708542AF-A7DE-4360-9DA1-FA9012F79DDE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649E3546-0A13-4C1C-B22A-AA530B55502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6F9EAF91-07F3-4F80-A434-80FC9912729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EA0E5D0C-3FBF-4388-80D6-4605FF513C12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1F6B3B05-7D20-4FCA-96D6-B52B7A704135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E5551F73-2B38-48C5-9E18-5190C418F0FB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E74B8C32-093D-4E45-9B9B-06B8E02B6DD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3DAA74C6-4519-4047-B270-BCCB1E09A61F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7380DACC-F2EA-4DBC-AEA2-5EDD3F15085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3F55D93C-E2A5-4C1E-887D-EC225256FCFA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098DD0A1-9507-4970-A132-715A242F8123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AA319802-89C5-4D74-BAF9-0373180B1D76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D972EA2C-764A-4941-BCC9-6B9D6B3FFA3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00DA91A2-7B18-4645-BFF6-3454AE54C3B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2" name="Rectangle 1231">
                <a:extLst>
                  <a:ext uri="{FF2B5EF4-FFF2-40B4-BE49-F238E27FC236}">
                    <a16:creationId xmlns:a16="http://schemas.microsoft.com/office/drawing/2014/main" id="{4AEC27C5-DC98-48FF-B655-F52039BE982E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3" name="Rectangle 1232">
                <a:extLst>
                  <a:ext uri="{FF2B5EF4-FFF2-40B4-BE49-F238E27FC236}">
                    <a16:creationId xmlns:a16="http://schemas.microsoft.com/office/drawing/2014/main" id="{2E0DB8E2-6798-4219-A029-C812F93C162A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FB16A8F2-B87F-4202-A6B2-43222DDA1A5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7F8A2D93-4357-474A-B8CA-DFD86D43B45E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F8D3CA9E-0704-4649-B236-B1D09BE46DAA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38" name="Group 1237">
              <a:extLst>
                <a:ext uri="{FF2B5EF4-FFF2-40B4-BE49-F238E27FC236}">
                  <a16:creationId xmlns:a16="http://schemas.microsoft.com/office/drawing/2014/main" id="{9ABC808E-11EA-4C9C-8247-F72C2E56DCDC}"/>
                </a:ext>
              </a:extLst>
            </p:cNvPr>
            <p:cNvGrpSpPr/>
            <p:nvPr/>
          </p:nvGrpSpPr>
          <p:grpSpPr>
            <a:xfrm>
              <a:off x="12006883" y="-6624"/>
              <a:ext cx="191741" cy="19174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240" name="Rectangle 1239">
                <a:extLst>
                  <a:ext uri="{FF2B5EF4-FFF2-40B4-BE49-F238E27FC236}">
                    <a16:creationId xmlns:a16="http://schemas.microsoft.com/office/drawing/2014/main" id="{0E028E56-74B7-4A8E-AD70-DE77F73A956C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2DCC1CCE-BB6D-4DB4-A0E9-A4F1226512E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AB778111-2D10-4BBF-A1AB-AB9336E2A9C4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3C5C96AD-EB37-4C9B-81F4-6DBBBC8BCCE0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E333D92B-738B-45BC-9167-3FE7C92041C0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5" name="Rectangle 1244">
                <a:extLst>
                  <a:ext uri="{FF2B5EF4-FFF2-40B4-BE49-F238E27FC236}">
                    <a16:creationId xmlns:a16="http://schemas.microsoft.com/office/drawing/2014/main" id="{F5C13E31-9887-4329-80FA-695DF4D81804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6" name="Rectangle 1245">
                <a:extLst>
                  <a:ext uri="{FF2B5EF4-FFF2-40B4-BE49-F238E27FC236}">
                    <a16:creationId xmlns:a16="http://schemas.microsoft.com/office/drawing/2014/main" id="{46C752C0-EE79-4A5B-BCDC-3C711E2F81BE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A104795C-A7F7-4B43-B30C-FDD476B9BF8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8" name="Rectangle 1247">
                <a:extLst>
                  <a:ext uri="{FF2B5EF4-FFF2-40B4-BE49-F238E27FC236}">
                    <a16:creationId xmlns:a16="http://schemas.microsoft.com/office/drawing/2014/main" id="{BA32841A-B191-4AF2-85EE-5BA5EB2FA296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595CFE89-AF8E-4E21-A11E-0CD333A3432C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7B85C63B-B70F-49BD-9868-E6769B4F24E6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1" name="Rectangle 1250">
                <a:extLst>
                  <a:ext uri="{FF2B5EF4-FFF2-40B4-BE49-F238E27FC236}">
                    <a16:creationId xmlns:a16="http://schemas.microsoft.com/office/drawing/2014/main" id="{56E13053-A7DD-4F97-A425-9D32CF2DA9D0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7B0CD5AA-16D1-4E96-B327-88F40492304B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3" name="Rectangle 1252">
                <a:extLst>
                  <a:ext uri="{FF2B5EF4-FFF2-40B4-BE49-F238E27FC236}">
                    <a16:creationId xmlns:a16="http://schemas.microsoft.com/office/drawing/2014/main" id="{70D513FD-B162-406E-AC38-227E455CFF2F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4" name="Rectangle 1253">
                <a:extLst>
                  <a:ext uri="{FF2B5EF4-FFF2-40B4-BE49-F238E27FC236}">
                    <a16:creationId xmlns:a16="http://schemas.microsoft.com/office/drawing/2014/main" id="{39292690-5275-499C-96C6-15D087F7BF1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D444C158-394B-476E-998F-E71C49BC8DE5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6" name="Rectangle 1255">
                <a:extLst>
                  <a:ext uri="{FF2B5EF4-FFF2-40B4-BE49-F238E27FC236}">
                    <a16:creationId xmlns:a16="http://schemas.microsoft.com/office/drawing/2014/main" id="{4BD9C214-A946-4186-8239-176731FA97C8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7" name="Rectangle 1256">
                <a:extLst>
                  <a:ext uri="{FF2B5EF4-FFF2-40B4-BE49-F238E27FC236}">
                    <a16:creationId xmlns:a16="http://schemas.microsoft.com/office/drawing/2014/main" id="{43296841-87C8-4953-BC3F-87AA05151435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8" name="Rectangle 1257">
                <a:extLst>
                  <a:ext uri="{FF2B5EF4-FFF2-40B4-BE49-F238E27FC236}">
                    <a16:creationId xmlns:a16="http://schemas.microsoft.com/office/drawing/2014/main" id="{719F7178-ABB3-4978-BBB5-B8EB5BF93FE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F986C52F-244B-41D8-8144-365B778D65A2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0" name="Rectangle 1259">
                <a:extLst>
                  <a:ext uri="{FF2B5EF4-FFF2-40B4-BE49-F238E27FC236}">
                    <a16:creationId xmlns:a16="http://schemas.microsoft.com/office/drawing/2014/main" id="{12DF7E08-B691-4573-8B02-3A49F35ACED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1" name="Rectangle 1260">
                <a:extLst>
                  <a:ext uri="{FF2B5EF4-FFF2-40B4-BE49-F238E27FC236}">
                    <a16:creationId xmlns:a16="http://schemas.microsoft.com/office/drawing/2014/main" id="{C8A54E5F-CBE8-4A2A-BD7B-94E0E64FE8B1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9C531065-19FB-4B1A-B8A7-6A8B5F2D66DD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0A5BEF0F-A793-4445-BD04-ADF5A1A6A8E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ADA5A4E9-64CF-4B7B-A3E1-D9857984C7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9FA3D5D5-74B6-4BBC-88A5-0D9E1B75179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77A184A7-E4DE-4365-980B-4DDC2FF59506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80F639BC-DD15-4734-8D38-E8A86B443D8C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6FDEC81B-CE68-4172-B550-00796E9E0CE5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DA95EADF-B994-4974-A0FD-B740FD3BE585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0" name="Rectangle 1269">
                <a:extLst>
                  <a:ext uri="{FF2B5EF4-FFF2-40B4-BE49-F238E27FC236}">
                    <a16:creationId xmlns:a16="http://schemas.microsoft.com/office/drawing/2014/main" id="{53CF06E9-F028-4293-B394-54487D8CAA7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4A587230-6567-497A-AAC6-33BE0272006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3" name="Rectangle 1272">
                <a:extLst>
                  <a:ext uri="{FF2B5EF4-FFF2-40B4-BE49-F238E27FC236}">
                    <a16:creationId xmlns:a16="http://schemas.microsoft.com/office/drawing/2014/main" id="{887DFCCF-FA35-44FC-975A-35F7457480DC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7" name="Rectangle 1386">
                <a:extLst>
                  <a:ext uri="{FF2B5EF4-FFF2-40B4-BE49-F238E27FC236}">
                    <a16:creationId xmlns:a16="http://schemas.microsoft.com/office/drawing/2014/main" id="{B45D749C-9D62-4F8D-A3F2-35C75833ADC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8" name="Rectangle 1387">
                <a:extLst>
                  <a:ext uri="{FF2B5EF4-FFF2-40B4-BE49-F238E27FC236}">
                    <a16:creationId xmlns:a16="http://schemas.microsoft.com/office/drawing/2014/main" id="{67983251-DE2F-418A-9ED3-D55E6AE230E1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9" name="Rectangle 1388">
                <a:extLst>
                  <a:ext uri="{FF2B5EF4-FFF2-40B4-BE49-F238E27FC236}">
                    <a16:creationId xmlns:a16="http://schemas.microsoft.com/office/drawing/2014/main" id="{E4395017-9A66-41AD-9FD2-3CA67122554E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0" name="Rectangle 1389">
                <a:extLst>
                  <a:ext uri="{FF2B5EF4-FFF2-40B4-BE49-F238E27FC236}">
                    <a16:creationId xmlns:a16="http://schemas.microsoft.com/office/drawing/2014/main" id="{97A7ACCF-01E7-48FA-AEF6-3CBE342FCEA7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1" name="Rectangle 1390">
                <a:extLst>
                  <a:ext uri="{FF2B5EF4-FFF2-40B4-BE49-F238E27FC236}">
                    <a16:creationId xmlns:a16="http://schemas.microsoft.com/office/drawing/2014/main" id="{AC9E62CF-F5FA-435C-8C5B-2562C15F2714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2" name="Rectangle 1391">
                <a:extLst>
                  <a:ext uri="{FF2B5EF4-FFF2-40B4-BE49-F238E27FC236}">
                    <a16:creationId xmlns:a16="http://schemas.microsoft.com/office/drawing/2014/main" id="{B1F41221-AA6D-4D89-9CF1-1C95F9B8B920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3" name="Rectangle 1392">
                <a:extLst>
                  <a:ext uri="{FF2B5EF4-FFF2-40B4-BE49-F238E27FC236}">
                    <a16:creationId xmlns:a16="http://schemas.microsoft.com/office/drawing/2014/main" id="{64C928A3-E87B-4358-9C87-539A7FDECEB4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4" name="Rectangle 1393">
                <a:extLst>
                  <a:ext uri="{FF2B5EF4-FFF2-40B4-BE49-F238E27FC236}">
                    <a16:creationId xmlns:a16="http://schemas.microsoft.com/office/drawing/2014/main" id="{7334663C-5815-492D-AF51-12E35C877582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5" name="Rectangle 1394">
                <a:extLst>
                  <a:ext uri="{FF2B5EF4-FFF2-40B4-BE49-F238E27FC236}">
                    <a16:creationId xmlns:a16="http://schemas.microsoft.com/office/drawing/2014/main" id="{E3737432-5CB0-42E8-9422-1E922D1F3D0E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544B0430-9D91-4AE2-A7E2-DF9525DBB766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7" name="Rectangle 1396">
                <a:extLst>
                  <a:ext uri="{FF2B5EF4-FFF2-40B4-BE49-F238E27FC236}">
                    <a16:creationId xmlns:a16="http://schemas.microsoft.com/office/drawing/2014/main" id="{65F82CDB-5DC4-427C-9ABD-BF49E878EDD1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8" name="Rectangle 1397">
                <a:extLst>
                  <a:ext uri="{FF2B5EF4-FFF2-40B4-BE49-F238E27FC236}">
                    <a16:creationId xmlns:a16="http://schemas.microsoft.com/office/drawing/2014/main" id="{F2E2E5A7-A10F-492C-A04D-A2F90E58D6D8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9" name="Rectangle 1398">
                <a:extLst>
                  <a:ext uri="{FF2B5EF4-FFF2-40B4-BE49-F238E27FC236}">
                    <a16:creationId xmlns:a16="http://schemas.microsoft.com/office/drawing/2014/main" id="{823C844D-8FF9-431A-B0AB-DFF91B5B334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0" name="Rectangle 1399">
                <a:extLst>
                  <a:ext uri="{FF2B5EF4-FFF2-40B4-BE49-F238E27FC236}">
                    <a16:creationId xmlns:a16="http://schemas.microsoft.com/office/drawing/2014/main" id="{363CE94B-B4F8-4B7E-8773-80D2165B152D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5A025258-89C7-49D8-9A93-BFE86AD0B9C9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750800" y="44513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2788625" y="1291798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1416">
            <a:extLst>
              <a:ext uri="{FF2B5EF4-FFF2-40B4-BE49-F238E27FC236}">
                <a16:creationId xmlns:a16="http://schemas.microsoft.com/office/drawing/2014/main" id="{DDD7AB39-15FC-4B63-9CB4-D29D0D786B28}"/>
              </a:ext>
            </a:extLst>
          </p:cNvPr>
          <p:cNvCxnSpPr>
            <a:cxnSpLocks/>
          </p:cNvCxnSpPr>
          <p:nvPr/>
        </p:nvCxnSpPr>
        <p:spPr>
          <a:xfrm flipH="1">
            <a:off x="14274800" y="2952952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91760F-1244-4B28-822F-FE2F7FA322B6}"/>
              </a:ext>
            </a:extLst>
          </p:cNvPr>
          <p:cNvGrpSpPr/>
          <p:nvPr/>
        </p:nvGrpSpPr>
        <p:grpSpPr>
          <a:xfrm>
            <a:off x="5325937" y="4127498"/>
            <a:ext cx="1994586" cy="2104191"/>
            <a:chOff x="6244567" y="3835400"/>
            <a:chExt cx="1994586" cy="2104191"/>
          </a:xfrm>
        </p:grpSpPr>
        <p:sp>
          <p:nvSpPr>
            <p:cNvPr id="1468" name="Star: 5 Points 1467">
              <a:extLst>
                <a:ext uri="{FF2B5EF4-FFF2-40B4-BE49-F238E27FC236}">
                  <a16:creationId xmlns:a16="http://schemas.microsoft.com/office/drawing/2014/main" id="{72DDD2BC-33EA-4A7D-9A7A-D9223164F8FF}"/>
                </a:ext>
              </a:extLst>
            </p:cNvPr>
            <p:cNvSpPr/>
            <p:nvPr/>
          </p:nvSpPr>
          <p:spPr>
            <a:xfrm flipH="1">
              <a:off x="6244567" y="3835400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69" name="Star: 5 Points 1468">
              <a:extLst>
                <a:ext uri="{FF2B5EF4-FFF2-40B4-BE49-F238E27FC236}">
                  <a16:creationId xmlns:a16="http://schemas.microsoft.com/office/drawing/2014/main" id="{E3FA8996-114B-4170-8719-75D9B8385057}"/>
                </a:ext>
              </a:extLst>
            </p:cNvPr>
            <p:cNvSpPr/>
            <p:nvPr/>
          </p:nvSpPr>
          <p:spPr>
            <a:xfrm flipH="1">
              <a:off x="6244567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0" name="Star: 5 Points 1469">
              <a:extLst>
                <a:ext uri="{FF2B5EF4-FFF2-40B4-BE49-F238E27FC236}">
                  <a16:creationId xmlns:a16="http://schemas.microsoft.com/office/drawing/2014/main" id="{24D034BD-453B-44DC-9474-C17535EEE04F}"/>
                </a:ext>
              </a:extLst>
            </p:cNvPr>
            <p:cNvSpPr/>
            <p:nvPr/>
          </p:nvSpPr>
          <p:spPr>
            <a:xfrm flipH="1">
              <a:off x="7714759" y="3864542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1" name="Star: 5 Points 1470">
              <a:extLst>
                <a:ext uri="{FF2B5EF4-FFF2-40B4-BE49-F238E27FC236}">
                  <a16:creationId xmlns:a16="http://schemas.microsoft.com/office/drawing/2014/main" id="{8E50DBAD-A13A-4454-92D3-FE51D0BE80A7}"/>
                </a:ext>
              </a:extLst>
            </p:cNvPr>
            <p:cNvSpPr/>
            <p:nvPr/>
          </p:nvSpPr>
          <p:spPr>
            <a:xfrm flipH="1">
              <a:off x="7714759" y="5415197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991C73D-584D-4959-970C-39E810A41CB8}"/>
              </a:ext>
            </a:extLst>
          </p:cNvPr>
          <p:cNvGrpSpPr/>
          <p:nvPr/>
        </p:nvGrpSpPr>
        <p:grpSpPr>
          <a:xfrm flipH="1">
            <a:off x="6090406" y="319640"/>
            <a:ext cx="2036765" cy="2836221"/>
            <a:chOff x="6998786" y="83456"/>
            <a:chExt cx="2036765" cy="2836221"/>
          </a:xfrm>
        </p:grpSpPr>
        <p:sp>
          <p:nvSpPr>
            <p:cNvPr id="1472" name="Star: 5 Points 1471">
              <a:extLst>
                <a:ext uri="{FF2B5EF4-FFF2-40B4-BE49-F238E27FC236}">
                  <a16:creationId xmlns:a16="http://schemas.microsoft.com/office/drawing/2014/main" id="{C53F0C0E-9354-4731-B7FF-DB2AED4F4AA5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3" name="Star: 5 Points 1472">
              <a:extLst>
                <a:ext uri="{FF2B5EF4-FFF2-40B4-BE49-F238E27FC236}">
                  <a16:creationId xmlns:a16="http://schemas.microsoft.com/office/drawing/2014/main" id="{E100B45C-B78B-4C56-AF94-F276C254DB89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4" name="Star: 5 Points 1473">
              <a:extLst>
                <a:ext uri="{FF2B5EF4-FFF2-40B4-BE49-F238E27FC236}">
                  <a16:creationId xmlns:a16="http://schemas.microsoft.com/office/drawing/2014/main" id="{10A870EA-704A-4FF8-BB35-322E5DDBE83B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5" name="Star: 5 Points 1474">
              <a:extLst>
                <a:ext uri="{FF2B5EF4-FFF2-40B4-BE49-F238E27FC236}">
                  <a16:creationId xmlns:a16="http://schemas.microsoft.com/office/drawing/2014/main" id="{E6C59C78-3E83-43BF-8A28-75B89FBA699A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D9B2D28-3FD9-43C4-A69B-477DD91F5026}"/>
              </a:ext>
            </a:extLst>
          </p:cNvPr>
          <p:cNvGrpSpPr/>
          <p:nvPr/>
        </p:nvGrpSpPr>
        <p:grpSpPr>
          <a:xfrm>
            <a:off x="8337895" y="1031827"/>
            <a:ext cx="2106355" cy="2207413"/>
            <a:chOff x="9267333" y="765482"/>
            <a:chExt cx="2106355" cy="2207413"/>
          </a:xfrm>
        </p:grpSpPr>
        <p:sp>
          <p:nvSpPr>
            <p:cNvPr id="655" name="Star: 5 Points 654">
              <a:extLst>
                <a:ext uri="{FF2B5EF4-FFF2-40B4-BE49-F238E27FC236}">
                  <a16:creationId xmlns:a16="http://schemas.microsoft.com/office/drawing/2014/main" id="{B79C5B50-1417-4179-A224-CD63AC84F86F}"/>
                </a:ext>
              </a:extLst>
            </p:cNvPr>
            <p:cNvSpPr/>
            <p:nvPr/>
          </p:nvSpPr>
          <p:spPr>
            <a:xfrm>
              <a:off x="9619057" y="1569823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6" name="Star: 5 Points 655">
              <a:extLst>
                <a:ext uri="{FF2B5EF4-FFF2-40B4-BE49-F238E27FC236}">
                  <a16:creationId xmlns:a16="http://schemas.microsoft.com/office/drawing/2014/main" id="{2C179711-16F0-45AB-8F99-E13D8CF63DBC}"/>
                </a:ext>
              </a:extLst>
            </p:cNvPr>
            <p:cNvSpPr/>
            <p:nvPr/>
          </p:nvSpPr>
          <p:spPr>
            <a:xfrm>
              <a:off x="9980118" y="765482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7" name="Star: 5 Points 656">
              <a:extLst>
                <a:ext uri="{FF2B5EF4-FFF2-40B4-BE49-F238E27FC236}">
                  <a16:creationId xmlns:a16="http://schemas.microsoft.com/office/drawing/2014/main" id="{7B2840DE-2BC7-4CCA-B549-5A03802946D0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0" name="Star: 5 Points 659">
              <a:extLst>
                <a:ext uri="{FF2B5EF4-FFF2-40B4-BE49-F238E27FC236}">
                  <a16:creationId xmlns:a16="http://schemas.microsoft.com/office/drawing/2014/main" id="{C1D26940-E349-4658-9229-134C9FDC5959}"/>
                </a:ext>
              </a:extLst>
            </p:cNvPr>
            <p:cNvSpPr/>
            <p:nvPr/>
          </p:nvSpPr>
          <p:spPr>
            <a:xfrm>
              <a:off x="10358122" y="232321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1" name="Star: 5 Points 660">
              <a:extLst>
                <a:ext uri="{FF2B5EF4-FFF2-40B4-BE49-F238E27FC236}">
                  <a16:creationId xmlns:a16="http://schemas.microsoft.com/office/drawing/2014/main" id="{60EA7F4D-E147-4A34-A06D-B0F16ADD24F8}"/>
                </a:ext>
              </a:extLst>
            </p:cNvPr>
            <p:cNvSpPr/>
            <p:nvPr/>
          </p:nvSpPr>
          <p:spPr>
            <a:xfrm>
              <a:off x="11113717" y="1937260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7E82D1A2-CCC0-46DE-B404-11FB5F49E3DD}"/>
              </a:ext>
            </a:extLst>
          </p:cNvPr>
          <p:cNvGrpSpPr/>
          <p:nvPr/>
        </p:nvGrpSpPr>
        <p:grpSpPr>
          <a:xfrm rot="16200000" flipH="1" flipV="1">
            <a:off x="8737623" y="3056584"/>
            <a:ext cx="2036765" cy="2836221"/>
            <a:chOff x="6998786" y="83456"/>
            <a:chExt cx="2036765" cy="2836221"/>
          </a:xfrm>
        </p:grpSpPr>
        <p:sp>
          <p:nvSpPr>
            <p:cNvPr id="663" name="Star: 5 Points 662">
              <a:extLst>
                <a:ext uri="{FF2B5EF4-FFF2-40B4-BE49-F238E27FC236}">
                  <a16:creationId xmlns:a16="http://schemas.microsoft.com/office/drawing/2014/main" id="{5ABDF031-731B-4C26-A638-7B2537F7EEB9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4" name="Star: 5 Points 663">
              <a:extLst>
                <a:ext uri="{FF2B5EF4-FFF2-40B4-BE49-F238E27FC236}">
                  <a16:creationId xmlns:a16="http://schemas.microsoft.com/office/drawing/2014/main" id="{F82FAFF3-C7B4-44F0-AED7-8FEA07C0F647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5" name="Star: 5 Points 664">
              <a:extLst>
                <a:ext uri="{FF2B5EF4-FFF2-40B4-BE49-F238E27FC236}">
                  <a16:creationId xmlns:a16="http://schemas.microsoft.com/office/drawing/2014/main" id="{BF2FC033-39F2-4199-8202-579BF2727819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6" name="Star: 5 Points 665">
              <a:extLst>
                <a:ext uri="{FF2B5EF4-FFF2-40B4-BE49-F238E27FC236}">
                  <a16:creationId xmlns:a16="http://schemas.microsoft.com/office/drawing/2014/main" id="{475A27EC-1C9D-4FA8-ADFD-6E4E6EFC4974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67" name="Group 666">
            <a:extLst>
              <a:ext uri="{FF2B5EF4-FFF2-40B4-BE49-F238E27FC236}">
                <a16:creationId xmlns:a16="http://schemas.microsoft.com/office/drawing/2014/main" id="{5F5339D2-838A-42AD-90E8-7FAC13EBA6E9}"/>
              </a:ext>
            </a:extLst>
          </p:cNvPr>
          <p:cNvGrpSpPr/>
          <p:nvPr/>
        </p:nvGrpSpPr>
        <p:grpSpPr>
          <a:xfrm>
            <a:off x="9775421" y="668570"/>
            <a:ext cx="1072979" cy="1097391"/>
            <a:chOff x="9267333" y="835392"/>
            <a:chExt cx="2089954" cy="2137503"/>
          </a:xfrm>
        </p:grpSpPr>
        <p:sp>
          <p:nvSpPr>
            <p:cNvPr id="668" name="Star: 5 Points 667">
              <a:extLst>
                <a:ext uri="{FF2B5EF4-FFF2-40B4-BE49-F238E27FC236}">
                  <a16:creationId xmlns:a16="http://schemas.microsoft.com/office/drawing/2014/main" id="{9F42C035-8CE8-4136-8A8F-5CC0017BEBED}"/>
                </a:ext>
              </a:extLst>
            </p:cNvPr>
            <p:cNvSpPr/>
            <p:nvPr/>
          </p:nvSpPr>
          <p:spPr>
            <a:xfrm>
              <a:off x="9619057" y="835392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0" name="Star: 5 Points 669">
              <a:extLst>
                <a:ext uri="{FF2B5EF4-FFF2-40B4-BE49-F238E27FC236}">
                  <a16:creationId xmlns:a16="http://schemas.microsoft.com/office/drawing/2014/main" id="{83CA1967-E879-4BF1-BC80-3C794BDFFFE1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1" name="Star: 5 Points 670">
              <a:extLst>
                <a:ext uri="{FF2B5EF4-FFF2-40B4-BE49-F238E27FC236}">
                  <a16:creationId xmlns:a16="http://schemas.microsoft.com/office/drawing/2014/main" id="{747574B4-2B3B-49CD-8A4F-EA1DE9E36C59}"/>
                </a:ext>
              </a:extLst>
            </p:cNvPr>
            <p:cNvSpPr/>
            <p:nvPr/>
          </p:nvSpPr>
          <p:spPr>
            <a:xfrm>
              <a:off x="11097315" y="2323214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73" name="Group 672">
            <a:extLst>
              <a:ext uri="{FF2B5EF4-FFF2-40B4-BE49-F238E27FC236}">
                <a16:creationId xmlns:a16="http://schemas.microsoft.com/office/drawing/2014/main" id="{07719F31-F1B9-44DB-B530-3A4B54492B64}"/>
              </a:ext>
            </a:extLst>
          </p:cNvPr>
          <p:cNvGrpSpPr/>
          <p:nvPr/>
        </p:nvGrpSpPr>
        <p:grpSpPr>
          <a:xfrm>
            <a:off x="10526293" y="467145"/>
            <a:ext cx="518245" cy="530036"/>
            <a:chOff x="9267333" y="835392"/>
            <a:chExt cx="2089954" cy="2137503"/>
          </a:xfrm>
        </p:grpSpPr>
        <p:sp>
          <p:nvSpPr>
            <p:cNvPr id="674" name="Star: 5 Points 673">
              <a:extLst>
                <a:ext uri="{FF2B5EF4-FFF2-40B4-BE49-F238E27FC236}">
                  <a16:creationId xmlns:a16="http://schemas.microsoft.com/office/drawing/2014/main" id="{E8CA06C9-67EE-4C0A-A999-9B729DBA8A13}"/>
                </a:ext>
              </a:extLst>
            </p:cNvPr>
            <p:cNvSpPr/>
            <p:nvPr/>
          </p:nvSpPr>
          <p:spPr>
            <a:xfrm>
              <a:off x="9619057" y="835392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5" name="Star: 5 Points 674">
              <a:extLst>
                <a:ext uri="{FF2B5EF4-FFF2-40B4-BE49-F238E27FC236}">
                  <a16:creationId xmlns:a16="http://schemas.microsoft.com/office/drawing/2014/main" id="{B91BA3D0-21B4-4841-A054-623F2443CB6F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6" name="Star: 5 Points 675">
              <a:extLst>
                <a:ext uri="{FF2B5EF4-FFF2-40B4-BE49-F238E27FC236}">
                  <a16:creationId xmlns:a16="http://schemas.microsoft.com/office/drawing/2014/main" id="{50419AE4-53B0-49BA-8C0F-18418F8F8640}"/>
                </a:ext>
              </a:extLst>
            </p:cNvPr>
            <p:cNvSpPr/>
            <p:nvPr/>
          </p:nvSpPr>
          <p:spPr>
            <a:xfrm>
              <a:off x="11097315" y="2323214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77" name="Group 676">
            <a:extLst>
              <a:ext uri="{FF2B5EF4-FFF2-40B4-BE49-F238E27FC236}">
                <a16:creationId xmlns:a16="http://schemas.microsoft.com/office/drawing/2014/main" id="{5BED9403-87B5-4858-AF49-6F1C90CEE837}"/>
              </a:ext>
            </a:extLst>
          </p:cNvPr>
          <p:cNvGrpSpPr/>
          <p:nvPr/>
        </p:nvGrpSpPr>
        <p:grpSpPr>
          <a:xfrm>
            <a:off x="10898216" y="357391"/>
            <a:ext cx="270421" cy="276574"/>
            <a:chOff x="9267333" y="835392"/>
            <a:chExt cx="2089954" cy="2137503"/>
          </a:xfrm>
        </p:grpSpPr>
        <p:sp>
          <p:nvSpPr>
            <p:cNvPr id="678" name="Star: 5 Points 677">
              <a:extLst>
                <a:ext uri="{FF2B5EF4-FFF2-40B4-BE49-F238E27FC236}">
                  <a16:creationId xmlns:a16="http://schemas.microsoft.com/office/drawing/2014/main" id="{824926EE-2FF1-470D-9DAC-64BDFE139822}"/>
                </a:ext>
              </a:extLst>
            </p:cNvPr>
            <p:cNvSpPr/>
            <p:nvPr/>
          </p:nvSpPr>
          <p:spPr>
            <a:xfrm>
              <a:off x="9619057" y="835392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9" name="Star: 5 Points 678">
              <a:extLst>
                <a:ext uri="{FF2B5EF4-FFF2-40B4-BE49-F238E27FC236}">
                  <a16:creationId xmlns:a16="http://schemas.microsoft.com/office/drawing/2014/main" id="{8719CB68-BC48-4E74-BC31-0B9CE0A0D383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0" name="Star: 5 Points 679">
              <a:extLst>
                <a:ext uri="{FF2B5EF4-FFF2-40B4-BE49-F238E27FC236}">
                  <a16:creationId xmlns:a16="http://schemas.microsoft.com/office/drawing/2014/main" id="{7AB0068B-5832-49CF-8EFC-976B15B72BFB}"/>
                </a:ext>
              </a:extLst>
            </p:cNvPr>
            <p:cNvSpPr/>
            <p:nvPr/>
          </p:nvSpPr>
          <p:spPr>
            <a:xfrm>
              <a:off x="11097315" y="2323214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681" name="TextBox 680">
            <a:extLst>
              <a:ext uri="{FF2B5EF4-FFF2-40B4-BE49-F238E27FC236}">
                <a16:creationId xmlns:a16="http://schemas.microsoft.com/office/drawing/2014/main" id="{A3392486-21CA-4CB0-ADE4-5463F5834537}"/>
              </a:ext>
            </a:extLst>
          </p:cNvPr>
          <p:cNvSpPr txBox="1"/>
          <p:nvPr/>
        </p:nvSpPr>
        <p:spPr>
          <a:xfrm>
            <a:off x="518052" y="240469"/>
            <a:ext cx="4056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b="1" dirty="0"/>
              <a:t>A 3-star </a:t>
            </a:r>
            <a:r>
              <a:rPr lang="pt-PT" sz="3600" b="1" dirty="0" err="1"/>
              <a:t>tail</a:t>
            </a:r>
            <a:r>
              <a:rPr lang="pt-PT" sz="3600" b="1" dirty="0"/>
              <a:t> </a:t>
            </a:r>
            <a:r>
              <a:rPr lang="pt-PT" sz="3600" b="1" dirty="0" err="1"/>
              <a:t>solution</a:t>
            </a:r>
            <a:endParaRPr lang="pt-PT" sz="3600" b="1" dirty="0"/>
          </a:p>
          <a:p>
            <a:r>
              <a:rPr lang="pt-PT" sz="3600" b="1" dirty="0"/>
              <a:t>(</a:t>
            </a:r>
            <a:r>
              <a:rPr lang="pt-PT" sz="3600" b="1" dirty="0" err="1"/>
              <a:t>good</a:t>
            </a:r>
            <a:r>
              <a:rPr lang="pt-PT" sz="36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5646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49651A5D-58A0-46F4-855D-C70B729B9162}"/>
              </a:ext>
            </a:extLst>
          </p:cNvPr>
          <p:cNvGrpSpPr/>
          <p:nvPr/>
        </p:nvGrpSpPr>
        <p:grpSpPr>
          <a:xfrm>
            <a:off x="6102625" y="-6624"/>
            <a:ext cx="6096000" cy="6096000"/>
            <a:chOff x="6102625" y="-6624"/>
            <a:chExt cx="6096000" cy="6096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0B5D0E-9B46-40BA-8600-BA64434E330D}"/>
                </a:ext>
              </a:extLst>
            </p:cNvPr>
            <p:cNvGrpSpPr/>
            <p:nvPr/>
          </p:nvGrpSpPr>
          <p:grpSpPr>
            <a:xfrm>
              <a:off x="6102625" y="-6624"/>
              <a:ext cx="6096000" cy="6096000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4B7043-0D74-4AF8-9D9B-6F59631FB7F9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BB6CCB-514D-4F11-B75D-1BE692D02946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9996AD3-01DA-4843-8B1F-1471B9ED1855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1533BB-F16D-4B2B-B9FC-1CA84FE3D6B4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54D39B-4DC3-4E1C-B0F2-8D27D510F65C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AE1072-2718-4A2C-B1CE-47A87CE20E82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973E0A-DAEF-4FFC-B21B-5C5358DFFAFB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811856-23DD-4E94-87F4-D0F78898BF03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C6B024-3C9A-4A71-9772-756FEE71284C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9B74EA-A5B1-4804-BB38-97BBE6766B97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7D2ABC6-6DB3-463B-AE69-ED288C7890BC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61C1202-0F97-476C-87C5-0E0FAE14B0E9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B56DC5-4341-4D7F-822F-26AB87DE848D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26E8D9-C482-4EBD-9122-952EAD33DCC0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D14918-CBD2-4AD6-A9D5-B898498B119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6E007D-8552-4F37-BFCF-9CCC2098868E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B37DC7E-BE40-4515-B4D3-58621141C77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CABCC10-21BC-4A3E-8A15-89412C499DB1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BF4D14B-CFE9-44CC-A9EE-B63B395E1B63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C389A39-A3D6-4376-AFAF-B0937BF2E026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F950BA6-4285-4BCD-88B4-A147879498B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57C000B-C503-4E5A-8125-9638D4CE8EC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BED8F2A-C48C-414C-BE6C-EBBB10AEDE6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12D9533-E854-4354-B09F-F8A4AF8B3CC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463024BE-A1BA-43DC-9BD1-64A4BE20147F}"/>
                </a:ext>
              </a:extLst>
            </p:cNvPr>
            <p:cNvGrpSpPr/>
            <p:nvPr/>
          </p:nvGrpSpPr>
          <p:grpSpPr>
            <a:xfrm>
              <a:off x="9153934" y="-6624"/>
              <a:ext cx="3044691" cy="304469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D7AED2A8-4A6F-4E16-8B28-BF84CCFCB1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CCAB2983-FC4A-41CF-ACF8-5319AA74E6D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5BE789E1-CE0E-4588-A57F-E474BB3B974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51291168-820B-466A-8FD5-D65A27947AA9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A77A49ED-3E40-40BC-A8CD-86B3C0F1AD28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DF1A6C3C-3ACB-4076-AFA1-598781BC25C0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DAAFF210-1F50-4921-9704-CB1C28932302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D5D26577-8049-447A-B949-7C4E64C336E8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D4527281-5022-425F-83C8-017B4E07247E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CF68A7AE-8FA5-4248-A812-960D30E8DECD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B608DAF-194C-4130-9CE7-8694ACE8D8D8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8857AF85-3C3B-4858-A009-E0CCBF9AC3E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98E6AE05-8A97-4387-89ED-6D40945FC04E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0BF13956-0A51-425B-98BD-02EED6F0C0D5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18BA983B-FD1B-4390-817A-59FBE49CD7DF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FF6038D1-B5EA-4827-A8C8-039E46F16D38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64289FB4-D4EF-4B1A-A61C-9CB0618D1CFB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9000E4D0-B0EA-4FF0-A149-1F49BBE0E37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E0D49024-2C3D-42CF-93A1-B925448616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0EFAFCF3-F51D-4DC0-BF0D-732472B21296}"/>
                  </a:ext>
                </a:extLst>
              </p:cNvPr>
              <p:cNvSpPr/>
              <p:nvPr/>
            </p:nvSpPr>
            <p:spPr>
              <a:xfrm>
                <a:off x="3818462" y="3876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8383D233-5E40-45A5-8FC0-D262E4707F8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A70F030A-B8A7-4C40-B63C-D1E0FB276D78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F676F6AE-E028-4EF5-98D2-F4F51CF2252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9" name="Rectangle 1058">
                <a:extLst>
                  <a:ext uri="{FF2B5EF4-FFF2-40B4-BE49-F238E27FC236}">
                    <a16:creationId xmlns:a16="http://schemas.microsoft.com/office/drawing/2014/main" id="{FFF0FF8E-5F4E-47F6-970A-3CE073CFD8D7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0" name="Rectangle 1059">
                <a:extLst>
                  <a:ext uri="{FF2B5EF4-FFF2-40B4-BE49-F238E27FC236}">
                    <a16:creationId xmlns:a16="http://schemas.microsoft.com/office/drawing/2014/main" id="{5E54C8BE-905D-423D-9BA0-0FDDC908A97C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07BFE535-F48C-4B7C-A2BF-7C316FD23760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8743320F-0E53-4462-882D-2DA46D091B1C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5457C7B0-5702-4746-AF09-432E363EAA8E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4" name="Rectangle 1063">
                <a:extLst>
                  <a:ext uri="{FF2B5EF4-FFF2-40B4-BE49-F238E27FC236}">
                    <a16:creationId xmlns:a16="http://schemas.microsoft.com/office/drawing/2014/main" id="{8BD7C8CF-E90A-4148-A324-850747F82EFD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F9A09D81-8169-4A85-8AC0-8A33CCF9CCDF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DC2FA143-A333-4054-82E5-3C0A8B8B0D8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Rectangle 1066">
                <a:extLst>
                  <a:ext uri="{FF2B5EF4-FFF2-40B4-BE49-F238E27FC236}">
                    <a16:creationId xmlns:a16="http://schemas.microsoft.com/office/drawing/2014/main" id="{5EAE89D6-5F91-40D8-9899-BB04F29490E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Rectangle 1067">
                <a:extLst>
                  <a:ext uri="{FF2B5EF4-FFF2-40B4-BE49-F238E27FC236}">
                    <a16:creationId xmlns:a16="http://schemas.microsoft.com/office/drawing/2014/main" id="{89BBD200-0412-4025-9F8A-3F4D2C608BD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Rectangle 1068">
                <a:extLst>
                  <a:ext uri="{FF2B5EF4-FFF2-40B4-BE49-F238E27FC236}">
                    <a16:creationId xmlns:a16="http://schemas.microsoft.com/office/drawing/2014/main" id="{5F62885E-4859-4380-8A35-C2BA24D82E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0" name="Rectangle 1069">
                <a:extLst>
                  <a:ext uri="{FF2B5EF4-FFF2-40B4-BE49-F238E27FC236}">
                    <a16:creationId xmlns:a16="http://schemas.microsoft.com/office/drawing/2014/main" id="{032002A5-EF8B-4DAD-B6AC-73BDCDADF5DA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04C2FD69-0E26-47AE-B1CD-2E73DEDDB59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Rectangle 1071">
                <a:extLst>
                  <a:ext uri="{FF2B5EF4-FFF2-40B4-BE49-F238E27FC236}">
                    <a16:creationId xmlns:a16="http://schemas.microsoft.com/office/drawing/2014/main" id="{1A008899-99AC-4271-BDB4-5B14BF55426D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Rectangle 1072">
                <a:extLst>
                  <a:ext uri="{FF2B5EF4-FFF2-40B4-BE49-F238E27FC236}">
                    <a16:creationId xmlns:a16="http://schemas.microsoft.com/office/drawing/2014/main" id="{564476F1-4078-41B6-AB47-B9EFA18EDD98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4" name="Rectangle 1073">
                <a:extLst>
                  <a:ext uri="{FF2B5EF4-FFF2-40B4-BE49-F238E27FC236}">
                    <a16:creationId xmlns:a16="http://schemas.microsoft.com/office/drawing/2014/main" id="{9E9F6C0A-A037-4E99-A13E-4C1EDD5DB0F1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5" name="Rectangle 1074">
                <a:extLst>
                  <a:ext uri="{FF2B5EF4-FFF2-40B4-BE49-F238E27FC236}">
                    <a16:creationId xmlns:a16="http://schemas.microsoft.com/office/drawing/2014/main" id="{E150B676-FB10-4187-BF12-0A763AB5BE9B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Rectangle 1075">
                <a:extLst>
                  <a:ext uri="{FF2B5EF4-FFF2-40B4-BE49-F238E27FC236}">
                    <a16:creationId xmlns:a16="http://schemas.microsoft.com/office/drawing/2014/main" id="{811AC914-42E4-4014-B4BE-B1C7BF87C984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Rectangle 1076">
                <a:extLst>
                  <a:ext uri="{FF2B5EF4-FFF2-40B4-BE49-F238E27FC236}">
                    <a16:creationId xmlns:a16="http://schemas.microsoft.com/office/drawing/2014/main" id="{AA35207D-1D92-48FF-A20A-AAFCC9C275A2}"/>
                  </a:ext>
                </a:extLst>
              </p:cNvPr>
              <p:cNvSpPr/>
              <p:nvPr/>
            </p:nvSpPr>
            <p:spPr>
              <a:xfrm>
                <a:off x="4580464" y="2352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Rectangle 1077">
                <a:extLst>
                  <a:ext uri="{FF2B5EF4-FFF2-40B4-BE49-F238E27FC236}">
                    <a16:creationId xmlns:a16="http://schemas.microsoft.com/office/drawing/2014/main" id="{1D9018D6-6233-4FE3-AA7B-CF0729503484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Rectangle 1078">
                <a:extLst>
                  <a:ext uri="{FF2B5EF4-FFF2-40B4-BE49-F238E27FC236}">
                    <a16:creationId xmlns:a16="http://schemas.microsoft.com/office/drawing/2014/main" id="{DC8FC1D5-0312-4C8E-9A2F-51870161FC1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Rectangle 1079">
                <a:extLst>
                  <a:ext uri="{FF2B5EF4-FFF2-40B4-BE49-F238E27FC236}">
                    <a16:creationId xmlns:a16="http://schemas.microsoft.com/office/drawing/2014/main" id="{BB188129-9E82-4769-BF48-851E7FD1B8D5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68C973AE-D087-492A-A6CA-950A544AE00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Rectangle 1081">
                <a:extLst>
                  <a:ext uri="{FF2B5EF4-FFF2-40B4-BE49-F238E27FC236}">
                    <a16:creationId xmlns:a16="http://schemas.microsoft.com/office/drawing/2014/main" id="{7892E2B2-2BAA-4DE3-B9A8-16DA492E89F8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3" name="Rectangle 1082">
                <a:extLst>
                  <a:ext uri="{FF2B5EF4-FFF2-40B4-BE49-F238E27FC236}">
                    <a16:creationId xmlns:a16="http://schemas.microsoft.com/office/drawing/2014/main" id="{CC5E4391-9B5B-4A9B-8964-7AD7D55223CF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59AC59A-5364-490E-B116-33649A5DAD1F}"/>
                </a:ext>
              </a:extLst>
            </p:cNvPr>
            <p:cNvGrpSpPr/>
            <p:nvPr/>
          </p:nvGrpSpPr>
          <p:grpSpPr>
            <a:xfrm>
              <a:off x="10676278" y="-6624"/>
              <a:ext cx="1522347" cy="1522347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87" name="Rectangle 1086">
                <a:extLst>
                  <a:ext uri="{FF2B5EF4-FFF2-40B4-BE49-F238E27FC236}">
                    <a16:creationId xmlns:a16="http://schemas.microsoft.com/office/drawing/2014/main" id="{951E01C8-AE5D-4016-A79F-030D8D10B3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8" name="Rectangle 1087">
                <a:extLst>
                  <a:ext uri="{FF2B5EF4-FFF2-40B4-BE49-F238E27FC236}">
                    <a16:creationId xmlns:a16="http://schemas.microsoft.com/office/drawing/2014/main" id="{5085B363-72B3-463D-9BB6-534EC194E091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9" name="Rectangle 1088">
                <a:extLst>
                  <a:ext uri="{FF2B5EF4-FFF2-40B4-BE49-F238E27FC236}">
                    <a16:creationId xmlns:a16="http://schemas.microsoft.com/office/drawing/2014/main" id="{D51639D3-150C-4CD1-A98E-6D6BE7D13D6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0" name="Rectangle 1089">
                <a:extLst>
                  <a:ext uri="{FF2B5EF4-FFF2-40B4-BE49-F238E27FC236}">
                    <a16:creationId xmlns:a16="http://schemas.microsoft.com/office/drawing/2014/main" id="{E723992D-A264-4C44-B4A5-540F4B79F97B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11BC14CA-89F0-4328-88D0-E292302A8A15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2" name="Rectangle 1091">
                <a:extLst>
                  <a:ext uri="{FF2B5EF4-FFF2-40B4-BE49-F238E27FC236}">
                    <a16:creationId xmlns:a16="http://schemas.microsoft.com/office/drawing/2014/main" id="{6975C6EC-3325-4F48-B922-772DD0632BB1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3" name="Rectangle 1092">
                <a:extLst>
                  <a:ext uri="{FF2B5EF4-FFF2-40B4-BE49-F238E27FC236}">
                    <a16:creationId xmlns:a16="http://schemas.microsoft.com/office/drawing/2014/main" id="{D530EA5A-422A-4CFC-B31D-64A4B0D49639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4" name="Rectangle 1093">
                <a:extLst>
                  <a:ext uri="{FF2B5EF4-FFF2-40B4-BE49-F238E27FC236}">
                    <a16:creationId xmlns:a16="http://schemas.microsoft.com/office/drawing/2014/main" id="{68198816-6330-4393-B81A-B674FCFDADFD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5" name="Rectangle 1094">
                <a:extLst>
                  <a:ext uri="{FF2B5EF4-FFF2-40B4-BE49-F238E27FC236}">
                    <a16:creationId xmlns:a16="http://schemas.microsoft.com/office/drawing/2014/main" id="{50FF1109-3BE6-4445-AD75-0CC1632B0C4F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6" name="Rectangle 1095">
                <a:extLst>
                  <a:ext uri="{FF2B5EF4-FFF2-40B4-BE49-F238E27FC236}">
                    <a16:creationId xmlns:a16="http://schemas.microsoft.com/office/drawing/2014/main" id="{9234D973-78C1-4B1C-ABB6-D69EE150474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7" name="Rectangle 1096">
                <a:extLst>
                  <a:ext uri="{FF2B5EF4-FFF2-40B4-BE49-F238E27FC236}">
                    <a16:creationId xmlns:a16="http://schemas.microsoft.com/office/drawing/2014/main" id="{8D90A5AC-E964-43B8-9A0D-33B9125A96E3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8" name="Rectangle 1097">
                <a:extLst>
                  <a:ext uri="{FF2B5EF4-FFF2-40B4-BE49-F238E27FC236}">
                    <a16:creationId xmlns:a16="http://schemas.microsoft.com/office/drawing/2014/main" id="{C214A494-D36A-4053-8A5D-BD47DC215C28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5F12B3CC-F061-4832-AE36-220FD490A92F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0" name="Rectangle 1099">
                <a:extLst>
                  <a:ext uri="{FF2B5EF4-FFF2-40B4-BE49-F238E27FC236}">
                    <a16:creationId xmlns:a16="http://schemas.microsoft.com/office/drawing/2014/main" id="{908EF2FC-38D4-429A-98D5-3A98B9BA3FE8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70A908E8-B77C-4668-9187-AB7650480EC5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2" name="Rectangle 1101">
                <a:extLst>
                  <a:ext uri="{FF2B5EF4-FFF2-40B4-BE49-F238E27FC236}">
                    <a16:creationId xmlns:a16="http://schemas.microsoft.com/office/drawing/2014/main" id="{59D59B67-FD1A-468B-A917-F177CF12E56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3" name="Rectangle 1102">
                <a:extLst>
                  <a:ext uri="{FF2B5EF4-FFF2-40B4-BE49-F238E27FC236}">
                    <a16:creationId xmlns:a16="http://schemas.microsoft.com/office/drawing/2014/main" id="{96B614A8-5E61-4C03-AF9C-177F64C5016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4" name="Rectangle 1103">
                <a:extLst>
                  <a:ext uri="{FF2B5EF4-FFF2-40B4-BE49-F238E27FC236}">
                    <a16:creationId xmlns:a16="http://schemas.microsoft.com/office/drawing/2014/main" id="{D86A6FBF-5548-4BBE-B982-63FBF493E50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CA035496-562D-43BC-B3C4-15217B676C30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00999525-FB9A-4A8A-ABA0-516C406E81B8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D52B38CD-33B1-4E48-902A-91CDEF00C93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EC5F1204-486A-46C3-BB0D-F6B245EBE9E0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42FCC5E3-892F-418B-984D-9F24EBCD5677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AEEF97A2-E5D7-4CC2-BED1-8FE354053EDE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C4DD50DB-48FB-472E-9D82-E9DE66704641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884913B3-670D-4823-A778-369C897F38A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3C7793FA-F09F-42B7-B0A6-0225566A9B60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2474A380-04A7-431A-B7B0-1A28C709FF47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11EAC71F-2598-4932-B625-D1106F922DC4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6" name="Rectangle 1115">
                <a:extLst>
                  <a:ext uri="{FF2B5EF4-FFF2-40B4-BE49-F238E27FC236}">
                    <a16:creationId xmlns:a16="http://schemas.microsoft.com/office/drawing/2014/main" id="{0458C28A-28C6-4710-A453-C59E0F265E0B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4D972D7B-601A-4695-91B5-C4A34CA4852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C67CEF4A-0011-4DE2-8B70-7ACE704877EC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9" name="Rectangle 1118">
                <a:extLst>
                  <a:ext uri="{FF2B5EF4-FFF2-40B4-BE49-F238E27FC236}">
                    <a16:creationId xmlns:a16="http://schemas.microsoft.com/office/drawing/2014/main" id="{16F57A42-1131-4BDE-A0BE-9B15497B77DD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D30EC61-95AD-45C8-B9A5-F31119E116D4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994D4375-BB7A-4066-B384-1CCCADCD0195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045E2A90-5405-4221-B7F9-949205BB5F58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461CC694-6454-4B82-8801-CAB3C95EA4D8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F2AC7E4F-C6EC-456F-B298-2C37CEB2868A}"/>
                  </a:ext>
                </a:extLst>
              </p:cNvPr>
              <p:cNvSpPr/>
              <p:nvPr/>
            </p:nvSpPr>
            <p:spPr>
              <a:xfrm>
                <a:off x="3818461" y="1590685"/>
                <a:ext cx="761998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1717A996-E42F-451D-BF11-CD897631030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B5D50F4E-2A8D-4B13-921B-4ABABC18674F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449295DB-E0E2-4902-AD91-DDF7C1DA6939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B874E706-6BB6-4F9F-AC62-E50EA6DC530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778ACB4-F9CE-4700-B761-0908E2CA1408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1F3BBCC1-DEC1-4443-A531-DB8B8E54385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3FDC97F4-5F19-4C85-B0B6-C213AB5DCCD6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050AF411-612C-4A66-AA1A-9B01C04D6BB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A2C4A938-77A9-4EC1-8944-4C89EFECAB2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94E57DF6-B5B9-4668-AF12-9A886D1301BD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C1350E11-9C77-4BC4-91AE-FDEC7BBC652D}"/>
                </a:ext>
              </a:extLst>
            </p:cNvPr>
            <p:cNvGrpSpPr/>
            <p:nvPr/>
          </p:nvGrpSpPr>
          <p:grpSpPr>
            <a:xfrm>
              <a:off x="11438279" y="-6624"/>
              <a:ext cx="760346" cy="760346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11D48F12-334A-48E1-BE99-4F9AF4E2305F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AF7002FD-F149-4FF3-A10E-62F2866B2818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0" name="Rectangle 1139">
                <a:extLst>
                  <a:ext uri="{FF2B5EF4-FFF2-40B4-BE49-F238E27FC236}">
                    <a16:creationId xmlns:a16="http://schemas.microsoft.com/office/drawing/2014/main" id="{49AB2014-734B-4E0B-981C-26A64B36F90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B55CE276-E0E8-4EDB-B80F-D959790F3DFE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8BC0DABE-DFE5-46A8-A57F-71096166A429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4195BD80-744B-424D-BF3B-5267038E2D97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EEC0F2F3-57B4-4008-A2EC-A37768833B15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5" name="Rectangle 1144">
                <a:extLst>
                  <a:ext uri="{FF2B5EF4-FFF2-40B4-BE49-F238E27FC236}">
                    <a16:creationId xmlns:a16="http://schemas.microsoft.com/office/drawing/2014/main" id="{D61C880B-6072-4F45-84E1-202D10AE579A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6" name="Rectangle 1145">
                <a:extLst>
                  <a:ext uri="{FF2B5EF4-FFF2-40B4-BE49-F238E27FC236}">
                    <a16:creationId xmlns:a16="http://schemas.microsoft.com/office/drawing/2014/main" id="{D79C0686-5C80-470F-AAC9-67CDC4F3C03B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721726F9-31BA-42E0-8FEC-9A2D746E709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B27D421B-C3EC-479B-9A51-2DBAB92DBF50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9" name="Rectangle 1148">
                <a:extLst>
                  <a:ext uri="{FF2B5EF4-FFF2-40B4-BE49-F238E27FC236}">
                    <a16:creationId xmlns:a16="http://schemas.microsoft.com/office/drawing/2014/main" id="{9BE0B6F4-EE55-40ED-9CAF-846D7811C266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558250F3-748E-4FB6-B074-A8D0CDF0A7B7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3C1BB482-EE62-4937-A97B-2AEBE341208B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2" name="Rectangle 1151">
                <a:extLst>
                  <a:ext uri="{FF2B5EF4-FFF2-40B4-BE49-F238E27FC236}">
                    <a16:creationId xmlns:a16="http://schemas.microsoft.com/office/drawing/2014/main" id="{99045FC9-0DB2-477B-A075-59CF63C5859E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68E522E1-2204-4CD6-B4A4-1652854367D2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4" name="Rectangle 1153">
                <a:extLst>
                  <a:ext uri="{FF2B5EF4-FFF2-40B4-BE49-F238E27FC236}">
                    <a16:creationId xmlns:a16="http://schemas.microsoft.com/office/drawing/2014/main" id="{08AC86E1-7375-44AE-9F49-D0E6466C332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B1B1D1F9-1DB9-428E-9FAF-CF8B3A5D0CA0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7F24ACE6-7FE0-4AB3-9D5B-BAE5D24935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7" name="Rectangle 1156">
                <a:extLst>
                  <a:ext uri="{FF2B5EF4-FFF2-40B4-BE49-F238E27FC236}">
                    <a16:creationId xmlns:a16="http://schemas.microsoft.com/office/drawing/2014/main" id="{04E364A7-8F36-44AE-9F00-DAFD9BDAA8A9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8" name="Rectangle 1157">
                <a:extLst>
                  <a:ext uri="{FF2B5EF4-FFF2-40B4-BE49-F238E27FC236}">
                    <a16:creationId xmlns:a16="http://schemas.microsoft.com/office/drawing/2014/main" id="{F749B6A0-4315-4052-B63E-CDF6018127DA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9" name="Rectangle 1158">
                <a:extLst>
                  <a:ext uri="{FF2B5EF4-FFF2-40B4-BE49-F238E27FC236}">
                    <a16:creationId xmlns:a16="http://schemas.microsoft.com/office/drawing/2014/main" id="{6BEB9C1B-1C63-4752-A048-0AF255A238D5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0" name="Rectangle 1159">
                <a:extLst>
                  <a:ext uri="{FF2B5EF4-FFF2-40B4-BE49-F238E27FC236}">
                    <a16:creationId xmlns:a16="http://schemas.microsoft.com/office/drawing/2014/main" id="{718295FD-64E3-4AD8-BC15-7D19FD897CB2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E84548BE-B643-4867-B370-58188AEBFC62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BD0B29D4-AF54-439F-AEFE-4F6D8EBDB5B9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3" name="Rectangle 1162">
                <a:extLst>
                  <a:ext uri="{FF2B5EF4-FFF2-40B4-BE49-F238E27FC236}">
                    <a16:creationId xmlns:a16="http://schemas.microsoft.com/office/drawing/2014/main" id="{07744A6E-C654-462C-865A-9A704542BBD1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4" name="Rectangle 1163">
                <a:extLst>
                  <a:ext uri="{FF2B5EF4-FFF2-40B4-BE49-F238E27FC236}">
                    <a16:creationId xmlns:a16="http://schemas.microsoft.com/office/drawing/2014/main" id="{74376240-53C9-48D9-99CC-3574ACFE307E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0A3BD210-2A7C-4BCB-BE10-AFAF47EA93AF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6" name="Rectangle 1165">
                <a:extLst>
                  <a:ext uri="{FF2B5EF4-FFF2-40B4-BE49-F238E27FC236}">
                    <a16:creationId xmlns:a16="http://schemas.microsoft.com/office/drawing/2014/main" id="{A8455E02-2A81-4ECC-A903-C72563F047DB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7" name="Rectangle 1166">
                <a:extLst>
                  <a:ext uri="{FF2B5EF4-FFF2-40B4-BE49-F238E27FC236}">
                    <a16:creationId xmlns:a16="http://schemas.microsoft.com/office/drawing/2014/main" id="{9930BCAA-1AC6-4A9D-A47F-2A2DB1AF2CB1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08169534-95A2-4473-8847-062FF1BADCDE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9" name="Rectangle 1168">
                <a:extLst>
                  <a:ext uri="{FF2B5EF4-FFF2-40B4-BE49-F238E27FC236}">
                    <a16:creationId xmlns:a16="http://schemas.microsoft.com/office/drawing/2014/main" id="{4DDDB7B4-48CD-40FE-9DA2-1E7EE1C749F0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6979B59B-DE29-4FFA-9349-CAE4BFEAE70B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1" name="Rectangle 1170">
                <a:extLst>
                  <a:ext uri="{FF2B5EF4-FFF2-40B4-BE49-F238E27FC236}">
                    <a16:creationId xmlns:a16="http://schemas.microsoft.com/office/drawing/2014/main" id="{47CFBB3D-A8C6-4577-8136-5B0251F679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2" name="Rectangle 1171">
                <a:extLst>
                  <a:ext uri="{FF2B5EF4-FFF2-40B4-BE49-F238E27FC236}">
                    <a16:creationId xmlns:a16="http://schemas.microsoft.com/office/drawing/2014/main" id="{C2CB547F-5BBC-4FFA-BBBB-24131C58AD54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EC39CE30-B5A2-493A-85AF-C8C7134D05D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B7F3F1E9-63BB-49E4-884B-D2870E988E2C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5" name="Rectangle 1174">
                <a:extLst>
                  <a:ext uri="{FF2B5EF4-FFF2-40B4-BE49-F238E27FC236}">
                    <a16:creationId xmlns:a16="http://schemas.microsoft.com/office/drawing/2014/main" id="{D190E4E2-ABB9-4214-B542-32B444AA5C0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6" name="Rectangle 1175">
                <a:extLst>
                  <a:ext uri="{FF2B5EF4-FFF2-40B4-BE49-F238E27FC236}">
                    <a16:creationId xmlns:a16="http://schemas.microsoft.com/office/drawing/2014/main" id="{220963B6-CCB7-4EA2-9AD6-E2F8D0C4B4D7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7FC0635E-7254-4D13-85B8-155517CD8D47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BBA2319A-0A92-45A4-93B0-DC0B4EF344EA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BBFB4EC-1CB2-4A08-87D7-FB67F25A0DA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75DA92B7-A8C8-44C8-9BE2-CA1B940ADD5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1" name="Rectangle 1180">
                <a:extLst>
                  <a:ext uri="{FF2B5EF4-FFF2-40B4-BE49-F238E27FC236}">
                    <a16:creationId xmlns:a16="http://schemas.microsoft.com/office/drawing/2014/main" id="{8CFE4E76-BF9F-4DBB-BEC0-CA001F4A6E9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2" name="Rectangle 1181">
                <a:extLst>
                  <a:ext uri="{FF2B5EF4-FFF2-40B4-BE49-F238E27FC236}">
                    <a16:creationId xmlns:a16="http://schemas.microsoft.com/office/drawing/2014/main" id="{98013C28-908C-47C5-8A4C-B1A8D54F2EB9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3" name="Rectangle 1182">
                <a:extLst>
                  <a:ext uri="{FF2B5EF4-FFF2-40B4-BE49-F238E27FC236}">
                    <a16:creationId xmlns:a16="http://schemas.microsoft.com/office/drawing/2014/main" id="{622367A7-80BB-4E58-833F-9F77718D1B25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4" name="Rectangle 1183">
                <a:extLst>
                  <a:ext uri="{FF2B5EF4-FFF2-40B4-BE49-F238E27FC236}">
                    <a16:creationId xmlns:a16="http://schemas.microsoft.com/office/drawing/2014/main" id="{3FCE1A1D-36C2-48B6-96B8-C120FF5CF485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02EDF384-5307-457D-A90E-7DB7C5AE61F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DB7A744B-2CE8-4157-AF12-A015DC91B47E}"/>
                </a:ext>
              </a:extLst>
            </p:cNvPr>
            <p:cNvGrpSpPr/>
            <p:nvPr/>
          </p:nvGrpSpPr>
          <p:grpSpPr>
            <a:xfrm>
              <a:off x="11819071" y="-6624"/>
              <a:ext cx="379553" cy="379553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89" name="Rectangle 1188">
                <a:extLst>
                  <a:ext uri="{FF2B5EF4-FFF2-40B4-BE49-F238E27FC236}">
                    <a16:creationId xmlns:a16="http://schemas.microsoft.com/office/drawing/2014/main" id="{5D22A482-76CD-45BD-9FC7-1E9B010EF706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0" name="Rectangle 1189">
                <a:extLst>
                  <a:ext uri="{FF2B5EF4-FFF2-40B4-BE49-F238E27FC236}">
                    <a16:creationId xmlns:a16="http://schemas.microsoft.com/office/drawing/2014/main" id="{0B56D52B-B839-4BFA-AD8F-FD12A717276F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BB180324-B350-4CB8-A61C-A3A9A513B1B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C574A510-9CA0-4529-9DED-B5F62C522CDD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3" name="Rectangle 1192">
                <a:extLst>
                  <a:ext uri="{FF2B5EF4-FFF2-40B4-BE49-F238E27FC236}">
                    <a16:creationId xmlns:a16="http://schemas.microsoft.com/office/drawing/2014/main" id="{D062E447-E73D-4A35-8637-557523F43073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4" name="Rectangle 1193">
                <a:extLst>
                  <a:ext uri="{FF2B5EF4-FFF2-40B4-BE49-F238E27FC236}">
                    <a16:creationId xmlns:a16="http://schemas.microsoft.com/office/drawing/2014/main" id="{10DDCAE9-412D-4E49-B9B1-72C94431681F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5" name="Rectangle 1194">
                <a:extLst>
                  <a:ext uri="{FF2B5EF4-FFF2-40B4-BE49-F238E27FC236}">
                    <a16:creationId xmlns:a16="http://schemas.microsoft.com/office/drawing/2014/main" id="{933BCD8B-3E18-4CD6-BD64-F4A8B99FA553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6" name="Rectangle 1195">
                <a:extLst>
                  <a:ext uri="{FF2B5EF4-FFF2-40B4-BE49-F238E27FC236}">
                    <a16:creationId xmlns:a16="http://schemas.microsoft.com/office/drawing/2014/main" id="{2C5CB415-F373-4309-8A99-966E81A77B0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7" name="Rectangle 1196">
                <a:extLst>
                  <a:ext uri="{FF2B5EF4-FFF2-40B4-BE49-F238E27FC236}">
                    <a16:creationId xmlns:a16="http://schemas.microsoft.com/office/drawing/2014/main" id="{299130A4-51AF-4841-8259-838C25BCF509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C71AA1F3-9895-4B30-9B8D-901A2C42CB99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9" name="Rectangle 1198">
                <a:extLst>
                  <a:ext uri="{FF2B5EF4-FFF2-40B4-BE49-F238E27FC236}">
                    <a16:creationId xmlns:a16="http://schemas.microsoft.com/office/drawing/2014/main" id="{2A73E712-685A-4123-93FB-A9412B006AA2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2A8B7D9F-F3C5-4C81-B812-96EBD3AE2E2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1" name="Rectangle 1200">
                <a:extLst>
                  <a:ext uri="{FF2B5EF4-FFF2-40B4-BE49-F238E27FC236}">
                    <a16:creationId xmlns:a16="http://schemas.microsoft.com/office/drawing/2014/main" id="{B16C3A81-4E8D-422C-A0B6-C72753A04042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2" name="Rectangle 1201">
                <a:extLst>
                  <a:ext uri="{FF2B5EF4-FFF2-40B4-BE49-F238E27FC236}">
                    <a16:creationId xmlns:a16="http://schemas.microsoft.com/office/drawing/2014/main" id="{F3E7366F-B3FB-4504-8D0E-C04A4DF54D9C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3" name="Rectangle 1202">
                <a:extLst>
                  <a:ext uri="{FF2B5EF4-FFF2-40B4-BE49-F238E27FC236}">
                    <a16:creationId xmlns:a16="http://schemas.microsoft.com/office/drawing/2014/main" id="{7553E57E-5408-4DF5-A09E-2B971EA08F53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D6CE1F82-E8CC-4503-83A3-75418859DEB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5" name="Rectangle 1204">
                <a:extLst>
                  <a:ext uri="{FF2B5EF4-FFF2-40B4-BE49-F238E27FC236}">
                    <a16:creationId xmlns:a16="http://schemas.microsoft.com/office/drawing/2014/main" id="{BBE9930A-33B1-4D60-88BE-A821EA3A00D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50242CF7-13DA-49ED-BD3C-B84EE74C74D7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5FB835C4-C0B4-44FA-B527-1CCCFBBEB621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A3F32B24-5BB1-4A7C-9CC5-AD1528EB5DBB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965B085E-E29D-4CD5-B76B-C3163D7834F7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82ADEAF7-EB32-471A-A3DE-7E5801EC0852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D9F4979A-90DD-422B-B45B-D95874D72283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D9D35B68-AE32-4BAA-99B5-2B51451792B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2E62C4FF-93E2-49C6-B75B-C97C0ECA0B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C90AD371-344C-4D04-AC3E-13ED82F0232B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B53BC285-D9EC-40C9-B8A5-89F1EA5D4BE7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C152D154-EE6C-457D-B1E8-004DFFAD3D09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0490F1E5-0D1B-437C-AA49-66AF3D9CE6DE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708542AF-A7DE-4360-9DA1-FA9012F79DDE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649E3546-0A13-4C1C-B22A-AA530B55502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6F9EAF91-07F3-4F80-A434-80FC9912729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EA0E5D0C-3FBF-4388-80D6-4605FF513C12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1F6B3B05-7D20-4FCA-96D6-B52B7A704135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E5551F73-2B38-48C5-9E18-5190C418F0FB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E74B8C32-093D-4E45-9B9B-06B8E02B6DD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3DAA74C6-4519-4047-B270-BCCB1E09A61F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7380DACC-F2EA-4DBC-AEA2-5EDD3F15085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3F55D93C-E2A5-4C1E-887D-EC225256FCFA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098DD0A1-9507-4970-A132-715A242F8123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AA319802-89C5-4D74-BAF9-0373180B1D76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D972EA2C-764A-4941-BCC9-6B9D6B3FFA3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00DA91A2-7B18-4645-BFF6-3454AE54C3B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2" name="Rectangle 1231">
                <a:extLst>
                  <a:ext uri="{FF2B5EF4-FFF2-40B4-BE49-F238E27FC236}">
                    <a16:creationId xmlns:a16="http://schemas.microsoft.com/office/drawing/2014/main" id="{4AEC27C5-DC98-48FF-B655-F52039BE982E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3" name="Rectangle 1232">
                <a:extLst>
                  <a:ext uri="{FF2B5EF4-FFF2-40B4-BE49-F238E27FC236}">
                    <a16:creationId xmlns:a16="http://schemas.microsoft.com/office/drawing/2014/main" id="{2E0DB8E2-6798-4219-A029-C812F93C162A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FB16A8F2-B87F-4202-A6B2-43222DDA1A5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7F8A2D93-4357-474A-B8CA-DFD86D43B45E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F8D3CA9E-0704-4649-B236-B1D09BE46DAA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38" name="Group 1237">
              <a:extLst>
                <a:ext uri="{FF2B5EF4-FFF2-40B4-BE49-F238E27FC236}">
                  <a16:creationId xmlns:a16="http://schemas.microsoft.com/office/drawing/2014/main" id="{9ABC808E-11EA-4C9C-8247-F72C2E56DCDC}"/>
                </a:ext>
              </a:extLst>
            </p:cNvPr>
            <p:cNvGrpSpPr/>
            <p:nvPr/>
          </p:nvGrpSpPr>
          <p:grpSpPr>
            <a:xfrm>
              <a:off x="12006883" y="-6624"/>
              <a:ext cx="191741" cy="19174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240" name="Rectangle 1239">
                <a:extLst>
                  <a:ext uri="{FF2B5EF4-FFF2-40B4-BE49-F238E27FC236}">
                    <a16:creationId xmlns:a16="http://schemas.microsoft.com/office/drawing/2014/main" id="{0E028E56-74B7-4A8E-AD70-DE77F73A956C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2DCC1CCE-BB6D-4DB4-A0E9-A4F1226512E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AB778111-2D10-4BBF-A1AB-AB9336E2A9C4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3C5C96AD-EB37-4C9B-81F4-6DBBBC8BCCE0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E333D92B-738B-45BC-9167-3FE7C92041C0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5" name="Rectangle 1244">
                <a:extLst>
                  <a:ext uri="{FF2B5EF4-FFF2-40B4-BE49-F238E27FC236}">
                    <a16:creationId xmlns:a16="http://schemas.microsoft.com/office/drawing/2014/main" id="{F5C13E31-9887-4329-80FA-695DF4D81804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6" name="Rectangle 1245">
                <a:extLst>
                  <a:ext uri="{FF2B5EF4-FFF2-40B4-BE49-F238E27FC236}">
                    <a16:creationId xmlns:a16="http://schemas.microsoft.com/office/drawing/2014/main" id="{46C752C0-EE79-4A5B-BCDC-3C711E2F81BE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A104795C-A7F7-4B43-B30C-FDD476B9BF8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8" name="Rectangle 1247">
                <a:extLst>
                  <a:ext uri="{FF2B5EF4-FFF2-40B4-BE49-F238E27FC236}">
                    <a16:creationId xmlns:a16="http://schemas.microsoft.com/office/drawing/2014/main" id="{BA32841A-B191-4AF2-85EE-5BA5EB2FA296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595CFE89-AF8E-4E21-A11E-0CD333A3432C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7B85C63B-B70F-49BD-9868-E6769B4F24E6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1" name="Rectangle 1250">
                <a:extLst>
                  <a:ext uri="{FF2B5EF4-FFF2-40B4-BE49-F238E27FC236}">
                    <a16:creationId xmlns:a16="http://schemas.microsoft.com/office/drawing/2014/main" id="{56E13053-A7DD-4F97-A425-9D32CF2DA9D0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7B0CD5AA-16D1-4E96-B327-88F40492304B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3" name="Rectangle 1252">
                <a:extLst>
                  <a:ext uri="{FF2B5EF4-FFF2-40B4-BE49-F238E27FC236}">
                    <a16:creationId xmlns:a16="http://schemas.microsoft.com/office/drawing/2014/main" id="{70D513FD-B162-406E-AC38-227E455CFF2F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4" name="Rectangle 1253">
                <a:extLst>
                  <a:ext uri="{FF2B5EF4-FFF2-40B4-BE49-F238E27FC236}">
                    <a16:creationId xmlns:a16="http://schemas.microsoft.com/office/drawing/2014/main" id="{39292690-5275-499C-96C6-15D087F7BF1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D444C158-394B-476E-998F-E71C49BC8DE5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6" name="Rectangle 1255">
                <a:extLst>
                  <a:ext uri="{FF2B5EF4-FFF2-40B4-BE49-F238E27FC236}">
                    <a16:creationId xmlns:a16="http://schemas.microsoft.com/office/drawing/2014/main" id="{4BD9C214-A946-4186-8239-176731FA97C8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7" name="Rectangle 1256">
                <a:extLst>
                  <a:ext uri="{FF2B5EF4-FFF2-40B4-BE49-F238E27FC236}">
                    <a16:creationId xmlns:a16="http://schemas.microsoft.com/office/drawing/2014/main" id="{43296841-87C8-4953-BC3F-87AA05151435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8" name="Rectangle 1257">
                <a:extLst>
                  <a:ext uri="{FF2B5EF4-FFF2-40B4-BE49-F238E27FC236}">
                    <a16:creationId xmlns:a16="http://schemas.microsoft.com/office/drawing/2014/main" id="{719F7178-ABB3-4978-BBB5-B8EB5BF93FE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F986C52F-244B-41D8-8144-365B778D65A2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0" name="Rectangle 1259">
                <a:extLst>
                  <a:ext uri="{FF2B5EF4-FFF2-40B4-BE49-F238E27FC236}">
                    <a16:creationId xmlns:a16="http://schemas.microsoft.com/office/drawing/2014/main" id="{12DF7E08-B691-4573-8B02-3A49F35ACED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1" name="Rectangle 1260">
                <a:extLst>
                  <a:ext uri="{FF2B5EF4-FFF2-40B4-BE49-F238E27FC236}">
                    <a16:creationId xmlns:a16="http://schemas.microsoft.com/office/drawing/2014/main" id="{C8A54E5F-CBE8-4A2A-BD7B-94E0E64FE8B1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9C531065-19FB-4B1A-B8A7-6A8B5F2D66DD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0A5BEF0F-A793-4445-BD04-ADF5A1A6A8E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ADA5A4E9-64CF-4B7B-A3E1-D9857984C7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9FA3D5D5-74B6-4BBC-88A5-0D9E1B75179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77A184A7-E4DE-4365-980B-4DDC2FF59506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80F639BC-DD15-4734-8D38-E8A86B443D8C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6FDEC81B-CE68-4172-B550-00796E9E0CE5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DA95EADF-B994-4974-A0FD-B740FD3BE585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0" name="Rectangle 1269">
                <a:extLst>
                  <a:ext uri="{FF2B5EF4-FFF2-40B4-BE49-F238E27FC236}">
                    <a16:creationId xmlns:a16="http://schemas.microsoft.com/office/drawing/2014/main" id="{53CF06E9-F028-4293-B394-54487D8CAA7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4A587230-6567-497A-AAC6-33BE0272006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3" name="Rectangle 1272">
                <a:extLst>
                  <a:ext uri="{FF2B5EF4-FFF2-40B4-BE49-F238E27FC236}">
                    <a16:creationId xmlns:a16="http://schemas.microsoft.com/office/drawing/2014/main" id="{887DFCCF-FA35-44FC-975A-35F7457480DC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7" name="Rectangle 1386">
                <a:extLst>
                  <a:ext uri="{FF2B5EF4-FFF2-40B4-BE49-F238E27FC236}">
                    <a16:creationId xmlns:a16="http://schemas.microsoft.com/office/drawing/2014/main" id="{B45D749C-9D62-4F8D-A3F2-35C75833ADC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8" name="Rectangle 1387">
                <a:extLst>
                  <a:ext uri="{FF2B5EF4-FFF2-40B4-BE49-F238E27FC236}">
                    <a16:creationId xmlns:a16="http://schemas.microsoft.com/office/drawing/2014/main" id="{67983251-DE2F-418A-9ED3-D55E6AE230E1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9" name="Rectangle 1388">
                <a:extLst>
                  <a:ext uri="{FF2B5EF4-FFF2-40B4-BE49-F238E27FC236}">
                    <a16:creationId xmlns:a16="http://schemas.microsoft.com/office/drawing/2014/main" id="{E4395017-9A66-41AD-9FD2-3CA67122554E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0" name="Rectangle 1389">
                <a:extLst>
                  <a:ext uri="{FF2B5EF4-FFF2-40B4-BE49-F238E27FC236}">
                    <a16:creationId xmlns:a16="http://schemas.microsoft.com/office/drawing/2014/main" id="{97A7ACCF-01E7-48FA-AEF6-3CBE342FCEA7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1" name="Rectangle 1390">
                <a:extLst>
                  <a:ext uri="{FF2B5EF4-FFF2-40B4-BE49-F238E27FC236}">
                    <a16:creationId xmlns:a16="http://schemas.microsoft.com/office/drawing/2014/main" id="{AC9E62CF-F5FA-435C-8C5B-2562C15F2714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2" name="Rectangle 1391">
                <a:extLst>
                  <a:ext uri="{FF2B5EF4-FFF2-40B4-BE49-F238E27FC236}">
                    <a16:creationId xmlns:a16="http://schemas.microsoft.com/office/drawing/2014/main" id="{B1F41221-AA6D-4D89-9CF1-1C95F9B8B920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3" name="Rectangle 1392">
                <a:extLst>
                  <a:ext uri="{FF2B5EF4-FFF2-40B4-BE49-F238E27FC236}">
                    <a16:creationId xmlns:a16="http://schemas.microsoft.com/office/drawing/2014/main" id="{64C928A3-E87B-4358-9C87-539A7FDECEB4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4" name="Rectangle 1393">
                <a:extLst>
                  <a:ext uri="{FF2B5EF4-FFF2-40B4-BE49-F238E27FC236}">
                    <a16:creationId xmlns:a16="http://schemas.microsoft.com/office/drawing/2014/main" id="{7334663C-5815-492D-AF51-12E35C877582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5" name="Rectangle 1394">
                <a:extLst>
                  <a:ext uri="{FF2B5EF4-FFF2-40B4-BE49-F238E27FC236}">
                    <a16:creationId xmlns:a16="http://schemas.microsoft.com/office/drawing/2014/main" id="{E3737432-5CB0-42E8-9422-1E922D1F3D0E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544B0430-9D91-4AE2-A7E2-DF9525DBB766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7" name="Rectangle 1396">
                <a:extLst>
                  <a:ext uri="{FF2B5EF4-FFF2-40B4-BE49-F238E27FC236}">
                    <a16:creationId xmlns:a16="http://schemas.microsoft.com/office/drawing/2014/main" id="{65F82CDB-5DC4-427C-9ABD-BF49E878EDD1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8" name="Rectangle 1397">
                <a:extLst>
                  <a:ext uri="{FF2B5EF4-FFF2-40B4-BE49-F238E27FC236}">
                    <a16:creationId xmlns:a16="http://schemas.microsoft.com/office/drawing/2014/main" id="{F2E2E5A7-A10F-492C-A04D-A2F90E58D6D8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9" name="Rectangle 1398">
                <a:extLst>
                  <a:ext uri="{FF2B5EF4-FFF2-40B4-BE49-F238E27FC236}">
                    <a16:creationId xmlns:a16="http://schemas.microsoft.com/office/drawing/2014/main" id="{823C844D-8FF9-431A-B0AB-DFF91B5B334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0" name="Rectangle 1399">
                <a:extLst>
                  <a:ext uri="{FF2B5EF4-FFF2-40B4-BE49-F238E27FC236}">
                    <a16:creationId xmlns:a16="http://schemas.microsoft.com/office/drawing/2014/main" id="{363CE94B-B4F8-4B7E-8773-80D2165B152D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5A025258-89C7-49D8-9A93-BFE86AD0B9C9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750800" y="44513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741400" y="38354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1416">
            <a:extLst>
              <a:ext uri="{FF2B5EF4-FFF2-40B4-BE49-F238E27FC236}">
                <a16:creationId xmlns:a16="http://schemas.microsoft.com/office/drawing/2014/main" id="{DDD7AB39-15FC-4B63-9CB4-D29D0D786B28}"/>
              </a:ext>
            </a:extLst>
          </p:cNvPr>
          <p:cNvCxnSpPr>
            <a:cxnSpLocks/>
          </p:cNvCxnSpPr>
          <p:nvPr/>
        </p:nvCxnSpPr>
        <p:spPr>
          <a:xfrm flipH="1">
            <a:off x="14503400" y="3389179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91760F-1244-4B28-822F-FE2F7FA322B6}"/>
              </a:ext>
            </a:extLst>
          </p:cNvPr>
          <p:cNvGrpSpPr/>
          <p:nvPr/>
        </p:nvGrpSpPr>
        <p:grpSpPr>
          <a:xfrm>
            <a:off x="6255375" y="3861153"/>
            <a:ext cx="1994586" cy="2104191"/>
            <a:chOff x="6244567" y="3835400"/>
            <a:chExt cx="1994586" cy="2104191"/>
          </a:xfrm>
        </p:grpSpPr>
        <p:sp>
          <p:nvSpPr>
            <p:cNvPr id="1468" name="Star: 5 Points 1467">
              <a:extLst>
                <a:ext uri="{FF2B5EF4-FFF2-40B4-BE49-F238E27FC236}">
                  <a16:creationId xmlns:a16="http://schemas.microsoft.com/office/drawing/2014/main" id="{72DDD2BC-33EA-4A7D-9A7A-D9223164F8FF}"/>
                </a:ext>
              </a:extLst>
            </p:cNvPr>
            <p:cNvSpPr/>
            <p:nvPr/>
          </p:nvSpPr>
          <p:spPr>
            <a:xfrm flipH="1">
              <a:off x="6244567" y="3835400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69" name="Star: 5 Points 1468">
              <a:extLst>
                <a:ext uri="{FF2B5EF4-FFF2-40B4-BE49-F238E27FC236}">
                  <a16:creationId xmlns:a16="http://schemas.microsoft.com/office/drawing/2014/main" id="{E3FA8996-114B-4170-8719-75D9B8385057}"/>
                </a:ext>
              </a:extLst>
            </p:cNvPr>
            <p:cNvSpPr/>
            <p:nvPr/>
          </p:nvSpPr>
          <p:spPr>
            <a:xfrm flipH="1">
              <a:off x="6244567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0" name="Star: 5 Points 1469">
              <a:extLst>
                <a:ext uri="{FF2B5EF4-FFF2-40B4-BE49-F238E27FC236}">
                  <a16:creationId xmlns:a16="http://schemas.microsoft.com/office/drawing/2014/main" id="{24D034BD-453B-44DC-9474-C17535EEE04F}"/>
                </a:ext>
              </a:extLst>
            </p:cNvPr>
            <p:cNvSpPr/>
            <p:nvPr/>
          </p:nvSpPr>
          <p:spPr>
            <a:xfrm flipH="1">
              <a:off x="7714759" y="3864542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1" name="Star: 5 Points 1470">
              <a:extLst>
                <a:ext uri="{FF2B5EF4-FFF2-40B4-BE49-F238E27FC236}">
                  <a16:creationId xmlns:a16="http://schemas.microsoft.com/office/drawing/2014/main" id="{8E50DBAD-A13A-4454-92D3-FE51D0BE80A7}"/>
                </a:ext>
              </a:extLst>
            </p:cNvPr>
            <p:cNvSpPr/>
            <p:nvPr/>
          </p:nvSpPr>
          <p:spPr>
            <a:xfrm flipH="1">
              <a:off x="7714759" y="5415197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991C73D-584D-4959-970C-39E810A41CB8}"/>
              </a:ext>
            </a:extLst>
          </p:cNvPr>
          <p:cNvGrpSpPr/>
          <p:nvPr/>
        </p:nvGrpSpPr>
        <p:grpSpPr>
          <a:xfrm flipH="1">
            <a:off x="7019844" y="53295"/>
            <a:ext cx="2036765" cy="2836221"/>
            <a:chOff x="6998786" y="83456"/>
            <a:chExt cx="2036765" cy="2836221"/>
          </a:xfrm>
        </p:grpSpPr>
        <p:sp>
          <p:nvSpPr>
            <p:cNvPr id="1472" name="Star: 5 Points 1471">
              <a:extLst>
                <a:ext uri="{FF2B5EF4-FFF2-40B4-BE49-F238E27FC236}">
                  <a16:creationId xmlns:a16="http://schemas.microsoft.com/office/drawing/2014/main" id="{C53F0C0E-9354-4731-B7FF-DB2AED4F4AA5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3" name="Star: 5 Points 1472">
              <a:extLst>
                <a:ext uri="{FF2B5EF4-FFF2-40B4-BE49-F238E27FC236}">
                  <a16:creationId xmlns:a16="http://schemas.microsoft.com/office/drawing/2014/main" id="{E100B45C-B78B-4C56-AF94-F276C254DB89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4" name="Star: 5 Points 1473">
              <a:extLst>
                <a:ext uri="{FF2B5EF4-FFF2-40B4-BE49-F238E27FC236}">
                  <a16:creationId xmlns:a16="http://schemas.microsoft.com/office/drawing/2014/main" id="{10A870EA-704A-4FF8-BB35-322E5DDBE83B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5" name="Star: 5 Points 1474">
              <a:extLst>
                <a:ext uri="{FF2B5EF4-FFF2-40B4-BE49-F238E27FC236}">
                  <a16:creationId xmlns:a16="http://schemas.microsoft.com/office/drawing/2014/main" id="{E6C59C78-3E83-43BF-8A28-75B89FBA699A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D9B2D28-3FD9-43C4-A69B-477DD91F5026}"/>
              </a:ext>
            </a:extLst>
          </p:cNvPr>
          <p:cNvGrpSpPr/>
          <p:nvPr/>
        </p:nvGrpSpPr>
        <p:grpSpPr>
          <a:xfrm>
            <a:off x="9267333" y="765482"/>
            <a:ext cx="2106355" cy="2207413"/>
            <a:chOff x="9267333" y="765482"/>
            <a:chExt cx="2106355" cy="2207413"/>
          </a:xfrm>
        </p:grpSpPr>
        <p:sp>
          <p:nvSpPr>
            <p:cNvPr id="655" name="Star: 5 Points 654">
              <a:extLst>
                <a:ext uri="{FF2B5EF4-FFF2-40B4-BE49-F238E27FC236}">
                  <a16:creationId xmlns:a16="http://schemas.microsoft.com/office/drawing/2014/main" id="{B79C5B50-1417-4179-A224-CD63AC84F86F}"/>
                </a:ext>
              </a:extLst>
            </p:cNvPr>
            <p:cNvSpPr/>
            <p:nvPr/>
          </p:nvSpPr>
          <p:spPr>
            <a:xfrm>
              <a:off x="9619057" y="1569823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6" name="Star: 5 Points 655">
              <a:extLst>
                <a:ext uri="{FF2B5EF4-FFF2-40B4-BE49-F238E27FC236}">
                  <a16:creationId xmlns:a16="http://schemas.microsoft.com/office/drawing/2014/main" id="{2C179711-16F0-45AB-8F99-E13D8CF63DBC}"/>
                </a:ext>
              </a:extLst>
            </p:cNvPr>
            <p:cNvSpPr/>
            <p:nvPr/>
          </p:nvSpPr>
          <p:spPr>
            <a:xfrm>
              <a:off x="9980118" y="765482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7" name="Star: 5 Points 656">
              <a:extLst>
                <a:ext uri="{FF2B5EF4-FFF2-40B4-BE49-F238E27FC236}">
                  <a16:creationId xmlns:a16="http://schemas.microsoft.com/office/drawing/2014/main" id="{7B2840DE-2BC7-4CCA-B549-5A03802946D0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0" name="Star: 5 Points 659">
              <a:extLst>
                <a:ext uri="{FF2B5EF4-FFF2-40B4-BE49-F238E27FC236}">
                  <a16:creationId xmlns:a16="http://schemas.microsoft.com/office/drawing/2014/main" id="{C1D26940-E349-4658-9229-134C9FDC5959}"/>
                </a:ext>
              </a:extLst>
            </p:cNvPr>
            <p:cNvSpPr/>
            <p:nvPr/>
          </p:nvSpPr>
          <p:spPr>
            <a:xfrm>
              <a:off x="10358122" y="232321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1" name="Star: 5 Points 660">
              <a:extLst>
                <a:ext uri="{FF2B5EF4-FFF2-40B4-BE49-F238E27FC236}">
                  <a16:creationId xmlns:a16="http://schemas.microsoft.com/office/drawing/2014/main" id="{60EA7F4D-E147-4A34-A06D-B0F16ADD24F8}"/>
                </a:ext>
              </a:extLst>
            </p:cNvPr>
            <p:cNvSpPr/>
            <p:nvPr/>
          </p:nvSpPr>
          <p:spPr>
            <a:xfrm>
              <a:off x="11113717" y="1937260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7E82D1A2-CCC0-46DE-B404-11FB5F49E3DD}"/>
              </a:ext>
            </a:extLst>
          </p:cNvPr>
          <p:cNvGrpSpPr/>
          <p:nvPr/>
        </p:nvGrpSpPr>
        <p:grpSpPr>
          <a:xfrm rot="16200000" flipH="1" flipV="1">
            <a:off x="9667061" y="2790239"/>
            <a:ext cx="2036765" cy="2836221"/>
            <a:chOff x="6998786" y="83456"/>
            <a:chExt cx="2036765" cy="2836221"/>
          </a:xfrm>
        </p:grpSpPr>
        <p:sp>
          <p:nvSpPr>
            <p:cNvPr id="663" name="Star: 5 Points 662">
              <a:extLst>
                <a:ext uri="{FF2B5EF4-FFF2-40B4-BE49-F238E27FC236}">
                  <a16:creationId xmlns:a16="http://schemas.microsoft.com/office/drawing/2014/main" id="{5ABDF031-731B-4C26-A638-7B2537F7EEB9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4" name="Star: 5 Points 663">
              <a:extLst>
                <a:ext uri="{FF2B5EF4-FFF2-40B4-BE49-F238E27FC236}">
                  <a16:creationId xmlns:a16="http://schemas.microsoft.com/office/drawing/2014/main" id="{F82FAFF3-C7B4-44F0-AED7-8FEA07C0F647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5" name="Star: 5 Points 664">
              <a:extLst>
                <a:ext uri="{FF2B5EF4-FFF2-40B4-BE49-F238E27FC236}">
                  <a16:creationId xmlns:a16="http://schemas.microsoft.com/office/drawing/2014/main" id="{BF2FC033-39F2-4199-8202-579BF2727819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6" name="Star: 5 Points 665">
              <a:extLst>
                <a:ext uri="{FF2B5EF4-FFF2-40B4-BE49-F238E27FC236}">
                  <a16:creationId xmlns:a16="http://schemas.microsoft.com/office/drawing/2014/main" id="{475A27EC-1C9D-4FA8-ADFD-6E4E6EFC4974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67" name="Group 666">
            <a:extLst>
              <a:ext uri="{FF2B5EF4-FFF2-40B4-BE49-F238E27FC236}">
                <a16:creationId xmlns:a16="http://schemas.microsoft.com/office/drawing/2014/main" id="{5F5339D2-838A-42AD-90E8-7FAC13EBA6E9}"/>
              </a:ext>
            </a:extLst>
          </p:cNvPr>
          <p:cNvGrpSpPr/>
          <p:nvPr/>
        </p:nvGrpSpPr>
        <p:grpSpPr>
          <a:xfrm>
            <a:off x="10704846" y="576162"/>
            <a:ext cx="882069" cy="923451"/>
            <a:chOff x="9267333" y="1174189"/>
            <a:chExt cx="1718103" cy="1798706"/>
          </a:xfrm>
        </p:grpSpPr>
        <p:sp>
          <p:nvSpPr>
            <p:cNvPr id="668" name="Star: 5 Points 667">
              <a:extLst>
                <a:ext uri="{FF2B5EF4-FFF2-40B4-BE49-F238E27FC236}">
                  <a16:creationId xmlns:a16="http://schemas.microsoft.com/office/drawing/2014/main" id="{9F42C035-8CE8-4136-8A8F-5CC0017BEBED}"/>
                </a:ext>
              </a:extLst>
            </p:cNvPr>
            <p:cNvSpPr/>
            <p:nvPr/>
          </p:nvSpPr>
          <p:spPr>
            <a:xfrm>
              <a:off x="9619058" y="1174189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0" name="Star: 5 Points 669">
              <a:extLst>
                <a:ext uri="{FF2B5EF4-FFF2-40B4-BE49-F238E27FC236}">
                  <a16:creationId xmlns:a16="http://schemas.microsoft.com/office/drawing/2014/main" id="{83CA1967-E879-4BF1-BC80-3C794BDFFFE1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1" name="Star: 5 Points 670">
              <a:extLst>
                <a:ext uri="{FF2B5EF4-FFF2-40B4-BE49-F238E27FC236}">
                  <a16:creationId xmlns:a16="http://schemas.microsoft.com/office/drawing/2014/main" id="{747574B4-2B3B-49CD-8A4F-EA1DE9E36C59}"/>
                </a:ext>
              </a:extLst>
            </p:cNvPr>
            <p:cNvSpPr/>
            <p:nvPr/>
          </p:nvSpPr>
          <p:spPr>
            <a:xfrm>
              <a:off x="10725464" y="2323215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73" name="Group 672">
            <a:extLst>
              <a:ext uri="{FF2B5EF4-FFF2-40B4-BE49-F238E27FC236}">
                <a16:creationId xmlns:a16="http://schemas.microsoft.com/office/drawing/2014/main" id="{07719F31-F1B9-44DB-B530-3A4B54492B64}"/>
              </a:ext>
            </a:extLst>
          </p:cNvPr>
          <p:cNvGrpSpPr/>
          <p:nvPr/>
        </p:nvGrpSpPr>
        <p:grpSpPr>
          <a:xfrm>
            <a:off x="11643345" y="195737"/>
            <a:ext cx="354585" cy="349595"/>
            <a:chOff x="10023946" y="814972"/>
            <a:chExt cx="1429955" cy="1409826"/>
          </a:xfrm>
        </p:grpSpPr>
        <p:sp>
          <p:nvSpPr>
            <p:cNvPr id="674" name="Star: 5 Points 673">
              <a:extLst>
                <a:ext uri="{FF2B5EF4-FFF2-40B4-BE49-F238E27FC236}">
                  <a16:creationId xmlns:a16="http://schemas.microsoft.com/office/drawing/2014/main" id="{E8CA06C9-67EE-4C0A-A999-9B729DBA8A13}"/>
                </a:ext>
              </a:extLst>
            </p:cNvPr>
            <p:cNvSpPr/>
            <p:nvPr/>
          </p:nvSpPr>
          <p:spPr>
            <a:xfrm>
              <a:off x="10406699" y="814972"/>
              <a:ext cx="259972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6" name="Star: 5 Points 675">
              <a:extLst>
                <a:ext uri="{FF2B5EF4-FFF2-40B4-BE49-F238E27FC236}">
                  <a16:creationId xmlns:a16="http://schemas.microsoft.com/office/drawing/2014/main" id="{50419AE4-53B0-49BA-8C0F-18418F8F8640}"/>
                </a:ext>
              </a:extLst>
            </p:cNvPr>
            <p:cNvSpPr/>
            <p:nvPr/>
          </p:nvSpPr>
          <p:spPr>
            <a:xfrm>
              <a:off x="11193929" y="1602474"/>
              <a:ext cx="259972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4" name="Star: 5 Points 683">
              <a:extLst>
                <a:ext uri="{FF2B5EF4-FFF2-40B4-BE49-F238E27FC236}">
                  <a16:creationId xmlns:a16="http://schemas.microsoft.com/office/drawing/2014/main" id="{0F87C735-FFA3-4291-8AC7-BE7D69E75696}"/>
                </a:ext>
              </a:extLst>
            </p:cNvPr>
            <p:cNvSpPr/>
            <p:nvPr/>
          </p:nvSpPr>
          <p:spPr>
            <a:xfrm>
              <a:off x="10023946" y="1964827"/>
              <a:ext cx="259972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77" name="Group 676">
            <a:extLst>
              <a:ext uri="{FF2B5EF4-FFF2-40B4-BE49-F238E27FC236}">
                <a16:creationId xmlns:a16="http://schemas.microsoft.com/office/drawing/2014/main" id="{5BED9403-87B5-4858-AF49-6F1C90CEE837}"/>
              </a:ext>
            </a:extLst>
          </p:cNvPr>
          <p:cNvGrpSpPr/>
          <p:nvPr/>
        </p:nvGrpSpPr>
        <p:grpSpPr>
          <a:xfrm>
            <a:off x="11827654" y="91046"/>
            <a:ext cx="270421" cy="276574"/>
            <a:chOff x="9267333" y="835392"/>
            <a:chExt cx="2089954" cy="2137503"/>
          </a:xfrm>
        </p:grpSpPr>
        <p:sp>
          <p:nvSpPr>
            <p:cNvPr id="678" name="Star: 5 Points 677">
              <a:extLst>
                <a:ext uri="{FF2B5EF4-FFF2-40B4-BE49-F238E27FC236}">
                  <a16:creationId xmlns:a16="http://schemas.microsoft.com/office/drawing/2014/main" id="{824926EE-2FF1-470D-9DAC-64BDFE139822}"/>
                </a:ext>
              </a:extLst>
            </p:cNvPr>
            <p:cNvSpPr/>
            <p:nvPr/>
          </p:nvSpPr>
          <p:spPr>
            <a:xfrm>
              <a:off x="9619057" y="835392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9" name="Star: 5 Points 678">
              <a:extLst>
                <a:ext uri="{FF2B5EF4-FFF2-40B4-BE49-F238E27FC236}">
                  <a16:creationId xmlns:a16="http://schemas.microsoft.com/office/drawing/2014/main" id="{8719CB68-BC48-4E74-BC31-0B9CE0A0D383}"/>
                </a:ext>
              </a:extLst>
            </p:cNvPr>
            <p:cNvSpPr/>
            <p:nvPr/>
          </p:nvSpPr>
          <p:spPr>
            <a:xfrm>
              <a:off x="9267333" y="2712924"/>
              <a:ext cx="259971" cy="259971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0" name="Star: 5 Points 679">
              <a:extLst>
                <a:ext uri="{FF2B5EF4-FFF2-40B4-BE49-F238E27FC236}">
                  <a16:creationId xmlns:a16="http://schemas.microsoft.com/office/drawing/2014/main" id="{7AB0068B-5832-49CF-8EFC-976B15B72BFB}"/>
                </a:ext>
              </a:extLst>
            </p:cNvPr>
            <p:cNvSpPr/>
            <p:nvPr/>
          </p:nvSpPr>
          <p:spPr>
            <a:xfrm>
              <a:off x="11097315" y="2323214"/>
              <a:ext cx="259972" cy="259972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681" name="TextBox 680">
            <a:extLst>
              <a:ext uri="{FF2B5EF4-FFF2-40B4-BE49-F238E27FC236}">
                <a16:creationId xmlns:a16="http://schemas.microsoft.com/office/drawing/2014/main" id="{A3392486-21CA-4CB0-ADE4-5463F5834537}"/>
              </a:ext>
            </a:extLst>
          </p:cNvPr>
          <p:cNvSpPr txBox="1"/>
          <p:nvPr/>
        </p:nvSpPr>
        <p:spPr>
          <a:xfrm>
            <a:off x="518052" y="240469"/>
            <a:ext cx="5698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b="1" dirty="0"/>
              <a:t>A </a:t>
            </a:r>
            <a:r>
              <a:rPr lang="pt-PT" sz="3600" b="1" dirty="0" err="1"/>
              <a:t>variable</a:t>
            </a:r>
            <a:r>
              <a:rPr lang="pt-PT" sz="3600" b="1" dirty="0"/>
              <a:t> 3-star </a:t>
            </a:r>
            <a:r>
              <a:rPr lang="pt-PT" sz="3600" b="1" dirty="0" err="1"/>
              <a:t>tail</a:t>
            </a:r>
            <a:r>
              <a:rPr lang="pt-PT" sz="3600" b="1" dirty="0"/>
              <a:t> </a:t>
            </a:r>
            <a:r>
              <a:rPr lang="pt-PT" sz="3600" b="1" dirty="0" err="1"/>
              <a:t>solution</a:t>
            </a:r>
            <a:endParaRPr lang="pt-PT" sz="36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A4994CCB-8C99-4E9F-B79F-8937C2494069}"/>
              </a:ext>
            </a:extLst>
          </p:cNvPr>
          <p:cNvSpPr txBox="1"/>
          <p:nvPr/>
        </p:nvSpPr>
        <p:spPr>
          <a:xfrm>
            <a:off x="518052" y="1154439"/>
            <a:ext cx="5622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b="1" dirty="0"/>
              <a:t>(some </a:t>
            </a:r>
            <a:r>
              <a:rPr lang="pt-PT" sz="3600" b="1" dirty="0" err="1"/>
              <a:t>freedom</a:t>
            </a:r>
            <a:r>
              <a:rPr lang="pt-PT" sz="3600" b="1" dirty="0"/>
              <a:t> to </a:t>
            </a:r>
            <a:r>
              <a:rPr lang="pt-PT" sz="3600" b="1" dirty="0" err="1"/>
              <a:t>alternate</a:t>
            </a:r>
            <a:r>
              <a:rPr lang="pt-PT" sz="36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6028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49651A5D-58A0-46F4-855D-C70B729B9162}"/>
              </a:ext>
            </a:extLst>
          </p:cNvPr>
          <p:cNvGrpSpPr/>
          <p:nvPr/>
        </p:nvGrpSpPr>
        <p:grpSpPr>
          <a:xfrm>
            <a:off x="6102625" y="-6624"/>
            <a:ext cx="6096000" cy="6096000"/>
            <a:chOff x="6102625" y="-6624"/>
            <a:chExt cx="6096000" cy="6096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0B5D0E-9B46-40BA-8600-BA64434E330D}"/>
                </a:ext>
              </a:extLst>
            </p:cNvPr>
            <p:cNvGrpSpPr/>
            <p:nvPr/>
          </p:nvGrpSpPr>
          <p:grpSpPr>
            <a:xfrm>
              <a:off x="6102625" y="-6624"/>
              <a:ext cx="6096000" cy="6096000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4B7043-0D74-4AF8-9D9B-6F59631FB7F9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BB6CCB-514D-4F11-B75D-1BE692D02946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9996AD3-01DA-4843-8B1F-1471B9ED1855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1533BB-F16D-4B2B-B9FC-1CA84FE3D6B4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54D39B-4DC3-4E1C-B0F2-8D27D510F65C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AE1072-2718-4A2C-B1CE-47A87CE20E82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973E0A-DAEF-4FFC-B21B-5C5358DFFAFB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811856-23DD-4E94-87F4-D0F78898BF03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C6B024-3C9A-4A71-9772-756FEE71284C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9B74EA-A5B1-4804-BB38-97BBE6766B97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7D2ABC6-6DB3-463B-AE69-ED288C7890BC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61C1202-0F97-476C-87C5-0E0FAE14B0E9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B56DC5-4341-4D7F-822F-26AB87DE848D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26E8D9-C482-4EBD-9122-952EAD33DCC0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D14918-CBD2-4AD6-A9D5-B898498B119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6E007D-8552-4F37-BFCF-9CCC2098868E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B37DC7E-BE40-4515-B4D3-58621141C77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CABCC10-21BC-4A3E-8A15-89412C499DB1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BF4D14B-CFE9-44CC-A9EE-B63B395E1B63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C389A39-A3D6-4376-AFAF-B0937BF2E026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F950BA6-4285-4BCD-88B4-A147879498B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57C000B-C503-4E5A-8125-9638D4CE8EC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BED8F2A-C48C-414C-BE6C-EBBB10AEDE6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12D9533-E854-4354-B09F-F8A4AF8B3CC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463024BE-A1BA-43DC-9BD1-64A4BE20147F}"/>
                </a:ext>
              </a:extLst>
            </p:cNvPr>
            <p:cNvGrpSpPr/>
            <p:nvPr/>
          </p:nvGrpSpPr>
          <p:grpSpPr>
            <a:xfrm>
              <a:off x="9153934" y="-6624"/>
              <a:ext cx="3044691" cy="304469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D7AED2A8-4A6F-4E16-8B28-BF84CCFCB1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CCAB2983-FC4A-41CF-ACF8-5319AA74E6D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5BE789E1-CE0E-4588-A57F-E474BB3B974E}"/>
                  </a:ext>
                </a:extLst>
              </p:cNvPr>
              <p:cNvSpPr/>
              <p:nvPr/>
            </p:nvSpPr>
            <p:spPr>
              <a:xfrm>
                <a:off x="7628462" y="3114685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51291168-820B-466A-8FD5-D65A27947AA9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A77A49ED-3E40-40BC-A8CD-86B3C0F1AD28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DF1A6C3C-3ACB-4076-AFA1-598781BC25C0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DAAFF210-1F50-4921-9704-CB1C28932302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D5D26577-8049-447A-B949-7C4E64C336E8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D4527281-5022-425F-83C8-017B4E07247E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CF68A7AE-8FA5-4248-A812-960D30E8DECD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B608DAF-194C-4130-9CE7-8694ACE8D8D8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8857AF85-3C3B-4858-A009-E0CCBF9AC3E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98E6AE05-8A97-4387-89ED-6D40945FC04E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0BF13956-0A51-425B-98BD-02EED6F0C0D5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18BA983B-FD1B-4390-817A-59FBE49CD7DF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FF6038D1-B5EA-4827-A8C8-039E46F16D38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64289FB4-D4EF-4B1A-A61C-9CB0618D1CFB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9000E4D0-B0EA-4FF0-A149-1F49BBE0E37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E0D49024-2C3D-42CF-93A1-B925448616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0EFAFCF3-F51D-4DC0-BF0D-732472B21296}"/>
                  </a:ext>
                </a:extLst>
              </p:cNvPr>
              <p:cNvSpPr/>
              <p:nvPr/>
            </p:nvSpPr>
            <p:spPr>
              <a:xfrm>
                <a:off x="3818462" y="3876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8383D233-5E40-45A5-8FC0-D262E4707F8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A70F030A-B8A7-4C40-B63C-D1E0FB276D78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F676F6AE-E028-4EF5-98D2-F4F51CF2252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9" name="Rectangle 1058">
                <a:extLst>
                  <a:ext uri="{FF2B5EF4-FFF2-40B4-BE49-F238E27FC236}">
                    <a16:creationId xmlns:a16="http://schemas.microsoft.com/office/drawing/2014/main" id="{FFF0FF8E-5F4E-47F6-970A-3CE073CFD8D7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0" name="Rectangle 1059">
                <a:extLst>
                  <a:ext uri="{FF2B5EF4-FFF2-40B4-BE49-F238E27FC236}">
                    <a16:creationId xmlns:a16="http://schemas.microsoft.com/office/drawing/2014/main" id="{5E54C8BE-905D-423D-9BA0-0FDDC908A97C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07BFE535-F48C-4B7C-A2BF-7C316FD23760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8743320F-0E53-4462-882D-2DA46D091B1C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5457C7B0-5702-4746-AF09-432E363EAA8E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4" name="Rectangle 1063">
                <a:extLst>
                  <a:ext uri="{FF2B5EF4-FFF2-40B4-BE49-F238E27FC236}">
                    <a16:creationId xmlns:a16="http://schemas.microsoft.com/office/drawing/2014/main" id="{8BD7C8CF-E90A-4148-A324-850747F82EFD}"/>
                  </a:ext>
                </a:extLst>
              </p:cNvPr>
              <p:cNvSpPr/>
              <p:nvPr/>
            </p:nvSpPr>
            <p:spPr>
              <a:xfrm>
                <a:off x="5342463" y="3114685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F9A09D81-8169-4A85-8AC0-8A33CCF9CCDF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DC2FA143-A333-4054-82E5-3C0A8B8B0D8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Rectangle 1066">
                <a:extLst>
                  <a:ext uri="{FF2B5EF4-FFF2-40B4-BE49-F238E27FC236}">
                    <a16:creationId xmlns:a16="http://schemas.microsoft.com/office/drawing/2014/main" id="{5EAE89D6-5F91-40D8-9899-BB04F29490E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Rectangle 1067">
                <a:extLst>
                  <a:ext uri="{FF2B5EF4-FFF2-40B4-BE49-F238E27FC236}">
                    <a16:creationId xmlns:a16="http://schemas.microsoft.com/office/drawing/2014/main" id="{89BBD200-0412-4025-9F8A-3F4D2C608BD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Rectangle 1068">
                <a:extLst>
                  <a:ext uri="{FF2B5EF4-FFF2-40B4-BE49-F238E27FC236}">
                    <a16:creationId xmlns:a16="http://schemas.microsoft.com/office/drawing/2014/main" id="{5F62885E-4859-4380-8A35-C2BA24D82E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04C2FD69-0E26-47AE-B1CD-2E73DEDDB59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Rectangle 1071">
                <a:extLst>
                  <a:ext uri="{FF2B5EF4-FFF2-40B4-BE49-F238E27FC236}">
                    <a16:creationId xmlns:a16="http://schemas.microsoft.com/office/drawing/2014/main" id="{1A008899-99AC-4271-BDB4-5B14BF55426D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Rectangle 1072">
                <a:extLst>
                  <a:ext uri="{FF2B5EF4-FFF2-40B4-BE49-F238E27FC236}">
                    <a16:creationId xmlns:a16="http://schemas.microsoft.com/office/drawing/2014/main" id="{564476F1-4078-41B6-AB47-B9EFA18EDD98}"/>
                  </a:ext>
                </a:extLst>
              </p:cNvPr>
              <p:cNvSpPr/>
              <p:nvPr/>
            </p:nvSpPr>
            <p:spPr>
              <a:xfrm>
                <a:off x="3818462" y="1590685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4" name="Rectangle 1073">
                <a:extLst>
                  <a:ext uri="{FF2B5EF4-FFF2-40B4-BE49-F238E27FC236}">
                    <a16:creationId xmlns:a16="http://schemas.microsoft.com/office/drawing/2014/main" id="{9E9F6C0A-A037-4E99-A13E-4C1EDD5DB0F1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5" name="Rectangle 1074">
                <a:extLst>
                  <a:ext uri="{FF2B5EF4-FFF2-40B4-BE49-F238E27FC236}">
                    <a16:creationId xmlns:a16="http://schemas.microsoft.com/office/drawing/2014/main" id="{E150B676-FB10-4187-BF12-0A763AB5BE9B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Rectangle 1075">
                <a:extLst>
                  <a:ext uri="{FF2B5EF4-FFF2-40B4-BE49-F238E27FC236}">
                    <a16:creationId xmlns:a16="http://schemas.microsoft.com/office/drawing/2014/main" id="{811AC914-42E4-4014-B4BE-B1C7BF87C984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Rectangle 1076">
                <a:extLst>
                  <a:ext uri="{FF2B5EF4-FFF2-40B4-BE49-F238E27FC236}">
                    <a16:creationId xmlns:a16="http://schemas.microsoft.com/office/drawing/2014/main" id="{AA35207D-1D92-48FF-A20A-AAFCC9C275A2}"/>
                  </a:ext>
                </a:extLst>
              </p:cNvPr>
              <p:cNvSpPr/>
              <p:nvPr/>
            </p:nvSpPr>
            <p:spPr>
              <a:xfrm>
                <a:off x="4580464" y="2352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Rectangle 1077">
                <a:extLst>
                  <a:ext uri="{FF2B5EF4-FFF2-40B4-BE49-F238E27FC236}">
                    <a16:creationId xmlns:a16="http://schemas.microsoft.com/office/drawing/2014/main" id="{1D9018D6-6233-4FE3-AA7B-CF0729503484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Rectangle 1078">
                <a:extLst>
                  <a:ext uri="{FF2B5EF4-FFF2-40B4-BE49-F238E27FC236}">
                    <a16:creationId xmlns:a16="http://schemas.microsoft.com/office/drawing/2014/main" id="{DC8FC1D5-0312-4C8E-9A2F-51870161FC1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Rectangle 1079">
                <a:extLst>
                  <a:ext uri="{FF2B5EF4-FFF2-40B4-BE49-F238E27FC236}">
                    <a16:creationId xmlns:a16="http://schemas.microsoft.com/office/drawing/2014/main" id="{BB188129-9E82-4769-BF48-851E7FD1B8D5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68C973AE-D087-492A-A6CA-950A544AE00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Rectangle 1081">
                <a:extLst>
                  <a:ext uri="{FF2B5EF4-FFF2-40B4-BE49-F238E27FC236}">
                    <a16:creationId xmlns:a16="http://schemas.microsoft.com/office/drawing/2014/main" id="{7892E2B2-2BAA-4DE3-B9A8-16DA492E89F8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3" name="Rectangle 1082">
                <a:extLst>
                  <a:ext uri="{FF2B5EF4-FFF2-40B4-BE49-F238E27FC236}">
                    <a16:creationId xmlns:a16="http://schemas.microsoft.com/office/drawing/2014/main" id="{CC5E4391-9B5B-4A9B-8964-7AD7D55223CF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59AC59A-5364-490E-B116-33649A5DAD1F}"/>
                </a:ext>
              </a:extLst>
            </p:cNvPr>
            <p:cNvGrpSpPr/>
            <p:nvPr/>
          </p:nvGrpSpPr>
          <p:grpSpPr>
            <a:xfrm>
              <a:off x="10676278" y="-6624"/>
              <a:ext cx="1522347" cy="1522347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87" name="Rectangle 1086">
                <a:extLst>
                  <a:ext uri="{FF2B5EF4-FFF2-40B4-BE49-F238E27FC236}">
                    <a16:creationId xmlns:a16="http://schemas.microsoft.com/office/drawing/2014/main" id="{951E01C8-AE5D-4016-A79F-030D8D10B3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8" name="Rectangle 1087">
                <a:extLst>
                  <a:ext uri="{FF2B5EF4-FFF2-40B4-BE49-F238E27FC236}">
                    <a16:creationId xmlns:a16="http://schemas.microsoft.com/office/drawing/2014/main" id="{5085B363-72B3-463D-9BB6-534EC194E091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9" name="Rectangle 1088">
                <a:extLst>
                  <a:ext uri="{FF2B5EF4-FFF2-40B4-BE49-F238E27FC236}">
                    <a16:creationId xmlns:a16="http://schemas.microsoft.com/office/drawing/2014/main" id="{D51639D3-150C-4CD1-A98E-6D6BE7D13D6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0" name="Rectangle 1089">
                <a:extLst>
                  <a:ext uri="{FF2B5EF4-FFF2-40B4-BE49-F238E27FC236}">
                    <a16:creationId xmlns:a16="http://schemas.microsoft.com/office/drawing/2014/main" id="{E723992D-A264-4C44-B4A5-540F4B79F97B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11BC14CA-89F0-4328-88D0-E292302A8A15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2" name="Rectangle 1091">
                <a:extLst>
                  <a:ext uri="{FF2B5EF4-FFF2-40B4-BE49-F238E27FC236}">
                    <a16:creationId xmlns:a16="http://schemas.microsoft.com/office/drawing/2014/main" id="{6975C6EC-3325-4F48-B922-772DD0632BB1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3" name="Rectangle 1092">
                <a:extLst>
                  <a:ext uri="{FF2B5EF4-FFF2-40B4-BE49-F238E27FC236}">
                    <a16:creationId xmlns:a16="http://schemas.microsoft.com/office/drawing/2014/main" id="{D530EA5A-422A-4CFC-B31D-64A4B0D49639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4" name="Rectangle 1093">
                <a:extLst>
                  <a:ext uri="{FF2B5EF4-FFF2-40B4-BE49-F238E27FC236}">
                    <a16:creationId xmlns:a16="http://schemas.microsoft.com/office/drawing/2014/main" id="{68198816-6330-4393-B81A-B674FCFDADFD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5" name="Rectangle 1094">
                <a:extLst>
                  <a:ext uri="{FF2B5EF4-FFF2-40B4-BE49-F238E27FC236}">
                    <a16:creationId xmlns:a16="http://schemas.microsoft.com/office/drawing/2014/main" id="{50FF1109-3BE6-4445-AD75-0CC1632B0C4F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6" name="Rectangle 1095">
                <a:extLst>
                  <a:ext uri="{FF2B5EF4-FFF2-40B4-BE49-F238E27FC236}">
                    <a16:creationId xmlns:a16="http://schemas.microsoft.com/office/drawing/2014/main" id="{9234D973-78C1-4B1C-ABB6-D69EE150474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7" name="Rectangle 1096">
                <a:extLst>
                  <a:ext uri="{FF2B5EF4-FFF2-40B4-BE49-F238E27FC236}">
                    <a16:creationId xmlns:a16="http://schemas.microsoft.com/office/drawing/2014/main" id="{8D90A5AC-E964-43B8-9A0D-33B9125A96E3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8" name="Rectangle 1097">
                <a:extLst>
                  <a:ext uri="{FF2B5EF4-FFF2-40B4-BE49-F238E27FC236}">
                    <a16:creationId xmlns:a16="http://schemas.microsoft.com/office/drawing/2014/main" id="{C214A494-D36A-4053-8A5D-BD47DC215C28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5F12B3CC-F061-4832-AE36-220FD490A92F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0" name="Rectangle 1099">
                <a:extLst>
                  <a:ext uri="{FF2B5EF4-FFF2-40B4-BE49-F238E27FC236}">
                    <a16:creationId xmlns:a16="http://schemas.microsoft.com/office/drawing/2014/main" id="{908EF2FC-38D4-429A-98D5-3A98B9BA3FE8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70A908E8-B77C-4668-9187-AB7650480EC5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2" name="Rectangle 1101">
                <a:extLst>
                  <a:ext uri="{FF2B5EF4-FFF2-40B4-BE49-F238E27FC236}">
                    <a16:creationId xmlns:a16="http://schemas.microsoft.com/office/drawing/2014/main" id="{59D59B67-FD1A-468B-A917-F177CF12E56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3" name="Rectangle 1102">
                <a:extLst>
                  <a:ext uri="{FF2B5EF4-FFF2-40B4-BE49-F238E27FC236}">
                    <a16:creationId xmlns:a16="http://schemas.microsoft.com/office/drawing/2014/main" id="{96B614A8-5E61-4C03-AF9C-177F64C5016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4" name="Rectangle 1103">
                <a:extLst>
                  <a:ext uri="{FF2B5EF4-FFF2-40B4-BE49-F238E27FC236}">
                    <a16:creationId xmlns:a16="http://schemas.microsoft.com/office/drawing/2014/main" id="{D86A6FBF-5548-4BBE-B982-63FBF493E509}"/>
                  </a:ext>
                </a:extLst>
              </p:cNvPr>
              <p:cNvSpPr/>
              <p:nvPr/>
            </p:nvSpPr>
            <p:spPr>
              <a:xfrm>
                <a:off x="4580464" y="3876685"/>
                <a:ext cx="761999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CA035496-562D-43BC-B3C4-15217B676C30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00999525-FB9A-4A8A-ABA0-516C406E81B8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D52B38CD-33B1-4E48-902A-91CDEF00C93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EC5F1204-486A-46C3-BB0D-F6B245EBE9E0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42FCC5E3-892F-418B-984D-9F24EBCD5677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AEEF97A2-E5D7-4CC2-BED1-8FE354053EDE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C4DD50DB-48FB-472E-9D82-E9DE66704641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884913B3-670D-4823-A778-369C897F38A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3C7793FA-F09F-42B7-B0A6-0225566A9B60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2474A380-04A7-431A-B7B0-1A28C709FF47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11EAC71F-2598-4932-B625-D1106F922DC4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6" name="Rectangle 1115">
                <a:extLst>
                  <a:ext uri="{FF2B5EF4-FFF2-40B4-BE49-F238E27FC236}">
                    <a16:creationId xmlns:a16="http://schemas.microsoft.com/office/drawing/2014/main" id="{0458C28A-28C6-4710-A453-C59E0F265E0B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4D972D7B-601A-4695-91B5-C4A34CA4852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C67CEF4A-0011-4DE2-8B70-7ACE704877EC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9" name="Rectangle 1118">
                <a:extLst>
                  <a:ext uri="{FF2B5EF4-FFF2-40B4-BE49-F238E27FC236}">
                    <a16:creationId xmlns:a16="http://schemas.microsoft.com/office/drawing/2014/main" id="{16F57A42-1131-4BDE-A0BE-9B15497B77DD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D30EC61-95AD-45C8-B9A5-F31119E116D4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994D4375-BB7A-4066-B384-1CCCADCD0195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045E2A90-5405-4221-B7F9-949205BB5F58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461CC694-6454-4B82-8801-CAB3C95EA4D8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F2AC7E4F-C6EC-456F-B298-2C37CEB2868A}"/>
                  </a:ext>
                </a:extLst>
              </p:cNvPr>
              <p:cNvSpPr/>
              <p:nvPr/>
            </p:nvSpPr>
            <p:spPr>
              <a:xfrm>
                <a:off x="3818461" y="1590685"/>
                <a:ext cx="761998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1717A996-E42F-451D-BF11-CD897631030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B5D50F4E-2A8D-4B13-921B-4ABABC18674F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449295DB-E0E2-4902-AD91-DDF7C1DA6939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B874E706-6BB6-4F9F-AC62-E50EA6DC530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778ACB4-F9CE-4700-B761-0908E2CA1408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1F3BBCC1-DEC1-4443-A531-DB8B8E54385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3FDC97F4-5F19-4C85-B0B6-C213AB5DCCD6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050AF411-612C-4A66-AA1A-9B01C04D6BB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A2C4A938-77A9-4EC1-8944-4C89EFECAB2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94E57DF6-B5B9-4668-AF12-9A886D1301BD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C1350E11-9C77-4BC4-91AE-FDEC7BBC652D}"/>
                </a:ext>
              </a:extLst>
            </p:cNvPr>
            <p:cNvGrpSpPr/>
            <p:nvPr/>
          </p:nvGrpSpPr>
          <p:grpSpPr>
            <a:xfrm>
              <a:off x="11438279" y="-6624"/>
              <a:ext cx="760346" cy="760346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11D48F12-334A-48E1-BE99-4F9AF4E2305F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AF7002FD-F149-4FF3-A10E-62F2866B2818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0" name="Rectangle 1139">
                <a:extLst>
                  <a:ext uri="{FF2B5EF4-FFF2-40B4-BE49-F238E27FC236}">
                    <a16:creationId xmlns:a16="http://schemas.microsoft.com/office/drawing/2014/main" id="{49AB2014-734B-4E0B-981C-26A64B36F90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B55CE276-E0E8-4EDB-B80F-D959790F3DFE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8BC0DABE-DFE5-46A8-A57F-71096166A429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4195BD80-744B-424D-BF3B-5267038E2D97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EEC0F2F3-57B4-4008-A2EC-A37768833B15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5" name="Rectangle 1144">
                <a:extLst>
                  <a:ext uri="{FF2B5EF4-FFF2-40B4-BE49-F238E27FC236}">
                    <a16:creationId xmlns:a16="http://schemas.microsoft.com/office/drawing/2014/main" id="{D61C880B-6072-4F45-84E1-202D10AE579A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6" name="Rectangle 1145">
                <a:extLst>
                  <a:ext uri="{FF2B5EF4-FFF2-40B4-BE49-F238E27FC236}">
                    <a16:creationId xmlns:a16="http://schemas.microsoft.com/office/drawing/2014/main" id="{D79C0686-5C80-470F-AAC9-67CDC4F3C03B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721726F9-31BA-42E0-8FEC-9A2D746E709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B27D421B-C3EC-479B-9A51-2DBAB92DBF50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9" name="Rectangle 1148">
                <a:extLst>
                  <a:ext uri="{FF2B5EF4-FFF2-40B4-BE49-F238E27FC236}">
                    <a16:creationId xmlns:a16="http://schemas.microsoft.com/office/drawing/2014/main" id="{9BE0B6F4-EE55-40ED-9CAF-846D7811C266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558250F3-748E-4FB6-B074-A8D0CDF0A7B7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3C1BB482-EE62-4937-A97B-2AEBE341208B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2" name="Rectangle 1151">
                <a:extLst>
                  <a:ext uri="{FF2B5EF4-FFF2-40B4-BE49-F238E27FC236}">
                    <a16:creationId xmlns:a16="http://schemas.microsoft.com/office/drawing/2014/main" id="{99045FC9-0DB2-477B-A075-59CF63C5859E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68E522E1-2204-4CD6-B4A4-1652854367D2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4" name="Rectangle 1153">
                <a:extLst>
                  <a:ext uri="{FF2B5EF4-FFF2-40B4-BE49-F238E27FC236}">
                    <a16:creationId xmlns:a16="http://schemas.microsoft.com/office/drawing/2014/main" id="{08AC86E1-7375-44AE-9F49-D0E6466C332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B1B1D1F9-1DB9-428E-9FAF-CF8B3A5D0CA0}"/>
                  </a:ext>
                </a:extLst>
              </p:cNvPr>
              <p:cNvSpPr/>
              <p:nvPr/>
            </p:nvSpPr>
            <p:spPr>
              <a:xfrm>
                <a:off x="4580467" y="3876682"/>
                <a:ext cx="761998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7F24ACE6-7FE0-4AB3-9D5B-BAE5D24935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7" name="Rectangle 1156">
                <a:extLst>
                  <a:ext uri="{FF2B5EF4-FFF2-40B4-BE49-F238E27FC236}">
                    <a16:creationId xmlns:a16="http://schemas.microsoft.com/office/drawing/2014/main" id="{04E364A7-8F36-44AE-9F00-DAFD9BDAA8A9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8" name="Rectangle 1157">
                <a:extLst>
                  <a:ext uri="{FF2B5EF4-FFF2-40B4-BE49-F238E27FC236}">
                    <a16:creationId xmlns:a16="http://schemas.microsoft.com/office/drawing/2014/main" id="{F749B6A0-4315-4052-B63E-CDF6018127DA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9" name="Rectangle 1158">
                <a:extLst>
                  <a:ext uri="{FF2B5EF4-FFF2-40B4-BE49-F238E27FC236}">
                    <a16:creationId xmlns:a16="http://schemas.microsoft.com/office/drawing/2014/main" id="{6BEB9C1B-1C63-4752-A048-0AF255A238D5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0" name="Rectangle 1159">
                <a:extLst>
                  <a:ext uri="{FF2B5EF4-FFF2-40B4-BE49-F238E27FC236}">
                    <a16:creationId xmlns:a16="http://schemas.microsoft.com/office/drawing/2014/main" id="{718295FD-64E3-4AD8-BC15-7D19FD897CB2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E84548BE-B643-4867-B370-58188AEBFC62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BD0B29D4-AF54-439F-AEFE-4F6D8EBDB5B9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3" name="Rectangle 1162">
                <a:extLst>
                  <a:ext uri="{FF2B5EF4-FFF2-40B4-BE49-F238E27FC236}">
                    <a16:creationId xmlns:a16="http://schemas.microsoft.com/office/drawing/2014/main" id="{07744A6E-C654-462C-865A-9A704542BBD1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4" name="Rectangle 1163">
                <a:extLst>
                  <a:ext uri="{FF2B5EF4-FFF2-40B4-BE49-F238E27FC236}">
                    <a16:creationId xmlns:a16="http://schemas.microsoft.com/office/drawing/2014/main" id="{74376240-53C9-48D9-99CC-3574ACFE307E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0A3BD210-2A7C-4BCB-BE10-AFAF47EA93AF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6" name="Rectangle 1165">
                <a:extLst>
                  <a:ext uri="{FF2B5EF4-FFF2-40B4-BE49-F238E27FC236}">
                    <a16:creationId xmlns:a16="http://schemas.microsoft.com/office/drawing/2014/main" id="{A8455E02-2A81-4ECC-A903-C72563F047DB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7" name="Rectangle 1166">
                <a:extLst>
                  <a:ext uri="{FF2B5EF4-FFF2-40B4-BE49-F238E27FC236}">
                    <a16:creationId xmlns:a16="http://schemas.microsoft.com/office/drawing/2014/main" id="{9930BCAA-1AC6-4A9D-A47F-2A2DB1AF2CB1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08169534-95A2-4473-8847-062FF1BADCDE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9" name="Rectangle 1168">
                <a:extLst>
                  <a:ext uri="{FF2B5EF4-FFF2-40B4-BE49-F238E27FC236}">
                    <a16:creationId xmlns:a16="http://schemas.microsoft.com/office/drawing/2014/main" id="{4DDDB7B4-48CD-40FE-9DA2-1E7EE1C749F0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6979B59B-DE29-4FFA-9349-CAE4BFEAE70B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1" name="Rectangle 1170">
                <a:extLst>
                  <a:ext uri="{FF2B5EF4-FFF2-40B4-BE49-F238E27FC236}">
                    <a16:creationId xmlns:a16="http://schemas.microsoft.com/office/drawing/2014/main" id="{47CFBB3D-A8C6-4577-8136-5B0251F679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2" name="Rectangle 1171">
                <a:extLst>
                  <a:ext uri="{FF2B5EF4-FFF2-40B4-BE49-F238E27FC236}">
                    <a16:creationId xmlns:a16="http://schemas.microsoft.com/office/drawing/2014/main" id="{C2CB547F-5BBC-4FFA-BBBB-24131C58AD54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EC39CE30-B5A2-493A-85AF-C8C7134D05D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B7F3F1E9-63BB-49E4-884B-D2870E988E2C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5" name="Rectangle 1174">
                <a:extLst>
                  <a:ext uri="{FF2B5EF4-FFF2-40B4-BE49-F238E27FC236}">
                    <a16:creationId xmlns:a16="http://schemas.microsoft.com/office/drawing/2014/main" id="{D190E4E2-ABB9-4214-B542-32B444AA5C0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6" name="Rectangle 1175">
                <a:extLst>
                  <a:ext uri="{FF2B5EF4-FFF2-40B4-BE49-F238E27FC236}">
                    <a16:creationId xmlns:a16="http://schemas.microsoft.com/office/drawing/2014/main" id="{220963B6-CCB7-4EA2-9AD6-E2F8D0C4B4D7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7FC0635E-7254-4D13-85B8-155517CD8D47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BBA2319A-0A92-45A4-93B0-DC0B4EF344EA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BBFB4EC-1CB2-4A08-87D7-FB67F25A0DA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75DA92B7-A8C8-44C8-9BE2-CA1B940ADD5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1" name="Rectangle 1180">
                <a:extLst>
                  <a:ext uri="{FF2B5EF4-FFF2-40B4-BE49-F238E27FC236}">
                    <a16:creationId xmlns:a16="http://schemas.microsoft.com/office/drawing/2014/main" id="{8CFE4E76-BF9F-4DBB-BEC0-CA001F4A6E9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2" name="Rectangle 1181">
                <a:extLst>
                  <a:ext uri="{FF2B5EF4-FFF2-40B4-BE49-F238E27FC236}">
                    <a16:creationId xmlns:a16="http://schemas.microsoft.com/office/drawing/2014/main" id="{98013C28-908C-47C5-8A4C-B1A8D54F2EB9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3" name="Rectangle 1182">
                <a:extLst>
                  <a:ext uri="{FF2B5EF4-FFF2-40B4-BE49-F238E27FC236}">
                    <a16:creationId xmlns:a16="http://schemas.microsoft.com/office/drawing/2014/main" id="{622367A7-80BB-4E58-833F-9F77718D1B25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4" name="Rectangle 1183">
                <a:extLst>
                  <a:ext uri="{FF2B5EF4-FFF2-40B4-BE49-F238E27FC236}">
                    <a16:creationId xmlns:a16="http://schemas.microsoft.com/office/drawing/2014/main" id="{3FCE1A1D-36C2-48B6-96B8-C120FF5CF485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02EDF384-5307-457D-A90E-7DB7C5AE61F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DB7A744B-2CE8-4157-AF12-A015DC91B47E}"/>
                </a:ext>
              </a:extLst>
            </p:cNvPr>
            <p:cNvGrpSpPr/>
            <p:nvPr/>
          </p:nvGrpSpPr>
          <p:grpSpPr>
            <a:xfrm>
              <a:off x="11819071" y="-6624"/>
              <a:ext cx="379553" cy="379553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89" name="Rectangle 1188">
                <a:extLst>
                  <a:ext uri="{FF2B5EF4-FFF2-40B4-BE49-F238E27FC236}">
                    <a16:creationId xmlns:a16="http://schemas.microsoft.com/office/drawing/2014/main" id="{5D22A482-76CD-45BD-9FC7-1E9B010EF706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0" name="Rectangle 1189">
                <a:extLst>
                  <a:ext uri="{FF2B5EF4-FFF2-40B4-BE49-F238E27FC236}">
                    <a16:creationId xmlns:a16="http://schemas.microsoft.com/office/drawing/2014/main" id="{0B56D52B-B839-4BFA-AD8F-FD12A717276F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BB180324-B350-4CB8-A61C-A3A9A513B1B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C574A510-9CA0-4529-9DED-B5F62C522CDD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3" name="Rectangle 1192">
                <a:extLst>
                  <a:ext uri="{FF2B5EF4-FFF2-40B4-BE49-F238E27FC236}">
                    <a16:creationId xmlns:a16="http://schemas.microsoft.com/office/drawing/2014/main" id="{D062E447-E73D-4A35-8637-557523F43073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4" name="Rectangle 1193">
                <a:extLst>
                  <a:ext uri="{FF2B5EF4-FFF2-40B4-BE49-F238E27FC236}">
                    <a16:creationId xmlns:a16="http://schemas.microsoft.com/office/drawing/2014/main" id="{10DDCAE9-412D-4E49-B9B1-72C94431681F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5" name="Rectangle 1194">
                <a:extLst>
                  <a:ext uri="{FF2B5EF4-FFF2-40B4-BE49-F238E27FC236}">
                    <a16:creationId xmlns:a16="http://schemas.microsoft.com/office/drawing/2014/main" id="{933BCD8B-3E18-4CD6-BD64-F4A8B99FA553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6" name="Rectangle 1195">
                <a:extLst>
                  <a:ext uri="{FF2B5EF4-FFF2-40B4-BE49-F238E27FC236}">
                    <a16:creationId xmlns:a16="http://schemas.microsoft.com/office/drawing/2014/main" id="{2C5CB415-F373-4309-8A99-966E81A77B0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7" name="Rectangle 1196">
                <a:extLst>
                  <a:ext uri="{FF2B5EF4-FFF2-40B4-BE49-F238E27FC236}">
                    <a16:creationId xmlns:a16="http://schemas.microsoft.com/office/drawing/2014/main" id="{299130A4-51AF-4841-8259-838C25BCF509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C71AA1F3-9895-4B30-9B8D-901A2C42CB99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9" name="Rectangle 1198">
                <a:extLst>
                  <a:ext uri="{FF2B5EF4-FFF2-40B4-BE49-F238E27FC236}">
                    <a16:creationId xmlns:a16="http://schemas.microsoft.com/office/drawing/2014/main" id="{2A73E712-685A-4123-93FB-A9412B006AA2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2A8B7D9F-F3C5-4C81-B812-96EBD3AE2E2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1" name="Rectangle 1200">
                <a:extLst>
                  <a:ext uri="{FF2B5EF4-FFF2-40B4-BE49-F238E27FC236}">
                    <a16:creationId xmlns:a16="http://schemas.microsoft.com/office/drawing/2014/main" id="{B16C3A81-4E8D-422C-A0B6-C72753A04042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2" name="Rectangle 1201">
                <a:extLst>
                  <a:ext uri="{FF2B5EF4-FFF2-40B4-BE49-F238E27FC236}">
                    <a16:creationId xmlns:a16="http://schemas.microsoft.com/office/drawing/2014/main" id="{F3E7366F-B3FB-4504-8D0E-C04A4DF54D9C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3" name="Rectangle 1202">
                <a:extLst>
                  <a:ext uri="{FF2B5EF4-FFF2-40B4-BE49-F238E27FC236}">
                    <a16:creationId xmlns:a16="http://schemas.microsoft.com/office/drawing/2014/main" id="{7553E57E-5408-4DF5-A09E-2B971EA08F53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D6CE1F82-E8CC-4503-83A3-75418859DEB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5" name="Rectangle 1204">
                <a:extLst>
                  <a:ext uri="{FF2B5EF4-FFF2-40B4-BE49-F238E27FC236}">
                    <a16:creationId xmlns:a16="http://schemas.microsoft.com/office/drawing/2014/main" id="{BBE9930A-33B1-4D60-88BE-A821EA3A00D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50242CF7-13DA-49ED-BD3C-B84EE74C74D7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5FB835C4-C0B4-44FA-B527-1CCCFBBEB621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A3F32B24-5BB1-4A7C-9CC5-AD1528EB5DBB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965B085E-E29D-4CD5-B76B-C3163D7834F7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82ADEAF7-EB32-471A-A3DE-7E5801EC0852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D9F4979A-90DD-422B-B45B-D95874D72283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D9D35B68-AE32-4BAA-99B5-2B51451792B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2E62C4FF-93E2-49C6-B75B-C97C0ECA0B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C90AD371-344C-4D04-AC3E-13ED82F0232B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B53BC285-D9EC-40C9-B8A5-89F1EA5D4BE7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C152D154-EE6C-457D-B1E8-004DFFAD3D09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0490F1E5-0D1B-437C-AA49-66AF3D9CE6DE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708542AF-A7DE-4360-9DA1-FA9012F79DDE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649E3546-0A13-4C1C-B22A-AA530B55502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6F9EAF91-07F3-4F80-A434-80FC9912729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EA0E5D0C-3FBF-4388-80D6-4605FF513C12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1F6B3B05-7D20-4FCA-96D6-B52B7A704135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E5551F73-2B38-48C5-9E18-5190C418F0FB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E74B8C32-093D-4E45-9B9B-06B8E02B6DD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3DAA74C6-4519-4047-B270-BCCB1E09A61F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7380DACC-F2EA-4DBC-AEA2-5EDD3F15085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3F55D93C-E2A5-4C1E-887D-EC225256FCFA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098DD0A1-9507-4970-A132-715A242F8123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AA319802-89C5-4D74-BAF9-0373180B1D76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D972EA2C-764A-4941-BCC9-6B9D6B3FFA3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00DA91A2-7B18-4645-BFF6-3454AE54C3B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2" name="Rectangle 1231">
                <a:extLst>
                  <a:ext uri="{FF2B5EF4-FFF2-40B4-BE49-F238E27FC236}">
                    <a16:creationId xmlns:a16="http://schemas.microsoft.com/office/drawing/2014/main" id="{4AEC27C5-DC98-48FF-B655-F52039BE982E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3" name="Rectangle 1232">
                <a:extLst>
                  <a:ext uri="{FF2B5EF4-FFF2-40B4-BE49-F238E27FC236}">
                    <a16:creationId xmlns:a16="http://schemas.microsoft.com/office/drawing/2014/main" id="{2E0DB8E2-6798-4219-A029-C812F93C162A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FB16A8F2-B87F-4202-A6B2-43222DDA1A5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7F8A2D93-4357-474A-B8CA-DFD86D43B45E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F8D3CA9E-0704-4649-B236-B1D09BE46DAA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38" name="Group 1237">
              <a:extLst>
                <a:ext uri="{FF2B5EF4-FFF2-40B4-BE49-F238E27FC236}">
                  <a16:creationId xmlns:a16="http://schemas.microsoft.com/office/drawing/2014/main" id="{9ABC808E-11EA-4C9C-8247-F72C2E56DCDC}"/>
                </a:ext>
              </a:extLst>
            </p:cNvPr>
            <p:cNvGrpSpPr/>
            <p:nvPr/>
          </p:nvGrpSpPr>
          <p:grpSpPr>
            <a:xfrm>
              <a:off x="12006883" y="-6624"/>
              <a:ext cx="191741" cy="19174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240" name="Rectangle 1239">
                <a:extLst>
                  <a:ext uri="{FF2B5EF4-FFF2-40B4-BE49-F238E27FC236}">
                    <a16:creationId xmlns:a16="http://schemas.microsoft.com/office/drawing/2014/main" id="{0E028E56-74B7-4A8E-AD70-DE77F73A956C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2DCC1CCE-BB6D-4DB4-A0E9-A4F1226512E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AB778111-2D10-4BBF-A1AB-AB9336E2A9C4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3C5C96AD-EB37-4C9B-81F4-6DBBBC8BCCE0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E333D92B-738B-45BC-9167-3FE7C92041C0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5" name="Rectangle 1244">
                <a:extLst>
                  <a:ext uri="{FF2B5EF4-FFF2-40B4-BE49-F238E27FC236}">
                    <a16:creationId xmlns:a16="http://schemas.microsoft.com/office/drawing/2014/main" id="{F5C13E31-9887-4329-80FA-695DF4D81804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6" name="Rectangle 1245">
                <a:extLst>
                  <a:ext uri="{FF2B5EF4-FFF2-40B4-BE49-F238E27FC236}">
                    <a16:creationId xmlns:a16="http://schemas.microsoft.com/office/drawing/2014/main" id="{46C752C0-EE79-4A5B-BCDC-3C711E2F81BE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A104795C-A7F7-4B43-B30C-FDD476B9BF8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8" name="Rectangle 1247">
                <a:extLst>
                  <a:ext uri="{FF2B5EF4-FFF2-40B4-BE49-F238E27FC236}">
                    <a16:creationId xmlns:a16="http://schemas.microsoft.com/office/drawing/2014/main" id="{BA32841A-B191-4AF2-85EE-5BA5EB2FA296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595CFE89-AF8E-4E21-A11E-0CD333A3432C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7B85C63B-B70F-49BD-9868-E6769B4F24E6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1" name="Rectangle 1250">
                <a:extLst>
                  <a:ext uri="{FF2B5EF4-FFF2-40B4-BE49-F238E27FC236}">
                    <a16:creationId xmlns:a16="http://schemas.microsoft.com/office/drawing/2014/main" id="{56E13053-A7DD-4F97-A425-9D32CF2DA9D0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7B0CD5AA-16D1-4E96-B327-88F40492304B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3" name="Rectangle 1252">
                <a:extLst>
                  <a:ext uri="{FF2B5EF4-FFF2-40B4-BE49-F238E27FC236}">
                    <a16:creationId xmlns:a16="http://schemas.microsoft.com/office/drawing/2014/main" id="{70D513FD-B162-406E-AC38-227E455CFF2F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4" name="Rectangle 1253">
                <a:extLst>
                  <a:ext uri="{FF2B5EF4-FFF2-40B4-BE49-F238E27FC236}">
                    <a16:creationId xmlns:a16="http://schemas.microsoft.com/office/drawing/2014/main" id="{39292690-5275-499C-96C6-15D087F7BF1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D444C158-394B-476E-998F-E71C49BC8DE5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6" name="Rectangle 1255">
                <a:extLst>
                  <a:ext uri="{FF2B5EF4-FFF2-40B4-BE49-F238E27FC236}">
                    <a16:creationId xmlns:a16="http://schemas.microsoft.com/office/drawing/2014/main" id="{4BD9C214-A946-4186-8239-176731FA97C8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7" name="Rectangle 1256">
                <a:extLst>
                  <a:ext uri="{FF2B5EF4-FFF2-40B4-BE49-F238E27FC236}">
                    <a16:creationId xmlns:a16="http://schemas.microsoft.com/office/drawing/2014/main" id="{43296841-87C8-4953-BC3F-87AA05151435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8" name="Rectangle 1257">
                <a:extLst>
                  <a:ext uri="{FF2B5EF4-FFF2-40B4-BE49-F238E27FC236}">
                    <a16:creationId xmlns:a16="http://schemas.microsoft.com/office/drawing/2014/main" id="{719F7178-ABB3-4978-BBB5-B8EB5BF93FE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F986C52F-244B-41D8-8144-365B778D65A2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0" name="Rectangle 1259">
                <a:extLst>
                  <a:ext uri="{FF2B5EF4-FFF2-40B4-BE49-F238E27FC236}">
                    <a16:creationId xmlns:a16="http://schemas.microsoft.com/office/drawing/2014/main" id="{12DF7E08-B691-4573-8B02-3A49F35ACED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1" name="Rectangle 1260">
                <a:extLst>
                  <a:ext uri="{FF2B5EF4-FFF2-40B4-BE49-F238E27FC236}">
                    <a16:creationId xmlns:a16="http://schemas.microsoft.com/office/drawing/2014/main" id="{C8A54E5F-CBE8-4A2A-BD7B-94E0E64FE8B1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9C531065-19FB-4B1A-B8A7-6A8B5F2D66DD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0A5BEF0F-A793-4445-BD04-ADF5A1A6A8E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ADA5A4E9-64CF-4B7B-A3E1-D9857984C7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9FA3D5D5-74B6-4BBC-88A5-0D9E1B75179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77A184A7-E4DE-4365-980B-4DDC2FF59506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80F639BC-DD15-4734-8D38-E8A86B443D8C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6FDEC81B-CE68-4172-B550-00796E9E0CE5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DA95EADF-B994-4974-A0FD-B740FD3BE585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0" name="Rectangle 1269">
                <a:extLst>
                  <a:ext uri="{FF2B5EF4-FFF2-40B4-BE49-F238E27FC236}">
                    <a16:creationId xmlns:a16="http://schemas.microsoft.com/office/drawing/2014/main" id="{53CF06E9-F028-4293-B394-54487D8CAA7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4A587230-6567-497A-AAC6-33BE0272006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3" name="Rectangle 1272">
                <a:extLst>
                  <a:ext uri="{FF2B5EF4-FFF2-40B4-BE49-F238E27FC236}">
                    <a16:creationId xmlns:a16="http://schemas.microsoft.com/office/drawing/2014/main" id="{887DFCCF-FA35-44FC-975A-35F7457480DC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7" name="Rectangle 1386">
                <a:extLst>
                  <a:ext uri="{FF2B5EF4-FFF2-40B4-BE49-F238E27FC236}">
                    <a16:creationId xmlns:a16="http://schemas.microsoft.com/office/drawing/2014/main" id="{B45D749C-9D62-4F8D-A3F2-35C75833ADC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8" name="Rectangle 1387">
                <a:extLst>
                  <a:ext uri="{FF2B5EF4-FFF2-40B4-BE49-F238E27FC236}">
                    <a16:creationId xmlns:a16="http://schemas.microsoft.com/office/drawing/2014/main" id="{67983251-DE2F-418A-9ED3-D55E6AE230E1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9" name="Rectangle 1388">
                <a:extLst>
                  <a:ext uri="{FF2B5EF4-FFF2-40B4-BE49-F238E27FC236}">
                    <a16:creationId xmlns:a16="http://schemas.microsoft.com/office/drawing/2014/main" id="{E4395017-9A66-41AD-9FD2-3CA67122554E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0" name="Rectangle 1389">
                <a:extLst>
                  <a:ext uri="{FF2B5EF4-FFF2-40B4-BE49-F238E27FC236}">
                    <a16:creationId xmlns:a16="http://schemas.microsoft.com/office/drawing/2014/main" id="{97A7ACCF-01E7-48FA-AEF6-3CBE342FCEA7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1" name="Rectangle 1390">
                <a:extLst>
                  <a:ext uri="{FF2B5EF4-FFF2-40B4-BE49-F238E27FC236}">
                    <a16:creationId xmlns:a16="http://schemas.microsoft.com/office/drawing/2014/main" id="{AC9E62CF-F5FA-435C-8C5B-2562C15F2714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2" name="Rectangle 1391">
                <a:extLst>
                  <a:ext uri="{FF2B5EF4-FFF2-40B4-BE49-F238E27FC236}">
                    <a16:creationId xmlns:a16="http://schemas.microsoft.com/office/drawing/2014/main" id="{B1F41221-AA6D-4D89-9CF1-1C95F9B8B920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3" name="Rectangle 1392">
                <a:extLst>
                  <a:ext uri="{FF2B5EF4-FFF2-40B4-BE49-F238E27FC236}">
                    <a16:creationId xmlns:a16="http://schemas.microsoft.com/office/drawing/2014/main" id="{64C928A3-E87B-4358-9C87-539A7FDECEB4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4" name="Rectangle 1393">
                <a:extLst>
                  <a:ext uri="{FF2B5EF4-FFF2-40B4-BE49-F238E27FC236}">
                    <a16:creationId xmlns:a16="http://schemas.microsoft.com/office/drawing/2014/main" id="{7334663C-5815-492D-AF51-12E35C877582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5" name="Rectangle 1394">
                <a:extLst>
                  <a:ext uri="{FF2B5EF4-FFF2-40B4-BE49-F238E27FC236}">
                    <a16:creationId xmlns:a16="http://schemas.microsoft.com/office/drawing/2014/main" id="{E3737432-5CB0-42E8-9422-1E922D1F3D0E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544B0430-9D91-4AE2-A7E2-DF9525DBB766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7" name="Rectangle 1396">
                <a:extLst>
                  <a:ext uri="{FF2B5EF4-FFF2-40B4-BE49-F238E27FC236}">
                    <a16:creationId xmlns:a16="http://schemas.microsoft.com/office/drawing/2014/main" id="{65F82CDB-5DC4-427C-9ABD-BF49E878EDD1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8" name="Rectangle 1397">
                <a:extLst>
                  <a:ext uri="{FF2B5EF4-FFF2-40B4-BE49-F238E27FC236}">
                    <a16:creationId xmlns:a16="http://schemas.microsoft.com/office/drawing/2014/main" id="{F2E2E5A7-A10F-492C-A04D-A2F90E58D6D8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9" name="Rectangle 1398">
                <a:extLst>
                  <a:ext uri="{FF2B5EF4-FFF2-40B4-BE49-F238E27FC236}">
                    <a16:creationId xmlns:a16="http://schemas.microsoft.com/office/drawing/2014/main" id="{823C844D-8FF9-431A-B0AB-DFF91B5B334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0" name="Rectangle 1399">
                <a:extLst>
                  <a:ext uri="{FF2B5EF4-FFF2-40B4-BE49-F238E27FC236}">
                    <a16:creationId xmlns:a16="http://schemas.microsoft.com/office/drawing/2014/main" id="{363CE94B-B4F8-4B7E-8773-80D2165B152D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5A025258-89C7-49D8-9A93-BFE86AD0B9C9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750800" y="44513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741400" y="38354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1416">
            <a:extLst>
              <a:ext uri="{FF2B5EF4-FFF2-40B4-BE49-F238E27FC236}">
                <a16:creationId xmlns:a16="http://schemas.microsoft.com/office/drawing/2014/main" id="{DDD7AB39-15FC-4B63-9CB4-D29D0D786B28}"/>
              </a:ext>
            </a:extLst>
          </p:cNvPr>
          <p:cNvCxnSpPr>
            <a:cxnSpLocks/>
          </p:cNvCxnSpPr>
          <p:nvPr/>
        </p:nvCxnSpPr>
        <p:spPr>
          <a:xfrm flipH="1">
            <a:off x="14503400" y="3389179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1" name="TextBox 680">
            <a:extLst>
              <a:ext uri="{FF2B5EF4-FFF2-40B4-BE49-F238E27FC236}">
                <a16:creationId xmlns:a16="http://schemas.microsoft.com/office/drawing/2014/main" id="{A3392486-21CA-4CB0-ADE4-5463F5834537}"/>
              </a:ext>
            </a:extLst>
          </p:cNvPr>
          <p:cNvSpPr txBox="1"/>
          <p:nvPr/>
        </p:nvSpPr>
        <p:spPr>
          <a:xfrm>
            <a:off x="518052" y="240469"/>
            <a:ext cx="44541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b="1" dirty="0"/>
              <a:t>A 4-star </a:t>
            </a:r>
            <a:r>
              <a:rPr lang="pt-PT" sz="3600" b="1" dirty="0" err="1"/>
              <a:t>finite</a:t>
            </a:r>
            <a:r>
              <a:rPr lang="pt-PT" sz="3600" b="1" dirty="0"/>
              <a:t> </a:t>
            </a:r>
            <a:r>
              <a:rPr lang="pt-PT" sz="3600" b="1" dirty="0" err="1"/>
              <a:t>solution</a:t>
            </a:r>
            <a:endParaRPr lang="pt-PT" sz="3600" b="1" dirty="0"/>
          </a:p>
        </p:txBody>
      </p:sp>
      <p:grpSp>
        <p:nvGrpSpPr>
          <p:cNvPr id="692" name="Group 691">
            <a:extLst>
              <a:ext uri="{FF2B5EF4-FFF2-40B4-BE49-F238E27FC236}">
                <a16:creationId xmlns:a16="http://schemas.microsoft.com/office/drawing/2014/main" id="{A4E4405F-248E-4F3C-914D-7949A9E319A2}"/>
              </a:ext>
            </a:extLst>
          </p:cNvPr>
          <p:cNvGrpSpPr/>
          <p:nvPr/>
        </p:nvGrpSpPr>
        <p:grpSpPr>
          <a:xfrm>
            <a:off x="10731415" y="798447"/>
            <a:ext cx="665251" cy="671721"/>
            <a:chOff x="5413416" y="3835400"/>
            <a:chExt cx="2825737" cy="2853221"/>
          </a:xfrm>
        </p:grpSpPr>
        <p:sp>
          <p:nvSpPr>
            <p:cNvPr id="693" name="Star: 5 Points 692">
              <a:extLst>
                <a:ext uri="{FF2B5EF4-FFF2-40B4-BE49-F238E27FC236}">
                  <a16:creationId xmlns:a16="http://schemas.microsoft.com/office/drawing/2014/main" id="{4F1826EA-C131-4A24-A629-53B09BB028A3}"/>
                </a:ext>
              </a:extLst>
            </p:cNvPr>
            <p:cNvSpPr/>
            <p:nvPr/>
          </p:nvSpPr>
          <p:spPr>
            <a:xfrm flipH="1">
              <a:off x="6244566" y="3835400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4" name="Star: 5 Points 693">
              <a:extLst>
                <a:ext uri="{FF2B5EF4-FFF2-40B4-BE49-F238E27FC236}">
                  <a16:creationId xmlns:a16="http://schemas.microsoft.com/office/drawing/2014/main" id="{CE27DB33-AA11-4D4D-84E6-5BA34570D19B}"/>
                </a:ext>
              </a:extLst>
            </p:cNvPr>
            <p:cNvSpPr/>
            <p:nvPr/>
          </p:nvSpPr>
          <p:spPr>
            <a:xfrm flipH="1">
              <a:off x="5413416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5" name="Star: 5 Points 694">
              <a:extLst>
                <a:ext uri="{FF2B5EF4-FFF2-40B4-BE49-F238E27FC236}">
                  <a16:creationId xmlns:a16="http://schemas.microsoft.com/office/drawing/2014/main" id="{A641EA09-3293-492B-92E6-C03A901BE7C8}"/>
                </a:ext>
              </a:extLst>
            </p:cNvPr>
            <p:cNvSpPr/>
            <p:nvPr/>
          </p:nvSpPr>
          <p:spPr>
            <a:xfrm flipH="1">
              <a:off x="7714758" y="4639404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6" name="Star: 5 Points 695">
              <a:extLst>
                <a:ext uri="{FF2B5EF4-FFF2-40B4-BE49-F238E27FC236}">
                  <a16:creationId xmlns:a16="http://schemas.microsoft.com/office/drawing/2014/main" id="{8671EF76-0830-4FF9-B6C3-026570E44E4C}"/>
                </a:ext>
              </a:extLst>
            </p:cNvPr>
            <p:cNvSpPr/>
            <p:nvPr/>
          </p:nvSpPr>
          <p:spPr>
            <a:xfrm flipH="1">
              <a:off x="6898046" y="6164226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13" name="Group 712">
            <a:extLst>
              <a:ext uri="{FF2B5EF4-FFF2-40B4-BE49-F238E27FC236}">
                <a16:creationId xmlns:a16="http://schemas.microsoft.com/office/drawing/2014/main" id="{007BF2FD-C045-4CA8-94F2-37EF460F1782}"/>
              </a:ext>
            </a:extLst>
          </p:cNvPr>
          <p:cNvGrpSpPr/>
          <p:nvPr/>
        </p:nvGrpSpPr>
        <p:grpSpPr>
          <a:xfrm>
            <a:off x="6255375" y="3861153"/>
            <a:ext cx="1994586" cy="2104191"/>
            <a:chOff x="6244567" y="3835400"/>
            <a:chExt cx="1994586" cy="2104191"/>
          </a:xfrm>
        </p:grpSpPr>
        <p:sp>
          <p:nvSpPr>
            <p:cNvPr id="714" name="Star: 5 Points 713">
              <a:extLst>
                <a:ext uri="{FF2B5EF4-FFF2-40B4-BE49-F238E27FC236}">
                  <a16:creationId xmlns:a16="http://schemas.microsoft.com/office/drawing/2014/main" id="{460CA655-713B-4F18-B12A-7D70400BAB8B}"/>
                </a:ext>
              </a:extLst>
            </p:cNvPr>
            <p:cNvSpPr/>
            <p:nvPr/>
          </p:nvSpPr>
          <p:spPr>
            <a:xfrm flipH="1">
              <a:off x="6244567" y="3835400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5" name="Star: 5 Points 714">
              <a:extLst>
                <a:ext uri="{FF2B5EF4-FFF2-40B4-BE49-F238E27FC236}">
                  <a16:creationId xmlns:a16="http://schemas.microsoft.com/office/drawing/2014/main" id="{06D4CBF5-A024-4CDF-89E8-79DE04076F6B}"/>
                </a:ext>
              </a:extLst>
            </p:cNvPr>
            <p:cNvSpPr/>
            <p:nvPr/>
          </p:nvSpPr>
          <p:spPr>
            <a:xfrm flipH="1">
              <a:off x="6244567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6" name="Star: 5 Points 715">
              <a:extLst>
                <a:ext uri="{FF2B5EF4-FFF2-40B4-BE49-F238E27FC236}">
                  <a16:creationId xmlns:a16="http://schemas.microsoft.com/office/drawing/2014/main" id="{1FAAAC22-2CBD-4362-89DA-71A5DCF81778}"/>
                </a:ext>
              </a:extLst>
            </p:cNvPr>
            <p:cNvSpPr/>
            <p:nvPr/>
          </p:nvSpPr>
          <p:spPr>
            <a:xfrm flipH="1">
              <a:off x="7714759" y="3864542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7" name="Star: 5 Points 716">
              <a:extLst>
                <a:ext uri="{FF2B5EF4-FFF2-40B4-BE49-F238E27FC236}">
                  <a16:creationId xmlns:a16="http://schemas.microsoft.com/office/drawing/2014/main" id="{036FC0CF-EDEC-45B7-B838-151C275F874D}"/>
                </a:ext>
              </a:extLst>
            </p:cNvPr>
            <p:cNvSpPr/>
            <p:nvPr/>
          </p:nvSpPr>
          <p:spPr>
            <a:xfrm flipH="1">
              <a:off x="7714759" y="5415197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18" name="Group 717">
            <a:extLst>
              <a:ext uri="{FF2B5EF4-FFF2-40B4-BE49-F238E27FC236}">
                <a16:creationId xmlns:a16="http://schemas.microsoft.com/office/drawing/2014/main" id="{CEF9EDD6-AF78-4AC5-B2FD-DB950E16FD89}"/>
              </a:ext>
            </a:extLst>
          </p:cNvPr>
          <p:cNvGrpSpPr/>
          <p:nvPr/>
        </p:nvGrpSpPr>
        <p:grpSpPr>
          <a:xfrm flipH="1">
            <a:off x="7019844" y="53295"/>
            <a:ext cx="2036765" cy="2836221"/>
            <a:chOff x="6998786" y="83456"/>
            <a:chExt cx="2036765" cy="2836221"/>
          </a:xfrm>
        </p:grpSpPr>
        <p:sp>
          <p:nvSpPr>
            <p:cNvPr id="719" name="Star: 5 Points 718">
              <a:extLst>
                <a:ext uri="{FF2B5EF4-FFF2-40B4-BE49-F238E27FC236}">
                  <a16:creationId xmlns:a16="http://schemas.microsoft.com/office/drawing/2014/main" id="{67888FDD-80C8-4371-A8FE-C2781E837247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0" name="Star: 5 Points 719">
              <a:extLst>
                <a:ext uri="{FF2B5EF4-FFF2-40B4-BE49-F238E27FC236}">
                  <a16:creationId xmlns:a16="http://schemas.microsoft.com/office/drawing/2014/main" id="{C5FEC939-F3CD-4662-83DB-1B9BC73BBBFD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1" name="Star: 5 Points 720">
              <a:extLst>
                <a:ext uri="{FF2B5EF4-FFF2-40B4-BE49-F238E27FC236}">
                  <a16:creationId xmlns:a16="http://schemas.microsoft.com/office/drawing/2014/main" id="{7F2C77C9-4654-4BCD-8B90-68D93BD83CF9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2" name="Star: 5 Points 721">
              <a:extLst>
                <a:ext uri="{FF2B5EF4-FFF2-40B4-BE49-F238E27FC236}">
                  <a16:creationId xmlns:a16="http://schemas.microsoft.com/office/drawing/2014/main" id="{0BEBF6C1-C004-4B2F-951D-BB9E329A282F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FED1EFED-398E-45FF-85B6-F2363E85A091}"/>
              </a:ext>
            </a:extLst>
          </p:cNvPr>
          <p:cNvGrpSpPr/>
          <p:nvPr/>
        </p:nvGrpSpPr>
        <p:grpSpPr>
          <a:xfrm rot="16200000" flipH="1" flipV="1">
            <a:off x="9667061" y="2790239"/>
            <a:ext cx="2036765" cy="2836221"/>
            <a:chOff x="6998786" y="83456"/>
            <a:chExt cx="2036765" cy="2836221"/>
          </a:xfrm>
        </p:grpSpPr>
        <p:sp>
          <p:nvSpPr>
            <p:cNvPr id="724" name="Star: 5 Points 723">
              <a:extLst>
                <a:ext uri="{FF2B5EF4-FFF2-40B4-BE49-F238E27FC236}">
                  <a16:creationId xmlns:a16="http://schemas.microsoft.com/office/drawing/2014/main" id="{270643B0-5F69-4139-99EE-AC07FCF26E9D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5" name="Star: 5 Points 724">
              <a:extLst>
                <a:ext uri="{FF2B5EF4-FFF2-40B4-BE49-F238E27FC236}">
                  <a16:creationId xmlns:a16="http://schemas.microsoft.com/office/drawing/2014/main" id="{EA23274E-A0D3-4622-85FD-F6AB961D6978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6" name="Star: 5 Points 725">
              <a:extLst>
                <a:ext uri="{FF2B5EF4-FFF2-40B4-BE49-F238E27FC236}">
                  <a16:creationId xmlns:a16="http://schemas.microsoft.com/office/drawing/2014/main" id="{135F3059-1B93-4095-B89C-A2013F6062C7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7" name="Star: 5 Points 726">
              <a:extLst>
                <a:ext uri="{FF2B5EF4-FFF2-40B4-BE49-F238E27FC236}">
                  <a16:creationId xmlns:a16="http://schemas.microsoft.com/office/drawing/2014/main" id="{7ABF8884-7C77-4259-B5D7-312DEA999BBB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28" name="Group 727">
            <a:extLst>
              <a:ext uri="{FF2B5EF4-FFF2-40B4-BE49-F238E27FC236}">
                <a16:creationId xmlns:a16="http://schemas.microsoft.com/office/drawing/2014/main" id="{639125E4-A2A0-445A-AC85-552DEE01CA64}"/>
              </a:ext>
            </a:extLst>
          </p:cNvPr>
          <p:cNvGrpSpPr/>
          <p:nvPr/>
        </p:nvGrpSpPr>
        <p:grpSpPr>
          <a:xfrm>
            <a:off x="9213953" y="40820"/>
            <a:ext cx="2928064" cy="2938266"/>
            <a:chOff x="5413416" y="800828"/>
            <a:chExt cx="5921201" cy="5941837"/>
          </a:xfrm>
        </p:grpSpPr>
        <p:sp>
          <p:nvSpPr>
            <p:cNvPr id="729" name="Star: 5 Points 728">
              <a:extLst>
                <a:ext uri="{FF2B5EF4-FFF2-40B4-BE49-F238E27FC236}">
                  <a16:creationId xmlns:a16="http://schemas.microsoft.com/office/drawing/2014/main" id="{34F818C2-D59F-4BF9-8A20-2E3B9C4E1EA6}"/>
                </a:ext>
              </a:extLst>
            </p:cNvPr>
            <p:cNvSpPr/>
            <p:nvPr/>
          </p:nvSpPr>
          <p:spPr>
            <a:xfrm flipH="1">
              <a:off x="6244568" y="3851869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0" name="Star: 5 Points 729">
              <a:extLst>
                <a:ext uri="{FF2B5EF4-FFF2-40B4-BE49-F238E27FC236}">
                  <a16:creationId xmlns:a16="http://schemas.microsoft.com/office/drawing/2014/main" id="{9490DC2C-7B2A-4644-8008-200A4F4DF0D1}"/>
                </a:ext>
              </a:extLst>
            </p:cNvPr>
            <p:cNvSpPr/>
            <p:nvPr/>
          </p:nvSpPr>
          <p:spPr>
            <a:xfrm flipH="1">
              <a:off x="5413416" y="6218272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1" name="Star: 5 Points 730">
              <a:extLst>
                <a:ext uri="{FF2B5EF4-FFF2-40B4-BE49-F238E27FC236}">
                  <a16:creationId xmlns:a16="http://schemas.microsoft.com/office/drawing/2014/main" id="{974B842A-D3D7-42C1-B5D8-5A7E230A5E8D}"/>
                </a:ext>
              </a:extLst>
            </p:cNvPr>
            <p:cNvSpPr/>
            <p:nvPr/>
          </p:nvSpPr>
          <p:spPr>
            <a:xfrm flipH="1">
              <a:off x="6952017" y="800828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2" name="Star: 5 Points 731">
              <a:extLst>
                <a:ext uri="{FF2B5EF4-FFF2-40B4-BE49-F238E27FC236}">
                  <a16:creationId xmlns:a16="http://schemas.microsoft.com/office/drawing/2014/main" id="{9BD72F50-36E0-4E52-BCF4-596C8CAA97C6}"/>
                </a:ext>
              </a:extLst>
            </p:cNvPr>
            <p:cNvSpPr/>
            <p:nvPr/>
          </p:nvSpPr>
          <p:spPr>
            <a:xfrm flipH="1">
              <a:off x="7719643" y="5464127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6" name="Star: 5 Points 735">
              <a:extLst>
                <a:ext uri="{FF2B5EF4-FFF2-40B4-BE49-F238E27FC236}">
                  <a16:creationId xmlns:a16="http://schemas.microsoft.com/office/drawing/2014/main" id="{F7EB38E4-8C62-4BE5-AF47-D591E4C6A8FA}"/>
                </a:ext>
              </a:extLst>
            </p:cNvPr>
            <p:cNvSpPr/>
            <p:nvPr/>
          </p:nvSpPr>
          <p:spPr>
            <a:xfrm flipH="1">
              <a:off x="10810222" y="4648037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C4F86729-5593-4DE0-B43D-7070120C0505}"/>
              </a:ext>
            </a:extLst>
          </p:cNvPr>
          <p:cNvGrpSpPr/>
          <p:nvPr/>
        </p:nvGrpSpPr>
        <p:grpSpPr>
          <a:xfrm>
            <a:off x="11444646" y="373444"/>
            <a:ext cx="372245" cy="375867"/>
            <a:chOff x="5413416" y="3835400"/>
            <a:chExt cx="2825737" cy="2853221"/>
          </a:xfrm>
        </p:grpSpPr>
        <p:sp>
          <p:nvSpPr>
            <p:cNvPr id="738" name="Star: 5 Points 737">
              <a:extLst>
                <a:ext uri="{FF2B5EF4-FFF2-40B4-BE49-F238E27FC236}">
                  <a16:creationId xmlns:a16="http://schemas.microsoft.com/office/drawing/2014/main" id="{B47E0F89-C4D9-4867-B7CE-03110DE8B7D7}"/>
                </a:ext>
              </a:extLst>
            </p:cNvPr>
            <p:cNvSpPr/>
            <p:nvPr/>
          </p:nvSpPr>
          <p:spPr>
            <a:xfrm flipH="1">
              <a:off x="6244566" y="3835400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Star: 5 Points 738">
              <a:extLst>
                <a:ext uri="{FF2B5EF4-FFF2-40B4-BE49-F238E27FC236}">
                  <a16:creationId xmlns:a16="http://schemas.microsoft.com/office/drawing/2014/main" id="{39FF224D-56D6-43BA-8895-F47BAE8AE7A8}"/>
                </a:ext>
              </a:extLst>
            </p:cNvPr>
            <p:cNvSpPr/>
            <p:nvPr/>
          </p:nvSpPr>
          <p:spPr>
            <a:xfrm flipH="1">
              <a:off x="5413416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0" name="Star: 5 Points 739">
              <a:extLst>
                <a:ext uri="{FF2B5EF4-FFF2-40B4-BE49-F238E27FC236}">
                  <a16:creationId xmlns:a16="http://schemas.microsoft.com/office/drawing/2014/main" id="{AC6739EB-49D0-4897-8CE9-0982E12C34CA}"/>
                </a:ext>
              </a:extLst>
            </p:cNvPr>
            <p:cNvSpPr/>
            <p:nvPr/>
          </p:nvSpPr>
          <p:spPr>
            <a:xfrm flipH="1">
              <a:off x="7714758" y="4639404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Star: 5 Points 740">
              <a:extLst>
                <a:ext uri="{FF2B5EF4-FFF2-40B4-BE49-F238E27FC236}">
                  <a16:creationId xmlns:a16="http://schemas.microsoft.com/office/drawing/2014/main" id="{EF16F40C-BA01-41F9-898B-CB42584A8A29}"/>
                </a:ext>
              </a:extLst>
            </p:cNvPr>
            <p:cNvSpPr/>
            <p:nvPr/>
          </p:nvSpPr>
          <p:spPr>
            <a:xfrm flipH="1">
              <a:off x="6898046" y="6164226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134298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49651A5D-58A0-46F4-855D-C70B729B9162}"/>
              </a:ext>
            </a:extLst>
          </p:cNvPr>
          <p:cNvGrpSpPr/>
          <p:nvPr/>
        </p:nvGrpSpPr>
        <p:grpSpPr>
          <a:xfrm>
            <a:off x="6102625" y="-6624"/>
            <a:ext cx="6096000" cy="6096000"/>
            <a:chOff x="6102625" y="-6624"/>
            <a:chExt cx="6096000" cy="6096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0B5D0E-9B46-40BA-8600-BA64434E330D}"/>
                </a:ext>
              </a:extLst>
            </p:cNvPr>
            <p:cNvGrpSpPr/>
            <p:nvPr/>
          </p:nvGrpSpPr>
          <p:grpSpPr>
            <a:xfrm>
              <a:off x="6102625" y="-6624"/>
              <a:ext cx="6096000" cy="6096000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4B7043-0D74-4AF8-9D9B-6F59631FB7F9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BB6CCB-514D-4F11-B75D-1BE692D02946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9996AD3-01DA-4843-8B1F-1471B9ED1855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1533BB-F16D-4B2B-B9FC-1CA84FE3D6B4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54D39B-4DC3-4E1C-B0F2-8D27D510F65C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AE1072-2718-4A2C-B1CE-47A87CE20E82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973E0A-DAEF-4FFC-B21B-5C5358DFFAFB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811856-23DD-4E94-87F4-D0F78898BF03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C6B024-3C9A-4A71-9772-756FEE71284C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9B74EA-A5B1-4804-BB38-97BBE6766B97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7D2ABC6-6DB3-463B-AE69-ED288C7890BC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61C1202-0F97-476C-87C5-0E0FAE14B0E9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B56DC5-4341-4D7F-822F-26AB87DE848D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26E8D9-C482-4EBD-9122-952EAD33DCC0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D14918-CBD2-4AD6-A9D5-B898498B119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6E007D-8552-4F37-BFCF-9CCC2098868E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B37DC7E-BE40-4515-B4D3-58621141C77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CABCC10-21BC-4A3E-8A15-89412C499DB1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BF4D14B-CFE9-44CC-A9EE-B63B395E1B63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C389A39-A3D6-4376-AFAF-B0937BF2E026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F950BA6-4285-4BCD-88B4-A147879498B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57C000B-C503-4E5A-8125-9638D4CE8EC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BED8F2A-C48C-414C-BE6C-EBBB10AEDE6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12D9533-E854-4354-B09F-F8A4AF8B3CC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463024BE-A1BA-43DC-9BD1-64A4BE20147F}"/>
                </a:ext>
              </a:extLst>
            </p:cNvPr>
            <p:cNvGrpSpPr/>
            <p:nvPr/>
          </p:nvGrpSpPr>
          <p:grpSpPr>
            <a:xfrm>
              <a:off x="9153934" y="-6624"/>
              <a:ext cx="3044691" cy="304469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D7AED2A8-4A6F-4E16-8B28-BF84CCFCB1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CCAB2983-FC4A-41CF-ACF8-5319AA74E6D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5BE789E1-CE0E-4588-A57F-E474BB3B974E}"/>
                  </a:ext>
                </a:extLst>
              </p:cNvPr>
              <p:cNvSpPr/>
              <p:nvPr/>
            </p:nvSpPr>
            <p:spPr>
              <a:xfrm>
                <a:off x="7628462" y="3114685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51291168-820B-466A-8FD5-D65A27947AA9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A77A49ED-3E40-40BC-A8CD-86B3C0F1AD28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DF1A6C3C-3ACB-4076-AFA1-598781BC25C0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DAAFF210-1F50-4921-9704-CB1C28932302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D5D26577-8049-447A-B949-7C4E64C336E8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D4527281-5022-425F-83C8-017B4E07247E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CF68A7AE-8FA5-4248-A812-960D30E8DECD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B608DAF-194C-4130-9CE7-8694ACE8D8D8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8857AF85-3C3B-4858-A009-E0CCBF9AC3E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98E6AE05-8A97-4387-89ED-6D40945FC04E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0BF13956-0A51-425B-98BD-02EED6F0C0D5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18BA983B-FD1B-4390-817A-59FBE49CD7DF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FF6038D1-B5EA-4827-A8C8-039E46F16D38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64289FB4-D4EF-4B1A-A61C-9CB0618D1CFB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9000E4D0-B0EA-4FF0-A149-1F49BBE0E37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E0D49024-2C3D-42CF-93A1-B925448616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0EFAFCF3-F51D-4DC0-BF0D-732472B21296}"/>
                  </a:ext>
                </a:extLst>
              </p:cNvPr>
              <p:cNvSpPr/>
              <p:nvPr/>
            </p:nvSpPr>
            <p:spPr>
              <a:xfrm>
                <a:off x="3818462" y="3876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8383D233-5E40-45A5-8FC0-D262E4707F8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A70F030A-B8A7-4C40-B63C-D1E0FB276D78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F676F6AE-E028-4EF5-98D2-F4F51CF2252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9" name="Rectangle 1058">
                <a:extLst>
                  <a:ext uri="{FF2B5EF4-FFF2-40B4-BE49-F238E27FC236}">
                    <a16:creationId xmlns:a16="http://schemas.microsoft.com/office/drawing/2014/main" id="{FFF0FF8E-5F4E-47F6-970A-3CE073CFD8D7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0" name="Rectangle 1059">
                <a:extLst>
                  <a:ext uri="{FF2B5EF4-FFF2-40B4-BE49-F238E27FC236}">
                    <a16:creationId xmlns:a16="http://schemas.microsoft.com/office/drawing/2014/main" id="{5E54C8BE-905D-423D-9BA0-0FDDC908A97C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07BFE535-F48C-4B7C-A2BF-7C316FD23760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8743320F-0E53-4462-882D-2DA46D091B1C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5457C7B0-5702-4746-AF09-432E363EAA8E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4" name="Rectangle 1063">
                <a:extLst>
                  <a:ext uri="{FF2B5EF4-FFF2-40B4-BE49-F238E27FC236}">
                    <a16:creationId xmlns:a16="http://schemas.microsoft.com/office/drawing/2014/main" id="{8BD7C8CF-E90A-4148-A324-850747F82EFD}"/>
                  </a:ext>
                </a:extLst>
              </p:cNvPr>
              <p:cNvSpPr/>
              <p:nvPr/>
            </p:nvSpPr>
            <p:spPr>
              <a:xfrm>
                <a:off x="5342463" y="3114685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F9A09D81-8169-4A85-8AC0-8A33CCF9CCDF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DC2FA143-A333-4054-82E5-3C0A8B8B0D8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Rectangle 1066">
                <a:extLst>
                  <a:ext uri="{FF2B5EF4-FFF2-40B4-BE49-F238E27FC236}">
                    <a16:creationId xmlns:a16="http://schemas.microsoft.com/office/drawing/2014/main" id="{5EAE89D6-5F91-40D8-9899-BB04F29490E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Rectangle 1067">
                <a:extLst>
                  <a:ext uri="{FF2B5EF4-FFF2-40B4-BE49-F238E27FC236}">
                    <a16:creationId xmlns:a16="http://schemas.microsoft.com/office/drawing/2014/main" id="{89BBD200-0412-4025-9F8A-3F4D2C608BD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Rectangle 1068">
                <a:extLst>
                  <a:ext uri="{FF2B5EF4-FFF2-40B4-BE49-F238E27FC236}">
                    <a16:creationId xmlns:a16="http://schemas.microsoft.com/office/drawing/2014/main" id="{5F62885E-4859-4380-8A35-C2BA24D82E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04C2FD69-0E26-47AE-B1CD-2E73DEDDB59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Rectangle 1071">
                <a:extLst>
                  <a:ext uri="{FF2B5EF4-FFF2-40B4-BE49-F238E27FC236}">
                    <a16:creationId xmlns:a16="http://schemas.microsoft.com/office/drawing/2014/main" id="{1A008899-99AC-4271-BDB4-5B14BF55426D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Rectangle 1072">
                <a:extLst>
                  <a:ext uri="{FF2B5EF4-FFF2-40B4-BE49-F238E27FC236}">
                    <a16:creationId xmlns:a16="http://schemas.microsoft.com/office/drawing/2014/main" id="{564476F1-4078-41B6-AB47-B9EFA18EDD98}"/>
                  </a:ext>
                </a:extLst>
              </p:cNvPr>
              <p:cNvSpPr/>
              <p:nvPr/>
            </p:nvSpPr>
            <p:spPr>
              <a:xfrm>
                <a:off x="3818462" y="1590685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4" name="Rectangle 1073">
                <a:extLst>
                  <a:ext uri="{FF2B5EF4-FFF2-40B4-BE49-F238E27FC236}">
                    <a16:creationId xmlns:a16="http://schemas.microsoft.com/office/drawing/2014/main" id="{9E9F6C0A-A037-4E99-A13E-4C1EDD5DB0F1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5" name="Rectangle 1074">
                <a:extLst>
                  <a:ext uri="{FF2B5EF4-FFF2-40B4-BE49-F238E27FC236}">
                    <a16:creationId xmlns:a16="http://schemas.microsoft.com/office/drawing/2014/main" id="{E150B676-FB10-4187-BF12-0A763AB5BE9B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Rectangle 1075">
                <a:extLst>
                  <a:ext uri="{FF2B5EF4-FFF2-40B4-BE49-F238E27FC236}">
                    <a16:creationId xmlns:a16="http://schemas.microsoft.com/office/drawing/2014/main" id="{811AC914-42E4-4014-B4BE-B1C7BF87C984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Rectangle 1076">
                <a:extLst>
                  <a:ext uri="{FF2B5EF4-FFF2-40B4-BE49-F238E27FC236}">
                    <a16:creationId xmlns:a16="http://schemas.microsoft.com/office/drawing/2014/main" id="{AA35207D-1D92-48FF-A20A-AAFCC9C275A2}"/>
                  </a:ext>
                </a:extLst>
              </p:cNvPr>
              <p:cNvSpPr/>
              <p:nvPr/>
            </p:nvSpPr>
            <p:spPr>
              <a:xfrm>
                <a:off x="4580464" y="2352684"/>
                <a:ext cx="761999" cy="761999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Rectangle 1077">
                <a:extLst>
                  <a:ext uri="{FF2B5EF4-FFF2-40B4-BE49-F238E27FC236}">
                    <a16:creationId xmlns:a16="http://schemas.microsoft.com/office/drawing/2014/main" id="{1D9018D6-6233-4FE3-AA7B-CF0729503484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Rectangle 1078">
                <a:extLst>
                  <a:ext uri="{FF2B5EF4-FFF2-40B4-BE49-F238E27FC236}">
                    <a16:creationId xmlns:a16="http://schemas.microsoft.com/office/drawing/2014/main" id="{DC8FC1D5-0312-4C8E-9A2F-51870161FC1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Rectangle 1079">
                <a:extLst>
                  <a:ext uri="{FF2B5EF4-FFF2-40B4-BE49-F238E27FC236}">
                    <a16:creationId xmlns:a16="http://schemas.microsoft.com/office/drawing/2014/main" id="{BB188129-9E82-4769-BF48-851E7FD1B8D5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68C973AE-D087-492A-A6CA-950A544AE00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Rectangle 1081">
                <a:extLst>
                  <a:ext uri="{FF2B5EF4-FFF2-40B4-BE49-F238E27FC236}">
                    <a16:creationId xmlns:a16="http://schemas.microsoft.com/office/drawing/2014/main" id="{7892E2B2-2BAA-4DE3-B9A8-16DA492E89F8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3" name="Rectangle 1082">
                <a:extLst>
                  <a:ext uri="{FF2B5EF4-FFF2-40B4-BE49-F238E27FC236}">
                    <a16:creationId xmlns:a16="http://schemas.microsoft.com/office/drawing/2014/main" id="{CC5E4391-9B5B-4A9B-8964-7AD7D55223CF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59AC59A-5364-490E-B116-33649A5DAD1F}"/>
                </a:ext>
              </a:extLst>
            </p:cNvPr>
            <p:cNvGrpSpPr/>
            <p:nvPr/>
          </p:nvGrpSpPr>
          <p:grpSpPr>
            <a:xfrm>
              <a:off x="10676278" y="-6624"/>
              <a:ext cx="1522347" cy="1522347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87" name="Rectangle 1086">
                <a:extLst>
                  <a:ext uri="{FF2B5EF4-FFF2-40B4-BE49-F238E27FC236}">
                    <a16:creationId xmlns:a16="http://schemas.microsoft.com/office/drawing/2014/main" id="{951E01C8-AE5D-4016-A79F-030D8D10B3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8" name="Rectangle 1087">
                <a:extLst>
                  <a:ext uri="{FF2B5EF4-FFF2-40B4-BE49-F238E27FC236}">
                    <a16:creationId xmlns:a16="http://schemas.microsoft.com/office/drawing/2014/main" id="{5085B363-72B3-463D-9BB6-534EC194E091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9" name="Rectangle 1088">
                <a:extLst>
                  <a:ext uri="{FF2B5EF4-FFF2-40B4-BE49-F238E27FC236}">
                    <a16:creationId xmlns:a16="http://schemas.microsoft.com/office/drawing/2014/main" id="{D51639D3-150C-4CD1-A98E-6D6BE7D13D6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0" name="Rectangle 1089">
                <a:extLst>
                  <a:ext uri="{FF2B5EF4-FFF2-40B4-BE49-F238E27FC236}">
                    <a16:creationId xmlns:a16="http://schemas.microsoft.com/office/drawing/2014/main" id="{E723992D-A264-4C44-B4A5-540F4B79F97B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11BC14CA-89F0-4328-88D0-E292302A8A15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2" name="Rectangle 1091">
                <a:extLst>
                  <a:ext uri="{FF2B5EF4-FFF2-40B4-BE49-F238E27FC236}">
                    <a16:creationId xmlns:a16="http://schemas.microsoft.com/office/drawing/2014/main" id="{6975C6EC-3325-4F48-B922-772DD0632BB1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3" name="Rectangle 1092">
                <a:extLst>
                  <a:ext uri="{FF2B5EF4-FFF2-40B4-BE49-F238E27FC236}">
                    <a16:creationId xmlns:a16="http://schemas.microsoft.com/office/drawing/2014/main" id="{D530EA5A-422A-4CFC-B31D-64A4B0D49639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4" name="Rectangle 1093">
                <a:extLst>
                  <a:ext uri="{FF2B5EF4-FFF2-40B4-BE49-F238E27FC236}">
                    <a16:creationId xmlns:a16="http://schemas.microsoft.com/office/drawing/2014/main" id="{68198816-6330-4393-B81A-B674FCFDADFD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5" name="Rectangle 1094">
                <a:extLst>
                  <a:ext uri="{FF2B5EF4-FFF2-40B4-BE49-F238E27FC236}">
                    <a16:creationId xmlns:a16="http://schemas.microsoft.com/office/drawing/2014/main" id="{50FF1109-3BE6-4445-AD75-0CC1632B0C4F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6" name="Rectangle 1095">
                <a:extLst>
                  <a:ext uri="{FF2B5EF4-FFF2-40B4-BE49-F238E27FC236}">
                    <a16:creationId xmlns:a16="http://schemas.microsoft.com/office/drawing/2014/main" id="{9234D973-78C1-4B1C-ABB6-D69EE150474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7" name="Rectangle 1096">
                <a:extLst>
                  <a:ext uri="{FF2B5EF4-FFF2-40B4-BE49-F238E27FC236}">
                    <a16:creationId xmlns:a16="http://schemas.microsoft.com/office/drawing/2014/main" id="{8D90A5AC-E964-43B8-9A0D-33B9125A96E3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8" name="Rectangle 1097">
                <a:extLst>
                  <a:ext uri="{FF2B5EF4-FFF2-40B4-BE49-F238E27FC236}">
                    <a16:creationId xmlns:a16="http://schemas.microsoft.com/office/drawing/2014/main" id="{C214A494-D36A-4053-8A5D-BD47DC215C28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5F12B3CC-F061-4832-AE36-220FD490A92F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0" name="Rectangle 1099">
                <a:extLst>
                  <a:ext uri="{FF2B5EF4-FFF2-40B4-BE49-F238E27FC236}">
                    <a16:creationId xmlns:a16="http://schemas.microsoft.com/office/drawing/2014/main" id="{908EF2FC-38D4-429A-98D5-3A98B9BA3FE8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70A908E8-B77C-4668-9187-AB7650480EC5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2" name="Rectangle 1101">
                <a:extLst>
                  <a:ext uri="{FF2B5EF4-FFF2-40B4-BE49-F238E27FC236}">
                    <a16:creationId xmlns:a16="http://schemas.microsoft.com/office/drawing/2014/main" id="{59D59B67-FD1A-468B-A917-F177CF12E56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3" name="Rectangle 1102">
                <a:extLst>
                  <a:ext uri="{FF2B5EF4-FFF2-40B4-BE49-F238E27FC236}">
                    <a16:creationId xmlns:a16="http://schemas.microsoft.com/office/drawing/2014/main" id="{96B614A8-5E61-4C03-AF9C-177F64C5016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4" name="Rectangle 1103">
                <a:extLst>
                  <a:ext uri="{FF2B5EF4-FFF2-40B4-BE49-F238E27FC236}">
                    <a16:creationId xmlns:a16="http://schemas.microsoft.com/office/drawing/2014/main" id="{D86A6FBF-5548-4BBE-B982-63FBF493E509}"/>
                  </a:ext>
                </a:extLst>
              </p:cNvPr>
              <p:cNvSpPr/>
              <p:nvPr/>
            </p:nvSpPr>
            <p:spPr>
              <a:xfrm>
                <a:off x="4580464" y="3876685"/>
                <a:ext cx="761999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CA035496-562D-43BC-B3C4-15217B676C30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00999525-FB9A-4A8A-ABA0-516C406E81B8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D52B38CD-33B1-4E48-902A-91CDEF00C93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EC5F1204-486A-46C3-BB0D-F6B245EBE9E0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42FCC5E3-892F-418B-984D-9F24EBCD5677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AEEF97A2-E5D7-4CC2-BED1-8FE354053EDE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C4DD50DB-48FB-472E-9D82-E9DE66704641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884913B3-670D-4823-A778-369C897F38A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3C7793FA-F09F-42B7-B0A6-0225566A9B60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2474A380-04A7-431A-B7B0-1A28C709FF47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11EAC71F-2598-4932-B625-D1106F922DC4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6" name="Rectangle 1115">
                <a:extLst>
                  <a:ext uri="{FF2B5EF4-FFF2-40B4-BE49-F238E27FC236}">
                    <a16:creationId xmlns:a16="http://schemas.microsoft.com/office/drawing/2014/main" id="{0458C28A-28C6-4710-A453-C59E0F265E0B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4D972D7B-601A-4695-91B5-C4A34CA4852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C67CEF4A-0011-4DE2-8B70-7ACE704877EC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9" name="Rectangle 1118">
                <a:extLst>
                  <a:ext uri="{FF2B5EF4-FFF2-40B4-BE49-F238E27FC236}">
                    <a16:creationId xmlns:a16="http://schemas.microsoft.com/office/drawing/2014/main" id="{16F57A42-1131-4BDE-A0BE-9B15497B77DD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D30EC61-95AD-45C8-B9A5-F31119E116D4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994D4375-BB7A-4066-B384-1CCCADCD0195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045E2A90-5405-4221-B7F9-949205BB5F58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461CC694-6454-4B82-8801-CAB3C95EA4D8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F2AC7E4F-C6EC-456F-B298-2C37CEB2868A}"/>
                  </a:ext>
                </a:extLst>
              </p:cNvPr>
              <p:cNvSpPr/>
              <p:nvPr/>
            </p:nvSpPr>
            <p:spPr>
              <a:xfrm>
                <a:off x="3818461" y="1590685"/>
                <a:ext cx="761998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1717A996-E42F-451D-BF11-CD897631030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B5D50F4E-2A8D-4B13-921B-4ABABC18674F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449295DB-E0E2-4902-AD91-DDF7C1DA6939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B874E706-6BB6-4F9F-AC62-E50EA6DC530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778ACB4-F9CE-4700-B761-0908E2CA1408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1F3BBCC1-DEC1-4443-A531-DB8B8E54385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3FDC97F4-5F19-4C85-B0B6-C213AB5DCCD6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050AF411-612C-4A66-AA1A-9B01C04D6BB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A2C4A938-77A9-4EC1-8944-4C89EFECAB2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94E57DF6-B5B9-4668-AF12-9A886D1301BD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C1350E11-9C77-4BC4-91AE-FDEC7BBC652D}"/>
                </a:ext>
              </a:extLst>
            </p:cNvPr>
            <p:cNvGrpSpPr/>
            <p:nvPr/>
          </p:nvGrpSpPr>
          <p:grpSpPr>
            <a:xfrm>
              <a:off x="11438279" y="-6624"/>
              <a:ext cx="760346" cy="760346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11D48F12-334A-48E1-BE99-4F9AF4E2305F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AF7002FD-F149-4FF3-A10E-62F2866B2818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0" name="Rectangle 1139">
                <a:extLst>
                  <a:ext uri="{FF2B5EF4-FFF2-40B4-BE49-F238E27FC236}">
                    <a16:creationId xmlns:a16="http://schemas.microsoft.com/office/drawing/2014/main" id="{49AB2014-734B-4E0B-981C-26A64B36F90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B55CE276-E0E8-4EDB-B80F-D959790F3DFE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8BC0DABE-DFE5-46A8-A57F-71096166A429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4195BD80-744B-424D-BF3B-5267038E2D97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EEC0F2F3-57B4-4008-A2EC-A37768833B15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5" name="Rectangle 1144">
                <a:extLst>
                  <a:ext uri="{FF2B5EF4-FFF2-40B4-BE49-F238E27FC236}">
                    <a16:creationId xmlns:a16="http://schemas.microsoft.com/office/drawing/2014/main" id="{D61C880B-6072-4F45-84E1-202D10AE579A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6" name="Rectangle 1145">
                <a:extLst>
                  <a:ext uri="{FF2B5EF4-FFF2-40B4-BE49-F238E27FC236}">
                    <a16:creationId xmlns:a16="http://schemas.microsoft.com/office/drawing/2014/main" id="{D79C0686-5C80-470F-AAC9-67CDC4F3C03B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721726F9-31BA-42E0-8FEC-9A2D746E709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B27D421B-C3EC-479B-9A51-2DBAB92DBF50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9" name="Rectangle 1148">
                <a:extLst>
                  <a:ext uri="{FF2B5EF4-FFF2-40B4-BE49-F238E27FC236}">
                    <a16:creationId xmlns:a16="http://schemas.microsoft.com/office/drawing/2014/main" id="{9BE0B6F4-EE55-40ED-9CAF-846D7811C266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558250F3-748E-4FB6-B074-A8D0CDF0A7B7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3C1BB482-EE62-4937-A97B-2AEBE341208B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2" name="Rectangle 1151">
                <a:extLst>
                  <a:ext uri="{FF2B5EF4-FFF2-40B4-BE49-F238E27FC236}">
                    <a16:creationId xmlns:a16="http://schemas.microsoft.com/office/drawing/2014/main" id="{99045FC9-0DB2-477B-A075-59CF63C5859E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68E522E1-2204-4CD6-B4A4-1652854367D2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4" name="Rectangle 1153">
                <a:extLst>
                  <a:ext uri="{FF2B5EF4-FFF2-40B4-BE49-F238E27FC236}">
                    <a16:creationId xmlns:a16="http://schemas.microsoft.com/office/drawing/2014/main" id="{08AC86E1-7375-44AE-9F49-D0E6466C332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B1B1D1F9-1DB9-428E-9FAF-CF8B3A5D0CA0}"/>
                  </a:ext>
                </a:extLst>
              </p:cNvPr>
              <p:cNvSpPr/>
              <p:nvPr/>
            </p:nvSpPr>
            <p:spPr>
              <a:xfrm>
                <a:off x="4580467" y="3876682"/>
                <a:ext cx="761998" cy="761998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7F24ACE6-7FE0-4AB3-9D5B-BAE5D24935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7" name="Rectangle 1156">
                <a:extLst>
                  <a:ext uri="{FF2B5EF4-FFF2-40B4-BE49-F238E27FC236}">
                    <a16:creationId xmlns:a16="http://schemas.microsoft.com/office/drawing/2014/main" id="{04E364A7-8F36-44AE-9F00-DAFD9BDAA8A9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8" name="Rectangle 1157">
                <a:extLst>
                  <a:ext uri="{FF2B5EF4-FFF2-40B4-BE49-F238E27FC236}">
                    <a16:creationId xmlns:a16="http://schemas.microsoft.com/office/drawing/2014/main" id="{F749B6A0-4315-4052-B63E-CDF6018127DA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9" name="Rectangle 1158">
                <a:extLst>
                  <a:ext uri="{FF2B5EF4-FFF2-40B4-BE49-F238E27FC236}">
                    <a16:creationId xmlns:a16="http://schemas.microsoft.com/office/drawing/2014/main" id="{6BEB9C1B-1C63-4752-A048-0AF255A238D5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0" name="Rectangle 1159">
                <a:extLst>
                  <a:ext uri="{FF2B5EF4-FFF2-40B4-BE49-F238E27FC236}">
                    <a16:creationId xmlns:a16="http://schemas.microsoft.com/office/drawing/2014/main" id="{718295FD-64E3-4AD8-BC15-7D19FD897CB2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E84548BE-B643-4867-B370-58188AEBFC62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BD0B29D4-AF54-439F-AEFE-4F6D8EBDB5B9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3" name="Rectangle 1162">
                <a:extLst>
                  <a:ext uri="{FF2B5EF4-FFF2-40B4-BE49-F238E27FC236}">
                    <a16:creationId xmlns:a16="http://schemas.microsoft.com/office/drawing/2014/main" id="{07744A6E-C654-462C-865A-9A704542BBD1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4" name="Rectangle 1163">
                <a:extLst>
                  <a:ext uri="{FF2B5EF4-FFF2-40B4-BE49-F238E27FC236}">
                    <a16:creationId xmlns:a16="http://schemas.microsoft.com/office/drawing/2014/main" id="{74376240-53C9-48D9-99CC-3574ACFE307E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0A3BD210-2A7C-4BCB-BE10-AFAF47EA93AF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6" name="Rectangle 1165">
                <a:extLst>
                  <a:ext uri="{FF2B5EF4-FFF2-40B4-BE49-F238E27FC236}">
                    <a16:creationId xmlns:a16="http://schemas.microsoft.com/office/drawing/2014/main" id="{A8455E02-2A81-4ECC-A903-C72563F047DB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7" name="Rectangle 1166">
                <a:extLst>
                  <a:ext uri="{FF2B5EF4-FFF2-40B4-BE49-F238E27FC236}">
                    <a16:creationId xmlns:a16="http://schemas.microsoft.com/office/drawing/2014/main" id="{9930BCAA-1AC6-4A9D-A47F-2A2DB1AF2CB1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08169534-95A2-4473-8847-062FF1BADCDE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9" name="Rectangle 1168">
                <a:extLst>
                  <a:ext uri="{FF2B5EF4-FFF2-40B4-BE49-F238E27FC236}">
                    <a16:creationId xmlns:a16="http://schemas.microsoft.com/office/drawing/2014/main" id="{4DDDB7B4-48CD-40FE-9DA2-1E7EE1C749F0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6979B59B-DE29-4FFA-9349-CAE4BFEAE70B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1" name="Rectangle 1170">
                <a:extLst>
                  <a:ext uri="{FF2B5EF4-FFF2-40B4-BE49-F238E27FC236}">
                    <a16:creationId xmlns:a16="http://schemas.microsoft.com/office/drawing/2014/main" id="{47CFBB3D-A8C6-4577-8136-5B0251F679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2" name="Rectangle 1171">
                <a:extLst>
                  <a:ext uri="{FF2B5EF4-FFF2-40B4-BE49-F238E27FC236}">
                    <a16:creationId xmlns:a16="http://schemas.microsoft.com/office/drawing/2014/main" id="{C2CB547F-5BBC-4FFA-BBBB-24131C58AD54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EC39CE30-B5A2-493A-85AF-C8C7134D05D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B7F3F1E9-63BB-49E4-884B-D2870E988E2C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5" name="Rectangle 1174">
                <a:extLst>
                  <a:ext uri="{FF2B5EF4-FFF2-40B4-BE49-F238E27FC236}">
                    <a16:creationId xmlns:a16="http://schemas.microsoft.com/office/drawing/2014/main" id="{D190E4E2-ABB9-4214-B542-32B444AA5C0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6" name="Rectangle 1175">
                <a:extLst>
                  <a:ext uri="{FF2B5EF4-FFF2-40B4-BE49-F238E27FC236}">
                    <a16:creationId xmlns:a16="http://schemas.microsoft.com/office/drawing/2014/main" id="{220963B6-CCB7-4EA2-9AD6-E2F8D0C4B4D7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7FC0635E-7254-4D13-85B8-155517CD8D47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BBA2319A-0A92-45A4-93B0-DC0B4EF344EA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BBFB4EC-1CB2-4A08-87D7-FB67F25A0DA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75DA92B7-A8C8-44C8-9BE2-CA1B940ADD5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1" name="Rectangle 1180">
                <a:extLst>
                  <a:ext uri="{FF2B5EF4-FFF2-40B4-BE49-F238E27FC236}">
                    <a16:creationId xmlns:a16="http://schemas.microsoft.com/office/drawing/2014/main" id="{8CFE4E76-BF9F-4DBB-BEC0-CA001F4A6E9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2" name="Rectangle 1181">
                <a:extLst>
                  <a:ext uri="{FF2B5EF4-FFF2-40B4-BE49-F238E27FC236}">
                    <a16:creationId xmlns:a16="http://schemas.microsoft.com/office/drawing/2014/main" id="{98013C28-908C-47C5-8A4C-B1A8D54F2EB9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3" name="Rectangle 1182">
                <a:extLst>
                  <a:ext uri="{FF2B5EF4-FFF2-40B4-BE49-F238E27FC236}">
                    <a16:creationId xmlns:a16="http://schemas.microsoft.com/office/drawing/2014/main" id="{622367A7-80BB-4E58-833F-9F77718D1B25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4" name="Rectangle 1183">
                <a:extLst>
                  <a:ext uri="{FF2B5EF4-FFF2-40B4-BE49-F238E27FC236}">
                    <a16:creationId xmlns:a16="http://schemas.microsoft.com/office/drawing/2014/main" id="{3FCE1A1D-36C2-48B6-96B8-C120FF5CF485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02EDF384-5307-457D-A90E-7DB7C5AE61F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DB7A744B-2CE8-4157-AF12-A015DC91B47E}"/>
                </a:ext>
              </a:extLst>
            </p:cNvPr>
            <p:cNvGrpSpPr/>
            <p:nvPr/>
          </p:nvGrpSpPr>
          <p:grpSpPr>
            <a:xfrm>
              <a:off x="11819071" y="-6624"/>
              <a:ext cx="379553" cy="379553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89" name="Rectangle 1188">
                <a:extLst>
                  <a:ext uri="{FF2B5EF4-FFF2-40B4-BE49-F238E27FC236}">
                    <a16:creationId xmlns:a16="http://schemas.microsoft.com/office/drawing/2014/main" id="{5D22A482-76CD-45BD-9FC7-1E9B010EF706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0" name="Rectangle 1189">
                <a:extLst>
                  <a:ext uri="{FF2B5EF4-FFF2-40B4-BE49-F238E27FC236}">
                    <a16:creationId xmlns:a16="http://schemas.microsoft.com/office/drawing/2014/main" id="{0B56D52B-B839-4BFA-AD8F-FD12A717276F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BB180324-B350-4CB8-A61C-A3A9A513B1B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C574A510-9CA0-4529-9DED-B5F62C522CDD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3" name="Rectangle 1192">
                <a:extLst>
                  <a:ext uri="{FF2B5EF4-FFF2-40B4-BE49-F238E27FC236}">
                    <a16:creationId xmlns:a16="http://schemas.microsoft.com/office/drawing/2014/main" id="{D062E447-E73D-4A35-8637-557523F43073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4" name="Rectangle 1193">
                <a:extLst>
                  <a:ext uri="{FF2B5EF4-FFF2-40B4-BE49-F238E27FC236}">
                    <a16:creationId xmlns:a16="http://schemas.microsoft.com/office/drawing/2014/main" id="{10DDCAE9-412D-4E49-B9B1-72C94431681F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5" name="Rectangle 1194">
                <a:extLst>
                  <a:ext uri="{FF2B5EF4-FFF2-40B4-BE49-F238E27FC236}">
                    <a16:creationId xmlns:a16="http://schemas.microsoft.com/office/drawing/2014/main" id="{933BCD8B-3E18-4CD6-BD64-F4A8B99FA553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6" name="Rectangle 1195">
                <a:extLst>
                  <a:ext uri="{FF2B5EF4-FFF2-40B4-BE49-F238E27FC236}">
                    <a16:creationId xmlns:a16="http://schemas.microsoft.com/office/drawing/2014/main" id="{2C5CB415-F373-4309-8A99-966E81A77B0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7" name="Rectangle 1196">
                <a:extLst>
                  <a:ext uri="{FF2B5EF4-FFF2-40B4-BE49-F238E27FC236}">
                    <a16:creationId xmlns:a16="http://schemas.microsoft.com/office/drawing/2014/main" id="{299130A4-51AF-4841-8259-838C25BCF509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C71AA1F3-9895-4B30-9B8D-901A2C42CB99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9" name="Rectangle 1198">
                <a:extLst>
                  <a:ext uri="{FF2B5EF4-FFF2-40B4-BE49-F238E27FC236}">
                    <a16:creationId xmlns:a16="http://schemas.microsoft.com/office/drawing/2014/main" id="{2A73E712-685A-4123-93FB-A9412B006AA2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2A8B7D9F-F3C5-4C81-B812-96EBD3AE2E2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1" name="Rectangle 1200">
                <a:extLst>
                  <a:ext uri="{FF2B5EF4-FFF2-40B4-BE49-F238E27FC236}">
                    <a16:creationId xmlns:a16="http://schemas.microsoft.com/office/drawing/2014/main" id="{B16C3A81-4E8D-422C-A0B6-C72753A04042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2" name="Rectangle 1201">
                <a:extLst>
                  <a:ext uri="{FF2B5EF4-FFF2-40B4-BE49-F238E27FC236}">
                    <a16:creationId xmlns:a16="http://schemas.microsoft.com/office/drawing/2014/main" id="{F3E7366F-B3FB-4504-8D0E-C04A4DF54D9C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3" name="Rectangle 1202">
                <a:extLst>
                  <a:ext uri="{FF2B5EF4-FFF2-40B4-BE49-F238E27FC236}">
                    <a16:creationId xmlns:a16="http://schemas.microsoft.com/office/drawing/2014/main" id="{7553E57E-5408-4DF5-A09E-2B971EA08F53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D6CE1F82-E8CC-4503-83A3-75418859DEB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5" name="Rectangle 1204">
                <a:extLst>
                  <a:ext uri="{FF2B5EF4-FFF2-40B4-BE49-F238E27FC236}">
                    <a16:creationId xmlns:a16="http://schemas.microsoft.com/office/drawing/2014/main" id="{BBE9930A-33B1-4D60-88BE-A821EA3A00D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50242CF7-13DA-49ED-BD3C-B84EE74C74D7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5FB835C4-C0B4-44FA-B527-1CCCFBBEB621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A3F32B24-5BB1-4A7C-9CC5-AD1528EB5DBB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965B085E-E29D-4CD5-B76B-C3163D7834F7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82ADEAF7-EB32-471A-A3DE-7E5801EC0852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D9F4979A-90DD-422B-B45B-D95874D72283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D9D35B68-AE32-4BAA-99B5-2B51451792B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2E62C4FF-93E2-49C6-B75B-C97C0ECA0B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C90AD371-344C-4D04-AC3E-13ED82F0232B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B53BC285-D9EC-40C9-B8A5-89F1EA5D4BE7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C152D154-EE6C-457D-B1E8-004DFFAD3D09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0490F1E5-0D1B-437C-AA49-66AF3D9CE6DE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708542AF-A7DE-4360-9DA1-FA9012F79DDE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649E3546-0A13-4C1C-B22A-AA530B55502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6F9EAF91-07F3-4F80-A434-80FC9912729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EA0E5D0C-3FBF-4388-80D6-4605FF513C12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1F6B3B05-7D20-4FCA-96D6-B52B7A704135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E5551F73-2B38-48C5-9E18-5190C418F0FB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E74B8C32-093D-4E45-9B9B-06B8E02B6DD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3DAA74C6-4519-4047-B270-BCCB1E09A61F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7380DACC-F2EA-4DBC-AEA2-5EDD3F15085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3F55D93C-E2A5-4C1E-887D-EC225256FCFA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098DD0A1-9507-4970-A132-715A242F8123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AA319802-89C5-4D74-BAF9-0373180B1D76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D972EA2C-764A-4941-BCC9-6B9D6B3FFA3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00DA91A2-7B18-4645-BFF6-3454AE54C3B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2" name="Rectangle 1231">
                <a:extLst>
                  <a:ext uri="{FF2B5EF4-FFF2-40B4-BE49-F238E27FC236}">
                    <a16:creationId xmlns:a16="http://schemas.microsoft.com/office/drawing/2014/main" id="{4AEC27C5-DC98-48FF-B655-F52039BE982E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3" name="Rectangle 1232">
                <a:extLst>
                  <a:ext uri="{FF2B5EF4-FFF2-40B4-BE49-F238E27FC236}">
                    <a16:creationId xmlns:a16="http://schemas.microsoft.com/office/drawing/2014/main" id="{2E0DB8E2-6798-4219-A029-C812F93C162A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FB16A8F2-B87F-4202-A6B2-43222DDA1A5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7F8A2D93-4357-474A-B8CA-DFD86D43B45E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F8D3CA9E-0704-4649-B236-B1D09BE46DAA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38" name="Group 1237">
              <a:extLst>
                <a:ext uri="{FF2B5EF4-FFF2-40B4-BE49-F238E27FC236}">
                  <a16:creationId xmlns:a16="http://schemas.microsoft.com/office/drawing/2014/main" id="{9ABC808E-11EA-4C9C-8247-F72C2E56DCDC}"/>
                </a:ext>
              </a:extLst>
            </p:cNvPr>
            <p:cNvGrpSpPr/>
            <p:nvPr/>
          </p:nvGrpSpPr>
          <p:grpSpPr>
            <a:xfrm>
              <a:off x="12006883" y="-6624"/>
              <a:ext cx="191741" cy="19174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240" name="Rectangle 1239">
                <a:extLst>
                  <a:ext uri="{FF2B5EF4-FFF2-40B4-BE49-F238E27FC236}">
                    <a16:creationId xmlns:a16="http://schemas.microsoft.com/office/drawing/2014/main" id="{0E028E56-74B7-4A8E-AD70-DE77F73A956C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2DCC1CCE-BB6D-4DB4-A0E9-A4F1226512E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AB778111-2D10-4BBF-A1AB-AB9336E2A9C4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3C5C96AD-EB37-4C9B-81F4-6DBBBC8BCCE0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E333D92B-738B-45BC-9167-3FE7C92041C0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5" name="Rectangle 1244">
                <a:extLst>
                  <a:ext uri="{FF2B5EF4-FFF2-40B4-BE49-F238E27FC236}">
                    <a16:creationId xmlns:a16="http://schemas.microsoft.com/office/drawing/2014/main" id="{F5C13E31-9887-4329-80FA-695DF4D81804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6" name="Rectangle 1245">
                <a:extLst>
                  <a:ext uri="{FF2B5EF4-FFF2-40B4-BE49-F238E27FC236}">
                    <a16:creationId xmlns:a16="http://schemas.microsoft.com/office/drawing/2014/main" id="{46C752C0-EE79-4A5B-BCDC-3C711E2F81BE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A104795C-A7F7-4B43-B30C-FDD476B9BF8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8" name="Rectangle 1247">
                <a:extLst>
                  <a:ext uri="{FF2B5EF4-FFF2-40B4-BE49-F238E27FC236}">
                    <a16:creationId xmlns:a16="http://schemas.microsoft.com/office/drawing/2014/main" id="{BA32841A-B191-4AF2-85EE-5BA5EB2FA296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595CFE89-AF8E-4E21-A11E-0CD333A3432C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7B85C63B-B70F-49BD-9868-E6769B4F24E6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1" name="Rectangle 1250">
                <a:extLst>
                  <a:ext uri="{FF2B5EF4-FFF2-40B4-BE49-F238E27FC236}">
                    <a16:creationId xmlns:a16="http://schemas.microsoft.com/office/drawing/2014/main" id="{56E13053-A7DD-4F97-A425-9D32CF2DA9D0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7B0CD5AA-16D1-4E96-B327-88F40492304B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3" name="Rectangle 1252">
                <a:extLst>
                  <a:ext uri="{FF2B5EF4-FFF2-40B4-BE49-F238E27FC236}">
                    <a16:creationId xmlns:a16="http://schemas.microsoft.com/office/drawing/2014/main" id="{70D513FD-B162-406E-AC38-227E455CFF2F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4" name="Rectangle 1253">
                <a:extLst>
                  <a:ext uri="{FF2B5EF4-FFF2-40B4-BE49-F238E27FC236}">
                    <a16:creationId xmlns:a16="http://schemas.microsoft.com/office/drawing/2014/main" id="{39292690-5275-499C-96C6-15D087F7BF1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D444C158-394B-476E-998F-E71C49BC8DE5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6" name="Rectangle 1255">
                <a:extLst>
                  <a:ext uri="{FF2B5EF4-FFF2-40B4-BE49-F238E27FC236}">
                    <a16:creationId xmlns:a16="http://schemas.microsoft.com/office/drawing/2014/main" id="{4BD9C214-A946-4186-8239-176731FA97C8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7" name="Rectangle 1256">
                <a:extLst>
                  <a:ext uri="{FF2B5EF4-FFF2-40B4-BE49-F238E27FC236}">
                    <a16:creationId xmlns:a16="http://schemas.microsoft.com/office/drawing/2014/main" id="{43296841-87C8-4953-BC3F-87AA05151435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8" name="Rectangle 1257">
                <a:extLst>
                  <a:ext uri="{FF2B5EF4-FFF2-40B4-BE49-F238E27FC236}">
                    <a16:creationId xmlns:a16="http://schemas.microsoft.com/office/drawing/2014/main" id="{719F7178-ABB3-4978-BBB5-B8EB5BF93FE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F986C52F-244B-41D8-8144-365B778D65A2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0" name="Rectangle 1259">
                <a:extLst>
                  <a:ext uri="{FF2B5EF4-FFF2-40B4-BE49-F238E27FC236}">
                    <a16:creationId xmlns:a16="http://schemas.microsoft.com/office/drawing/2014/main" id="{12DF7E08-B691-4573-8B02-3A49F35ACED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1" name="Rectangle 1260">
                <a:extLst>
                  <a:ext uri="{FF2B5EF4-FFF2-40B4-BE49-F238E27FC236}">
                    <a16:creationId xmlns:a16="http://schemas.microsoft.com/office/drawing/2014/main" id="{C8A54E5F-CBE8-4A2A-BD7B-94E0E64FE8B1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9C531065-19FB-4B1A-B8A7-6A8B5F2D66DD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0A5BEF0F-A793-4445-BD04-ADF5A1A6A8E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ADA5A4E9-64CF-4B7B-A3E1-D9857984C7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9FA3D5D5-74B6-4BBC-88A5-0D9E1B75179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77A184A7-E4DE-4365-980B-4DDC2FF59506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80F639BC-DD15-4734-8D38-E8A86B443D8C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6FDEC81B-CE68-4172-B550-00796E9E0CE5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DA95EADF-B994-4974-A0FD-B740FD3BE585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0" name="Rectangle 1269">
                <a:extLst>
                  <a:ext uri="{FF2B5EF4-FFF2-40B4-BE49-F238E27FC236}">
                    <a16:creationId xmlns:a16="http://schemas.microsoft.com/office/drawing/2014/main" id="{53CF06E9-F028-4293-B394-54487D8CAA7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4A587230-6567-497A-AAC6-33BE0272006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3" name="Rectangle 1272">
                <a:extLst>
                  <a:ext uri="{FF2B5EF4-FFF2-40B4-BE49-F238E27FC236}">
                    <a16:creationId xmlns:a16="http://schemas.microsoft.com/office/drawing/2014/main" id="{887DFCCF-FA35-44FC-975A-35F7457480DC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7" name="Rectangle 1386">
                <a:extLst>
                  <a:ext uri="{FF2B5EF4-FFF2-40B4-BE49-F238E27FC236}">
                    <a16:creationId xmlns:a16="http://schemas.microsoft.com/office/drawing/2014/main" id="{B45D749C-9D62-4F8D-A3F2-35C75833ADC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8" name="Rectangle 1387">
                <a:extLst>
                  <a:ext uri="{FF2B5EF4-FFF2-40B4-BE49-F238E27FC236}">
                    <a16:creationId xmlns:a16="http://schemas.microsoft.com/office/drawing/2014/main" id="{67983251-DE2F-418A-9ED3-D55E6AE230E1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9" name="Rectangle 1388">
                <a:extLst>
                  <a:ext uri="{FF2B5EF4-FFF2-40B4-BE49-F238E27FC236}">
                    <a16:creationId xmlns:a16="http://schemas.microsoft.com/office/drawing/2014/main" id="{E4395017-9A66-41AD-9FD2-3CA67122554E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0" name="Rectangle 1389">
                <a:extLst>
                  <a:ext uri="{FF2B5EF4-FFF2-40B4-BE49-F238E27FC236}">
                    <a16:creationId xmlns:a16="http://schemas.microsoft.com/office/drawing/2014/main" id="{97A7ACCF-01E7-48FA-AEF6-3CBE342FCEA7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1" name="Rectangle 1390">
                <a:extLst>
                  <a:ext uri="{FF2B5EF4-FFF2-40B4-BE49-F238E27FC236}">
                    <a16:creationId xmlns:a16="http://schemas.microsoft.com/office/drawing/2014/main" id="{AC9E62CF-F5FA-435C-8C5B-2562C15F2714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2" name="Rectangle 1391">
                <a:extLst>
                  <a:ext uri="{FF2B5EF4-FFF2-40B4-BE49-F238E27FC236}">
                    <a16:creationId xmlns:a16="http://schemas.microsoft.com/office/drawing/2014/main" id="{B1F41221-AA6D-4D89-9CF1-1C95F9B8B920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3" name="Rectangle 1392">
                <a:extLst>
                  <a:ext uri="{FF2B5EF4-FFF2-40B4-BE49-F238E27FC236}">
                    <a16:creationId xmlns:a16="http://schemas.microsoft.com/office/drawing/2014/main" id="{64C928A3-E87B-4358-9C87-539A7FDECEB4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4" name="Rectangle 1393">
                <a:extLst>
                  <a:ext uri="{FF2B5EF4-FFF2-40B4-BE49-F238E27FC236}">
                    <a16:creationId xmlns:a16="http://schemas.microsoft.com/office/drawing/2014/main" id="{7334663C-5815-492D-AF51-12E35C877582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5" name="Rectangle 1394">
                <a:extLst>
                  <a:ext uri="{FF2B5EF4-FFF2-40B4-BE49-F238E27FC236}">
                    <a16:creationId xmlns:a16="http://schemas.microsoft.com/office/drawing/2014/main" id="{E3737432-5CB0-42E8-9422-1E922D1F3D0E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544B0430-9D91-4AE2-A7E2-DF9525DBB766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7" name="Rectangle 1396">
                <a:extLst>
                  <a:ext uri="{FF2B5EF4-FFF2-40B4-BE49-F238E27FC236}">
                    <a16:creationId xmlns:a16="http://schemas.microsoft.com/office/drawing/2014/main" id="{65F82CDB-5DC4-427C-9ABD-BF49E878EDD1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8" name="Rectangle 1397">
                <a:extLst>
                  <a:ext uri="{FF2B5EF4-FFF2-40B4-BE49-F238E27FC236}">
                    <a16:creationId xmlns:a16="http://schemas.microsoft.com/office/drawing/2014/main" id="{F2E2E5A7-A10F-492C-A04D-A2F90E58D6D8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9" name="Rectangle 1398">
                <a:extLst>
                  <a:ext uri="{FF2B5EF4-FFF2-40B4-BE49-F238E27FC236}">
                    <a16:creationId xmlns:a16="http://schemas.microsoft.com/office/drawing/2014/main" id="{823C844D-8FF9-431A-B0AB-DFF91B5B334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0" name="Rectangle 1399">
                <a:extLst>
                  <a:ext uri="{FF2B5EF4-FFF2-40B4-BE49-F238E27FC236}">
                    <a16:creationId xmlns:a16="http://schemas.microsoft.com/office/drawing/2014/main" id="{363CE94B-B4F8-4B7E-8773-80D2165B152D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5A025258-89C7-49D8-9A93-BFE86AD0B9C9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750800" y="44513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741400" y="38354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1416">
            <a:extLst>
              <a:ext uri="{FF2B5EF4-FFF2-40B4-BE49-F238E27FC236}">
                <a16:creationId xmlns:a16="http://schemas.microsoft.com/office/drawing/2014/main" id="{DDD7AB39-15FC-4B63-9CB4-D29D0D786B28}"/>
              </a:ext>
            </a:extLst>
          </p:cNvPr>
          <p:cNvCxnSpPr>
            <a:cxnSpLocks/>
          </p:cNvCxnSpPr>
          <p:nvPr/>
        </p:nvCxnSpPr>
        <p:spPr>
          <a:xfrm flipH="1">
            <a:off x="14503400" y="3389179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975D399E-722E-485C-957C-0B27028A5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998450" y="571500"/>
            <a:ext cx="3810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1" name="TextBox 680">
            <a:extLst>
              <a:ext uri="{FF2B5EF4-FFF2-40B4-BE49-F238E27FC236}">
                <a16:creationId xmlns:a16="http://schemas.microsoft.com/office/drawing/2014/main" id="{A3392486-21CA-4CB0-ADE4-5463F5834537}"/>
              </a:ext>
            </a:extLst>
          </p:cNvPr>
          <p:cNvSpPr txBox="1"/>
          <p:nvPr/>
        </p:nvSpPr>
        <p:spPr>
          <a:xfrm>
            <a:off x="518052" y="240469"/>
            <a:ext cx="48139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b="1" dirty="0"/>
              <a:t>A 4-star </a:t>
            </a:r>
            <a:r>
              <a:rPr lang="pt-PT" sz="3600" b="1" dirty="0" err="1"/>
              <a:t>infinite</a:t>
            </a:r>
            <a:r>
              <a:rPr lang="pt-PT" sz="3600" b="1" dirty="0"/>
              <a:t> </a:t>
            </a:r>
            <a:r>
              <a:rPr lang="pt-PT" sz="3600" b="1" dirty="0" err="1"/>
              <a:t>solution</a:t>
            </a:r>
            <a:endParaRPr lang="pt-PT" sz="3600" b="1" dirty="0"/>
          </a:p>
        </p:txBody>
      </p:sp>
      <p:grpSp>
        <p:nvGrpSpPr>
          <p:cNvPr id="713" name="Group 712">
            <a:extLst>
              <a:ext uri="{FF2B5EF4-FFF2-40B4-BE49-F238E27FC236}">
                <a16:creationId xmlns:a16="http://schemas.microsoft.com/office/drawing/2014/main" id="{007BF2FD-C045-4CA8-94F2-37EF460F1782}"/>
              </a:ext>
            </a:extLst>
          </p:cNvPr>
          <p:cNvGrpSpPr/>
          <p:nvPr/>
        </p:nvGrpSpPr>
        <p:grpSpPr>
          <a:xfrm>
            <a:off x="6255375" y="3861153"/>
            <a:ext cx="1994586" cy="2104191"/>
            <a:chOff x="6244567" y="3835400"/>
            <a:chExt cx="1994586" cy="2104191"/>
          </a:xfrm>
        </p:grpSpPr>
        <p:sp>
          <p:nvSpPr>
            <p:cNvPr id="714" name="Star: 5 Points 713">
              <a:extLst>
                <a:ext uri="{FF2B5EF4-FFF2-40B4-BE49-F238E27FC236}">
                  <a16:creationId xmlns:a16="http://schemas.microsoft.com/office/drawing/2014/main" id="{460CA655-713B-4F18-B12A-7D70400BAB8B}"/>
                </a:ext>
              </a:extLst>
            </p:cNvPr>
            <p:cNvSpPr/>
            <p:nvPr/>
          </p:nvSpPr>
          <p:spPr>
            <a:xfrm flipH="1">
              <a:off x="6244567" y="3835400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5" name="Star: 5 Points 714">
              <a:extLst>
                <a:ext uri="{FF2B5EF4-FFF2-40B4-BE49-F238E27FC236}">
                  <a16:creationId xmlns:a16="http://schemas.microsoft.com/office/drawing/2014/main" id="{06D4CBF5-A024-4CDF-89E8-79DE04076F6B}"/>
                </a:ext>
              </a:extLst>
            </p:cNvPr>
            <p:cNvSpPr/>
            <p:nvPr/>
          </p:nvSpPr>
          <p:spPr>
            <a:xfrm flipH="1">
              <a:off x="6244567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6" name="Star: 5 Points 715">
              <a:extLst>
                <a:ext uri="{FF2B5EF4-FFF2-40B4-BE49-F238E27FC236}">
                  <a16:creationId xmlns:a16="http://schemas.microsoft.com/office/drawing/2014/main" id="{1FAAAC22-2CBD-4362-89DA-71A5DCF81778}"/>
                </a:ext>
              </a:extLst>
            </p:cNvPr>
            <p:cNvSpPr/>
            <p:nvPr/>
          </p:nvSpPr>
          <p:spPr>
            <a:xfrm flipH="1">
              <a:off x="7714759" y="3864542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7" name="Star: 5 Points 716">
              <a:extLst>
                <a:ext uri="{FF2B5EF4-FFF2-40B4-BE49-F238E27FC236}">
                  <a16:creationId xmlns:a16="http://schemas.microsoft.com/office/drawing/2014/main" id="{036FC0CF-EDEC-45B7-B838-151C275F874D}"/>
                </a:ext>
              </a:extLst>
            </p:cNvPr>
            <p:cNvSpPr/>
            <p:nvPr/>
          </p:nvSpPr>
          <p:spPr>
            <a:xfrm flipH="1">
              <a:off x="7714759" y="5415197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18" name="Group 717">
            <a:extLst>
              <a:ext uri="{FF2B5EF4-FFF2-40B4-BE49-F238E27FC236}">
                <a16:creationId xmlns:a16="http://schemas.microsoft.com/office/drawing/2014/main" id="{CEF9EDD6-AF78-4AC5-B2FD-DB950E16FD89}"/>
              </a:ext>
            </a:extLst>
          </p:cNvPr>
          <p:cNvGrpSpPr/>
          <p:nvPr/>
        </p:nvGrpSpPr>
        <p:grpSpPr>
          <a:xfrm flipH="1">
            <a:off x="7019844" y="53295"/>
            <a:ext cx="2036765" cy="2836221"/>
            <a:chOff x="6998786" y="83456"/>
            <a:chExt cx="2036765" cy="2836221"/>
          </a:xfrm>
        </p:grpSpPr>
        <p:sp>
          <p:nvSpPr>
            <p:cNvPr id="719" name="Star: 5 Points 718">
              <a:extLst>
                <a:ext uri="{FF2B5EF4-FFF2-40B4-BE49-F238E27FC236}">
                  <a16:creationId xmlns:a16="http://schemas.microsoft.com/office/drawing/2014/main" id="{67888FDD-80C8-4371-A8FE-C2781E837247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0" name="Star: 5 Points 719">
              <a:extLst>
                <a:ext uri="{FF2B5EF4-FFF2-40B4-BE49-F238E27FC236}">
                  <a16:creationId xmlns:a16="http://schemas.microsoft.com/office/drawing/2014/main" id="{C5FEC939-F3CD-4662-83DB-1B9BC73BBBFD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1" name="Star: 5 Points 720">
              <a:extLst>
                <a:ext uri="{FF2B5EF4-FFF2-40B4-BE49-F238E27FC236}">
                  <a16:creationId xmlns:a16="http://schemas.microsoft.com/office/drawing/2014/main" id="{7F2C77C9-4654-4BCD-8B90-68D93BD83CF9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2" name="Star: 5 Points 721">
              <a:extLst>
                <a:ext uri="{FF2B5EF4-FFF2-40B4-BE49-F238E27FC236}">
                  <a16:creationId xmlns:a16="http://schemas.microsoft.com/office/drawing/2014/main" id="{0BEBF6C1-C004-4B2F-951D-BB9E329A282F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FED1EFED-398E-45FF-85B6-F2363E85A091}"/>
              </a:ext>
            </a:extLst>
          </p:cNvPr>
          <p:cNvGrpSpPr/>
          <p:nvPr/>
        </p:nvGrpSpPr>
        <p:grpSpPr>
          <a:xfrm rot="16200000" flipH="1" flipV="1">
            <a:off x="9667061" y="2790239"/>
            <a:ext cx="2036765" cy="2836221"/>
            <a:chOff x="6998786" y="83456"/>
            <a:chExt cx="2036765" cy="2836221"/>
          </a:xfrm>
        </p:grpSpPr>
        <p:sp>
          <p:nvSpPr>
            <p:cNvPr id="724" name="Star: 5 Points 723">
              <a:extLst>
                <a:ext uri="{FF2B5EF4-FFF2-40B4-BE49-F238E27FC236}">
                  <a16:creationId xmlns:a16="http://schemas.microsoft.com/office/drawing/2014/main" id="{270643B0-5F69-4139-99EE-AC07FCF26E9D}"/>
                </a:ext>
              </a:extLst>
            </p:cNvPr>
            <p:cNvSpPr/>
            <p:nvPr/>
          </p:nvSpPr>
          <p:spPr>
            <a:xfrm flipH="1">
              <a:off x="8511157" y="844628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5" name="Star: 5 Points 724">
              <a:extLst>
                <a:ext uri="{FF2B5EF4-FFF2-40B4-BE49-F238E27FC236}">
                  <a16:creationId xmlns:a16="http://schemas.microsoft.com/office/drawing/2014/main" id="{EA23274E-A0D3-4622-85FD-F6AB961D6978}"/>
                </a:ext>
              </a:extLst>
            </p:cNvPr>
            <p:cNvSpPr/>
            <p:nvPr/>
          </p:nvSpPr>
          <p:spPr>
            <a:xfrm flipH="1">
              <a:off x="8511157" y="2395283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6" name="Star: 5 Points 725">
              <a:extLst>
                <a:ext uri="{FF2B5EF4-FFF2-40B4-BE49-F238E27FC236}">
                  <a16:creationId xmlns:a16="http://schemas.microsoft.com/office/drawing/2014/main" id="{135F3059-1B93-4095-B89C-A2013F6062C7}"/>
                </a:ext>
              </a:extLst>
            </p:cNvPr>
            <p:cNvSpPr/>
            <p:nvPr/>
          </p:nvSpPr>
          <p:spPr>
            <a:xfrm flipH="1">
              <a:off x="6998786" y="83456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7" name="Star: 5 Points 726">
              <a:extLst>
                <a:ext uri="{FF2B5EF4-FFF2-40B4-BE49-F238E27FC236}">
                  <a16:creationId xmlns:a16="http://schemas.microsoft.com/office/drawing/2014/main" id="{7ABF8884-7C77-4259-B5D7-312DEA999BBB}"/>
                </a:ext>
              </a:extLst>
            </p:cNvPr>
            <p:cNvSpPr/>
            <p:nvPr/>
          </p:nvSpPr>
          <p:spPr>
            <a:xfrm flipH="1">
              <a:off x="6998786" y="1634111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28" name="Group 727">
            <a:extLst>
              <a:ext uri="{FF2B5EF4-FFF2-40B4-BE49-F238E27FC236}">
                <a16:creationId xmlns:a16="http://schemas.microsoft.com/office/drawing/2014/main" id="{639125E4-A2A0-445A-AC85-552DEE01CA64}"/>
              </a:ext>
            </a:extLst>
          </p:cNvPr>
          <p:cNvGrpSpPr/>
          <p:nvPr/>
        </p:nvGrpSpPr>
        <p:grpSpPr>
          <a:xfrm>
            <a:off x="9213953" y="801524"/>
            <a:ext cx="2170289" cy="2177562"/>
            <a:chOff x="5413416" y="2339143"/>
            <a:chExt cx="4388810" cy="4403522"/>
          </a:xfrm>
        </p:grpSpPr>
        <p:sp>
          <p:nvSpPr>
            <p:cNvPr id="729" name="Star: 5 Points 728">
              <a:extLst>
                <a:ext uri="{FF2B5EF4-FFF2-40B4-BE49-F238E27FC236}">
                  <a16:creationId xmlns:a16="http://schemas.microsoft.com/office/drawing/2014/main" id="{34F818C2-D59F-4BF9-8A20-2E3B9C4E1EA6}"/>
                </a:ext>
              </a:extLst>
            </p:cNvPr>
            <p:cNvSpPr/>
            <p:nvPr/>
          </p:nvSpPr>
          <p:spPr>
            <a:xfrm flipH="1">
              <a:off x="6244568" y="3028548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0" name="Star: 5 Points 729">
              <a:extLst>
                <a:ext uri="{FF2B5EF4-FFF2-40B4-BE49-F238E27FC236}">
                  <a16:creationId xmlns:a16="http://schemas.microsoft.com/office/drawing/2014/main" id="{9490DC2C-7B2A-4644-8008-200A4F4DF0D1}"/>
                </a:ext>
              </a:extLst>
            </p:cNvPr>
            <p:cNvSpPr/>
            <p:nvPr/>
          </p:nvSpPr>
          <p:spPr>
            <a:xfrm flipH="1">
              <a:off x="5413416" y="6218272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1" name="Star: 5 Points 730">
              <a:extLst>
                <a:ext uri="{FF2B5EF4-FFF2-40B4-BE49-F238E27FC236}">
                  <a16:creationId xmlns:a16="http://schemas.microsoft.com/office/drawing/2014/main" id="{974B842A-D3D7-42C1-B5D8-5A7E230A5E8D}"/>
                </a:ext>
              </a:extLst>
            </p:cNvPr>
            <p:cNvSpPr/>
            <p:nvPr/>
          </p:nvSpPr>
          <p:spPr>
            <a:xfrm flipH="1">
              <a:off x="7710571" y="2339143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2" name="Star: 5 Points 731">
              <a:extLst>
                <a:ext uri="{FF2B5EF4-FFF2-40B4-BE49-F238E27FC236}">
                  <a16:creationId xmlns:a16="http://schemas.microsoft.com/office/drawing/2014/main" id="{9BD72F50-36E0-4E52-BCF4-596C8CAA97C6}"/>
                </a:ext>
              </a:extLst>
            </p:cNvPr>
            <p:cNvSpPr/>
            <p:nvPr/>
          </p:nvSpPr>
          <p:spPr>
            <a:xfrm flipH="1">
              <a:off x="8534358" y="5464127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6" name="Star: 5 Points 735">
              <a:extLst>
                <a:ext uri="{FF2B5EF4-FFF2-40B4-BE49-F238E27FC236}">
                  <a16:creationId xmlns:a16="http://schemas.microsoft.com/office/drawing/2014/main" id="{F7EB38E4-8C62-4BE5-AF47-D591E4C6A8FA}"/>
                </a:ext>
              </a:extLst>
            </p:cNvPr>
            <p:cNvSpPr/>
            <p:nvPr/>
          </p:nvSpPr>
          <p:spPr>
            <a:xfrm flipH="1">
              <a:off x="9277831" y="3923191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2" name="Star: 5 Points 741">
              <a:extLst>
                <a:ext uri="{FF2B5EF4-FFF2-40B4-BE49-F238E27FC236}">
                  <a16:creationId xmlns:a16="http://schemas.microsoft.com/office/drawing/2014/main" id="{C85E1C65-EADE-4881-B42E-51BB6DB80308}"/>
                </a:ext>
              </a:extLst>
            </p:cNvPr>
            <p:cNvSpPr/>
            <p:nvPr/>
          </p:nvSpPr>
          <p:spPr>
            <a:xfrm flipH="1">
              <a:off x="6953924" y="4648037"/>
              <a:ext cx="524395" cy="524393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C4F86729-5593-4DE0-B43D-7070120C0505}"/>
              </a:ext>
            </a:extLst>
          </p:cNvPr>
          <p:cNvGrpSpPr/>
          <p:nvPr/>
        </p:nvGrpSpPr>
        <p:grpSpPr>
          <a:xfrm>
            <a:off x="11444646" y="373444"/>
            <a:ext cx="372245" cy="375867"/>
            <a:chOff x="5413416" y="3835400"/>
            <a:chExt cx="2825737" cy="2853221"/>
          </a:xfrm>
        </p:grpSpPr>
        <p:sp>
          <p:nvSpPr>
            <p:cNvPr id="738" name="Star: 5 Points 737">
              <a:extLst>
                <a:ext uri="{FF2B5EF4-FFF2-40B4-BE49-F238E27FC236}">
                  <a16:creationId xmlns:a16="http://schemas.microsoft.com/office/drawing/2014/main" id="{B47E0F89-C4D9-4867-B7CE-03110DE8B7D7}"/>
                </a:ext>
              </a:extLst>
            </p:cNvPr>
            <p:cNvSpPr/>
            <p:nvPr/>
          </p:nvSpPr>
          <p:spPr>
            <a:xfrm flipH="1">
              <a:off x="6244566" y="3835400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Star: 5 Points 738">
              <a:extLst>
                <a:ext uri="{FF2B5EF4-FFF2-40B4-BE49-F238E27FC236}">
                  <a16:creationId xmlns:a16="http://schemas.microsoft.com/office/drawing/2014/main" id="{39FF224D-56D6-43BA-8895-F47BAE8AE7A8}"/>
                </a:ext>
              </a:extLst>
            </p:cNvPr>
            <p:cNvSpPr/>
            <p:nvPr/>
          </p:nvSpPr>
          <p:spPr>
            <a:xfrm flipH="1">
              <a:off x="5413416" y="5386055"/>
              <a:ext cx="524394" cy="524394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0" name="Star: 5 Points 739">
              <a:extLst>
                <a:ext uri="{FF2B5EF4-FFF2-40B4-BE49-F238E27FC236}">
                  <a16:creationId xmlns:a16="http://schemas.microsoft.com/office/drawing/2014/main" id="{AC6739EB-49D0-4897-8CE9-0982E12C34CA}"/>
                </a:ext>
              </a:extLst>
            </p:cNvPr>
            <p:cNvSpPr/>
            <p:nvPr/>
          </p:nvSpPr>
          <p:spPr>
            <a:xfrm flipH="1">
              <a:off x="7714758" y="4639404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Star: 5 Points 740">
              <a:extLst>
                <a:ext uri="{FF2B5EF4-FFF2-40B4-BE49-F238E27FC236}">
                  <a16:creationId xmlns:a16="http://schemas.microsoft.com/office/drawing/2014/main" id="{EF16F40C-BA01-41F9-898B-CB42584A8A29}"/>
                </a:ext>
              </a:extLst>
            </p:cNvPr>
            <p:cNvSpPr/>
            <p:nvPr/>
          </p:nvSpPr>
          <p:spPr>
            <a:xfrm flipH="1">
              <a:off x="6898046" y="6164226"/>
              <a:ext cx="524395" cy="524395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84055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49651A5D-58A0-46F4-855D-C70B729B9162}"/>
              </a:ext>
            </a:extLst>
          </p:cNvPr>
          <p:cNvGrpSpPr/>
          <p:nvPr/>
        </p:nvGrpSpPr>
        <p:grpSpPr>
          <a:xfrm>
            <a:off x="6102625" y="-6624"/>
            <a:ext cx="6096000" cy="6096000"/>
            <a:chOff x="6102625" y="-6624"/>
            <a:chExt cx="6096000" cy="6096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0B5D0E-9B46-40BA-8600-BA64434E330D}"/>
                </a:ext>
              </a:extLst>
            </p:cNvPr>
            <p:cNvGrpSpPr/>
            <p:nvPr/>
          </p:nvGrpSpPr>
          <p:grpSpPr>
            <a:xfrm>
              <a:off x="6102625" y="-6624"/>
              <a:ext cx="6096000" cy="6096000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4B7043-0D74-4AF8-9D9B-6F59631FB7F9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BB6CCB-514D-4F11-B75D-1BE692D02946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9996AD3-01DA-4843-8B1F-1471B9ED1855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1533BB-F16D-4B2B-B9FC-1CA84FE3D6B4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54D39B-4DC3-4E1C-B0F2-8D27D510F65C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AE1072-2718-4A2C-B1CE-47A87CE20E82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973E0A-DAEF-4FFC-B21B-5C5358DFFAFB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811856-23DD-4E94-87F4-D0F78898BF03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C6B024-3C9A-4A71-9772-756FEE71284C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9B74EA-A5B1-4804-BB38-97BBE6766B97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7D2ABC6-6DB3-463B-AE69-ED288C7890BC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61C1202-0F97-476C-87C5-0E0FAE14B0E9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B56DC5-4341-4D7F-822F-26AB87DE848D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26E8D9-C482-4EBD-9122-952EAD33DCC0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D14918-CBD2-4AD6-A9D5-B898498B119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6E007D-8552-4F37-BFCF-9CCC2098868E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B37DC7E-BE40-4515-B4D3-58621141C77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CABCC10-21BC-4A3E-8A15-89412C499DB1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74DD46-B6A6-4DD1-9407-2DCDF5725D3E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31BAE9-ABA3-44A2-9850-5AED8DD4BC36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BF4D14B-CFE9-44CC-A9EE-B63B395E1B63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C389A39-A3D6-4376-AFAF-B0937BF2E026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143B2A-3E8E-4D11-A591-B79ABE211352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6AE8C4D-8BA8-4E2F-AE78-46657CBE550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EB29B73-B25D-41A4-8115-660E32A761F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28A9BB0-092D-4E82-A71A-B4CEC2A48DA8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F950BA6-4285-4BCD-88B4-A147879498B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57C000B-C503-4E5A-8125-9638D4CE8EC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0270E7B-285C-4A73-B508-0709D5A66EA2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0E9CE9D-2794-4B8D-8BAA-FCFC78B8EA97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BED8F2A-C48C-414C-BE6C-EBBB10AEDE6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12D9533-E854-4354-B09F-F8A4AF8B3CC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463024BE-A1BA-43DC-9BD1-64A4BE20147F}"/>
                </a:ext>
              </a:extLst>
            </p:cNvPr>
            <p:cNvGrpSpPr/>
            <p:nvPr/>
          </p:nvGrpSpPr>
          <p:grpSpPr>
            <a:xfrm>
              <a:off x="9153934" y="-6624"/>
              <a:ext cx="3044691" cy="304469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D7AED2A8-4A6F-4E16-8B28-BF84CCFCB1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CCAB2983-FC4A-41CF-ACF8-5319AA74E6D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5BE789E1-CE0E-4588-A57F-E474BB3B974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51291168-820B-466A-8FD5-D65A27947AA9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A77A49ED-3E40-40BC-A8CD-86B3C0F1AD28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DF1A6C3C-3ACB-4076-AFA1-598781BC25C0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DAAFF210-1F50-4921-9704-CB1C28932302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D5D26577-8049-447A-B949-7C4E64C336E8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D4527281-5022-425F-83C8-017B4E07247E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CF68A7AE-8FA5-4248-A812-960D30E8DECD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B608DAF-194C-4130-9CE7-8694ACE8D8D8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8857AF85-3C3B-4858-A009-E0CCBF9AC3E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98E6AE05-8A97-4387-89ED-6D40945FC04E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0BF13956-0A51-425B-98BD-02EED6F0C0D5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18BA983B-FD1B-4390-817A-59FBE49CD7DF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FF6038D1-B5EA-4827-A8C8-039E46F16D38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64289FB4-D4EF-4B1A-A61C-9CB0618D1CFB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9000E4D0-B0EA-4FF0-A149-1F49BBE0E37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E0D49024-2C3D-42CF-93A1-B925448616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0EFAFCF3-F51D-4DC0-BF0D-732472B21296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8383D233-5E40-45A5-8FC0-D262E4707F8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A70F030A-B8A7-4C40-B63C-D1E0FB276D78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F676F6AE-E028-4EF5-98D2-F4F51CF2252F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9" name="Rectangle 1058">
                <a:extLst>
                  <a:ext uri="{FF2B5EF4-FFF2-40B4-BE49-F238E27FC236}">
                    <a16:creationId xmlns:a16="http://schemas.microsoft.com/office/drawing/2014/main" id="{FFF0FF8E-5F4E-47F6-970A-3CE073CFD8D7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0" name="Rectangle 1059">
                <a:extLst>
                  <a:ext uri="{FF2B5EF4-FFF2-40B4-BE49-F238E27FC236}">
                    <a16:creationId xmlns:a16="http://schemas.microsoft.com/office/drawing/2014/main" id="{5E54C8BE-905D-423D-9BA0-0FDDC908A97C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07BFE535-F48C-4B7C-A2BF-7C316FD23760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8743320F-0E53-4462-882D-2DA46D091B1C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5457C7B0-5702-4746-AF09-432E363EAA8E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4" name="Rectangle 1063">
                <a:extLst>
                  <a:ext uri="{FF2B5EF4-FFF2-40B4-BE49-F238E27FC236}">
                    <a16:creationId xmlns:a16="http://schemas.microsoft.com/office/drawing/2014/main" id="{8BD7C8CF-E90A-4148-A324-850747F82EFD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F9A09D81-8169-4A85-8AC0-8A33CCF9CCDF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6" name="Rectangle 1065">
                <a:extLst>
                  <a:ext uri="{FF2B5EF4-FFF2-40B4-BE49-F238E27FC236}">
                    <a16:creationId xmlns:a16="http://schemas.microsoft.com/office/drawing/2014/main" id="{DC2FA143-A333-4054-82E5-3C0A8B8B0D8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Rectangle 1066">
                <a:extLst>
                  <a:ext uri="{FF2B5EF4-FFF2-40B4-BE49-F238E27FC236}">
                    <a16:creationId xmlns:a16="http://schemas.microsoft.com/office/drawing/2014/main" id="{5EAE89D6-5F91-40D8-9899-BB04F29490E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Rectangle 1067">
                <a:extLst>
                  <a:ext uri="{FF2B5EF4-FFF2-40B4-BE49-F238E27FC236}">
                    <a16:creationId xmlns:a16="http://schemas.microsoft.com/office/drawing/2014/main" id="{89BBD200-0412-4025-9F8A-3F4D2C608BD1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Rectangle 1068">
                <a:extLst>
                  <a:ext uri="{FF2B5EF4-FFF2-40B4-BE49-F238E27FC236}">
                    <a16:creationId xmlns:a16="http://schemas.microsoft.com/office/drawing/2014/main" id="{5F62885E-4859-4380-8A35-C2BA24D82E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0" name="Rectangle 1069">
                <a:extLst>
                  <a:ext uri="{FF2B5EF4-FFF2-40B4-BE49-F238E27FC236}">
                    <a16:creationId xmlns:a16="http://schemas.microsoft.com/office/drawing/2014/main" id="{032002A5-EF8B-4DAD-B6AC-73BDCDADF5DA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04C2FD69-0E26-47AE-B1CD-2E73DEDDB59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Rectangle 1071">
                <a:extLst>
                  <a:ext uri="{FF2B5EF4-FFF2-40B4-BE49-F238E27FC236}">
                    <a16:creationId xmlns:a16="http://schemas.microsoft.com/office/drawing/2014/main" id="{1A008899-99AC-4271-BDB4-5B14BF55426D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Rectangle 1072">
                <a:extLst>
                  <a:ext uri="{FF2B5EF4-FFF2-40B4-BE49-F238E27FC236}">
                    <a16:creationId xmlns:a16="http://schemas.microsoft.com/office/drawing/2014/main" id="{564476F1-4078-41B6-AB47-B9EFA18EDD98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4" name="Rectangle 1073">
                <a:extLst>
                  <a:ext uri="{FF2B5EF4-FFF2-40B4-BE49-F238E27FC236}">
                    <a16:creationId xmlns:a16="http://schemas.microsoft.com/office/drawing/2014/main" id="{9E9F6C0A-A037-4E99-A13E-4C1EDD5DB0F1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5" name="Rectangle 1074">
                <a:extLst>
                  <a:ext uri="{FF2B5EF4-FFF2-40B4-BE49-F238E27FC236}">
                    <a16:creationId xmlns:a16="http://schemas.microsoft.com/office/drawing/2014/main" id="{E150B676-FB10-4187-BF12-0A763AB5BE9B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Rectangle 1075">
                <a:extLst>
                  <a:ext uri="{FF2B5EF4-FFF2-40B4-BE49-F238E27FC236}">
                    <a16:creationId xmlns:a16="http://schemas.microsoft.com/office/drawing/2014/main" id="{811AC914-42E4-4014-B4BE-B1C7BF87C984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Rectangle 1076">
                <a:extLst>
                  <a:ext uri="{FF2B5EF4-FFF2-40B4-BE49-F238E27FC236}">
                    <a16:creationId xmlns:a16="http://schemas.microsoft.com/office/drawing/2014/main" id="{AA35207D-1D92-48FF-A20A-AAFCC9C275A2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Rectangle 1077">
                <a:extLst>
                  <a:ext uri="{FF2B5EF4-FFF2-40B4-BE49-F238E27FC236}">
                    <a16:creationId xmlns:a16="http://schemas.microsoft.com/office/drawing/2014/main" id="{1D9018D6-6233-4FE3-AA7B-CF0729503484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Rectangle 1078">
                <a:extLst>
                  <a:ext uri="{FF2B5EF4-FFF2-40B4-BE49-F238E27FC236}">
                    <a16:creationId xmlns:a16="http://schemas.microsoft.com/office/drawing/2014/main" id="{DC8FC1D5-0312-4C8E-9A2F-51870161FC10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Rectangle 1079">
                <a:extLst>
                  <a:ext uri="{FF2B5EF4-FFF2-40B4-BE49-F238E27FC236}">
                    <a16:creationId xmlns:a16="http://schemas.microsoft.com/office/drawing/2014/main" id="{BB188129-9E82-4769-BF48-851E7FD1B8D5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68C973AE-D087-492A-A6CA-950A544AE00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Rectangle 1081">
                <a:extLst>
                  <a:ext uri="{FF2B5EF4-FFF2-40B4-BE49-F238E27FC236}">
                    <a16:creationId xmlns:a16="http://schemas.microsoft.com/office/drawing/2014/main" id="{7892E2B2-2BAA-4DE3-B9A8-16DA492E89F8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3" name="Rectangle 1082">
                <a:extLst>
                  <a:ext uri="{FF2B5EF4-FFF2-40B4-BE49-F238E27FC236}">
                    <a16:creationId xmlns:a16="http://schemas.microsoft.com/office/drawing/2014/main" id="{CC5E4391-9B5B-4A9B-8964-7AD7D55223CF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59AC59A-5364-490E-B116-33649A5DAD1F}"/>
                </a:ext>
              </a:extLst>
            </p:cNvPr>
            <p:cNvGrpSpPr/>
            <p:nvPr/>
          </p:nvGrpSpPr>
          <p:grpSpPr>
            <a:xfrm>
              <a:off x="10676278" y="-6624"/>
              <a:ext cx="1522347" cy="1522347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087" name="Rectangle 1086">
                <a:extLst>
                  <a:ext uri="{FF2B5EF4-FFF2-40B4-BE49-F238E27FC236}">
                    <a16:creationId xmlns:a16="http://schemas.microsoft.com/office/drawing/2014/main" id="{951E01C8-AE5D-4016-A79F-030D8D10B34E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8" name="Rectangle 1087">
                <a:extLst>
                  <a:ext uri="{FF2B5EF4-FFF2-40B4-BE49-F238E27FC236}">
                    <a16:creationId xmlns:a16="http://schemas.microsoft.com/office/drawing/2014/main" id="{5085B363-72B3-463D-9BB6-534EC194E091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9" name="Rectangle 1088">
                <a:extLst>
                  <a:ext uri="{FF2B5EF4-FFF2-40B4-BE49-F238E27FC236}">
                    <a16:creationId xmlns:a16="http://schemas.microsoft.com/office/drawing/2014/main" id="{D51639D3-150C-4CD1-A98E-6D6BE7D13D6E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0" name="Rectangle 1089">
                <a:extLst>
                  <a:ext uri="{FF2B5EF4-FFF2-40B4-BE49-F238E27FC236}">
                    <a16:creationId xmlns:a16="http://schemas.microsoft.com/office/drawing/2014/main" id="{E723992D-A264-4C44-B4A5-540F4B79F97B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11BC14CA-89F0-4328-88D0-E292302A8A15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2" name="Rectangle 1091">
                <a:extLst>
                  <a:ext uri="{FF2B5EF4-FFF2-40B4-BE49-F238E27FC236}">
                    <a16:creationId xmlns:a16="http://schemas.microsoft.com/office/drawing/2014/main" id="{6975C6EC-3325-4F48-B922-772DD0632BB1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3" name="Rectangle 1092">
                <a:extLst>
                  <a:ext uri="{FF2B5EF4-FFF2-40B4-BE49-F238E27FC236}">
                    <a16:creationId xmlns:a16="http://schemas.microsoft.com/office/drawing/2014/main" id="{D530EA5A-422A-4CFC-B31D-64A4B0D49639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4" name="Rectangle 1093">
                <a:extLst>
                  <a:ext uri="{FF2B5EF4-FFF2-40B4-BE49-F238E27FC236}">
                    <a16:creationId xmlns:a16="http://schemas.microsoft.com/office/drawing/2014/main" id="{68198816-6330-4393-B81A-B674FCFDADFD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5" name="Rectangle 1094">
                <a:extLst>
                  <a:ext uri="{FF2B5EF4-FFF2-40B4-BE49-F238E27FC236}">
                    <a16:creationId xmlns:a16="http://schemas.microsoft.com/office/drawing/2014/main" id="{50FF1109-3BE6-4445-AD75-0CC1632B0C4F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6" name="Rectangle 1095">
                <a:extLst>
                  <a:ext uri="{FF2B5EF4-FFF2-40B4-BE49-F238E27FC236}">
                    <a16:creationId xmlns:a16="http://schemas.microsoft.com/office/drawing/2014/main" id="{9234D973-78C1-4B1C-ABB6-D69EE150474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7" name="Rectangle 1096">
                <a:extLst>
                  <a:ext uri="{FF2B5EF4-FFF2-40B4-BE49-F238E27FC236}">
                    <a16:creationId xmlns:a16="http://schemas.microsoft.com/office/drawing/2014/main" id="{8D90A5AC-E964-43B8-9A0D-33B9125A96E3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8" name="Rectangle 1097">
                <a:extLst>
                  <a:ext uri="{FF2B5EF4-FFF2-40B4-BE49-F238E27FC236}">
                    <a16:creationId xmlns:a16="http://schemas.microsoft.com/office/drawing/2014/main" id="{C214A494-D36A-4053-8A5D-BD47DC215C28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5F12B3CC-F061-4832-AE36-220FD490A92F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0" name="Rectangle 1099">
                <a:extLst>
                  <a:ext uri="{FF2B5EF4-FFF2-40B4-BE49-F238E27FC236}">
                    <a16:creationId xmlns:a16="http://schemas.microsoft.com/office/drawing/2014/main" id="{908EF2FC-38D4-429A-98D5-3A98B9BA3FE8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70A908E8-B77C-4668-9187-AB7650480EC5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2" name="Rectangle 1101">
                <a:extLst>
                  <a:ext uri="{FF2B5EF4-FFF2-40B4-BE49-F238E27FC236}">
                    <a16:creationId xmlns:a16="http://schemas.microsoft.com/office/drawing/2014/main" id="{59D59B67-FD1A-468B-A917-F177CF12E56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3" name="Rectangle 1102">
                <a:extLst>
                  <a:ext uri="{FF2B5EF4-FFF2-40B4-BE49-F238E27FC236}">
                    <a16:creationId xmlns:a16="http://schemas.microsoft.com/office/drawing/2014/main" id="{96B614A8-5E61-4C03-AF9C-177F64C50160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4" name="Rectangle 1103">
                <a:extLst>
                  <a:ext uri="{FF2B5EF4-FFF2-40B4-BE49-F238E27FC236}">
                    <a16:creationId xmlns:a16="http://schemas.microsoft.com/office/drawing/2014/main" id="{D86A6FBF-5548-4BBE-B982-63FBF493E509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CA035496-562D-43BC-B3C4-15217B676C30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00999525-FB9A-4A8A-ABA0-516C406E81B8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D52B38CD-33B1-4E48-902A-91CDEF00C93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EC5F1204-486A-46C3-BB0D-F6B245EBE9E0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42FCC5E3-892F-418B-984D-9F24EBCD5677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AEEF97A2-E5D7-4CC2-BED1-8FE354053EDE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C4DD50DB-48FB-472E-9D82-E9DE66704641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884913B3-670D-4823-A778-369C897F38A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3C7793FA-F09F-42B7-B0A6-0225566A9B60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2474A380-04A7-431A-B7B0-1A28C709FF47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11EAC71F-2598-4932-B625-D1106F922DC4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6" name="Rectangle 1115">
                <a:extLst>
                  <a:ext uri="{FF2B5EF4-FFF2-40B4-BE49-F238E27FC236}">
                    <a16:creationId xmlns:a16="http://schemas.microsoft.com/office/drawing/2014/main" id="{0458C28A-28C6-4710-A453-C59E0F265E0B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4D972D7B-601A-4695-91B5-C4A34CA4852F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C67CEF4A-0011-4DE2-8B70-7ACE704877EC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9" name="Rectangle 1118">
                <a:extLst>
                  <a:ext uri="{FF2B5EF4-FFF2-40B4-BE49-F238E27FC236}">
                    <a16:creationId xmlns:a16="http://schemas.microsoft.com/office/drawing/2014/main" id="{16F57A42-1131-4BDE-A0BE-9B15497B77DD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D30EC61-95AD-45C8-B9A5-F31119E116D4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994D4375-BB7A-4066-B384-1CCCADCD0195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045E2A90-5405-4221-B7F9-949205BB5F58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461CC694-6454-4B82-8801-CAB3C95EA4D8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F2AC7E4F-C6EC-456F-B298-2C37CEB2868A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1717A996-E42F-451D-BF11-CD897631030B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B5D50F4E-2A8D-4B13-921B-4ABABC18674F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449295DB-E0E2-4902-AD91-DDF7C1DA6939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B874E706-6BB6-4F9F-AC62-E50EA6DC5304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778ACB4-F9CE-4700-B761-0908E2CA1408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1F3BBCC1-DEC1-4443-A531-DB8B8E54385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3FDC97F4-5F19-4C85-B0B6-C213AB5DCCD6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050AF411-612C-4A66-AA1A-9B01C04D6BBB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A2C4A938-77A9-4EC1-8944-4C89EFECAB21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94E57DF6-B5B9-4668-AF12-9A886D1301BD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C1350E11-9C77-4BC4-91AE-FDEC7BBC652D}"/>
                </a:ext>
              </a:extLst>
            </p:cNvPr>
            <p:cNvGrpSpPr/>
            <p:nvPr/>
          </p:nvGrpSpPr>
          <p:grpSpPr>
            <a:xfrm>
              <a:off x="11438279" y="-6624"/>
              <a:ext cx="760346" cy="760346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11D48F12-334A-48E1-BE99-4F9AF4E2305F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AF7002FD-F149-4FF3-A10E-62F2866B2818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0" name="Rectangle 1139">
                <a:extLst>
                  <a:ext uri="{FF2B5EF4-FFF2-40B4-BE49-F238E27FC236}">
                    <a16:creationId xmlns:a16="http://schemas.microsoft.com/office/drawing/2014/main" id="{49AB2014-734B-4E0B-981C-26A64B36F90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B55CE276-E0E8-4EDB-B80F-D959790F3DFE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8BC0DABE-DFE5-46A8-A57F-71096166A429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4195BD80-744B-424D-BF3B-5267038E2D97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EEC0F2F3-57B4-4008-A2EC-A37768833B15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5" name="Rectangle 1144">
                <a:extLst>
                  <a:ext uri="{FF2B5EF4-FFF2-40B4-BE49-F238E27FC236}">
                    <a16:creationId xmlns:a16="http://schemas.microsoft.com/office/drawing/2014/main" id="{D61C880B-6072-4F45-84E1-202D10AE579A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6" name="Rectangle 1145">
                <a:extLst>
                  <a:ext uri="{FF2B5EF4-FFF2-40B4-BE49-F238E27FC236}">
                    <a16:creationId xmlns:a16="http://schemas.microsoft.com/office/drawing/2014/main" id="{D79C0686-5C80-470F-AAC9-67CDC4F3C03B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721726F9-31BA-42E0-8FEC-9A2D746E7098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B27D421B-C3EC-479B-9A51-2DBAB92DBF50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9" name="Rectangle 1148">
                <a:extLst>
                  <a:ext uri="{FF2B5EF4-FFF2-40B4-BE49-F238E27FC236}">
                    <a16:creationId xmlns:a16="http://schemas.microsoft.com/office/drawing/2014/main" id="{9BE0B6F4-EE55-40ED-9CAF-846D7811C266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558250F3-748E-4FB6-B074-A8D0CDF0A7B7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3C1BB482-EE62-4937-A97B-2AEBE341208B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2" name="Rectangle 1151">
                <a:extLst>
                  <a:ext uri="{FF2B5EF4-FFF2-40B4-BE49-F238E27FC236}">
                    <a16:creationId xmlns:a16="http://schemas.microsoft.com/office/drawing/2014/main" id="{99045FC9-0DB2-477B-A075-59CF63C5859E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68E522E1-2204-4CD6-B4A4-1652854367D2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4" name="Rectangle 1153">
                <a:extLst>
                  <a:ext uri="{FF2B5EF4-FFF2-40B4-BE49-F238E27FC236}">
                    <a16:creationId xmlns:a16="http://schemas.microsoft.com/office/drawing/2014/main" id="{08AC86E1-7375-44AE-9F49-D0E6466C332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B1B1D1F9-1DB9-428E-9FAF-CF8B3A5D0CA0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7F24ACE6-7FE0-4AB3-9D5B-BAE5D249359E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7" name="Rectangle 1156">
                <a:extLst>
                  <a:ext uri="{FF2B5EF4-FFF2-40B4-BE49-F238E27FC236}">
                    <a16:creationId xmlns:a16="http://schemas.microsoft.com/office/drawing/2014/main" id="{04E364A7-8F36-44AE-9F00-DAFD9BDAA8A9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8" name="Rectangle 1157">
                <a:extLst>
                  <a:ext uri="{FF2B5EF4-FFF2-40B4-BE49-F238E27FC236}">
                    <a16:creationId xmlns:a16="http://schemas.microsoft.com/office/drawing/2014/main" id="{F749B6A0-4315-4052-B63E-CDF6018127DA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9" name="Rectangle 1158">
                <a:extLst>
                  <a:ext uri="{FF2B5EF4-FFF2-40B4-BE49-F238E27FC236}">
                    <a16:creationId xmlns:a16="http://schemas.microsoft.com/office/drawing/2014/main" id="{6BEB9C1B-1C63-4752-A048-0AF255A238D5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0" name="Rectangle 1159">
                <a:extLst>
                  <a:ext uri="{FF2B5EF4-FFF2-40B4-BE49-F238E27FC236}">
                    <a16:creationId xmlns:a16="http://schemas.microsoft.com/office/drawing/2014/main" id="{718295FD-64E3-4AD8-BC15-7D19FD897CB2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E84548BE-B643-4867-B370-58188AEBFC62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BD0B29D4-AF54-439F-AEFE-4F6D8EBDB5B9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3" name="Rectangle 1162">
                <a:extLst>
                  <a:ext uri="{FF2B5EF4-FFF2-40B4-BE49-F238E27FC236}">
                    <a16:creationId xmlns:a16="http://schemas.microsoft.com/office/drawing/2014/main" id="{07744A6E-C654-462C-865A-9A704542BBD1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4" name="Rectangle 1163">
                <a:extLst>
                  <a:ext uri="{FF2B5EF4-FFF2-40B4-BE49-F238E27FC236}">
                    <a16:creationId xmlns:a16="http://schemas.microsoft.com/office/drawing/2014/main" id="{74376240-53C9-48D9-99CC-3574ACFE307E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0A3BD210-2A7C-4BCB-BE10-AFAF47EA93AF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6" name="Rectangle 1165">
                <a:extLst>
                  <a:ext uri="{FF2B5EF4-FFF2-40B4-BE49-F238E27FC236}">
                    <a16:creationId xmlns:a16="http://schemas.microsoft.com/office/drawing/2014/main" id="{A8455E02-2A81-4ECC-A903-C72563F047DB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7" name="Rectangle 1166">
                <a:extLst>
                  <a:ext uri="{FF2B5EF4-FFF2-40B4-BE49-F238E27FC236}">
                    <a16:creationId xmlns:a16="http://schemas.microsoft.com/office/drawing/2014/main" id="{9930BCAA-1AC6-4A9D-A47F-2A2DB1AF2CB1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08169534-95A2-4473-8847-062FF1BADCDE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9" name="Rectangle 1168">
                <a:extLst>
                  <a:ext uri="{FF2B5EF4-FFF2-40B4-BE49-F238E27FC236}">
                    <a16:creationId xmlns:a16="http://schemas.microsoft.com/office/drawing/2014/main" id="{4DDDB7B4-48CD-40FE-9DA2-1E7EE1C749F0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6979B59B-DE29-4FFA-9349-CAE4BFEAE70B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1" name="Rectangle 1170">
                <a:extLst>
                  <a:ext uri="{FF2B5EF4-FFF2-40B4-BE49-F238E27FC236}">
                    <a16:creationId xmlns:a16="http://schemas.microsoft.com/office/drawing/2014/main" id="{47CFBB3D-A8C6-4577-8136-5B0251F67963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2" name="Rectangle 1171">
                <a:extLst>
                  <a:ext uri="{FF2B5EF4-FFF2-40B4-BE49-F238E27FC236}">
                    <a16:creationId xmlns:a16="http://schemas.microsoft.com/office/drawing/2014/main" id="{C2CB547F-5BBC-4FFA-BBBB-24131C58AD54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EC39CE30-B5A2-493A-85AF-C8C7134D05D2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B7F3F1E9-63BB-49E4-884B-D2870E988E2C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5" name="Rectangle 1174">
                <a:extLst>
                  <a:ext uri="{FF2B5EF4-FFF2-40B4-BE49-F238E27FC236}">
                    <a16:creationId xmlns:a16="http://schemas.microsoft.com/office/drawing/2014/main" id="{D190E4E2-ABB9-4214-B542-32B444AA5C0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6" name="Rectangle 1175">
                <a:extLst>
                  <a:ext uri="{FF2B5EF4-FFF2-40B4-BE49-F238E27FC236}">
                    <a16:creationId xmlns:a16="http://schemas.microsoft.com/office/drawing/2014/main" id="{220963B6-CCB7-4EA2-9AD6-E2F8D0C4B4D7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7FC0635E-7254-4D13-85B8-155517CD8D47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BBA2319A-0A92-45A4-93B0-DC0B4EF344EA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BBFB4EC-1CB2-4A08-87D7-FB67F25A0DA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75DA92B7-A8C8-44C8-9BE2-CA1B940ADD5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1" name="Rectangle 1180">
                <a:extLst>
                  <a:ext uri="{FF2B5EF4-FFF2-40B4-BE49-F238E27FC236}">
                    <a16:creationId xmlns:a16="http://schemas.microsoft.com/office/drawing/2014/main" id="{8CFE4E76-BF9F-4DBB-BEC0-CA001F4A6E99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2" name="Rectangle 1181">
                <a:extLst>
                  <a:ext uri="{FF2B5EF4-FFF2-40B4-BE49-F238E27FC236}">
                    <a16:creationId xmlns:a16="http://schemas.microsoft.com/office/drawing/2014/main" id="{98013C28-908C-47C5-8A4C-B1A8D54F2EB9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3" name="Rectangle 1182">
                <a:extLst>
                  <a:ext uri="{FF2B5EF4-FFF2-40B4-BE49-F238E27FC236}">
                    <a16:creationId xmlns:a16="http://schemas.microsoft.com/office/drawing/2014/main" id="{622367A7-80BB-4E58-833F-9F77718D1B25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4" name="Rectangle 1183">
                <a:extLst>
                  <a:ext uri="{FF2B5EF4-FFF2-40B4-BE49-F238E27FC236}">
                    <a16:creationId xmlns:a16="http://schemas.microsoft.com/office/drawing/2014/main" id="{3FCE1A1D-36C2-48B6-96B8-C120FF5CF485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02EDF384-5307-457D-A90E-7DB7C5AE61F6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87" name="Group 1186">
              <a:extLst>
                <a:ext uri="{FF2B5EF4-FFF2-40B4-BE49-F238E27FC236}">
                  <a16:creationId xmlns:a16="http://schemas.microsoft.com/office/drawing/2014/main" id="{DB7A744B-2CE8-4157-AF12-A015DC91B47E}"/>
                </a:ext>
              </a:extLst>
            </p:cNvPr>
            <p:cNvGrpSpPr/>
            <p:nvPr/>
          </p:nvGrpSpPr>
          <p:grpSpPr>
            <a:xfrm>
              <a:off x="11819071" y="-6624"/>
              <a:ext cx="379553" cy="379553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189" name="Rectangle 1188">
                <a:extLst>
                  <a:ext uri="{FF2B5EF4-FFF2-40B4-BE49-F238E27FC236}">
                    <a16:creationId xmlns:a16="http://schemas.microsoft.com/office/drawing/2014/main" id="{5D22A482-76CD-45BD-9FC7-1E9B010EF706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0" name="Rectangle 1189">
                <a:extLst>
                  <a:ext uri="{FF2B5EF4-FFF2-40B4-BE49-F238E27FC236}">
                    <a16:creationId xmlns:a16="http://schemas.microsoft.com/office/drawing/2014/main" id="{0B56D52B-B839-4BFA-AD8F-FD12A717276F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BB180324-B350-4CB8-A61C-A3A9A513B1B0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C574A510-9CA0-4529-9DED-B5F62C522CDD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3" name="Rectangle 1192">
                <a:extLst>
                  <a:ext uri="{FF2B5EF4-FFF2-40B4-BE49-F238E27FC236}">
                    <a16:creationId xmlns:a16="http://schemas.microsoft.com/office/drawing/2014/main" id="{D062E447-E73D-4A35-8637-557523F43073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4" name="Rectangle 1193">
                <a:extLst>
                  <a:ext uri="{FF2B5EF4-FFF2-40B4-BE49-F238E27FC236}">
                    <a16:creationId xmlns:a16="http://schemas.microsoft.com/office/drawing/2014/main" id="{10DDCAE9-412D-4E49-B9B1-72C94431681F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5" name="Rectangle 1194">
                <a:extLst>
                  <a:ext uri="{FF2B5EF4-FFF2-40B4-BE49-F238E27FC236}">
                    <a16:creationId xmlns:a16="http://schemas.microsoft.com/office/drawing/2014/main" id="{933BCD8B-3E18-4CD6-BD64-F4A8B99FA553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6" name="Rectangle 1195">
                <a:extLst>
                  <a:ext uri="{FF2B5EF4-FFF2-40B4-BE49-F238E27FC236}">
                    <a16:creationId xmlns:a16="http://schemas.microsoft.com/office/drawing/2014/main" id="{2C5CB415-F373-4309-8A99-966E81A77B0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7" name="Rectangle 1196">
                <a:extLst>
                  <a:ext uri="{FF2B5EF4-FFF2-40B4-BE49-F238E27FC236}">
                    <a16:creationId xmlns:a16="http://schemas.microsoft.com/office/drawing/2014/main" id="{299130A4-51AF-4841-8259-838C25BCF509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C71AA1F3-9895-4B30-9B8D-901A2C42CB99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9" name="Rectangle 1198">
                <a:extLst>
                  <a:ext uri="{FF2B5EF4-FFF2-40B4-BE49-F238E27FC236}">
                    <a16:creationId xmlns:a16="http://schemas.microsoft.com/office/drawing/2014/main" id="{2A73E712-685A-4123-93FB-A9412B006AA2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2A8B7D9F-F3C5-4C81-B812-96EBD3AE2E27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1" name="Rectangle 1200">
                <a:extLst>
                  <a:ext uri="{FF2B5EF4-FFF2-40B4-BE49-F238E27FC236}">
                    <a16:creationId xmlns:a16="http://schemas.microsoft.com/office/drawing/2014/main" id="{B16C3A81-4E8D-422C-A0B6-C72753A04042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2" name="Rectangle 1201">
                <a:extLst>
                  <a:ext uri="{FF2B5EF4-FFF2-40B4-BE49-F238E27FC236}">
                    <a16:creationId xmlns:a16="http://schemas.microsoft.com/office/drawing/2014/main" id="{F3E7366F-B3FB-4504-8D0E-C04A4DF54D9C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3" name="Rectangle 1202">
                <a:extLst>
                  <a:ext uri="{FF2B5EF4-FFF2-40B4-BE49-F238E27FC236}">
                    <a16:creationId xmlns:a16="http://schemas.microsoft.com/office/drawing/2014/main" id="{7553E57E-5408-4DF5-A09E-2B971EA08F53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D6CE1F82-E8CC-4503-83A3-75418859DEB7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5" name="Rectangle 1204">
                <a:extLst>
                  <a:ext uri="{FF2B5EF4-FFF2-40B4-BE49-F238E27FC236}">
                    <a16:creationId xmlns:a16="http://schemas.microsoft.com/office/drawing/2014/main" id="{BBE9930A-33B1-4D60-88BE-A821EA3A00D7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50242CF7-13DA-49ED-BD3C-B84EE74C74D7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5FB835C4-C0B4-44FA-B527-1CCCFBBEB621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A3F32B24-5BB1-4A7C-9CC5-AD1528EB5DBB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965B085E-E29D-4CD5-B76B-C3163D7834F7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82ADEAF7-EB32-471A-A3DE-7E5801EC0852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D9F4979A-90DD-422B-B45B-D95874D72283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D9D35B68-AE32-4BAA-99B5-2B51451792B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2E62C4FF-93E2-49C6-B75B-C97C0ECA0B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C90AD371-344C-4D04-AC3E-13ED82F0232B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B53BC285-D9EC-40C9-B8A5-89F1EA5D4BE7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C152D154-EE6C-457D-B1E8-004DFFAD3D09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0490F1E5-0D1B-437C-AA49-66AF3D9CE6DE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708542AF-A7DE-4360-9DA1-FA9012F79DDE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649E3546-0A13-4C1C-B22A-AA530B55502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6F9EAF91-07F3-4F80-A434-80FC99127294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EA0E5D0C-3FBF-4388-80D6-4605FF513C12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1F6B3B05-7D20-4FCA-96D6-B52B7A704135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E5551F73-2B38-48C5-9E18-5190C418F0FB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E74B8C32-093D-4E45-9B9B-06B8E02B6DDC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3DAA74C6-4519-4047-B270-BCCB1E09A61F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7380DACC-F2EA-4DBC-AEA2-5EDD3F150857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3F55D93C-E2A5-4C1E-887D-EC225256FCFA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098DD0A1-9507-4970-A132-715A242F8123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AA319802-89C5-4D74-BAF9-0373180B1D76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D972EA2C-764A-4941-BCC9-6B9D6B3FFA30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00DA91A2-7B18-4645-BFF6-3454AE54C3BA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2" name="Rectangle 1231">
                <a:extLst>
                  <a:ext uri="{FF2B5EF4-FFF2-40B4-BE49-F238E27FC236}">
                    <a16:creationId xmlns:a16="http://schemas.microsoft.com/office/drawing/2014/main" id="{4AEC27C5-DC98-48FF-B655-F52039BE982E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3" name="Rectangle 1232">
                <a:extLst>
                  <a:ext uri="{FF2B5EF4-FFF2-40B4-BE49-F238E27FC236}">
                    <a16:creationId xmlns:a16="http://schemas.microsoft.com/office/drawing/2014/main" id="{2E0DB8E2-6798-4219-A029-C812F93C162A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FB16A8F2-B87F-4202-A6B2-43222DDA1A5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7F8A2D93-4357-474A-B8CA-DFD86D43B45E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F8D3CA9E-0704-4649-B236-B1D09BE46DAA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38" name="Group 1237">
              <a:extLst>
                <a:ext uri="{FF2B5EF4-FFF2-40B4-BE49-F238E27FC236}">
                  <a16:creationId xmlns:a16="http://schemas.microsoft.com/office/drawing/2014/main" id="{9ABC808E-11EA-4C9C-8247-F72C2E56DCDC}"/>
                </a:ext>
              </a:extLst>
            </p:cNvPr>
            <p:cNvGrpSpPr/>
            <p:nvPr/>
          </p:nvGrpSpPr>
          <p:grpSpPr>
            <a:xfrm>
              <a:off x="12006883" y="-6624"/>
              <a:ext cx="191741" cy="191741"/>
              <a:chOff x="3056463" y="66684"/>
              <a:chExt cx="6096000" cy="6096000"/>
            </a:xfrm>
            <a:solidFill>
              <a:schemeClr val="bg1"/>
            </a:solidFill>
          </p:grpSpPr>
          <p:sp>
            <p:nvSpPr>
              <p:cNvPr id="1240" name="Rectangle 1239">
                <a:extLst>
                  <a:ext uri="{FF2B5EF4-FFF2-40B4-BE49-F238E27FC236}">
                    <a16:creationId xmlns:a16="http://schemas.microsoft.com/office/drawing/2014/main" id="{0E028E56-74B7-4A8E-AD70-DE77F73A956C}"/>
                  </a:ext>
                </a:extLst>
              </p:cNvPr>
              <p:cNvSpPr/>
              <p:nvPr/>
            </p:nvSpPr>
            <p:spPr>
              <a:xfrm>
                <a:off x="839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2DCC1CCE-BB6D-4DB4-A0E9-A4F1226512EB}"/>
                  </a:ext>
                </a:extLst>
              </p:cNvPr>
              <p:cNvSpPr/>
              <p:nvPr/>
            </p:nvSpPr>
            <p:spPr>
              <a:xfrm>
                <a:off x="839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AB778111-2D10-4BBF-A1AB-AB9336E2A9C4}"/>
                  </a:ext>
                </a:extLst>
              </p:cNvPr>
              <p:cNvSpPr/>
              <p:nvPr/>
            </p:nvSpPr>
            <p:spPr>
              <a:xfrm>
                <a:off x="762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3C5C96AD-EB37-4C9B-81F4-6DBBBC8BCCE0}"/>
                  </a:ext>
                </a:extLst>
              </p:cNvPr>
              <p:cNvSpPr/>
              <p:nvPr/>
            </p:nvSpPr>
            <p:spPr>
              <a:xfrm>
                <a:off x="762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E333D92B-738B-45BC-9167-3FE7C92041C0}"/>
                  </a:ext>
                </a:extLst>
              </p:cNvPr>
              <p:cNvSpPr/>
              <p:nvPr/>
            </p:nvSpPr>
            <p:spPr>
              <a:xfrm>
                <a:off x="839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5" name="Rectangle 1244">
                <a:extLst>
                  <a:ext uri="{FF2B5EF4-FFF2-40B4-BE49-F238E27FC236}">
                    <a16:creationId xmlns:a16="http://schemas.microsoft.com/office/drawing/2014/main" id="{F5C13E31-9887-4329-80FA-695DF4D81804}"/>
                  </a:ext>
                </a:extLst>
              </p:cNvPr>
              <p:cNvSpPr/>
              <p:nvPr/>
            </p:nvSpPr>
            <p:spPr>
              <a:xfrm>
                <a:off x="839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6" name="Rectangle 1245">
                <a:extLst>
                  <a:ext uri="{FF2B5EF4-FFF2-40B4-BE49-F238E27FC236}">
                    <a16:creationId xmlns:a16="http://schemas.microsoft.com/office/drawing/2014/main" id="{46C752C0-EE79-4A5B-BCDC-3C711E2F81BE}"/>
                  </a:ext>
                </a:extLst>
              </p:cNvPr>
              <p:cNvSpPr/>
              <p:nvPr/>
            </p:nvSpPr>
            <p:spPr>
              <a:xfrm>
                <a:off x="762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A104795C-A7F7-4B43-B30C-FDD476B9BF81}"/>
                  </a:ext>
                </a:extLst>
              </p:cNvPr>
              <p:cNvSpPr/>
              <p:nvPr/>
            </p:nvSpPr>
            <p:spPr>
              <a:xfrm>
                <a:off x="762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8" name="Rectangle 1247">
                <a:extLst>
                  <a:ext uri="{FF2B5EF4-FFF2-40B4-BE49-F238E27FC236}">
                    <a16:creationId xmlns:a16="http://schemas.microsoft.com/office/drawing/2014/main" id="{BA32841A-B191-4AF2-85EE-5BA5EB2FA296}"/>
                  </a:ext>
                </a:extLst>
              </p:cNvPr>
              <p:cNvSpPr/>
              <p:nvPr/>
            </p:nvSpPr>
            <p:spPr>
              <a:xfrm>
                <a:off x="686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595CFE89-AF8E-4E21-A11E-0CD333A3432C}"/>
                  </a:ext>
                </a:extLst>
              </p:cNvPr>
              <p:cNvSpPr/>
              <p:nvPr/>
            </p:nvSpPr>
            <p:spPr>
              <a:xfrm>
                <a:off x="686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7B85C63B-B70F-49BD-9868-E6769B4F24E6}"/>
                  </a:ext>
                </a:extLst>
              </p:cNvPr>
              <p:cNvSpPr/>
              <p:nvPr/>
            </p:nvSpPr>
            <p:spPr>
              <a:xfrm>
                <a:off x="6104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1" name="Rectangle 1250">
                <a:extLst>
                  <a:ext uri="{FF2B5EF4-FFF2-40B4-BE49-F238E27FC236}">
                    <a16:creationId xmlns:a16="http://schemas.microsoft.com/office/drawing/2014/main" id="{56E13053-A7DD-4F97-A425-9D32CF2DA9D0}"/>
                  </a:ext>
                </a:extLst>
              </p:cNvPr>
              <p:cNvSpPr/>
              <p:nvPr/>
            </p:nvSpPr>
            <p:spPr>
              <a:xfrm>
                <a:off x="6104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7B0CD5AA-16D1-4E96-B327-88F40492304B}"/>
                  </a:ext>
                </a:extLst>
              </p:cNvPr>
              <p:cNvSpPr/>
              <p:nvPr/>
            </p:nvSpPr>
            <p:spPr>
              <a:xfrm>
                <a:off x="686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3" name="Rectangle 1252">
                <a:extLst>
                  <a:ext uri="{FF2B5EF4-FFF2-40B4-BE49-F238E27FC236}">
                    <a16:creationId xmlns:a16="http://schemas.microsoft.com/office/drawing/2014/main" id="{70D513FD-B162-406E-AC38-227E455CFF2F}"/>
                  </a:ext>
                </a:extLst>
              </p:cNvPr>
              <p:cNvSpPr/>
              <p:nvPr/>
            </p:nvSpPr>
            <p:spPr>
              <a:xfrm>
                <a:off x="686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4" name="Rectangle 1253">
                <a:extLst>
                  <a:ext uri="{FF2B5EF4-FFF2-40B4-BE49-F238E27FC236}">
                    <a16:creationId xmlns:a16="http://schemas.microsoft.com/office/drawing/2014/main" id="{39292690-5275-499C-96C6-15D087F7BF1B}"/>
                  </a:ext>
                </a:extLst>
              </p:cNvPr>
              <p:cNvSpPr/>
              <p:nvPr/>
            </p:nvSpPr>
            <p:spPr>
              <a:xfrm>
                <a:off x="6104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D444C158-394B-476E-998F-E71C49BC8DE5}"/>
                  </a:ext>
                </a:extLst>
              </p:cNvPr>
              <p:cNvSpPr/>
              <p:nvPr/>
            </p:nvSpPr>
            <p:spPr>
              <a:xfrm>
                <a:off x="6104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6" name="Rectangle 1255">
                <a:extLst>
                  <a:ext uri="{FF2B5EF4-FFF2-40B4-BE49-F238E27FC236}">
                    <a16:creationId xmlns:a16="http://schemas.microsoft.com/office/drawing/2014/main" id="{4BD9C214-A946-4186-8239-176731FA97C8}"/>
                  </a:ext>
                </a:extLst>
              </p:cNvPr>
              <p:cNvSpPr/>
              <p:nvPr/>
            </p:nvSpPr>
            <p:spPr>
              <a:xfrm>
                <a:off x="4580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7" name="Rectangle 1256">
                <a:extLst>
                  <a:ext uri="{FF2B5EF4-FFF2-40B4-BE49-F238E27FC236}">
                    <a16:creationId xmlns:a16="http://schemas.microsoft.com/office/drawing/2014/main" id="{43296841-87C8-4953-BC3F-87AA05151435}"/>
                  </a:ext>
                </a:extLst>
              </p:cNvPr>
              <p:cNvSpPr/>
              <p:nvPr/>
            </p:nvSpPr>
            <p:spPr>
              <a:xfrm>
                <a:off x="4580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8" name="Rectangle 1257">
                <a:extLst>
                  <a:ext uri="{FF2B5EF4-FFF2-40B4-BE49-F238E27FC236}">
                    <a16:creationId xmlns:a16="http://schemas.microsoft.com/office/drawing/2014/main" id="{719F7178-ABB3-4978-BBB5-B8EB5BF93FEB}"/>
                  </a:ext>
                </a:extLst>
              </p:cNvPr>
              <p:cNvSpPr/>
              <p:nvPr/>
            </p:nvSpPr>
            <p:spPr>
              <a:xfrm>
                <a:off x="3818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F986C52F-244B-41D8-8144-365B778D65A2}"/>
                  </a:ext>
                </a:extLst>
              </p:cNvPr>
              <p:cNvSpPr/>
              <p:nvPr/>
            </p:nvSpPr>
            <p:spPr>
              <a:xfrm>
                <a:off x="3818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0" name="Rectangle 1259">
                <a:extLst>
                  <a:ext uri="{FF2B5EF4-FFF2-40B4-BE49-F238E27FC236}">
                    <a16:creationId xmlns:a16="http://schemas.microsoft.com/office/drawing/2014/main" id="{12DF7E08-B691-4573-8B02-3A49F35ACED5}"/>
                  </a:ext>
                </a:extLst>
              </p:cNvPr>
              <p:cNvSpPr/>
              <p:nvPr/>
            </p:nvSpPr>
            <p:spPr>
              <a:xfrm>
                <a:off x="4580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1" name="Rectangle 1260">
                <a:extLst>
                  <a:ext uri="{FF2B5EF4-FFF2-40B4-BE49-F238E27FC236}">
                    <a16:creationId xmlns:a16="http://schemas.microsoft.com/office/drawing/2014/main" id="{C8A54E5F-CBE8-4A2A-BD7B-94E0E64FE8B1}"/>
                  </a:ext>
                </a:extLst>
              </p:cNvPr>
              <p:cNvSpPr/>
              <p:nvPr/>
            </p:nvSpPr>
            <p:spPr>
              <a:xfrm>
                <a:off x="4580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9C531065-19FB-4B1A-B8A7-6A8B5F2D66DD}"/>
                  </a:ext>
                </a:extLst>
              </p:cNvPr>
              <p:cNvSpPr/>
              <p:nvPr/>
            </p:nvSpPr>
            <p:spPr>
              <a:xfrm>
                <a:off x="3818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0A5BEF0F-A793-4445-BD04-ADF5A1A6A8E6}"/>
                  </a:ext>
                </a:extLst>
              </p:cNvPr>
              <p:cNvSpPr/>
              <p:nvPr/>
            </p:nvSpPr>
            <p:spPr>
              <a:xfrm>
                <a:off x="3818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ADA5A4E9-64CF-4B7B-A3E1-D9857984C702}"/>
                  </a:ext>
                </a:extLst>
              </p:cNvPr>
              <p:cNvSpPr/>
              <p:nvPr/>
            </p:nvSpPr>
            <p:spPr>
              <a:xfrm>
                <a:off x="3056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9FA3D5D5-74B6-4BBC-88A5-0D9E1B751796}"/>
                  </a:ext>
                </a:extLst>
              </p:cNvPr>
              <p:cNvSpPr/>
              <p:nvPr/>
            </p:nvSpPr>
            <p:spPr>
              <a:xfrm>
                <a:off x="3056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77A184A7-E4DE-4365-980B-4DDC2FF59506}"/>
                  </a:ext>
                </a:extLst>
              </p:cNvPr>
              <p:cNvSpPr/>
              <p:nvPr/>
            </p:nvSpPr>
            <p:spPr>
              <a:xfrm>
                <a:off x="3056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80F639BC-DD15-4734-8D38-E8A86B443D8C}"/>
                  </a:ext>
                </a:extLst>
              </p:cNvPr>
              <p:cNvSpPr/>
              <p:nvPr/>
            </p:nvSpPr>
            <p:spPr>
              <a:xfrm>
                <a:off x="3056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6FDEC81B-CE68-4172-B550-00796E9E0CE5}"/>
                  </a:ext>
                </a:extLst>
              </p:cNvPr>
              <p:cNvSpPr/>
              <p:nvPr/>
            </p:nvSpPr>
            <p:spPr>
              <a:xfrm>
                <a:off x="5342463" y="3114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DA95EADF-B994-4974-A0FD-B740FD3BE585}"/>
                  </a:ext>
                </a:extLst>
              </p:cNvPr>
              <p:cNvSpPr/>
              <p:nvPr/>
            </p:nvSpPr>
            <p:spPr>
              <a:xfrm>
                <a:off x="5342463" y="387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0" name="Rectangle 1269">
                <a:extLst>
                  <a:ext uri="{FF2B5EF4-FFF2-40B4-BE49-F238E27FC236}">
                    <a16:creationId xmlns:a16="http://schemas.microsoft.com/office/drawing/2014/main" id="{53CF06E9-F028-4293-B394-54487D8CAA78}"/>
                  </a:ext>
                </a:extLst>
              </p:cNvPr>
              <p:cNvSpPr/>
              <p:nvPr/>
            </p:nvSpPr>
            <p:spPr>
              <a:xfrm>
                <a:off x="5342463" y="463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4A587230-6567-497A-AAC6-33BE02720061}"/>
                  </a:ext>
                </a:extLst>
              </p:cNvPr>
              <p:cNvSpPr/>
              <p:nvPr/>
            </p:nvSpPr>
            <p:spPr>
              <a:xfrm>
                <a:off x="5342463" y="540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3" name="Rectangle 1272">
                <a:extLst>
                  <a:ext uri="{FF2B5EF4-FFF2-40B4-BE49-F238E27FC236}">
                    <a16:creationId xmlns:a16="http://schemas.microsoft.com/office/drawing/2014/main" id="{887DFCCF-FA35-44FC-975A-35F7457480DC}"/>
                  </a:ext>
                </a:extLst>
              </p:cNvPr>
              <p:cNvSpPr/>
              <p:nvPr/>
            </p:nvSpPr>
            <p:spPr>
              <a:xfrm>
                <a:off x="4580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7" name="Rectangle 1386">
                <a:extLst>
                  <a:ext uri="{FF2B5EF4-FFF2-40B4-BE49-F238E27FC236}">
                    <a16:creationId xmlns:a16="http://schemas.microsoft.com/office/drawing/2014/main" id="{B45D749C-9D62-4F8D-A3F2-35C75833ADCC}"/>
                  </a:ext>
                </a:extLst>
              </p:cNvPr>
              <p:cNvSpPr/>
              <p:nvPr/>
            </p:nvSpPr>
            <p:spPr>
              <a:xfrm>
                <a:off x="3818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8" name="Rectangle 1387">
                <a:extLst>
                  <a:ext uri="{FF2B5EF4-FFF2-40B4-BE49-F238E27FC236}">
                    <a16:creationId xmlns:a16="http://schemas.microsoft.com/office/drawing/2014/main" id="{67983251-DE2F-418A-9ED3-D55E6AE230E1}"/>
                  </a:ext>
                </a:extLst>
              </p:cNvPr>
              <p:cNvSpPr/>
              <p:nvPr/>
            </p:nvSpPr>
            <p:spPr>
              <a:xfrm>
                <a:off x="4580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9" name="Rectangle 1388">
                <a:extLst>
                  <a:ext uri="{FF2B5EF4-FFF2-40B4-BE49-F238E27FC236}">
                    <a16:creationId xmlns:a16="http://schemas.microsoft.com/office/drawing/2014/main" id="{E4395017-9A66-41AD-9FD2-3CA67122554E}"/>
                  </a:ext>
                </a:extLst>
              </p:cNvPr>
              <p:cNvSpPr/>
              <p:nvPr/>
            </p:nvSpPr>
            <p:spPr>
              <a:xfrm>
                <a:off x="4580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0" name="Rectangle 1389">
                <a:extLst>
                  <a:ext uri="{FF2B5EF4-FFF2-40B4-BE49-F238E27FC236}">
                    <a16:creationId xmlns:a16="http://schemas.microsoft.com/office/drawing/2014/main" id="{97A7ACCF-01E7-48FA-AEF6-3CBE342FCEA7}"/>
                  </a:ext>
                </a:extLst>
              </p:cNvPr>
              <p:cNvSpPr/>
              <p:nvPr/>
            </p:nvSpPr>
            <p:spPr>
              <a:xfrm>
                <a:off x="3818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1" name="Rectangle 1390">
                <a:extLst>
                  <a:ext uri="{FF2B5EF4-FFF2-40B4-BE49-F238E27FC236}">
                    <a16:creationId xmlns:a16="http://schemas.microsoft.com/office/drawing/2014/main" id="{AC9E62CF-F5FA-435C-8C5B-2562C15F2714}"/>
                  </a:ext>
                </a:extLst>
              </p:cNvPr>
              <p:cNvSpPr/>
              <p:nvPr/>
            </p:nvSpPr>
            <p:spPr>
              <a:xfrm>
                <a:off x="3818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2" name="Rectangle 1391">
                <a:extLst>
                  <a:ext uri="{FF2B5EF4-FFF2-40B4-BE49-F238E27FC236}">
                    <a16:creationId xmlns:a16="http://schemas.microsoft.com/office/drawing/2014/main" id="{B1F41221-AA6D-4D89-9CF1-1C95F9B8B920}"/>
                  </a:ext>
                </a:extLst>
              </p:cNvPr>
              <p:cNvSpPr/>
              <p:nvPr/>
            </p:nvSpPr>
            <p:spPr>
              <a:xfrm>
                <a:off x="3056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3" name="Rectangle 1392">
                <a:extLst>
                  <a:ext uri="{FF2B5EF4-FFF2-40B4-BE49-F238E27FC236}">
                    <a16:creationId xmlns:a16="http://schemas.microsoft.com/office/drawing/2014/main" id="{64C928A3-E87B-4358-9C87-539A7FDECEB4}"/>
                  </a:ext>
                </a:extLst>
              </p:cNvPr>
              <p:cNvSpPr/>
              <p:nvPr/>
            </p:nvSpPr>
            <p:spPr>
              <a:xfrm>
                <a:off x="3056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4" name="Rectangle 1393">
                <a:extLst>
                  <a:ext uri="{FF2B5EF4-FFF2-40B4-BE49-F238E27FC236}">
                    <a16:creationId xmlns:a16="http://schemas.microsoft.com/office/drawing/2014/main" id="{7334663C-5815-492D-AF51-12E35C877582}"/>
                  </a:ext>
                </a:extLst>
              </p:cNvPr>
              <p:cNvSpPr/>
              <p:nvPr/>
            </p:nvSpPr>
            <p:spPr>
              <a:xfrm>
                <a:off x="3056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5" name="Rectangle 1394">
                <a:extLst>
                  <a:ext uri="{FF2B5EF4-FFF2-40B4-BE49-F238E27FC236}">
                    <a16:creationId xmlns:a16="http://schemas.microsoft.com/office/drawing/2014/main" id="{E3737432-5CB0-42E8-9422-1E922D1F3D0E}"/>
                  </a:ext>
                </a:extLst>
              </p:cNvPr>
              <p:cNvSpPr/>
              <p:nvPr/>
            </p:nvSpPr>
            <p:spPr>
              <a:xfrm>
                <a:off x="4580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544B0430-9D91-4AE2-A7E2-DF9525DBB766}"/>
                  </a:ext>
                </a:extLst>
              </p:cNvPr>
              <p:cNvSpPr/>
              <p:nvPr/>
            </p:nvSpPr>
            <p:spPr>
              <a:xfrm>
                <a:off x="3818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7" name="Rectangle 1396">
                <a:extLst>
                  <a:ext uri="{FF2B5EF4-FFF2-40B4-BE49-F238E27FC236}">
                    <a16:creationId xmlns:a16="http://schemas.microsoft.com/office/drawing/2014/main" id="{65F82CDB-5DC4-427C-9ABD-BF49E878EDD1}"/>
                  </a:ext>
                </a:extLst>
              </p:cNvPr>
              <p:cNvSpPr/>
              <p:nvPr/>
            </p:nvSpPr>
            <p:spPr>
              <a:xfrm>
                <a:off x="3056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8" name="Rectangle 1397">
                <a:extLst>
                  <a:ext uri="{FF2B5EF4-FFF2-40B4-BE49-F238E27FC236}">
                    <a16:creationId xmlns:a16="http://schemas.microsoft.com/office/drawing/2014/main" id="{F2E2E5A7-A10F-492C-A04D-A2F90E58D6D8}"/>
                  </a:ext>
                </a:extLst>
              </p:cNvPr>
              <p:cNvSpPr/>
              <p:nvPr/>
            </p:nvSpPr>
            <p:spPr>
              <a:xfrm>
                <a:off x="5342463" y="66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9" name="Rectangle 1398">
                <a:extLst>
                  <a:ext uri="{FF2B5EF4-FFF2-40B4-BE49-F238E27FC236}">
                    <a16:creationId xmlns:a16="http://schemas.microsoft.com/office/drawing/2014/main" id="{823C844D-8FF9-431A-B0AB-DFF91B5B334D}"/>
                  </a:ext>
                </a:extLst>
              </p:cNvPr>
              <p:cNvSpPr/>
              <p:nvPr/>
            </p:nvSpPr>
            <p:spPr>
              <a:xfrm>
                <a:off x="5342463" y="828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0" name="Rectangle 1399">
                <a:extLst>
                  <a:ext uri="{FF2B5EF4-FFF2-40B4-BE49-F238E27FC236}">
                    <a16:creationId xmlns:a16="http://schemas.microsoft.com/office/drawing/2014/main" id="{363CE94B-B4F8-4B7E-8773-80D2165B152D}"/>
                  </a:ext>
                </a:extLst>
              </p:cNvPr>
              <p:cNvSpPr/>
              <p:nvPr/>
            </p:nvSpPr>
            <p:spPr>
              <a:xfrm>
                <a:off x="5342463" y="1590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5A025258-89C7-49D8-9A93-BFE86AD0B9C9}"/>
                  </a:ext>
                </a:extLst>
              </p:cNvPr>
              <p:cNvSpPr/>
              <p:nvPr/>
            </p:nvSpPr>
            <p:spPr>
              <a:xfrm>
                <a:off x="5342463" y="2352684"/>
                <a:ext cx="762000" cy="762000"/>
              </a:xfrm>
              <a:prstGeom prst="rect">
                <a:avLst/>
              </a:prstGeom>
              <a:grpFill/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D7B31F9-9AFB-4CFE-AE0F-915505647E84}"/>
              </a:ext>
            </a:extLst>
          </p:cNvPr>
          <p:cNvCxnSpPr>
            <a:cxnSpLocks/>
          </p:cNvCxnSpPr>
          <p:nvPr/>
        </p:nvCxnSpPr>
        <p:spPr>
          <a:xfrm flipH="1">
            <a:off x="12623799" y="5340076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347C0203-3E51-41AC-8EC9-36929DA5A800}"/>
              </a:ext>
            </a:extLst>
          </p:cNvPr>
          <p:cNvCxnSpPr>
            <a:cxnSpLocks/>
          </p:cNvCxnSpPr>
          <p:nvPr/>
        </p:nvCxnSpPr>
        <p:spPr>
          <a:xfrm flipH="1">
            <a:off x="12750800" y="445135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18B85A83-A003-42AA-B36C-F463A8F749DA}"/>
              </a:ext>
            </a:extLst>
          </p:cNvPr>
          <p:cNvCxnSpPr>
            <a:cxnSpLocks/>
          </p:cNvCxnSpPr>
          <p:nvPr/>
        </p:nvCxnSpPr>
        <p:spPr>
          <a:xfrm flipH="1">
            <a:off x="13741400" y="38354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1416">
            <a:extLst>
              <a:ext uri="{FF2B5EF4-FFF2-40B4-BE49-F238E27FC236}">
                <a16:creationId xmlns:a16="http://schemas.microsoft.com/office/drawing/2014/main" id="{DDD7AB39-15FC-4B63-9CB4-D29D0D786B28}"/>
              </a:ext>
            </a:extLst>
          </p:cNvPr>
          <p:cNvCxnSpPr>
            <a:cxnSpLocks/>
          </p:cNvCxnSpPr>
          <p:nvPr/>
        </p:nvCxnSpPr>
        <p:spPr>
          <a:xfrm flipH="1">
            <a:off x="14503400" y="3389179"/>
            <a:ext cx="762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1418">
            <a:extLst>
              <a:ext uri="{FF2B5EF4-FFF2-40B4-BE49-F238E27FC236}">
                <a16:creationId xmlns:a16="http://schemas.microsoft.com/office/drawing/2014/main" id="{C4EA587C-A7CB-42FB-BF54-C669E356FD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623800" y="190500"/>
            <a:ext cx="3048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1419">
            <a:extLst>
              <a:ext uri="{FF2B5EF4-FFF2-40B4-BE49-F238E27FC236}">
                <a16:creationId xmlns:a16="http://schemas.microsoft.com/office/drawing/2014/main" id="{9131D69F-A0C7-41B0-AEC7-62B9FA77EF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236450" y="-190500"/>
            <a:ext cx="2286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DBCF6494-4FFF-4564-B864-67B648071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23700" y="-571500"/>
            <a:ext cx="152400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1429">
            <a:extLst>
              <a:ext uri="{FF2B5EF4-FFF2-40B4-BE49-F238E27FC236}">
                <a16:creationId xmlns:a16="http://schemas.microsoft.com/office/drawing/2014/main" id="{99521289-7C42-4BC2-93E3-66C6BD2B248D}"/>
              </a:ext>
            </a:extLst>
          </p:cNvPr>
          <p:cNvCxnSpPr>
            <a:cxnSpLocks/>
          </p:cNvCxnSpPr>
          <p:nvPr/>
        </p:nvCxnSpPr>
        <p:spPr>
          <a:xfrm>
            <a:off x="12078786" y="-1333501"/>
            <a:ext cx="0" cy="78781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4" name="Star: 5 Points 1883">
            <a:extLst>
              <a:ext uri="{FF2B5EF4-FFF2-40B4-BE49-F238E27FC236}">
                <a16:creationId xmlns:a16="http://schemas.microsoft.com/office/drawing/2014/main" id="{62027C35-7667-4C82-90A6-7566FECACB3E}"/>
              </a:ext>
            </a:extLst>
          </p:cNvPr>
          <p:cNvSpPr/>
          <p:nvPr/>
        </p:nvSpPr>
        <p:spPr>
          <a:xfrm>
            <a:off x="11573526" y="3133524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5" name="Star: 5 Points 1464">
            <a:extLst>
              <a:ext uri="{FF2B5EF4-FFF2-40B4-BE49-F238E27FC236}">
                <a16:creationId xmlns:a16="http://schemas.microsoft.com/office/drawing/2014/main" id="{C0782AE9-FA20-4E3F-B058-A1156E7AD60A}"/>
              </a:ext>
            </a:extLst>
          </p:cNvPr>
          <p:cNvSpPr/>
          <p:nvPr/>
        </p:nvSpPr>
        <p:spPr>
          <a:xfrm>
            <a:off x="11573526" y="4684179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6" name="Star: 5 Points 1465">
            <a:extLst>
              <a:ext uri="{FF2B5EF4-FFF2-40B4-BE49-F238E27FC236}">
                <a16:creationId xmlns:a16="http://schemas.microsoft.com/office/drawing/2014/main" id="{EEE1330A-3D9C-48A3-B178-704213EF6E6D}"/>
              </a:ext>
            </a:extLst>
          </p:cNvPr>
          <p:cNvSpPr/>
          <p:nvPr/>
        </p:nvSpPr>
        <p:spPr>
          <a:xfrm>
            <a:off x="10075602" y="3803376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7" name="Star: 5 Points 1466">
            <a:extLst>
              <a:ext uri="{FF2B5EF4-FFF2-40B4-BE49-F238E27FC236}">
                <a16:creationId xmlns:a16="http://schemas.microsoft.com/office/drawing/2014/main" id="{A0807579-94AF-4784-A6E9-CABFCBC2CD5B}"/>
              </a:ext>
            </a:extLst>
          </p:cNvPr>
          <p:cNvSpPr/>
          <p:nvPr/>
        </p:nvSpPr>
        <p:spPr>
          <a:xfrm>
            <a:off x="10075602" y="5354031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8" name="Star: 5 Points 1467">
            <a:extLst>
              <a:ext uri="{FF2B5EF4-FFF2-40B4-BE49-F238E27FC236}">
                <a16:creationId xmlns:a16="http://schemas.microsoft.com/office/drawing/2014/main" id="{72DDD2BC-33EA-4A7D-9A7A-D9223164F8FF}"/>
              </a:ext>
            </a:extLst>
          </p:cNvPr>
          <p:cNvSpPr/>
          <p:nvPr/>
        </p:nvSpPr>
        <p:spPr>
          <a:xfrm>
            <a:off x="8511157" y="3120197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9" name="Star: 5 Points 1468">
            <a:extLst>
              <a:ext uri="{FF2B5EF4-FFF2-40B4-BE49-F238E27FC236}">
                <a16:creationId xmlns:a16="http://schemas.microsoft.com/office/drawing/2014/main" id="{E3FA8996-114B-4170-8719-75D9B8385057}"/>
              </a:ext>
            </a:extLst>
          </p:cNvPr>
          <p:cNvSpPr/>
          <p:nvPr/>
        </p:nvSpPr>
        <p:spPr>
          <a:xfrm>
            <a:off x="8511157" y="4670852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0" name="Star: 5 Points 1469">
            <a:extLst>
              <a:ext uri="{FF2B5EF4-FFF2-40B4-BE49-F238E27FC236}">
                <a16:creationId xmlns:a16="http://schemas.microsoft.com/office/drawing/2014/main" id="{24D034BD-453B-44DC-9474-C17535EEE04F}"/>
              </a:ext>
            </a:extLst>
          </p:cNvPr>
          <p:cNvSpPr/>
          <p:nvPr/>
        </p:nvSpPr>
        <p:spPr>
          <a:xfrm>
            <a:off x="7040965" y="3864542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1" name="Star: 5 Points 1470">
            <a:extLst>
              <a:ext uri="{FF2B5EF4-FFF2-40B4-BE49-F238E27FC236}">
                <a16:creationId xmlns:a16="http://schemas.microsoft.com/office/drawing/2014/main" id="{8E50DBAD-A13A-4454-92D3-FE51D0BE80A7}"/>
              </a:ext>
            </a:extLst>
          </p:cNvPr>
          <p:cNvSpPr/>
          <p:nvPr/>
        </p:nvSpPr>
        <p:spPr>
          <a:xfrm>
            <a:off x="7040965" y="5415197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2" name="Star: 5 Points 1471">
            <a:extLst>
              <a:ext uri="{FF2B5EF4-FFF2-40B4-BE49-F238E27FC236}">
                <a16:creationId xmlns:a16="http://schemas.microsoft.com/office/drawing/2014/main" id="{C53F0C0E-9354-4731-B7FF-DB2AED4F4AA5}"/>
              </a:ext>
            </a:extLst>
          </p:cNvPr>
          <p:cNvSpPr/>
          <p:nvPr/>
        </p:nvSpPr>
        <p:spPr>
          <a:xfrm>
            <a:off x="6244567" y="844628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3" name="Star: 5 Points 1472">
            <a:extLst>
              <a:ext uri="{FF2B5EF4-FFF2-40B4-BE49-F238E27FC236}">
                <a16:creationId xmlns:a16="http://schemas.microsoft.com/office/drawing/2014/main" id="{E100B45C-B78B-4C56-AF94-F276C254DB89}"/>
              </a:ext>
            </a:extLst>
          </p:cNvPr>
          <p:cNvSpPr/>
          <p:nvPr/>
        </p:nvSpPr>
        <p:spPr>
          <a:xfrm>
            <a:off x="6244567" y="2395283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4" name="Star: 5 Points 1473">
            <a:extLst>
              <a:ext uri="{FF2B5EF4-FFF2-40B4-BE49-F238E27FC236}">
                <a16:creationId xmlns:a16="http://schemas.microsoft.com/office/drawing/2014/main" id="{10A870EA-704A-4FF8-BB35-322E5DDBE83B}"/>
              </a:ext>
            </a:extLst>
          </p:cNvPr>
          <p:cNvSpPr/>
          <p:nvPr/>
        </p:nvSpPr>
        <p:spPr>
          <a:xfrm>
            <a:off x="7756938" y="83456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5" name="Star: 5 Points 1474">
            <a:extLst>
              <a:ext uri="{FF2B5EF4-FFF2-40B4-BE49-F238E27FC236}">
                <a16:creationId xmlns:a16="http://schemas.microsoft.com/office/drawing/2014/main" id="{E6C59C78-3E83-43BF-8A28-75B89FBA699A}"/>
              </a:ext>
            </a:extLst>
          </p:cNvPr>
          <p:cNvSpPr/>
          <p:nvPr/>
        </p:nvSpPr>
        <p:spPr>
          <a:xfrm>
            <a:off x="7756938" y="1634111"/>
            <a:ext cx="524394" cy="5243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6" name="Star: 5 Points 1475">
            <a:extLst>
              <a:ext uri="{FF2B5EF4-FFF2-40B4-BE49-F238E27FC236}">
                <a16:creationId xmlns:a16="http://schemas.microsoft.com/office/drawing/2014/main" id="{97F7D20C-2F89-4FB3-A038-275BCFD758F6}"/>
              </a:ext>
            </a:extLst>
          </p:cNvPr>
          <p:cNvSpPr/>
          <p:nvPr/>
        </p:nvSpPr>
        <p:spPr>
          <a:xfrm>
            <a:off x="9238505" y="818627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7" name="Star: 5 Points 1476">
            <a:extLst>
              <a:ext uri="{FF2B5EF4-FFF2-40B4-BE49-F238E27FC236}">
                <a16:creationId xmlns:a16="http://schemas.microsoft.com/office/drawing/2014/main" id="{32DD6D8F-BA44-4D7D-B17C-D90993EAE957}"/>
              </a:ext>
            </a:extLst>
          </p:cNvPr>
          <p:cNvSpPr/>
          <p:nvPr/>
        </p:nvSpPr>
        <p:spPr>
          <a:xfrm>
            <a:off x="9238555" y="2359861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8" name="Star: 5 Points 1477">
            <a:extLst>
              <a:ext uri="{FF2B5EF4-FFF2-40B4-BE49-F238E27FC236}">
                <a16:creationId xmlns:a16="http://schemas.microsoft.com/office/drawing/2014/main" id="{0364C722-4189-4381-91F5-B39C7EC21B9E}"/>
              </a:ext>
            </a:extLst>
          </p:cNvPr>
          <p:cNvSpPr/>
          <p:nvPr/>
        </p:nvSpPr>
        <p:spPr>
          <a:xfrm>
            <a:off x="9653492" y="65290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79" name="Star: 5 Points 1478">
            <a:extLst>
              <a:ext uri="{FF2B5EF4-FFF2-40B4-BE49-F238E27FC236}">
                <a16:creationId xmlns:a16="http://schemas.microsoft.com/office/drawing/2014/main" id="{DED8B518-72E5-4912-BFE0-4F07F96D33A5}"/>
              </a:ext>
            </a:extLst>
          </p:cNvPr>
          <p:cNvSpPr/>
          <p:nvPr/>
        </p:nvSpPr>
        <p:spPr>
          <a:xfrm>
            <a:off x="9653542" y="1606524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81" name="Star: 5 Points 1480">
            <a:extLst>
              <a:ext uri="{FF2B5EF4-FFF2-40B4-BE49-F238E27FC236}">
                <a16:creationId xmlns:a16="http://schemas.microsoft.com/office/drawing/2014/main" id="{CBCA8AA5-4290-4F2C-8C2D-42B970033129}"/>
              </a:ext>
            </a:extLst>
          </p:cNvPr>
          <p:cNvSpPr/>
          <p:nvPr/>
        </p:nvSpPr>
        <p:spPr>
          <a:xfrm>
            <a:off x="10752007" y="2776093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83" name="Star: 5 Points 1482">
            <a:extLst>
              <a:ext uri="{FF2B5EF4-FFF2-40B4-BE49-F238E27FC236}">
                <a16:creationId xmlns:a16="http://schemas.microsoft.com/office/drawing/2014/main" id="{81976E59-A264-4138-930A-3C0E7973CF45}"/>
              </a:ext>
            </a:extLst>
          </p:cNvPr>
          <p:cNvSpPr/>
          <p:nvPr/>
        </p:nvSpPr>
        <p:spPr>
          <a:xfrm>
            <a:off x="11166994" y="2022756"/>
            <a:ext cx="211344" cy="21134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05" name="Star: 5 Points 2204">
            <a:extLst>
              <a:ext uri="{FF2B5EF4-FFF2-40B4-BE49-F238E27FC236}">
                <a16:creationId xmlns:a16="http://schemas.microsoft.com/office/drawing/2014/main" id="{B5CAB54D-DB50-4361-991E-2D6F31005E31}"/>
              </a:ext>
            </a:extLst>
          </p:cNvPr>
          <p:cNvSpPr/>
          <p:nvPr/>
        </p:nvSpPr>
        <p:spPr>
          <a:xfrm>
            <a:off x="10733763" y="1174338"/>
            <a:ext cx="109688" cy="109688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06" name="Star: 5 Points 2205">
            <a:extLst>
              <a:ext uri="{FF2B5EF4-FFF2-40B4-BE49-F238E27FC236}">
                <a16:creationId xmlns:a16="http://schemas.microsoft.com/office/drawing/2014/main" id="{45B3FC30-A5FD-44F5-A784-439C9A99F219}"/>
              </a:ext>
            </a:extLst>
          </p:cNvPr>
          <p:cNvSpPr/>
          <p:nvPr/>
        </p:nvSpPr>
        <p:spPr>
          <a:xfrm>
            <a:off x="11120289" y="1365731"/>
            <a:ext cx="109688" cy="109688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07" name="Star: 5 Points 2206">
            <a:extLst>
              <a:ext uri="{FF2B5EF4-FFF2-40B4-BE49-F238E27FC236}">
                <a16:creationId xmlns:a16="http://schemas.microsoft.com/office/drawing/2014/main" id="{2E3B9D03-B386-4AC7-A236-F5940F8F51CD}"/>
              </a:ext>
            </a:extLst>
          </p:cNvPr>
          <p:cNvSpPr/>
          <p:nvPr/>
        </p:nvSpPr>
        <p:spPr>
          <a:xfrm>
            <a:off x="10918127" y="437276"/>
            <a:ext cx="109688" cy="109688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08" name="Star: 5 Points 2207">
            <a:extLst>
              <a:ext uri="{FF2B5EF4-FFF2-40B4-BE49-F238E27FC236}">
                <a16:creationId xmlns:a16="http://schemas.microsoft.com/office/drawing/2014/main" id="{3C4F426A-D2D9-4619-8476-A96344BBF0C0}"/>
              </a:ext>
            </a:extLst>
          </p:cNvPr>
          <p:cNvSpPr/>
          <p:nvPr/>
        </p:nvSpPr>
        <p:spPr>
          <a:xfrm>
            <a:off x="11304653" y="628669"/>
            <a:ext cx="109688" cy="109688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D76201-F512-4B57-821E-D0645001E97E}"/>
              </a:ext>
            </a:extLst>
          </p:cNvPr>
          <p:cNvSpPr txBox="1"/>
          <p:nvPr/>
        </p:nvSpPr>
        <p:spPr>
          <a:xfrm>
            <a:off x="518052" y="240469"/>
            <a:ext cx="3248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b="1" dirty="0"/>
              <a:t>A </a:t>
            </a:r>
            <a:r>
              <a:rPr lang="pt-PT" sz="3600" b="1" dirty="0" err="1"/>
              <a:t>finite</a:t>
            </a:r>
            <a:r>
              <a:rPr lang="pt-PT" sz="3600" b="1" dirty="0"/>
              <a:t> </a:t>
            </a:r>
            <a:r>
              <a:rPr lang="pt-PT" sz="3600" b="1" dirty="0" err="1"/>
              <a:t>solution</a:t>
            </a:r>
            <a:endParaRPr lang="pt-PT" sz="3600" b="1" dirty="0"/>
          </a:p>
        </p:txBody>
      </p:sp>
    </p:spTree>
    <p:extLst>
      <p:ext uri="{BB962C8B-B14F-4D97-AF65-F5344CB8AC3E}">
        <p14:creationId xmlns:p14="http://schemas.microsoft.com/office/powerpoint/2010/main" val="1675262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387</Words>
  <Application>Microsoft Office PowerPoint</Application>
  <PresentationFormat>Widescreen</PresentationFormat>
  <Paragraphs>248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128</cp:revision>
  <dcterms:created xsi:type="dcterms:W3CDTF">2020-11-28T13:10:41Z</dcterms:created>
  <dcterms:modified xsi:type="dcterms:W3CDTF">2021-01-01T20:48:51Z</dcterms:modified>
</cp:coreProperties>
</file>