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8" r:id="rId4"/>
    <p:sldId id="256" r:id="rId5"/>
    <p:sldId id="257" r:id="rId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0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1356" y="78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CF5D-45C8-416C-BC84-F1BDF47BA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6A5DE-5C4C-4846-BDCF-E444BB0A2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4B565-F135-4221-AF17-8DA18458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E5FCA-8397-488F-9664-2BF675E6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93356-5783-4EFE-8BD6-77AA3F90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5161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7C74-76A2-4140-AC38-7034683F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204B-990D-4153-B900-42959015C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E764-7EE1-490D-8E58-228A8DB42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1DED0-B544-4E44-9CDC-0DDED86BB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A6974-B497-49A0-B425-55B2BEFF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8202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BE3B-F584-4024-9D7F-799728B9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4CA5A-39AB-43B1-91FD-01130C795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3B37-253C-4104-8634-62FAD3E7E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08447-6217-4E4E-9776-321D39680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29A19-7788-4CED-A41F-A2FB4F981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509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BD81C-E5A2-4912-80F1-64D2A4640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88FC0-45E8-42CD-A181-41CFF3DE2B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AACE7-97AE-47D6-AE01-857B90D2F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B652A-5C05-4AC3-B92D-824C791A7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8C107-E4ED-4E4A-A50A-3CB07D659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ACBC03-A54C-47EC-A444-1D2AE2159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6284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7DFC-266D-4130-A74F-FDEA0E5B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1DD4F-0DC5-47F1-9328-D4FECBE4D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594FB-BE15-4944-A0B0-4A21D02A74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2812B7-CC90-4575-BE2F-8B6E308EF7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75DE3A-7388-42F1-B5CD-D42547045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E2B5A-6A83-466C-91A9-B6DD12C73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23A6AA-39F7-4241-9D06-EA2EBE69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54A62-BD99-44F7-B1A3-0F1154466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519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30CE6-6316-48D1-9C12-89AF0977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D7F93-A9F1-4551-BCD8-B986D63D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5783FD-63FC-4A91-9A2B-CF6C0FBFF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75D394-34BE-407A-A499-6DE2CC773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1906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D63E7B-67E8-4CD1-A947-09EDB8AB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17026-6ACF-4EE2-AE5A-480BD7D4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9B7EB-A8F2-4F54-A559-C2CB7CC1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14604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F6C2-C9E3-4EEC-886D-69CEB97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9ED51-4A9A-4BAD-9AEE-48B02F8B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71295-AD6A-49C5-B826-65A3778FD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0D89D-265A-40FF-BC79-FE5658BE0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96135B-AC83-4B82-9FE2-3E05AFE2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CCD92-D200-4FFA-8E57-41DF897A5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91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A4D9-3618-4256-8B65-8D0ADD50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4A2C0-1343-439D-A129-75ACC9755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15077-EF8F-4F9A-A5F4-41CAA300B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61B7C-B6F4-449C-A63B-D280EF8F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2863F-84C7-480A-B496-5999B49D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D90-D9AA-41C9-90C4-568A5A512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7713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11ED2-E790-4A8F-A17A-34C29697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D9913E-5DA7-4D1A-A6E8-789ADA4A4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2893D-1531-41F2-90AD-C792A777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BC51-2676-4D47-A4A3-2534BFF3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6F73B-F01F-46F3-AC76-76CD8C3E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4664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FBCA9-8BEE-40D8-AA07-AB8AA34D7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BC4729-8E17-4D2D-9304-D902E8E0B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22A7-FF04-41AF-98D6-110F3BB22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51414-893C-45CC-BA9C-026937C8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E20A7-C2E4-476A-8837-6AFBA9F4E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6156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6A2C9-B8FA-473C-83D8-F8DFF20C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9038E-D97D-416E-B4A8-A6FE20672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9307-43CE-41E5-8A96-BE8AF372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D087D-B594-43AD-97F7-D3DB49A238A1}" type="datetimeFigureOut">
              <a:rPr lang="pt-PT" smtClean="0"/>
              <a:t>06/03/2021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0048A-75BF-46B5-8F8C-CDD4AD3717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6E360-A6CC-43C2-861F-6269EBC29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20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F358D41-2BCE-4445-9C2F-028D0A6307F7}"/>
              </a:ext>
            </a:extLst>
          </p:cNvPr>
          <p:cNvGrpSpPr/>
          <p:nvPr/>
        </p:nvGrpSpPr>
        <p:grpSpPr>
          <a:xfrm>
            <a:off x="663529" y="-2276272"/>
            <a:ext cx="11126394" cy="9898029"/>
            <a:chOff x="663529" y="-2276272"/>
            <a:chExt cx="11126394" cy="98980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AB0883B-0C37-4CC2-AE2D-C8088523F296}"/>
                </a:ext>
              </a:extLst>
            </p:cNvPr>
            <p:cNvSpPr/>
            <p:nvPr/>
          </p:nvSpPr>
          <p:spPr>
            <a:xfrm>
              <a:off x="663529" y="-2276272"/>
              <a:ext cx="11126394" cy="98980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762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178284-FD2C-46B2-A769-250180C850E6}"/>
                </a:ext>
              </a:extLst>
            </p:cNvPr>
            <p:cNvSpPr txBox="1"/>
            <p:nvPr/>
          </p:nvSpPr>
          <p:spPr>
            <a:xfrm>
              <a:off x="1393446" y="-1752616"/>
              <a:ext cx="94051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Cairo </a:t>
              </a:r>
              <a:r>
                <a:rPr lang="pt-PT" sz="5400" b="1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1</a:t>
              </a:r>
              <a:r>
                <a:rPr lang="pt-PT" sz="5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★</a:t>
              </a:r>
              <a:endParaRPr lang="pt-PT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DD4135-7123-4E91-B507-EA384E65C058}"/>
                </a:ext>
              </a:extLst>
            </p:cNvPr>
            <p:cNvSpPr txBox="1"/>
            <p:nvPr/>
          </p:nvSpPr>
          <p:spPr>
            <a:xfrm>
              <a:off x="831185" y="-843232"/>
              <a:ext cx="10529630" cy="95410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Place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exactly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 per </a:t>
              </a:r>
              <a:r>
                <a:rPr lang="pt-PT" sz="28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share no </a:t>
              </a:r>
              <a:r>
                <a:rPr lang="pt-PT" sz="2800" i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vertices</a:t>
              </a:r>
              <a:r>
                <a:rPr lang="pt-PT" sz="2800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477F26-A77D-4484-A58D-6EAA4AD44E30}"/>
                </a:ext>
              </a:extLst>
            </p:cNvPr>
            <p:cNvSpPr/>
            <p:nvPr/>
          </p:nvSpPr>
          <p:spPr>
            <a:xfrm>
              <a:off x="6617558" y="6786386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#22 by Pedro PSI – 07</a:t>
              </a:r>
              <a:r>
                <a:rPr lang="en-US" b="1" baseline="300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pedropsi.github.io/star-battle</a:t>
              </a:r>
            </a:p>
          </p:txBody>
        </p:sp>
        <p:grpSp>
          <p:nvGrpSpPr>
            <p:cNvPr id="1370" name="Group 1369">
              <a:extLst>
                <a:ext uri="{FF2B5EF4-FFF2-40B4-BE49-F238E27FC236}">
                  <a16:creationId xmlns:a16="http://schemas.microsoft.com/office/drawing/2014/main" id="{0FF068BE-31D7-4A5D-AE40-31C2E23A07B0}"/>
                </a:ext>
              </a:extLst>
            </p:cNvPr>
            <p:cNvGrpSpPr/>
            <p:nvPr/>
          </p:nvGrpSpPr>
          <p:grpSpPr>
            <a:xfrm>
              <a:off x="5758824" y="851326"/>
              <a:ext cx="5651320" cy="5639984"/>
              <a:chOff x="5784168" y="1339693"/>
              <a:chExt cx="4990244" cy="4980234"/>
            </a:xfrm>
          </p:grpSpPr>
          <p:grpSp>
            <p:nvGrpSpPr>
              <p:cNvPr id="1371" name="Group 1370">
                <a:extLst>
                  <a:ext uri="{FF2B5EF4-FFF2-40B4-BE49-F238E27FC236}">
                    <a16:creationId xmlns:a16="http://schemas.microsoft.com/office/drawing/2014/main" id="{CF2EB7EC-D59C-447A-BF1E-EB4C206E3E21}"/>
                  </a:ext>
                </a:extLst>
              </p:cNvPr>
              <p:cNvGrpSpPr/>
              <p:nvPr/>
            </p:nvGrpSpPr>
            <p:grpSpPr>
              <a:xfrm>
                <a:off x="5784769" y="1344503"/>
                <a:ext cx="4989643" cy="4975424"/>
                <a:chOff x="499840" y="536248"/>
                <a:chExt cx="4989643" cy="4975424"/>
              </a:xfrm>
              <a:solidFill>
                <a:schemeClr val="bg1"/>
              </a:solidFill>
            </p:grpSpPr>
            <p:grpSp>
              <p:nvGrpSpPr>
                <p:cNvPr id="1544" name="Group 1543">
                  <a:extLst>
                    <a:ext uri="{FF2B5EF4-FFF2-40B4-BE49-F238E27FC236}">
                      <a16:creationId xmlns:a16="http://schemas.microsoft.com/office/drawing/2014/main" id="{E71E3EB5-0B3F-44BD-9293-3DB519C66B7F}"/>
                    </a:ext>
                  </a:extLst>
                </p:cNvPr>
                <p:cNvGrpSpPr/>
                <p:nvPr/>
              </p:nvGrpSpPr>
              <p:grpSpPr>
                <a:xfrm>
                  <a:off x="499840" y="868646"/>
                  <a:ext cx="4989643" cy="4643026"/>
                  <a:chOff x="470299" y="814905"/>
                  <a:chExt cx="4989643" cy="4643026"/>
                </a:xfrm>
                <a:grpFill/>
              </p:grpSpPr>
              <p:sp>
                <p:nvSpPr>
                  <p:cNvPr id="1555" name="Pentagon 4">
                    <a:extLst>
                      <a:ext uri="{FF2B5EF4-FFF2-40B4-BE49-F238E27FC236}">
                        <a16:creationId xmlns:a16="http://schemas.microsoft.com/office/drawing/2014/main" id="{4E7C520B-75E2-4A76-9E39-41A1C82CF670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492646" y="89422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6" name="Pentagon 4">
                    <a:extLst>
                      <a:ext uri="{FF2B5EF4-FFF2-40B4-BE49-F238E27FC236}">
                        <a16:creationId xmlns:a16="http://schemas.microsoft.com/office/drawing/2014/main" id="{C4B4CEB0-2042-4F22-BC8B-77ABAE35D699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072613" y="8648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7" name="Pentagon 4">
                    <a:extLst>
                      <a:ext uri="{FF2B5EF4-FFF2-40B4-BE49-F238E27FC236}">
                        <a16:creationId xmlns:a16="http://schemas.microsoft.com/office/drawing/2014/main" id="{35166A38-9EA3-4EB8-A032-AE017D21A7C0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4335332" y="137407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58" name="Pentagon 4">
                    <a:extLst>
                      <a:ext uri="{FF2B5EF4-FFF2-40B4-BE49-F238E27FC236}">
                        <a16:creationId xmlns:a16="http://schemas.microsoft.com/office/drawing/2014/main" id="{83C5FDC6-95E1-4AC4-A1BA-48390724D426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3755365" y="140343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59" name="Straight Connector 1558">
                    <a:extLst>
                      <a:ext uri="{FF2B5EF4-FFF2-40B4-BE49-F238E27FC236}">
                        <a16:creationId xmlns:a16="http://schemas.microsoft.com/office/drawing/2014/main" id="{BD5EB601-8639-467B-BB63-3F4FE63C3A96}"/>
                      </a:ext>
                    </a:extLst>
                  </p:cNvPr>
                  <p:cNvCxnSpPr>
                    <a:cxnSpLocks/>
                    <a:stCxn id="1555" idx="2"/>
                    <a:endCxn id="1555" idx="3"/>
                  </p:cNvCxnSpPr>
                  <p:nvPr/>
                </p:nvCxnSpPr>
                <p:spPr>
                  <a:xfrm flipH="1" flipV="1">
                    <a:off x="3530722" y="1203748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0" name="Straight Connector 1559">
                    <a:extLst>
                      <a:ext uri="{FF2B5EF4-FFF2-40B4-BE49-F238E27FC236}">
                        <a16:creationId xmlns:a16="http://schemas.microsoft.com/office/drawing/2014/main" id="{BBCD47A0-2D62-4A5A-9086-77F50CDD4673}"/>
                      </a:ext>
                    </a:extLst>
                  </p:cNvPr>
                  <p:cNvCxnSpPr>
                    <a:cxnSpLocks/>
                    <a:stCxn id="1555" idx="3"/>
                    <a:endCxn id="1555" idx="4"/>
                  </p:cNvCxnSpPr>
                  <p:nvPr/>
                </p:nvCxnSpPr>
                <p:spPr>
                  <a:xfrm flipV="1">
                    <a:off x="3530722" y="910609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1" name="Straight Connector 1560">
                    <a:extLst>
                      <a:ext uri="{FF2B5EF4-FFF2-40B4-BE49-F238E27FC236}">
                        <a16:creationId xmlns:a16="http://schemas.microsoft.com/office/drawing/2014/main" id="{20B58E6A-787F-4B14-B0DF-EF62499F58BC}"/>
                      </a:ext>
                    </a:extLst>
                  </p:cNvPr>
                  <p:cNvCxnSpPr>
                    <a:cxnSpLocks/>
                    <a:stCxn id="1557" idx="4"/>
                    <a:endCxn id="1557" idx="0"/>
                  </p:cNvCxnSpPr>
                  <p:nvPr/>
                </p:nvCxnSpPr>
                <p:spPr>
                  <a:xfrm flipH="1" flipV="1">
                    <a:off x="4461030" y="2000325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2" name="Straight Connector 1561">
                    <a:extLst>
                      <a:ext uri="{FF2B5EF4-FFF2-40B4-BE49-F238E27FC236}">
                        <a16:creationId xmlns:a16="http://schemas.microsoft.com/office/drawing/2014/main" id="{3A33650E-8A6C-4E0B-996D-4EE6031B7947}"/>
                      </a:ext>
                    </a:extLst>
                  </p:cNvPr>
                  <p:cNvCxnSpPr>
                    <a:cxnSpLocks/>
                    <a:stCxn id="1558" idx="1"/>
                    <a:endCxn id="1555" idx="2"/>
                  </p:cNvCxnSpPr>
                  <p:nvPr/>
                </p:nvCxnSpPr>
                <p:spPr>
                  <a:xfrm flipH="1" flipV="1">
                    <a:off x="3765867" y="1606458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3" name="Straight Connector 1562">
                    <a:extLst>
                      <a:ext uri="{FF2B5EF4-FFF2-40B4-BE49-F238E27FC236}">
                        <a16:creationId xmlns:a16="http://schemas.microsoft.com/office/drawing/2014/main" id="{075DB443-F86F-4C35-BF4D-F941B1C65C70}"/>
                      </a:ext>
                    </a:extLst>
                  </p:cNvPr>
                  <p:cNvCxnSpPr>
                    <a:cxnSpLocks/>
                    <a:stCxn id="1558" idx="0"/>
                    <a:endCxn id="1558" idx="1"/>
                  </p:cNvCxnSpPr>
                  <p:nvPr/>
                </p:nvCxnSpPr>
                <p:spPr>
                  <a:xfrm flipH="1">
                    <a:off x="3998245" y="2000286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4" name="Pentagon 4">
                    <a:extLst>
                      <a:ext uri="{FF2B5EF4-FFF2-40B4-BE49-F238E27FC236}">
                        <a16:creationId xmlns:a16="http://schemas.microsoft.com/office/drawing/2014/main" id="{D38D69DF-4F2D-4973-B3F0-EDED84426239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790904" y="198443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5" name="Pentagon 4">
                    <a:extLst>
                      <a:ext uri="{FF2B5EF4-FFF2-40B4-BE49-F238E27FC236}">
                        <a16:creationId xmlns:a16="http://schemas.microsoft.com/office/drawing/2014/main" id="{636F8E30-B001-4ED5-BDB4-8C2DEDA00D7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370871" y="19550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6" name="Pentagon 4">
                    <a:extLst>
                      <a:ext uri="{FF2B5EF4-FFF2-40B4-BE49-F238E27FC236}">
                        <a16:creationId xmlns:a16="http://schemas.microsoft.com/office/drawing/2014/main" id="{9E9F7218-DBEB-446D-841F-8F97378A73D9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4633590" y="246429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67" name="Pentagon 4">
                    <a:extLst>
                      <a:ext uri="{FF2B5EF4-FFF2-40B4-BE49-F238E27FC236}">
                        <a16:creationId xmlns:a16="http://schemas.microsoft.com/office/drawing/2014/main" id="{C52A49C8-6E47-492D-8445-9B33F08DE149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053623" y="249364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68" name="Straight Connector 1567">
                    <a:extLst>
                      <a:ext uri="{FF2B5EF4-FFF2-40B4-BE49-F238E27FC236}">
                        <a16:creationId xmlns:a16="http://schemas.microsoft.com/office/drawing/2014/main" id="{C4795AB5-F086-48E2-80B2-FF58A193503A}"/>
                      </a:ext>
                    </a:extLst>
                  </p:cNvPr>
                  <p:cNvCxnSpPr>
                    <a:cxnSpLocks/>
                    <a:stCxn id="1564" idx="2"/>
                    <a:endCxn id="1564" idx="3"/>
                  </p:cNvCxnSpPr>
                  <p:nvPr/>
                </p:nvCxnSpPr>
                <p:spPr>
                  <a:xfrm flipH="1" flipV="1">
                    <a:off x="3828980" y="2293959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9" name="Straight Connector 1568">
                    <a:extLst>
                      <a:ext uri="{FF2B5EF4-FFF2-40B4-BE49-F238E27FC236}">
                        <a16:creationId xmlns:a16="http://schemas.microsoft.com/office/drawing/2014/main" id="{AFE77653-26EC-4A9C-AD4D-2DAD860D8CA6}"/>
                      </a:ext>
                    </a:extLst>
                  </p:cNvPr>
                  <p:cNvCxnSpPr>
                    <a:cxnSpLocks/>
                    <a:stCxn id="1564" idx="3"/>
                    <a:endCxn id="1564" idx="4"/>
                  </p:cNvCxnSpPr>
                  <p:nvPr/>
                </p:nvCxnSpPr>
                <p:spPr>
                  <a:xfrm flipV="1">
                    <a:off x="3828980" y="2000820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0" name="Straight Connector 1569">
                    <a:extLst>
                      <a:ext uri="{FF2B5EF4-FFF2-40B4-BE49-F238E27FC236}">
                        <a16:creationId xmlns:a16="http://schemas.microsoft.com/office/drawing/2014/main" id="{1F0D956D-5B3C-478E-A2F6-AAA3BBEF2B6A}"/>
                      </a:ext>
                    </a:extLst>
                  </p:cNvPr>
                  <p:cNvCxnSpPr>
                    <a:cxnSpLocks/>
                    <a:stCxn id="1566" idx="4"/>
                    <a:endCxn id="1566" idx="0"/>
                  </p:cNvCxnSpPr>
                  <p:nvPr/>
                </p:nvCxnSpPr>
                <p:spPr>
                  <a:xfrm flipH="1" flipV="1">
                    <a:off x="4759288" y="3090536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1" name="Straight Connector 1570">
                    <a:extLst>
                      <a:ext uri="{FF2B5EF4-FFF2-40B4-BE49-F238E27FC236}">
                        <a16:creationId xmlns:a16="http://schemas.microsoft.com/office/drawing/2014/main" id="{1617059F-99E0-40B8-9EA6-1B134191029B}"/>
                      </a:ext>
                    </a:extLst>
                  </p:cNvPr>
                  <p:cNvCxnSpPr>
                    <a:cxnSpLocks/>
                    <a:stCxn id="1567" idx="1"/>
                    <a:endCxn id="1564" idx="2"/>
                  </p:cNvCxnSpPr>
                  <p:nvPr/>
                </p:nvCxnSpPr>
                <p:spPr>
                  <a:xfrm flipH="1" flipV="1">
                    <a:off x="4064125" y="2696669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2" name="Straight Connector 1571">
                    <a:extLst>
                      <a:ext uri="{FF2B5EF4-FFF2-40B4-BE49-F238E27FC236}">
                        <a16:creationId xmlns:a16="http://schemas.microsoft.com/office/drawing/2014/main" id="{86C1CD1B-D3EE-438D-9FD1-459CD3FAB28E}"/>
                      </a:ext>
                    </a:extLst>
                  </p:cNvPr>
                  <p:cNvCxnSpPr>
                    <a:cxnSpLocks/>
                    <a:stCxn id="1567" idx="0"/>
                    <a:endCxn id="1567" idx="1"/>
                  </p:cNvCxnSpPr>
                  <p:nvPr/>
                </p:nvCxnSpPr>
                <p:spPr>
                  <a:xfrm flipH="1">
                    <a:off x="4296503" y="3090497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73" name="Pentagon 4">
                    <a:extLst>
                      <a:ext uri="{FF2B5EF4-FFF2-40B4-BE49-F238E27FC236}">
                        <a16:creationId xmlns:a16="http://schemas.microsoft.com/office/drawing/2014/main" id="{504CAF0F-380D-4B39-9097-A94D6072499C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400447" y="118128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4" name="Pentagon 4">
                    <a:extLst>
                      <a:ext uri="{FF2B5EF4-FFF2-40B4-BE49-F238E27FC236}">
                        <a16:creationId xmlns:a16="http://schemas.microsoft.com/office/drawing/2014/main" id="{AE5FD2B7-59AA-469A-8FBE-A3EB8A89E4A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980414" y="115193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5" name="Pentagon 4">
                    <a:extLst>
                      <a:ext uri="{FF2B5EF4-FFF2-40B4-BE49-F238E27FC236}">
                        <a16:creationId xmlns:a16="http://schemas.microsoft.com/office/drawing/2014/main" id="{C02E7BFC-6F25-4734-B2D3-33D78EF141DA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243133" y="166114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6" name="Pentagon 4">
                    <a:extLst>
                      <a:ext uri="{FF2B5EF4-FFF2-40B4-BE49-F238E27FC236}">
                        <a16:creationId xmlns:a16="http://schemas.microsoft.com/office/drawing/2014/main" id="{4792FDD4-AFB6-4DC3-948F-6A274C6C998E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663166" y="169049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77" name="Straight Connector 1576">
                    <a:extLst>
                      <a:ext uri="{FF2B5EF4-FFF2-40B4-BE49-F238E27FC236}">
                        <a16:creationId xmlns:a16="http://schemas.microsoft.com/office/drawing/2014/main" id="{990C1F72-B117-4918-97E2-F8E85ECF7714}"/>
                      </a:ext>
                    </a:extLst>
                  </p:cNvPr>
                  <p:cNvCxnSpPr>
                    <a:cxnSpLocks/>
                    <a:stCxn id="1574" idx="1"/>
                    <a:endCxn id="1573" idx="0"/>
                  </p:cNvCxnSpPr>
                  <p:nvPr/>
                </p:nvCxnSpPr>
                <p:spPr>
                  <a:xfrm flipH="1">
                    <a:off x="3077877" y="1193702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8" name="Straight Connector 1577">
                    <a:extLst>
                      <a:ext uri="{FF2B5EF4-FFF2-40B4-BE49-F238E27FC236}">
                        <a16:creationId xmlns:a16="http://schemas.microsoft.com/office/drawing/2014/main" id="{6BE7E956-3FF6-4843-B369-47215063AC57}"/>
                      </a:ext>
                    </a:extLst>
                  </p:cNvPr>
                  <p:cNvCxnSpPr>
                    <a:cxnSpLocks/>
                    <a:stCxn id="1573" idx="2"/>
                    <a:endCxn id="1573" idx="3"/>
                  </p:cNvCxnSpPr>
                  <p:nvPr/>
                </p:nvCxnSpPr>
                <p:spPr>
                  <a:xfrm flipH="1" flipV="1">
                    <a:off x="2438523" y="1490809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9" name="Straight Connector 1578">
                    <a:extLst>
                      <a:ext uri="{FF2B5EF4-FFF2-40B4-BE49-F238E27FC236}">
                        <a16:creationId xmlns:a16="http://schemas.microsoft.com/office/drawing/2014/main" id="{481DD8C2-C920-4874-AC5B-9881AE5E5725}"/>
                      </a:ext>
                    </a:extLst>
                  </p:cNvPr>
                  <p:cNvCxnSpPr>
                    <a:cxnSpLocks/>
                    <a:stCxn id="1573" idx="0"/>
                    <a:endCxn id="1573" idx="4"/>
                  </p:cNvCxnSpPr>
                  <p:nvPr/>
                </p:nvCxnSpPr>
                <p:spPr>
                  <a:xfrm flipH="1" flipV="1">
                    <a:off x="2607300" y="119767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0" name="Straight Connector 1579">
                    <a:extLst>
                      <a:ext uri="{FF2B5EF4-FFF2-40B4-BE49-F238E27FC236}">
                        <a16:creationId xmlns:a16="http://schemas.microsoft.com/office/drawing/2014/main" id="{12A95946-8C69-4323-B44B-D7C93E7BE680}"/>
                      </a:ext>
                    </a:extLst>
                  </p:cNvPr>
                  <p:cNvCxnSpPr>
                    <a:cxnSpLocks/>
                    <a:stCxn id="1573" idx="3"/>
                    <a:endCxn id="1573" idx="4"/>
                  </p:cNvCxnSpPr>
                  <p:nvPr/>
                </p:nvCxnSpPr>
                <p:spPr>
                  <a:xfrm flipV="1">
                    <a:off x="2438523" y="1197670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1" name="Straight Connector 1580">
                    <a:extLst>
                      <a:ext uri="{FF2B5EF4-FFF2-40B4-BE49-F238E27FC236}">
                        <a16:creationId xmlns:a16="http://schemas.microsoft.com/office/drawing/2014/main" id="{9B276AFF-ECF7-4C76-90D7-67A8E2339B97}"/>
                      </a:ext>
                    </a:extLst>
                  </p:cNvPr>
                  <p:cNvCxnSpPr>
                    <a:cxnSpLocks/>
                    <a:stCxn id="1575" idx="4"/>
                    <a:endCxn id="1575" idx="0"/>
                  </p:cNvCxnSpPr>
                  <p:nvPr/>
                </p:nvCxnSpPr>
                <p:spPr>
                  <a:xfrm flipH="1" flipV="1">
                    <a:off x="3368831" y="2287386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2" name="Straight Connector 1581">
                    <a:extLst>
                      <a:ext uri="{FF2B5EF4-FFF2-40B4-BE49-F238E27FC236}">
                        <a16:creationId xmlns:a16="http://schemas.microsoft.com/office/drawing/2014/main" id="{4D10A0EF-1565-4C65-8F41-87393470495E}"/>
                      </a:ext>
                    </a:extLst>
                  </p:cNvPr>
                  <p:cNvCxnSpPr>
                    <a:cxnSpLocks/>
                    <a:stCxn id="1576" idx="1"/>
                    <a:endCxn id="1573" idx="2"/>
                  </p:cNvCxnSpPr>
                  <p:nvPr/>
                </p:nvCxnSpPr>
                <p:spPr>
                  <a:xfrm flipH="1" flipV="1">
                    <a:off x="2673668" y="1893519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3" name="Straight Connector 1582">
                    <a:extLst>
                      <a:ext uri="{FF2B5EF4-FFF2-40B4-BE49-F238E27FC236}">
                        <a16:creationId xmlns:a16="http://schemas.microsoft.com/office/drawing/2014/main" id="{259FD39E-4A0E-43CB-BB93-9441621531C3}"/>
                      </a:ext>
                    </a:extLst>
                  </p:cNvPr>
                  <p:cNvCxnSpPr>
                    <a:cxnSpLocks/>
                    <a:stCxn id="1576" idx="0"/>
                    <a:endCxn id="1576" idx="1"/>
                  </p:cNvCxnSpPr>
                  <p:nvPr/>
                </p:nvCxnSpPr>
                <p:spPr>
                  <a:xfrm flipH="1">
                    <a:off x="2906046" y="2287347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4" name="Pentagon 4">
                    <a:extLst>
                      <a:ext uri="{FF2B5EF4-FFF2-40B4-BE49-F238E27FC236}">
                        <a16:creationId xmlns:a16="http://schemas.microsoft.com/office/drawing/2014/main" id="{73ABE28B-8333-4811-884F-02DAA463CE9D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698705" y="227150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5" name="Pentagon 4">
                    <a:extLst>
                      <a:ext uri="{FF2B5EF4-FFF2-40B4-BE49-F238E27FC236}">
                        <a16:creationId xmlns:a16="http://schemas.microsoft.com/office/drawing/2014/main" id="{FF3F78DD-FB9A-4FD5-964F-E3417CB36A97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278672" y="224214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6" name="Pentagon 4">
                    <a:extLst>
                      <a:ext uri="{FF2B5EF4-FFF2-40B4-BE49-F238E27FC236}">
                        <a16:creationId xmlns:a16="http://schemas.microsoft.com/office/drawing/2014/main" id="{1FFCA194-26EF-43E8-9964-875C780F4C18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541391" y="275135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7" name="Pentagon 4">
                    <a:extLst>
                      <a:ext uri="{FF2B5EF4-FFF2-40B4-BE49-F238E27FC236}">
                        <a16:creationId xmlns:a16="http://schemas.microsoft.com/office/drawing/2014/main" id="{A5BE7443-D821-4FC2-AA23-B6B3BEAB9AAD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961424" y="278070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88" name="Straight Connector 1587">
                    <a:extLst>
                      <a:ext uri="{FF2B5EF4-FFF2-40B4-BE49-F238E27FC236}">
                        <a16:creationId xmlns:a16="http://schemas.microsoft.com/office/drawing/2014/main" id="{E0BC0054-9751-4B77-8FA3-9E2E4DBBC866}"/>
                      </a:ext>
                    </a:extLst>
                  </p:cNvPr>
                  <p:cNvCxnSpPr>
                    <a:cxnSpLocks/>
                    <a:stCxn id="1584" idx="2"/>
                    <a:endCxn id="1584" idx="3"/>
                  </p:cNvCxnSpPr>
                  <p:nvPr/>
                </p:nvCxnSpPr>
                <p:spPr>
                  <a:xfrm flipH="1" flipV="1">
                    <a:off x="2736781" y="2581020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9" name="Straight Connector 1588">
                    <a:extLst>
                      <a:ext uri="{FF2B5EF4-FFF2-40B4-BE49-F238E27FC236}">
                        <a16:creationId xmlns:a16="http://schemas.microsoft.com/office/drawing/2014/main" id="{C17E0685-8D26-482A-8B97-86D5831C70DD}"/>
                      </a:ext>
                    </a:extLst>
                  </p:cNvPr>
                  <p:cNvCxnSpPr>
                    <a:cxnSpLocks/>
                    <a:stCxn id="1584" idx="3"/>
                    <a:endCxn id="1584" idx="4"/>
                  </p:cNvCxnSpPr>
                  <p:nvPr/>
                </p:nvCxnSpPr>
                <p:spPr>
                  <a:xfrm flipV="1">
                    <a:off x="2736781" y="2287881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0" name="Straight Connector 1589">
                    <a:extLst>
                      <a:ext uri="{FF2B5EF4-FFF2-40B4-BE49-F238E27FC236}">
                        <a16:creationId xmlns:a16="http://schemas.microsoft.com/office/drawing/2014/main" id="{9F9DA6D5-47C5-436F-8A45-48AC471301D1}"/>
                      </a:ext>
                    </a:extLst>
                  </p:cNvPr>
                  <p:cNvCxnSpPr>
                    <a:cxnSpLocks/>
                    <a:stCxn id="1586" idx="3"/>
                    <a:endCxn id="1586" idx="4"/>
                  </p:cNvCxnSpPr>
                  <p:nvPr/>
                </p:nvCxnSpPr>
                <p:spPr>
                  <a:xfrm flipH="1">
                    <a:off x="4137666" y="3086312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1" name="Straight Connector 1590">
                    <a:extLst>
                      <a:ext uri="{FF2B5EF4-FFF2-40B4-BE49-F238E27FC236}">
                        <a16:creationId xmlns:a16="http://schemas.microsoft.com/office/drawing/2014/main" id="{170A69FC-DBE4-4AE4-BD88-27F6B2265E26}"/>
                      </a:ext>
                    </a:extLst>
                  </p:cNvPr>
                  <p:cNvCxnSpPr>
                    <a:cxnSpLocks/>
                    <a:stCxn id="1586" idx="4"/>
                    <a:endCxn id="1586" idx="0"/>
                  </p:cNvCxnSpPr>
                  <p:nvPr/>
                </p:nvCxnSpPr>
                <p:spPr>
                  <a:xfrm flipH="1" flipV="1">
                    <a:off x="3667089" y="3377597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2" name="Straight Connector 1591">
                    <a:extLst>
                      <a:ext uri="{FF2B5EF4-FFF2-40B4-BE49-F238E27FC236}">
                        <a16:creationId xmlns:a16="http://schemas.microsoft.com/office/drawing/2014/main" id="{7DA46A37-73F4-4CC5-8CA8-19B5C284F600}"/>
                      </a:ext>
                    </a:extLst>
                  </p:cNvPr>
                  <p:cNvCxnSpPr>
                    <a:cxnSpLocks/>
                    <a:stCxn id="1587" idx="1"/>
                    <a:endCxn id="1584" idx="2"/>
                  </p:cNvCxnSpPr>
                  <p:nvPr/>
                </p:nvCxnSpPr>
                <p:spPr>
                  <a:xfrm flipH="1" flipV="1">
                    <a:off x="2971926" y="2983730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3" name="Straight Connector 1592">
                    <a:extLst>
                      <a:ext uri="{FF2B5EF4-FFF2-40B4-BE49-F238E27FC236}">
                        <a16:creationId xmlns:a16="http://schemas.microsoft.com/office/drawing/2014/main" id="{5B7C9AE4-1433-45BB-A3B6-900D567122BB}"/>
                      </a:ext>
                    </a:extLst>
                  </p:cNvPr>
                  <p:cNvCxnSpPr>
                    <a:cxnSpLocks/>
                    <a:stCxn id="1587" idx="0"/>
                    <a:endCxn id="1587" idx="1"/>
                  </p:cNvCxnSpPr>
                  <p:nvPr/>
                </p:nvCxnSpPr>
                <p:spPr>
                  <a:xfrm flipH="1">
                    <a:off x="3204304" y="3377558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94" name="Pentagon 4">
                    <a:extLst>
                      <a:ext uri="{FF2B5EF4-FFF2-40B4-BE49-F238E27FC236}">
                        <a16:creationId xmlns:a16="http://schemas.microsoft.com/office/drawing/2014/main" id="{C247DC36-12FC-4B8E-ADB6-D9BBB321C862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299779" y="146798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5" name="Pentagon 4">
                    <a:extLst>
                      <a:ext uri="{FF2B5EF4-FFF2-40B4-BE49-F238E27FC236}">
                        <a16:creationId xmlns:a16="http://schemas.microsoft.com/office/drawing/2014/main" id="{265B6959-564B-4BD0-9590-AC2638EA5A50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879746" y="143862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6" name="Pentagon 4">
                    <a:extLst>
                      <a:ext uri="{FF2B5EF4-FFF2-40B4-BE49-F238E27FC236}">
                        <a16:creationId xmlns:a16="http://schemas.microsoft.com/office/drawing/2014/main" id="{A3B73EC8-59E5-40E0-B799-DF5B03A148A9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142465" y="194783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7" name="Pentagon 4">
                    <a:extLst>
                      <a:ext uri="{FF2B5EF4-FFF2-40B4-BE49-F238E27FC236}">
                        <a16:creationId xmlns:a16="http://schemas.microsoft.com/office/drawing/2014/main" id="{0FF97F10-D87A-424C-A243-01B4927CB3B1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562498" y="19771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598" name="Straight Connector 1597">
                    <a:extLst>
                      <a:ext uri="{FF2B5EF4-FFF2-40B4-BE49-F238E27FC236}">
                        <a16:creationId xmlns:a16="http://schemas.microsoft.com/office/drawing/2014/main" id="{DED0BA7A-4440-4E61-9F06-E454A1DE47FB}"/>
                      </a:ext>
                    </a:extLst>
                  </p:cNvPr>
                  <p:cNvCxnSpPr>
                    <a:cxnSpLocks/>
                    <a:stCxn id="1595" idx="1"/>
                    <a:endCxn id="1594" idx="0"/>
                  </p:cNvCxnSpPr>
                  <p:nvPr/>
                </p:nvCxnSpPr>
                <p:spPr>
                  <a:xfrm flipH="1">
                    <a:off x="1977209" y="1480395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9" name="Straight Connector 1598">
                    <a:extLst>
                      <a:ext uri="{FF2B5EF4-FFF2-40B4-BE49-F238E27FC236}">
                        <a16:creationId xmlns:a16="http://schemas.microsoft.com/office/drawing/2014/main" id="{B32164A6-7A55-496D-A758-A895EC4590D3}"/>
                      </a:ext>
                    </a:extLst>
                  </p:cNvPr>
                  <p:cNvCxnSpPr>
                    <a:cxnSpLocks/>
                    <a:stCxn id="1594" idx="2"/>
                    <a:endCxn id="1594" idx="3"/>
                  </p:cNvCxnSpPr>
                  <p:nvPr/>
                </p:nvCxnSpPr>
                <p:spPr>
                  <a:xfrm flipH="1" flipV="1">
                    <a:off x="1337855" y="177750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0" name="Straight Connector 1599">
                    <a:extLst>
                      <a:ext uri="{FF2B5EF4-FFF2-40B4-BE49-F238E27FC236}">
                        <a16:creationId xmlns:a16="http://schemas.microsoft.com/office/drawing/2014/main" id="{749C238A-E414-4972-865D-799B8A4D139D}"/>
                      </a:ext>
                    </a:extLst>
                  </p:cNvPr>
                  <p:cNvCxnSpPr>
                    <a:cxnSpLocks/>
                    <a:stCxn id="1594" idx="0"/>
                    <a:endCxn id="1594" idx="4"/>
                  </p:cNvCxnSpPr>
                  <p:nvPr/>
                </p:nvCxnSpPr>
                <p:spPr>
                  <a:xfrm flipH="1" flipV="1">
                    <a:off x="1506632" y="1484363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1" name="Straight Connector 1600">
                    <a:extLst>
                      <a:ext uri="{FF2B5EF4-FFF2-40B4-BE49-F238E27FC236}">
                        <a16:creationId xmlns:a16="http://schemas.microsoft.com/office/drawing/2014/main" id="{36E121C7-CF8E-4355-A42A-86DB2CBB3B2C}"/>
                      </a:ext>
                    </a:extLst>
                  </p:cNvPr>
                  <p:cNvCxnSpPr>
                    <a:cxnSpLocks/>
                    <a:stCxn id="1594" idx="3"/>
                    <a:endCxn id="1594" idx="4"/>
                  </p:cNvCxnSpPr>
                  <p:nvPr/>
                </p:nvCxnSpPr>
                <p:spPr>
                  <a:xfrm flipV="1">
                    <a:off x="1337855" y="1484363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2" name="Straight Connector 1601">
                    <a:extLst>
                      <a:ext uri="{FF2B5EF4-FFF2-40B4-BE49-F238E27FC236}">
                        <a16:creationId xmlns:a16="http://schemas.microsoft.com/office/drawing/2014/main" id="{D39E147B-AA65-4CE6-84DC-24EC27ED7EF2}"/>
                      </a:ext>
                    </a:extLst>
                  </p:cNvPr>
                  <p:cNvCxnSpPr>
                    <a:cxnSpLocks/>
                    <a:stCxn id="1596" idx="4"/>
                    <a:endCxn id="1596" idx="0"/>
                  </p:cNvCxnSpPr>
                  <p:nvPr/>
                </p:nvCxnSpPr>
                <p:spPr>
                  <a:xfrm flipH="1" flipV="1">
                    <a:off x="2268163" y="2574079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3" name="Straight Connector 1602">
                    <a:extLst>
                      <a:ext uri="{FF2B5EF4-FFF2-40B4-BE49-F238E27FC236}">
                        <a16:creationId xmlns:a16="http://schemas.microsoft.com/office/drawing/2014/main" id="{DE078F49-295B-4594-B908-896303B9EA15}"/>
                      </a:ext>
                    </a:extLst>
                  </p:cNvPr>
                  <p:cNvCxnSpPr>
                    <a:cxnSpLocks/>
                    <a:stCxn id="1597" idx="1"/>
                    <a:endCxn id="1594" idx="2"/>
                  </p:cNvCxnSpPr>
                  <p:nvPr/>
                </p:nvCxnSpPr>
                <p:spPr>
                  <a:xfrm flipH="1" flipV="1">
                    <a:off x="1573000" y="2180212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4" name="Straight Connector 1603">
                    <a:extLst>
                      <a:ext uri="{FF2B5EF4-FFF2-40B4-BE49-F238E27FC236}">
                        <a16:creationId xmlns:a16="http://schemas.microsoft.com/office/drawing/2014/main" id="{47B7C470-B217-40D6-9CD6-B242258338BC}"/>
                      </a:ext>
                    </a:extLst>
                  </p:cNvPr>
                  <p:cNvCxnSpPr>
                    <a:cxnSpLocks/>
                    <a:stCxn id="1597" idx="0"/>
                    <a:endCxn id="1597" idx="1"/>
                  </p:cNvCxnSpPr>
                  <p:nvPr/>
                </p:nvCxnSpPr>
                <p:spPr>
                  <a:xfrm flipH="1">
                    <a:off x="1805378" y="2574040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05" name="Pentagon 4">
                    <a:extLst>
                      <a:ext uri="{FF2B5EF4-FFF2-40B4-BE49-F238E27FC236}">
                        <a16:creationId xmlns:a16="http://schemas.microsoft.com/office/drawing/2014/main" id="{C2DBEB9D-7F70-4D90-95F4-ECBC7956693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598037" y="255819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6" name="Pentagon 4">
                    <a:extLst>
                      <a:ext uri="{FF2B5EF4-FFF2-40B4-BE49-F238E27FC236}">
                        <a16:creationId xmlns:a16="http://schemas.microsoft.com/office/drawing/2014/main" id="{23DBED01-D458-44C9-95A7-C653FB346C38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178004" y="252884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7" name="Pentagon 4">
                    <a:extLst>
                      <a:ext uri="{FF2B5EF4-FFF2-40B4-BE49-F238E27FC236}">
                        <a16:creationId xmlns:a16="http://schemas.microsoft.com/office/drawing/2014/main" id="{97D9512E-0365-4466-9A26-A4DF9F208D2B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440723" y="303804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8" name="Pentagon 4">
                    <a:extLst>
                      <a:ext uri="{FF2B5EF4-FFF2-40B4-BE49-F238E27FC236}">
                        <a16:creationId xmlns:a16="http://schemas.microsoft.com/office/drawing/2014/main" id="{EE8C8AAE-24CE-4CB3-A1CC-85ED09619EE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860756" y="306739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09" name="Straight Connector 1608">
                    <a:extLst>
                      <a:ext uri="{FF2B5EF4-FFF2-40B4-BE49-F238E27FC236}">
                        <a16:creationId xmlns:a16="http://schemas.microsoft.com/office/drawing/2014/main" id="{C4854875-F050-4227-B262-317A361F9FCD}"/>
                      </a:ext>
                    </a:extLst>
                  </p:cNvPr>
                  <p:cNvCxnSpPr>
                    <a:cxnSpLocks/>
                    <a:stCxn id="1605" idx="2"/>
                    <a:endCxn id="1605" idx="3"/>
                  </p:cNvCxnSpPr>
                  <p:nvPr/>
                </p:nvCxnSpPr>
                <p:spPr>
                  <a:xfrm flipH="1" flipV="1">
                    <a:off x="1636113" y="2867713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0" name="Straight Connector 1609">
                    <a:extLst>
                      <a:ext uri="{FF2B5EF4-FFF2-40B4-BE49-F238E27FC236}">
                        <a16:creationId xmlns:a16="http://schemas.microsoft.com/office/drawing/2014/main" id="{100ECDBF-9302-4DA2-9EFE-32B698A13CB1}"/>
                      </a:ext>
                    </a:extLst>
                  </p:cNvPr>
                  <p:cNvCxnSpPr>
                    <a:cxnSpLocks/>
                    <a:stCxn id="1605" idx="3"/>
                    <a:endCxn id="1605" idx="4"/>
                  </p:cNvCxnSpPr>
                  <p:nvPr/>
                </p:nvCxnSpPr>
                <p:spPr>
                  <a:xfrm flipV="1">
                    <a:off x="1636113" y="2574574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1" name="Straight Connector 1610">
                    <a:extLst>
                      <a:ext uri="{FF2B5EF4-FFF2-40B4-BE49-F238E27FC236}">
                        <a16:creationId xmlns:a16="http://schemas.microsoft.com/office/drawing/2014/main" id="{E0C82ED9-5077-419A-80A0-2150B8853949}"/>
                      </a:ext>
                    </a:extLst>
                  </p:cNvPr>
                  <p:cNvCxnSpPr>
                    <a:cxnSpLocks/>
                    <a:stCxn id="1607" idx="3"/>
                    <a:endCxn id="1607" idx="4"/>
                  </p:cNvCxnSpPr>
                  <p:nvPr/>
                </p:nvCxnSpPr>
                <p:spPr>
                  <a:xfrm flipH="1">
                    <a:off x="3036998" y="3373005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2" name="Straight Connector 1611">
                    <a:extLst>
                      <a:ext uri="{FF2B5EF4-FFF2-40B4-BE49-F238E27FC236}">
                        <a16:creationId xmlns:a16="http://schemas.microsoft.com/office/drawing/2014/main" id="{906E0BC6-AD18-4AE4-9907-209B735E2E21}"/>
                      </a:ext>
                    </a:extLst>
                  </p:cNvPr>
                  <p:cNvCxnSpPr>
                    <a:cxnSpLocks/>
                    <a:stCxn id="1607" idx="4"/>
                    <a:endCxn id="1607" idx="0"/>
                  </p:cNvCxnSpPr>
                  <p:nvPr/>
                </p:nvCxnSpPr>
                <p:spPr>
                  <a:xfrm flipH="1" flipV="1">
                    <a:off x="2566421" y="366429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3" name="Straight Connector 1612">
                    <a:extLst>
                      <a:ext uri="{FF2B5EF4-FFF2-40B4-BE49-F238E27FC236}">
                        <a16:creationId xmlns:a16="http://schemas.microsoft.com/office/drawing/2014/main" id="{AB5B63DE-536E-42FD-9BC8-5804B6A204DF}"/>
                      </a:ext>
                    </a:extLst>
                  </p:cNvPr>
                  <p:cNvCxnSpPr>
                    <a:cxnSpLocks/>
                    <a:stCxn id="1608" idx="1"/>
                    <a:endCxn id="1605" idx="2"/>
                  </p:cNvCxnSpPr>
                  <p:nvPr/>
                </p:nvCxnSpPr>
                <p:spPr>
                  <a:xfrm flipH="1" flipV="1">
                    <a:off x="1871258" y="3270423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4" name="Straight Connector 1613">
                    <a:extLst>
                      <a:ext uri="{FF2B5EF4-FFF2-40B4-BE49-F238E27FC236}">
                        <a16:creationId xmlns:a16="http://schemas.microsoft.com/office/drawing/2014/main" id="{03A2ECA5-103D-4A9E-B4BC-B7C880210477}"/>
                      </a:ext>
                    </a:extLst>
                  </p:cNvPr>
                  <p:cNvCxnSpPr>
                    <a:cxnSpLocks/>
                    <a:stCxn id="1608" idx="0"/>
                    <a:endCxn id="1608" idx="1"/>
                  </p:cNvCxnSpPr>
                  <p:nvPr/>
                </p:nvCxnSpPr>
                <p:spPr>
                  <a:xfrm flipH="1">
                    <a:off x="2103636" y="3664251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15" name="Pentagon 4">
                    <a:extLst>
                      <a:ext uri="{FF2B5EF4-FFF2-40B4-BE49-F238E27FC236}">
                        <a16:creationId xmlns:a16="http://schemas.microsoft.com/office/drawing/2014/main" id="{F7B65F00-136C-4E82-A7D8-BC569E45DD6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787547" y="172569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6" name="Pentagon 4">
                    <a:extLst>
                      <a:ext uri="{FF2B5EF4-FFF2-40B4-BE49-F238E27FC236}">
                        <a16:creationId xmlns:a16="http://schemas.microsoft.com/office/drawing/2014/main" id="{58FD79DA-246D-4A5C-A573-11651084C534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050266" y="223489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17" name="Pentagon 4">
                    <a:extLst>
                      <a:ext uri="{FF2B5EF4-FFF2-40B4-BE49-F238E27FC236}">
                        <a16:creationId xmlns:a16="http://schemas.microsoft.com/office/drawing/2014/main" id="{90279B75-26C1-4413-8051-76B1322E20A6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70299" y="226424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18" name="Straight Connector 1617">
                    <a:extLst>
                      <a:ext uri="{FF2B5EF4-FFF2-40B4-BE49-F238E27FC236}">
                        <a16:creationId xmlns:a16="http://schemas.microsoft.com/office/drawing/2014/main" id="{78224ADB-D088-42D6-965B-D25030EF1D94}"/>
                      </a:ext>
                    </a:extLst>
                  </p:cNvPr>
                  <p:cNvCxnSpPr>
                    <a:cxnSpLocks/>
                    <a:stCxn id="1615" idx="1"/>
                  </p:cNvCxnSpPr>
                  <p:nvPr/>
                </p:nvCxnSpPr>
                <p:spPr>
                  <a:xfrm flipH="1">
                    <a:off x="885010" y="1767456"/>
                    <a:ext cx="462785" cy="5822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9" name="Straight Connector 1618">
                    <a:extLst>
                      <a:ext uri="{FF2B5EF4-FFF2-40B4-BE49-F238E27FC236}">
                        <a16:creationId xmlns:a16="http://schemas.microsoft.com/office/drawing/2014/main" id="{5F2B5450-3074-4513-9F0E-35C9722E675D}"/>
                      </a:ext>
                    </a:extLst>
                  </p:cNvPr>
                  <p:cNvCxnSpPr>
                    <a:cxnSpLocks/>
                    <a:stCxn id="1616" idx="4"/>
                    <a:endCxn id="1616" idx="0"/>
                  </p:cNvCxnSpPr>
                  <p:nvPr/>
                </p:nvCxnSpPr>
                <p:spPr>
                  <a:xfrm flipH="1" flipV="1">
                    <a:off x="1175964" y="2861140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0" name="Straight Connector 1619">
                    <a:extLst>
                      <a:ext uri="{FF2B5EF4-FFF2-40B4-BE49-F238E27FC236}">
                        <a16:creationId xmlns:a16="http://schemas.microsoft.com/office/drawing/2014/main" id="{064711CF-0E6D-42AA-9FFE-280542372831}"/>
                      </a:ext>
                    </a:extLst>
                  </p:cNvPr>
                  <p:cNvCxnSpPr>
                    <a:cxnSpLocks/>
                    <a:stCxn id="1617" idx="0"/>
                    <a:endCxn id="1617" idx="1"/>
                  </p:cNvCxnSpPr>
                  <p:nvPr/>
                </p:nvCxnSpPr>
                <p:spPr>
                  <a:xfrm flipH="1">
                    <a:off x="713179" y="2861101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21" name="Pentagon 4">
                    <a:extLst>
                      <a:ext uri="{FF2B5EF4-FFF2-40B4-BE49-F238E27FC236}">
                        <a16:creationId xmlns:a16="http://schemas.microsoft.com/office/drawing/2014/main" id="{2B245746-0D29-47F9-A0DB-A82F5307ECB0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05838" y="2845254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2" name="Pentagon 4">
                    <a:extLst>
                      <a:ext uri="{FF2B5EF4-FFF2-40B4-BE49-F238E27FC236}">
                        <a16:creationId xmlns:a16="http://schemas.microsoft.com/office/drawing/2014/main" id="{B84FD254-D8AB-4E7C-8105-CCBFA1627F30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085805" y="281590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3" name="Pentagon 4">
                    <a:extLst>
                      <a:ext uri="{FF2B5EF4-FFF2-40B4-BE49-F238E27FC236}">
                        <a16:creationId xmlns:a16="http://schemas.microsoft.com/office/drawing/2014/main" id="{D78C9BB4-53FD-4E2B-8A32-59B725B22116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348524" y="332510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4" name="Pentagon 4">
                    <a:extLst>
                      <a:ext uri="{FF2B5EF4-FFF2-40B4-BE49-F238E27FC236}">
                        <a16:creationId xmlns:a16="http://schemas.microsoft.com/office/drawing/2014/main" id="{49CC2653-76CC-4272-A3DF-89CB6456077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768557" y="335445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25" name="Straight Connector 1624">
                    <a:extLst>
                      <a:ext uri="{FF2B5EF4-FFF2-40B4-BE49-F238E27FC236}">
                        <a16:creationId xmlns:a16="http://schemas.microsoft.com/office/drawing/2014/main" id="{25CC65C6-129C-456F-B28E-3D51125E88E5}"/>
                      </a:ext>
                    </a:extLst>
                  </p:cNvPr>
                  <p:cNvCxnSpPr>
                    <a:cxnSpLocks/>
                    <a:stCxn id="1623" idx="3"/>
                    <a:endCxn id="1623" idx="4"/>
                  </p:cNvCxnSpPr>
                  <p:nvPr/>
                </p:nvCxnSpPr>
                <p:spPr>
                  <a:xfrm flipH="1">
                    <a:off x="1944799" y="3660066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6" name="Straight Connector 1625">
                    <a:extLst>
                      <a:ext uri="{FF2B5EF4-FFF2-40B4-BE49-F238E27FC236}">
                        <a16:creationId xmlns:a16="http://schemas.microsoft.com/office/drawing/2014/main" id="{FA217A36-A147-4296-B43B-1B4D545E3B2D}"/>
                      </a:ext>
                    </a:extLst>
                  </p:cNvPr>
                  <p:cNvCxnSpPr>
                    <a:cxnSpLocks/>
                    <a:stCxn id="1623" idx="4"/>
                    <a:endCxn id="1623" idx="0"/>
                  </p:cNvCxnSpPr>
                  <p:nvPr/>
                </p:nvCxnSpPr>
                <p:spPr>
                  <a:xfrm flipH="1" flipV="1">
                    <a:off x="1474222" y="3951351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7" name="Straight Connector 1626">
                    <a:extLst>
                      <a:ext uri="{FF2B5EF4-FFF2-40B4-BE49-F238E27FC236}">
                        <a16:creationId xmlns:a16="http://schemas.microsoft.com/office/drawing/2014/main" id="{C95C797F-E705-49FD-8751-C9A408D8E9E4}"/>
                      </a:ext>
                    </a:extLst>
                  </p:cNvPr>
                  <p:cNvCxnSpPr>
                    <a:cxnSpLocks/>
                    <a:stCxn id="1624" idx="0"/>
                    <a:endCxn id="1624" idx="1"/>
                  </p:cNvCxnSpPr>
                  <p:nvPr/>
                </p:nvCxnSpPr>
                <p:spPr>
                  <a:xfrm flipH="1">
                    <a:off x="1011437" y="3951312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28" name="Pentagon 4">
                    <a:extLst>
                      <a:ext uri="{FF2B5EF4-FFF2-40B4-BE49-F238E27FC236}">
                        <a16:creationId xmlns:a16="http://schemas.microsoft.com/office/drawing/2014/main" id="{746FAE94-3A3B-4F61-9600-B6D6117228C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4076847" y="3070161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29" name="Pentagon 4">
                    <a:extLst>
                      <a:ext uri="{FF2B5EF4-FFF2-40B4-BE49-F238E27FC236}">
                        <a16:creationId xmlns:a16="http://schemas.microsoft.com/office/drawing/2014/main" id="{4FD2DB2F-BB75-40AA-8C74-29F6FBF53409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4656814" y="3040808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0" name="Pentagon 4">
                    <a:extLst>
                      <a:ext uri="{FF2B5EF4-FFF2-40B4-BE49-F238E27FC236}">
                        <a16:creationId xmlns:a16="http://schemas.microsoft.com/office/drawing/2014/main" id="{C4C09727-7CF8-4682-B551-0D8FBD455278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4339566" y="357936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31" name="Straight Connector 1630">
                    <a:extLst>
                      <a:ext uri="{FF2B5EF4-FFF2-40B4-BE49-F238E27FC236}">
                        <a16:creationId xmlns:a16="http://schemas.microsoft.com/office/drawing/2014/main" id="{CA25F63D-AB0E-4B4E-9941-B7255F468D9A}"/>
                      </a:ext>
                    </a:extLst>
                  </p:cNvPr>
                  <p:cNvCxnSpPr>
                    <a:cxnSpLocks/>
                    <a:stCxn id="1628" idx="2"/>
                    <a:endCxn id="1628" idx="3"/>
                  </p:cNvCxnSpPr>
                  <p:nvPr/>
                </p:nvCxnSpPr>
                <p:spPr>
                  <a:xfrm flipH="1" flipV="1">
                    <a:off x="4114923" y="3379681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2" name="Straight Connector 1631">
                    <a:extLst>
                      <a:ext uri="{FF2B5EF4-FFF2-40B4-BE49-F238E27FC236}">
                        <a16:creationId xmlns:a16="http://schemas.microsoft.com/office/drawing/2014/main" id="{55C435A7-1878-4547-BBA3-00EB63E3328D}"/>
                      </a:ext>
                    </a:extLst>
                  </p:cNvPr>
                  <p:cNvCxnSpPr>
                    <a:cxnSpLocks/>
                    <a:stCxn id="1630" idx="1"/>
                    <a:endCxn id="1628" idx="2"/>
                  </p:cNvCxnSpPr>
                  <p:nvPr/>
                </p:nvCxnSpPr>
                <p:spPr>
                  <a:xfrm flipH="1" flipV="1">
                    <a:off x="4350068" y="3782391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3" name="Straight Connector 1632">
                    <a:extLst>
                      <a:ext uri="{FF2B5EF4-FFF2-40B4-BE49-F238E27FC236}">
                        <a16:creationId xmlns:a16="http://schemas.microsoft.com/office/drawing/2014/main" id="{9A444A7A-4FA3-4915-846F-D0726D22EBD0}"/>
                      </a:ext>
                    </a:extLst>
                  </p:cNvPr>
                  <p:cNvCxnSpPr>
                    <a:cxnSpLocks/>
                    <a:stCxn id="1630" idx="0"/>
                    <a:endCxn id="1630" idx="1"/>
                  </p:cNvCxnSpPr>
                  <p:nvPr/>
                </p:nvCxnSpPr>
                <p:spPr>
                  <a:xfrm flipH="1">
                    <a:off x="4582446" y="4176219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34" name="Pentagon 4">
                    <a:extLst>
                      <a:ext uri="{FF2B5EF4-FFF2-40B4-BE49-F238E27FC236}">
                        <a16:creationId xmlns:a16="http://schemas.microsoft.com/office/drawing/2014/main" id="{29B81515-8432-4D82-B841-2767C71AD5F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4375105" y="416037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35" name="Straight Connector 1634">
                    <a:extLst>
                      <a:ext uri="{FF2B5EF4-FFF2-40B4-BE49-F238E27FC236}">
                        <a16:creationId xmlns:a16="http://schemas.microsoft.com/office/drawing/2014/main" id="{E1933477-FB33-4D66-8CF9-325676CECF21}"/>
                      </a:ext>
                    </a:extLst>
                  </p:cNvPr>
                  <p:cNvCxnSpPr>
                    <a:cxnSpLocks/>
                    <a:stCxn id="1634" idx="2"/>
                    <a:endCxn id="1634" idx="3"/>
                  </p:cNvCxnSpPr>
                  <p:nvPr/>
                </p:nvCxnSpPr>
                <p:spPr>
                  <a:xfrm flipH="1" flipV="1">
                    <a:off x="4413181" y="446989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6" name="Straight Connector 1635">
                    <a:extLst>
                      <a:ext uri="{FF2B5EF4-FFF2-40B4-BE49-F238E27FC236}">
                        <a16:creationId xmlns:a16="http://schemas.microsoft.com/office/drawing/2014/main" id="{437EC23B-338A-45A0-A470-8B1091B4972A}"/>
                      </a:ext>
                    </a:extLst>
                  </p:cNvPr>
                  <p:cNvCxnSpPr>
                    <a:cxnSpLocks/>
                    <a:stCxn id="1634" idx="3"/>
                    <a:endCxn id="1634" idx="4"/>
                  </p:cNvCxnSpPr>
                  <p:nvPr/>
                </p:nvCxnSpPr>
                <p:spPr>
                  <a:xfrm flipV="1">
                    <a:off x="4413181" y="4176753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37" name="Pentagon 4">
                    <a:extLst>
                      <a:ext uri="{FF2B5EF4-FFF2-40B4-BE49-F238E27FC236}">
                        <a16:creationId xmlns:a16="http://schemas.microsoft.com/office/drawing/2014/main" id="{CC6686D5-E5C4-49CC-B3B6-27BEB2CF75F8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984648" y="3357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8" name="Pentagon 4">
                    <a:extLst>
                      <a:ext uri="{FF2B5EF4-FFF2-40B4-BE49-F238E27FC236}">
                        <a16:creationId xmlns:a16="http://schemas.microsoft.com/office/drawing/2014/main" id="{82414770-2785-426B-AE1C-AF361C5FE29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564615" y="332786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9" name="Pentagon 4">
                    <a:extLst>
                      <a:ext uri="{FF2B5EF4-FFF2-40B4-BE49-F238E27FC236}">
                        <a16:creationId xmlns:a16="http://schemas.microsoft.com/office/drawing/2014/main" id="{59E4811B-1132-448B-B0CF-D22E5D1F9787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3827334" y="383707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0" name="Pentagon 4">
                    <a:extLst>
                      <a:ext uri="{FF2B5EF4-FFF2-40B4-BE49-F238E27FC236}">
                        <a16:creationId xmlns:a16="http://schemas.microsoft.com/office/drawing/2014/main" id="{2A0426E6-1CEA-48DB-AEAE-8F2F77337CC4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3247367" y="386642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41" name="Straight Connector 1640">
                    <a:extLst>
                      <a:ext uri="{FF2B5EF4-FFF2-40B4-BE49-F238E27FC236}">
                        <a16:creationId xmlns:a16="http://schemas.microsoft.com/office/drawing/2014/main" id="{45BCA91E-51EE-49EF-B30B-BEDBAB928FCB}"/>
                      </a:ext>
                    </a:extLst>
                  </p:cNvPr>
                  <p:cNvCxnSpPr>
                    <a:cxnSpLocks/>
                    <a:stCxn id="1637" idx="2"/>
                    <a:endCxn id="1637" idx="3"/>
                  </p:cNvCxnSpPr>
                  <p:nvPr/>
                </p:nvCxnSpPr>
                <p:spPr>
                  <a:xfrm flipH="1" flipV="1">
                    <a:off x="3022724" y="3666742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2" name="Straight Connector 1641">
                    <a:extLst>
                      <a:ext uri="{FF2B5EF4-FFF2-40B4-BE49-F238E27FC236}">
                        <a16:creationId xmlns:a16="http://schemas.microsoft.com/office/drawing/2014/main" id="{FD253776-0FA5-44CA-9AAC-C47553E6031B}"/>
                      </a:ext>
                    </a:extLst>
                  </p:cNvPr>
                  <p:cNvCxnSpPr>
                    <a:cxnSpLocks/>
                    <a:stCxn id="1639" idx="4"/>
                    <a:endCxn id="1639" idx="0"/>
                  </p:cNvCxnSpPr>
                  <p:nvPr/>
                </p:nvCxnSpPr>
                <p:spPr>
                  <a:xfrm flipH="1" flipV="1">
                    <a:off x="3953032" y="4463319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3" name="Straight Connector 1642">
                    <a:extLst>
                      <a:ext uri="{FF2B5EF4-FFF2-40B4-BE49-F238E27FC236}">
                        <a16:creationId xmlns:a16="http://schemas.microsoft.com/office/drawing/2014/main" id="{0D9DAFCE-19DE-4B1F-815A-F072A6515AF3}"/>
                      </a:ext>
                    </a:extLst>
                  </p:cNvPr>
                  <p:cNvCxnSpPr>
                    <a:cxnSpLocks/>
                    <a:stCxn id="1640" idx="1"/>
                    <a:endCxn id="1637" idx="2"/>
                  </p:cNvCxnSpPr>
                  <p:nvPr/>
                </p:nvCxnSpPr>
                <p:spPr>
                  <a:xfrm flipH="1" flipV="1">
                    <a:off x="3257869" y="4069452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4" name="Straight Connector 1643">
                    <a:extLst>
                      <a:ext uri="{FF2B5EF4-FFF2-40B4-BE49-F238E27FC236}">
                        <a16:creationId xmlns:a16="http://schemas.microsoft.com/office/drawing/2014/main" id="{33D697A3-6C96-43FD-AC4F-8E1A76C4A780}"/>
                      </a:ext>
                    </a:extLst>
                  </p:cNvPr>
                  <p:cNvCxnSpPr>
                    <a:cxnSpLocks/>
                    <a:stCxn id="1640" idx="0"/>
                    <a:endCxn id="1640" idx="1"/>
                  </p:cNvCxnSpPr>
                  <p:nvPr/>
                </p:nvCxnSpPr>
                <p:spPr>
                  <a:xfrm flipH="1">
                    <a:off x="3490247" y="4463280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45" name="Pentagon 4">
                    <a:extLst>
                      <a:ext uri="{FF2B5EF4-FFF2-40B4-BE49-F238E27FC236}">
                        <a16:creationId xmlns:a16="http://schemas.microsoft.com/office/drawing/2014/main" id="{10A4A80E-2BD4-4F29-B3AA-64EB14822914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3282906" y="444743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6" name="Pentagon 4">
                    <a:extLst>
                      <a:ext uri="{FF2B5EF4-FFF2-40B4-BE49-F238E27FC236}">
                        <a16:creationId xmlns:a16="http://schemas.microsoft.com/office/drawing/2014/main" id="{3B2F51FF-134F-4DBB-8E8E-0A56F60F99A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3862873" y="441808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47" name="Straight Connector 1646">
                    <a:extLst>
                      <a:ext uri="{FF2B5EF4-FFF2-40B4-BE49-F238E27FC236}">
                        <a16:creationId xmlns:a16="http://schemas.microsoft.com/office/drawing/2014/main" id="{23231D99-3EBE-4B69-987C-8178E426966A}"/>
                      </a:ext>
                    </a:extLst>
                  </p:cNvPr>
                  <p:cNvCxnSpPr>
                    <a:cxnSpLocks/>
                    <a:stCxn id="1645" idx="2"/>
                    <a:endCxn id="1645" idx="3"/>
                  </p:cNvCxnSpPr>
                  <p:nvPr/>
                </p:nvCxnSpPr>
                <p:spPr>
                  <a:xfrm flipH="1" flipV="1">
                    <a:off x="3320982" y="4756953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8" name="Straight Connector 1647">
                    <a:extLst>
                      <a:ext uri="{FF2B5EF4-FFF2-40B4-BE49-F238E27FC236}">
                        <a16:creationId xmlns:a16="http://schemas.microsoft.com/office/drawing/2014/main" id="{8BB488D2-5D66-4D92-A426-BBCB7725EF54}"/>
                      </a:ext>
                    </a:extLst>
                  </p:cNvPr>
                  <p:cNvCxnSpPr>
                    <a:cxnSpLocks/>
                    <a:stCxn id="1645" idx="3"/>
                    <a:endCxn id="1645" idx="4"/>
                  </p:cNvCxnSpPr>
                  <p:nvPr/>
                </p:nvCxnSpPr>
                <p:spPr>
                  <a:xfrm flipV="1">
                    <a:off x="3320982" y="4463814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49" name="Pentagon 4">
                    <a:extLst>
                      <a:ext uri="{FF2B5EF4-FFF2-40B4-BE49-F238E27FC236}">
                        <a16:creationId xmlns:a16="http://schemas.microsoft.com/office/drawing/2014/main" id="{844372A4-B4A2-47B6-98AC-45D9325D623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1883980" y="364391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0" name="Pentagon 4">
                    <a:extLst>
                      <a:ext uri="{FF2B5EF4-FFF2-40B4-BE49-F238E27FC236}">
                        <a16:creationId xmlns:a16="http://schemas.microsoft.com/office/drawing/2014/main" id="{F192CC43-2B68-4455-B64A-B68F76234E6E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463947" y="361456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1" name="Pentagon 4">
                    <a:extLst>
                      <a:ext uri="{FF2B5EF4-FFF2-40B4-BE49-F238E27FC236}">
                        <a16:creationId xmlns:a16="http://schemas.microsoft.com/office/drawing/2014/main" id="{0F7B7EC4-60D5-4ABC-BEDB-E2A52D393725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2726666" y="412376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2" name="Pentagon 4">
                    <a:extLst>
                      <a:ext uri="{FF2B5EF4-FFF2-40B4-BE49-F238E27FC236}">
                        <a16:creationId xmlns:a16="http://schemas.microsoft.com/office/drawing/2014/main" id="{839EC6A1-DFDE-493B-A650-EFBDF4FFA2DB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2146699" y="4153119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53" name="Straight Connector 1652">
                    <a:extLst>
                      <a:ext uri="{FF2B5EF4-FFF2-40B4-BE49-F238E27FC236}">
                        <a16:creationId xmlns:a16="http://schemas.microsoft.com/office/drawing/2014/main" id="{C1925056-0E0D-466F-96FB-161C8C1CD4DC}"/>
                      </a:ext>
                    </a:extLst>
                  </p:cNvPr>
                  <p:cNvCxnSpPr>
                    <a:cxnSpLocks/>
                    <a:stCxn id="1649" idx="2"/>
                    <a:endCxn id="1649" idx="3"/>
                  </p:cNvCxnSpPr>
                  <p:nvPr/>
                </p:nvCxnSpPr>
                <p:spPr>
                  <a:xfrm flipH="1" flipV="1">
                    <a:off x="1922056" y="3953435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4" name="Straight Connector 1653">
                    <a:extLst>
                      <a:ext uri="{FF2B5EF4-FFF2-40B4-BE49-F238E27FC236}">
                        <a16:creationId xmlns:a16="http://schemas.microsoft.com/office/drawing/2014/main" id="{12D84274-A611-4F41-8F4D-C7255FE43C8D}"/>
                      </a:ext>
                    </a:extLst>
                  </p:cNvPr>
                  <p:cNvCxnSpPr>
                    <a:cxnSpLocks/>
                    <a:stCxn id="1651" idx="4"/>
                    <a:endCxn id="1651" idx="0"/>
                  </p:cNvCxnSpPr>
                  <p:nvPr/>
                </p:nvCxnSpPr>
                <p:spPr>
                  <a:xfrm flipH="1" flipV="1">
                    <a:off x="2852364" y="4750012"/>
                    <a:ext cx="470577" cy="1854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5" name="Straight Connector 1654">
                    <a:extLst>
                      <a:ext uri="{FF2B5EF4-FFF2-40B4-BE49-F238E27FC236}">
                        <a16:creationId xmlns:a16="http://schemas.microsoft.com/office/drawing/2014/main" id="{A6D82EE4-29CA-4297-A9AF-BEB954E5DDE9}"/>
                      </a:ext>
                    </a:extLst>
                  </p:cNvPr>
                  <p:cNvCxnSpPr>
                    <a:cxnSpLocks/>
                    <a:stCxn id="1652" idx="1"/>
                    <a:endCxn id="1649" idx="2"/>
                  </p:cNvCxnSpPr>
                  <p:nvPr/>
                </p:nvCxnSpPr>
                <p:spPr>
                  <a:xfrm flipH="1" flipV="1">
                    <a:off x="2157201" y="4356145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6" name="Straight Connector 1655">
                    <a:extLst>
                      <a:ext uri="{FF2B5EF4-FFF2-40B4-BE49-F238E27FC236}">
                        <a16:creationId xmlns:a16="http://schemas.microsoft.com/office/drawing/2014/main" id="{AF495ACD-E66D-40A4-8805-253D6370AEFF}"/>
                      </a:ext>
                    </a:extLst>
                  </p:cNvPr>
                  <p:cNvCxnSpPr>
                    <a:cxnSpLocks/>
                    <a:stCxn id="1652" idx="0"/>
                    <a:endCxn id="1652" idx="1"/>
                  </p:cNvCxnSpPr>
                  <p:nvPr/>
                </p:nvCxnSpPr>
                <p:spPr>
                  <a:xfrm flipH="1">
                    <a:off x="2389579" y="4749973"/>
                    <a:ext cx="463822" cy="5861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57" name="Pentagon 4">
                    <a:extLst>
                      <a:ext uri="{FF2B5EF4-FFF2-40B4-BE49-F238E27FC236}">
                        <a16:creationId xmlns:a16="http://schemas.microsoft.com/office/drawing/2014/main" id="{40F82CF8-9917-4279-A3FE-8C9271BFC935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2182238" y="473412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8" name="Pentagon 4">
                    <a:extLst>
                      <a:ext uri="{FF2B5EF4-FFF2-40B4-BE49-F238E27FC236}">
                        <a16:creationId xmlns:a16="http://schemas.microsoft.com/office/drawing/2014/main" id="{F96C21D8-AED1-45FC-A53B-DBB838FFE31C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2762205" y="470477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59" name="Straight Connector 1658">
                    <a:extLst>
                      <a:ext uri="{FF2B5EF4-FFF2-40B4-BE49-F238E27FC236}">
                        <a16:creationId xmlns:a16="http://schemas.microsoft.com/office/drawing/2014/main" id="{1CE2662E-0B69-4E38-8064-C40A4A6BA0EC}"/>
                      </a:ext>
                    </a:extLst>
                  </p:cNvPr>
                  <p:cNvCxnSpPr>
                    <a:cxnSpLocks/>
                    <a:stCxn id="1657" idx="3"/>
                    <a:endCxn id="1657" idx="4"/>
                  </p:cNvCxnSpPr>
                  <p:nvPr/>
                </p:nvCxnSpPr>
                <p:spPr>
                  <a:xfrm flipV="1">
                    <a:off x="2220314" y="4750507"/>
                    <a:ext cx="168777" cy="29313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0" name="Pentagon 4">
                    <a:extLst>
                      <a:ext uri="{FF2B5EF4-FFF2-40B4-BE49-F238E27FC236}">
                        <a16:creationId xmlns:a16="http://schemas.microsoft.com/office/drawing/2014/main" id="{520AEAB0-A042-434A-9520-6ADE3ABDE8B1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791781" y="393097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1" name="Pentagon 4">
                    <a:extLst>
                      <a:ext uri="{FF2B5EF4-FFF2-40B4-BE49-F238E27FC236}">
                        <a16:creationId xmlns:a16="http://schemas.microsoft.com/office/drawing/2014/main" id="{6A4A6845-4902-4800-8469-89D1C21916B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1371748" y="3901623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2" name="Pentagon 4">
                    <a:extLst>
                      <a:ext uri="{FF2B5EF4-FFF2-40B4-BE49-F238E27FC236}">
                        <a16:creationId xmlns:a16="http://schemas.microsoft.com/office/drawing/2014/main" id="{87C2BC9F-5BC5-44E4-B534-4E3B981D9F8E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1634467" y="441082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3" name="Pentagon 4">
                    <a:extLst>
                      <a:ext uri="{FF2B5EF4-FFF2-40B4-BE49-F238E27FC236}">
                        <a16:creationId xmlns:a16="http://schemas.microsoft.com/office/drawing/2014/main" id="{7E2397FA-7BD7-40E8-8244-F6352C05C285}"/>
                      </a:ext>
                    </a:extLst>
                  </p:cNvPr>
                  <p:cNvSpPr/>
                  <p:nvPr/>
                </p:nvSpPr>
                <p:spPr>
                  <a:xfrm rot="12600000">
                    <a:off x="1054500" y="444018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545" name="Group 1544">
                  <a:extLst>
                    <a:ext uri="{FF2B5EF4-FFF2-40B4-BE49-F238E27FC236}">
                      <a16:creationId xmlns:a16="http://schemas.microsoft.com/office/drawing/2014/main" id="{2ACB5FB7-AB82-466E-86F5-ED85B870D006}"/>
                    </a:ext>
                  </a:extLst>
                </p:cNvPr>
                <p:cNvGrpSpPr/>
                <p:nvPr/>
              </p:nvGrpSpPr>
              <p:grpSpPr>
                <a:xfrm>
                  <a:off x="861404" y="536248"/>
                  <a:ext cx="2838849" cy="1387443"/>
                  <a:chOff x="861404" y="536248"/>
                  <a:chExt cx="2838849" cy="1387443"/>
                </a:xfrm>
                <a:grpFill/>
              </p:grpSpPr>
              <p:grpSp>
                <p:nvGrpSpPr>
                  <p:cNvPr id="1546" name="Group 1545">
                    <a:extLst>
                      <a:ext uri="{FF2B5EF4-FFF2-40B4-BE49-F238E27FC236}">
                        <a16:creationId xmlns:a16="http://schemas.microsoft.com/office/drawing/2014/main" id="{31CBE5A9-C85C-4828-BF93-C10C2BA6927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1296679" y="827125"/>
                    <a:ext cx="1303772" cy="803128"/>
                    <a:chOff x="6237808" y="2784252"/>
                    <a:chExt cx="1303772" cy="803128"/>
                  </a:xfrm>
                  <a:grpFill/>
                </p:grpSpPr>
                <p:sp>
                  <p:nvSpPr>
                    <p:cNvPr id="1553" name="Pentagon 4">
                      <a:extLst>
                        <a:ext uri="{FF2B5EF4-FFF2-40B4-BE49-F238E27FC236}">
                          <a16:creationId xmlns:a16="http://schemas.microsoft.com/office/drawing/2014/main" id="{CA7E58F4-5CBB-42A7-874B-C91EDEA2354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54" name="Pentagon 4">
                      <a:extLst>
                        <a:ext uri="{FF2B5EF4-FFF2-40B4-BE49-F238E27FC236}">
                          <a16:creationId xmlns:a16="http://schemas.microsoft.com/office/drawing/2014/main" id="{EA53EBA4-F77C-4049-B01A-8AA4E869531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cxnSp>
                <p:nvCxnSpPr>
                  <p:cNvPr id="1547" name="Straight Connector 1546">
                    <a:extLst>
                      <a:ext uri="{FF2B5EF4-FFF2-40B4-BE49-F238E27FC236}">
                        <a16:creationId xmlns:a16="http://schemas.microsoft.com/office/drawing/2014/main" id="{D42118FB-4709-4E85-A746-698039C6D548}"/>
                      </a:ext>
                    </a:extLst>
                  </p:cNvPr>
                  <p:cNvCxnSpPr>
                    <a:cxnSpLocks/>
                    <a:stCxn id="1553" idx="2"/>
                    <a:endCxn id="1553" idx="3"/>
                  </p:cNvCxnSpPr>
                  <p:nvPr/>
                </p:nvCxnSpPr>
                <p:spPr>
                  <a:xfrm>
                    <a:off x="2406553" y="838700"/>
                    <a:ext cx="235145" cy="402710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8" name="Straight Connector 1547">
                    <a:extLst>
                      <a:ext uri="{FF2B5EF4-FFF2-40B4-BE49-F238E27FC236}">
                        <a16:creationId xmlns:a16="http://schemas.microsoft.com/office/drawing/2014/main" id="{2E4D2C2E-93E8-4CD3-80E5-C1C7A93FF13C}"/>
                      </a:ext>
                    </a:extLst>
                  </p:cNvPr>
                  <p:cNvCxnSpPr>
                    <a:cxnSpLocks/>
                    <a:stCxn id="1554" idx="1"/>
                  </p:cNvCxnSpPr>
                  <p:nvPr/>
                </p:nvCxnSpPr>
                <p:spPr>
                  <a:xfrm flipH="1" flipV="1">
                    <a:off x="1307181" y="1138828"/>
                    <a:ext cx="232378" cy="399689"/>
                  </a:xfrm>
                  <a:prstGeom prst="line">
                    <a:avLst/>
                  </a:prstGeom>
                  <a:grpFill/>
                  <a:ln w="57150" cap="rnd">
                    <a:noFill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549" name="Group 1548">
                    <a:extLst>
                      <a:ext uri="{FF2B5EF4-FFF2-40B4-BE49-F238E27FC236}">
                        <a16:creationId xmlns:a16="http://schemas.microsoft.com/office/drawing/2014/main" id="{A5C75FDA-9623-411F-8EC7-4834AB5A5BD4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396481" y="536248"/>
                    <a:ext cx="1303772" cy="803128"/>
                    <a:chOff x="6237808" y="2784252"/>
                    <a:chExt cx="1303772" cy="803128"/>
                  </a:xfrm>
                  <a:grpFill/>
                </p:grpSpPr>
                <p:sp>
                  <p:nvSpPr>
                    <p:cNvPr id="1551" name="Pentagon 4">
                      <a:extLst>
                        <a:ext uri="{FF2B5EF4-FFF2-40B4-BE49-F238E27FC236}">
                          <a16:creationId xmlns:a16="http://schemas.microsoft.com/office/drawing/2014/main" id="{403EAD98-4AF8-415A-8920-694A23746CCB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52" name="Pentagon 4">
                      <a:extLst>
                        <a:ext uri="{FF2B5EF4-FFF2-40B4-BE49-F238E27FC236}">
                          <a16:creationId xmlns:a16="http://schemas.microsoft.com/office/drawing/2014/main" id="{30A025EC-1409-4414-BD08-68B4248DFA66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550" name="Pentagon 4">
                    <a:extLst>
                      <a:ext uri="{FF2B5EF4-FFF2-40B4-BE49-F238E27FC236}">
                        <a16:creationId xmlns:a16="http://schemas.microsoft.com/office/drawing/2014/main" id="{79ADC8CF-C836-4E7A-A666-872984908143}"/>
                      </a:ext>
                    </a:extLst>
                  </p:cNvPr>
                  <p:cNvSpPr/>
                  <p:nvPr/>
                </p:nvSpPr>
                <p:spPr>
                  <a:xfrm rot="18014139">
                    <a:off x="782081" y="1199886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372" name="Group 1371">
                <a:extLst>
                  <a:ext uri="{FF2B5EF4-FFF2-40B4-BE49-F238E27FC236}">
                    <a16:creationId xmlns:a16="http://schemas.microsoft.com/office/drawing/2014/main" id="{AEE15B47-4E2B-4A1D-88AF-C6AD33651DC3}"/>
                  </a:ext>
                </a:extLst>
              </p:cNvPr>
              <p:cNvGrpSpPr/>
              <p:nvPr/>
            </p:nvGrpSpPr>
            <p:grpSpPr>
              <a:xfrm>
                <a:off x="6027161" y="1586231"/>
                <a:ext cx="4504371" cy="4429517"/>
                <a:chOff x="733015" y="753721"/>
                <a:chExt cx="4504371" cy="4429517"/>
              </a:xfrm>
              <a:solidFill>
                <a:schemeClr val="bg1"/>
              </a:solidFill>
            </p:grpSpPr>
            <p:grpSp>
              <p:nvGrpSpPr>
                <p:cNvPr id="1466" name="Group 1465">
                  <a:extLst>
                    <a:ext uri="{FF2B5EF4-FFF2-40B4-BE49-F238E27FC236}">
                      <a16:creationId xmlns:a16="http://schemas.microsoft.com/office/drawing/2014/main" id="{5137C057-BAB8-4C6F-ABBA-47A67260F07F}"/>
                    </a:ext>
                  </a:extLst>
                </p:cNvPr>
                <p:cNvGrpSpPr/>
                <p:nvPr/>
              </p:nvGrpSpPr>
              <p:grpSpPr>
                <a:xfrm>
                  <a:off x="898562" y="1044598"/>
                  <a:ext cx="2091844" cy="1962707"/>
                  <a:chOff x="898562" y="1044598"/>
                  <a:chExt cx="2091844" cy="1962707"/>
                </a:xfrm>
                <a:grpFill/>
              </p:grpSpPr>
              <p:cxnSp>
                <p:nvCxnSpPr>
                  <p:cNvPr id="1532" name="Straight Connector 1531">
                    <a:extLst>
                      <a:ext uri="{FF2B5EF4-FFF2-40B4-BE49-F238E27FC236}">
                        <a16:creationId xmlns:a16="http://schemas.microsoft.com/office/drawing/2014/main" id="{D0697819-54BC-44C4-9FBF-A80528C334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995612" y="1515742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3" name="Straight Connector 1532">
                    <a:extLst>
                      <a:ext uri="{FF2B5EF4-FFF2-40B4-BE49-F238E27FC236}">
                        <a16:creationId xmlns:a16="http://schemas.microsoft.com/office/drawing/2014/main" id="{AB8F633E-6701-475C-9A2D-378E028CB7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289442" y="1909570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4" name="Straight Connector 1533">
                    <a:extLst>
                      <a:ext uri="{FF2B5EF4-FFF2-40B4-BE49-F238E27FC236}">
                        <a16:creationId xmlns:a16="http://schemas.microsoft.com/office/drawing/2014/main" id="{782A108D-8B6C-467E-BD02-89AAA6D06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759064" y="2312280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5" name="Straight Connector 1534">
                    <a:extLst>
                      <a:ext uri="{FF2B5EF4-FFF2-40B4-BE49-F238E27FC236}">
                        <a16:creationId xmlns:a16="http://schemas.microsoft.com/office/drawing/2014/main" id="{00A51492-BD22-40D3-B0F5-1EFC84C8E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295791" y="2600092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6" name="Straight Connector 1535">
                    <a:extLst>
                      <a:ext uri="{FF2B5EF4-FFF2-40B4-BE49-F238E27FC236}">
                        <a16:creationId xmlns:a16="http://schemas.microsoft.com/office/drawing/2014/main" id="{D78B0817-85D2-4FA4-8DEB-C1665B860C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758576" y="260009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7" name="Straight Connector 1536">
                    <a:extLst>
                      <a:ext uri="{FF2B5EF4-FFF2-40B4-BE49-F238E27FC236}">
                        <a16:creationId xmlns:a16="http://schemas.microsoft.com/office/drawing/2014/main" id="{50D3F1CA-0562-4AB6-876F-32CC595D5A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368119" y="179694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8" name="Straight Connector 1537">
                    <a:extLst>
                      <a:ext uri="{FF2B5EF4-FFF2-40B4-BE49-F238E27FC236}">
                        <a16:creationId xmlns:a16="http://schemas.microsoft.com/office/drawing/2014/main" id="{91EDE39E-DFA7-46CD-A886-14B3FBC28A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89173" y="1044598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9" name="Straight Connector 1538">
                    <a:extLst>
                      <a:ext uri="{FF2B5EF4-FFF2-40B4-BE49-F238E27FC236}">
                        <a16:creationId xmlns:a16="http://schemas.microsoft.com/office/drawing/2014/main" id="{FAC16D0A-F693-4919-9741-8D13DF38D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993127" y="1508440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0" name="Straight Connector 1539">
                    <a:extLst>
                      <a:ext uri="{FF2B5EF4-FFF2-40B4-BE49-F238E27FC236}">
                        <a16:creationId xmlns:a16="http://schemas.microsoft.com/office/drawing/2014/main" id="{7F2F94A9-A7D1-46D3-9FBB-EB2E26E604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530342" y="1508401"/>
                    <a:ext cx="463822" cy="586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1" name="Straight Connector 1540">
                    <a:extLst>
                      <a:ext uri="{FF2B5EF4-FFF2-40B4-BE49-F238E27FC236}">
                        <a16:creationId xmlns:a16="http://schemas.microsoft.com/office/drawing/2014/main" id="{EFB58795-BA54-475E-AA8A-C56E561E2B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2771" y="1107882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2" name="Straight Connector 1541">
                    <a:extLst>
                      <a:ext uri="{FF2B5EF4-FFF2-40B4-BE49-F238E27FC236}">
                        <a16:creationId xmlns:a16="http://schemas.microsoft.com/office/drawing/2014/main" id="{D0B258B7-70B9-4DA8-838B-B1DC7D9AE9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369139" y="1510592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3" name="Straight Connector 1542">
                    <a:extLst>
                      <a:ext uri="{FF2B5EF4-FFF2-40B4-BE49-F238E27FC236}">
                        <a16:creationId xmlns:a16="http://schemas.microsoft.com/office/drawing/2014/main" id="{B4102FDD-C7B2-4AAB-A252-39D7B86885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98562" y="1801877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7" name="Group 1466">
                  <a:extLst>
                    <a:ext uri="{FF2B5EF4-FFF2-40B4-BE49-F238E27FC236}">
                      <a16:creationId xmlns:a16="http://schemas.microsoft.com/office/drawing/2014/main" id="{69FFF913-17FB-4DAD-8AAB-28C5D596A995}"/>
                    </a:ext>
                  </a:extLst>
                </p:cNvPr>
                <p:cNvGrpSpPr/>
                <p:nvPr/>
              </p:nvGrpSpPr>
              <p:grpSpPr>
                <a:xfrm>
                  <a:off x="3385201" y="941988"/>
                  <a:ext cx="1500362" cy="1374845"/>
                  <a:chOff x="3385201" y="941988"/>
                  <a:chExt cx="1500362" cy="1374845"/>
                </a:xfrm>
                <a:grpFill/>
              </p:grpSpPr>
              <p:cxnSp>
                <p:nvCxnSpPr>
                  <p:cNvPr id="1525" name="Straight Connector 1524">
                    <a:extLst>
                      <a:ext uri="{FF2B5EF4-FFF2-40B4-BE49-F238E27FC236}">
                        <a16:creationId xmlns:a16="http://schemas.microsoft.com/office/drawing/2014/main" id="{B01BCAE1-E8B9-4E53-A6DB-9AF762B222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88479" y="941988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6" name="Straight Connector 1525">
                    <a:extLst>
                      <a:ext uri="{FF2B5EF4-FFF2-40B4-BE49-F238E27FC236}">
                        <a16:creationId xmlns:a16="http://schemas.microsoft.com/office/drawing/2014/main" id="{60860DE2-7612-4117-9D43-9B192E9F72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482309" y="1335816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7" name="Straight Connector 1526">
                    <a:extLst>
                      <a:ext uri="{FF2B5EF4-FFF2-40B4-BE49-F238E27FC236}">
                        <a16:creationId xmlns:a16="http://schemas.microsoft.com/office/drawing/2014/main" id="{FD475B3B-9E76-4346-95B3-62A2DF4D05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188479" y="1391621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8" name="Straight Connector 1527">
                    <a:extLst>
                      <a:ext uri="{FF2B5EF4-FFF2-40B4-BE49-F238E27FC236}">
                        <a16:creationId xmlns:a16="http://schemas.microsoft.com/office/drawing/2014/main" id="{802D83C1-EE93-4949-B8CC-B2E1CC61DC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786739" y="1405791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9" name="Straight Connector 1528">
                    <a:extLst>
                      <a:ext uri="{FF2B5EF4-FFF2-40B4-BE49-F238E27FC236}">
                        <a16:creationId xmlns:a16="http://schemas.microsoft.com/office/drawing/2014/main" id="{12167D34-F23C-4D28-AB4D-64B33AAA45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7400" y="1565969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0" name="Straight Connector 1529">
                    <a:extLst>
                      <a:ext uri="{FF2B5EF4-FFF2-40B4-BE49-F238E27FC236}">
                        <a16:creationId xmlns:a16="http://schemas.microsoft.com/office/drawing/2014/main" id="{43E4BE62-B7EB-43E2-A949-9BE9BD3DE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93364" y="1622877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1" name="Straight Connector 1530">
                    <a:extLst>
                      <a:ext uri="{FF2B5EF4-FFF2-40B4-BE49-F238E27FC236}">
                        <a16:creationId xmlns:a16="http://schemas.microsoft.com/office/drawing/2014/main" id="{CF6E6A56-C945-4B82-9C79-31CF5D7772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385201" y="1853030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8" name="Group 1467">
                  <a:extLst>
                    <a:ext uri="{FF2B5EF4-FFF2-40B4-BE49-F238E27FC236}">
                      <a16:creationId xmlns:a16="http://schemas.microsoft.com/office/drawing/2014/main" id="{0FF130C4-1299-4F97-9E99-D7608346D5F4}"/>
                    </a:ext>
                  </a:extLst>
                </p:cNvPr>
                <p:cNvGrpSpPr/>
                <p:nvPr/>
              </p:nvGrpSpPr>
              <p:grpSpPr>
                <a:xfrm>
                  <a:off x="3394538" y="2032199"/>
                  <a:ext cx="1842848" cy="1702926"/>
                  <a:chOff x="3394538" y="2032199"/>
                  <a:chExt cx="1842848" cy="1702926"/>
                </a:xfrm>
                <a:grpFill/>
              </p:grpSpPr>
              <p:cxnSp>
                <p:nvCxnSpPr>
                  <p:cNvPr id="1519" name="Straight Connector 1518">
                    <a:extLst>
                      <a:ext uri="{FF2B5EF4-FFF2-40B4-BE49-F238E27FC236}">
                        <a16:creationId xmlns:a16="http://schemas.microsoft.com/office/drawing/2014/main" id="{724A6A2E-6931-4E55-95DE-DC4F1B9CF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486737" y="2032199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0" name="Straight Connector 1519">
                    <a:extLst>
                      <a:ext uri="{FF2B5EF4-FFF2-40B4-BE49-F238E27FC236}">
                        <a16:creationId xmlns:a16="http://schemas.microsoft.com/office/drawing/2014/main" id="{8AB1CCC5-A4C7-4B15-9DF1-4F38BFB70D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780567" y="2426027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1" name="Straight Connector 1520">
                    <a:extLst>
                      <a:ext uri="{FF2B5EF4-FFF2-40B4-BE49-F238E27FC236}">
                        <a16:creationId xmlns:a16="http://schemas.microsoft.com/office/drawing/2014/main" id="{59B10C41-F723-478C-91DD-1D030A06DA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859244" y="2313399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2" name="Straight Connector 1521">
                    <a:extLst>
                      <a:ext uri="{FF2B5EF4-FFF2-40B4-BE49-F238E27FC236}">
                        <a16:creationId xmlns:a16="http://schemas.microsoft.com/office/drawing/2014/main" id="{B004BC54-6FB4-4A34-8F67-99AD230553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394538" y="2768893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3" name="Straight Connector 1522">
                    <a:extLst>
                      <a:ext uri="{FF2B5EF4-FFF2-40B4-BE49-F238E27FC236}">
                        <a16:creationId xmlns:a16="http://schemas.microsoft.com/office/drawing/2014/main" id="{3E0773B4-FAAA-4616-969C-C66688DB8F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4774601" y="3112060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4" name="Straight Connector 1523">
                    <a:extLst>
                      <a:ext uri="{FF2B5EF4-FFF2-40B4-BE49-F238E27FC236}">
                        <a16:creationId xmlns:a16="http://schemas.microsoft.com/office/drawing/2014/main" id="{EAE34E50-E344-478E-9119-9A858088E5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772680" y="3567554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69" name="Group 1468">
                  <a:extLst>
                    <a:ext uri="{FF2B5EF4-FFF2-40B4-BE49-F238E27FC236}">
                      <a16:creationId xmlns:a16="http://schemas.microsoft.com/office/drawing/2014/main" id="{E8307816-CF85-4BB3-8252-01DA174E532E}"/>
                    </a:ext>
                  </a:extLst>
                </p:cNvPr>
                <p:cNvGrpSpPr/>
                <p:nvPr/>
              </p:nvGrpSpPr>
              <p:grpSpPr>
                <a:xfrm>
                  <a:off x="3278741" y="2713088"/>
                  <a:ext cx="1495860" cy="1779678"/>
                  <a:chOff x="3278741" y="2713088"/>
                  <a:chExt cx="1495860" cy="1779678"/>
                </a:xfrm>
                <a:grpFill/>
              </p:grpSpPr>
              <p:cxnSp>
                <p:nvCxnSpPr>
                  <p:cNvPr id="1509" name="Straight Connector 1508">
                    <a:extLst>
                      <a:ext uri="{FF2B5EF4-FFF2-40B4-BE49-F238E27FC236}">
                        <a16:creationId xmlns:a16="http://schemas.microsoft.com/office/drawing/2014/main" id="{27DA8B9F-F050-4446-96B2-F14501B34B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91622" y="2713088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0" name="Straight Connector 1509">
                    <a:extLst>
                      <a:ext uri="{FF2B5EF4-FFF2-40B4-BE49-F238E27FC236}">
                        <a16:creationId xmlns:a16="http://schemas.microsoft.com/office/drawing/2014/main" id="{F7A86A4C-3E60-44D1-91D3-B1E4F432E1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304024" y="3116028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1" name="Straight Connector 1510">
                    <a:extLst>
                      <a:ext uri="{FF2B5EF4-FFF2-40B4-BE49-F238E27FC236}">
                        <a16:creationId xmlns:a16="http://schemas.microsoft.com/office/drawing/2014/main" id="{B2BBDD98-9EB6-4098-8042-70334FD9B3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135247" y="3116028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2" name="Straight Connector 1511">
                    <a:extLst>
                      <a:ext uri="{FF2B5EF4-FFF2-40B4-BE49-F238E27FC236}">
                        <a16:creationId xmlns:a16="http://schemas.microsoft.com/office/drawing/2014/main" id="{CBB6519C-CC83-4EDE-ABFD-8464EC835F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682402" y="3399121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3" name="Straight Connector 1512">
                    <a:extLst>
                      <a:ext uri="{FF2B5EF4-FFF2-40B4-BE49-F238E27FC236}">
                        <a16:creationId xmlns:a16="http://schemas.microsoft.com/office/drawing/2014/main" id="{9F52C6A0-24A9-4268-93FB-AB7151970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145187" y="3399121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4" name="Straight Connector 1513">
                    <a:extLst>
                      <a:ext uri="{FF2B5EF4-FFF2-40B4-BE49-F238E27FC236}">
                        <a16:creationId xmlns:a16="http://schemas.microsoft.com/office/drawing/2014/main" id="{67FCE7CF-7623-43EB-BD03-3D19E00C35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0481" y="3404982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5" name="Straight Connector 1514">
                    <a:extLst>
                      <a:ext uri="{FF2B5EF4-FFF2-40B4-BE49-F238E27FC236}">
                        <a16:creationId xmlns:a16="http://schemas.microsoft.com/office/drawing/2014/main" id="{178028C0-3E3E-49A7-9074-829A687EE9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74311" y="3798810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6" name="Straight Connector 1515">
                    <a:extLst>
                      <a:ext uri="{FF2B5EF4-FFF2-40B4-BE49-F238E27FC236}">
                        <a16:creationId xmlns:a16="http://schemas.microsoft.com/office/drawing/2014/main" id="{13EA60B2-0498-40C7-9B26-70AB8F0987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680481" y="3854615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7" name="Straight Connector 1516">
                    <a:extLst>
                      <a:ext uri="{FF2B5EF4-FFF2-40B4-BE49-F238E27FC236}">
                        <a16:creationId xmlns:a16="http://schemas.microsoft.com/office/drawing/2014/main" id="{DCF3450A-13C6-4586-B9E0-8C6B819450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278741" y="3868785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8" name="Straight Connector 1517">
                    <a:extLst>
                      <a:ext uri="{FF2B5EF4-FFF2-40B4-BE49-F238E27FC236}">
                        <a16:creationId xmlns:a16="http://schemas.microsoft.com/office/drawing/2014/main" id="{F711A9A1-2A1F-4F78-85E9-6A2CDFCBBF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69402" y="4028963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0" name="Group 1469">
                  <a:extLst>
                    <a:ext uri="{FF2B5EF4-FFF2-40B4-BE49-F238E27FC236}">
                      <a16:creationId xmlns:a16="http://schemas.microsoft.com/office/drawing/2014/main" id="{00CDCE42-4B8C-4730-BF52-2F4EAFD440AA}"/>
                    </a:ext>
                  </a:extLst>
                </p:cNvPr>
                <p:cNvGrpSpPr/>
                <p:nvPr/>
              </p:nvGrpSpPr>
              <p:grpSpPr>
                <a:xfrm>
                  <a:off x="2581734" y="3685814"/>
                  <a:ext cx="2093541" cy="1497424"/>
                  <a:chOff x="2581734" y="3685814"/>
                  <a:chExt cx="2093541" cy="1497424"/>
                </a:xfrm>
                <a:grpFill/>
              </p:grpSpPr>
              <p:cxnSp>
                <p:nvCxnSpPr>
                  <p:cNvPr id="1502" name="Straight Connector 1501">
                    <a:extLst>
                      <a:ext uri="{FF2B5EF4-FFF2-40B4-BE49-F238E27FC236}">
                        <a16:creationId xmlns:a16="http://schemas.microsoft.com/office/drawing/2014/main" id="{F117BC3D-0B1F-4D4A-BD99-C0DF78BE9A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443445" y="4489332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3" name="Straight Connector 1502">
                    <a:extLst>
                      <a:ext uri="{FF2B5EF4-FFF2-40B4-BE49-F238E27FC236}">
                        <a16:creationId xmlns:a16="http://schemas.microsoft.com/office/drawing/2014/main" id="{197A1FFA-741C-436F-8C1B-990124796C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978739" y="4495193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4" name="Straight Connector 1503">
                    <a:extLst>
                      <a:ext uri="{FF2B5EF4-FFF2-40B4-BE49-F238E27FC236}">
                        <a16:creationId xmlns:a16="http://schemas.microsoft.com/office/drawing/2014/main" id="{F17CC5A5-3E95-494C-9F48-64D773C33F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581734" y="3685814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5" name="Straight Connector 1504">
                    <a:extLst>
                      <a:ext uri="{FF2B5EF4-FFF2-40B4-BE49-F238E27FC236}">
                        <a16:creationId xmlns:a16="http://schemas.microsoft.com/office/drawing/2014/main" id="{EAFFCDB3-26AD-42C9-A91C-61E8A03E7B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873643" y="4085503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6" name="Straight Connector 1505">
                    <a:extLst>
                      <a:ext uri="{FF2B5EF4-FFF2-40B4-BE49-F238E27FC236}">
                        <a16:creationId xmlns:a16="http://schemas.microsoft.com/office/drawing/2014/main" id="{C3959668-4D99-4461-A924-73F9372757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343265" y="4488213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7" name="Straight Connector 1506">
                    <a:extLst>
                      <a:ext uri="{FF2B5EF4-FFF2-40B4-BE49-F238E27FC236}">
                        <a16:creationId xmlns:a16="http://schemas.microsoft.com/office/drawing/2014/main" id="{CF7D5875-0595-4520-A6D3-FB83098C52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879992" y="4776025"/>
                    <a:ext cx="462785" cy="5822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8" name="Straight Connector 1507">
                    <a:extLst>
                      <a:ext uri="{FF2B5EF4-FFF2-40B4-BE49-F238E27FC236}">
                        <a16:creationId xmlns:a16="http://schemas.microsoft.com/office/drawing/2014/main" id="{34A2C3B0-BC06-4D71-A9D0-D437AADD03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342777" y="4776025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1" name="Group 1470">
                  <a:extLst>
                    <a:ext uri="{FF2B5EF4-FFF2-40B4-BE49-F238E27FC236}">
                      <a16:creationId xmlns:a16="http://schemas.microsoft.com/office/drawing/2014/main" id="{8ED25FEE-1E4C-47F5-BBEA-C12094648821}"/>
                    </a:ext>
                  </a:extLst>
                </p:cNvPr>
                <p:cNvGrpSpPr/>
                <p:nvPr/>
              </p:nvGrpSpPr>
              <p:grpSpPr>
                <a:xfrm>
                  <a:off x="1085874" y="3689782"/>
                  <a:ext cx="1794118" cy="1378631"/>
                  <a:chOff x="1085874" y="3689782"/>
                  <a:chExt cx="1794118" cy="1378631"/>
                </a:xfrm>
                <a:grpFill/>
              </p:grpSpPr>
              <p:cxnSp>
                <p:nvCxnSpPr>
                  <p:cNvPr id="1491" name="Straight Connector 1490">
                    <a:extLst>
                      <a:ext uri="{FF2B5EF4-FFF2-40B4-BE49-F238E27FC236}">
                        <a16:creationId xmlns:a16="http://schemas.microsoft.com/office/drawing/2014/main" id="{8FC0B999-A309-40AB-8B91-76CFF6BFC8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111157" y="3689782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2" name="Straight Connector 1491">
                    <a:extLst>
                      <a:ext uri="{FF2B5EF4-FFF2-40B4-BE49-F238E27FC236}">
                        <a16:creationId xmlns:a16="http://schemas.microsoft.com/office/drawing/2014/main" id="{C4C1047E-AB91-4B43-A2E7-F8A8CD6B21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178073" y="4155478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3" name="Straight Connector 1492">
                    <a:extLst>
                      <a:ext uri="{FF2B5EF4-FFF2-40B4-BE49-F238E27FC236}">
                        <a16:creationId xmlns:a16="http://schemas.microsoft.com/office/drawing/2014/main" id="{ADC013F5-8BE0-455D-BC17-FA01AFE6F8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2409415" y="4779993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4" name="Straight Connector 1493">
                    <a:extLst>
                      <a:ext uri="{FF2B5EF4-FFF2-40B4-BE49-F238E27FC236}">
                        <a16:creationId xmlns:a16="http://schemas.microsoft.com/office/drawing/2014/main" id="{E44859E5-5262-4840-824D-7CA7C974D2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952320" y="3972875"/>
                    <a:ext cx="231830" cy="40721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5" name="Straight Connector 1494">
                    <a:extLst>
                      <a:ext uri="{FF2B5EF4-FFF2-40B4-BE49-F238E27FC236}">
                        <a16:creationId xmlns:a16="http://schemas.microsoft.com/office/drawing/2014/main" id="{61408D37-A448-4FF1-A192-D04392E2FA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7614" y="3978736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6" name="Straight Connector 1495">
                    <a:extLst>
                      <a:ext uri="{FF2B5EF4-FFF2-40B4-BE49-F238E27FC236}">
                        <a16:creationId xmlns:a16="http://schemas.microsoft.com/office/drawing/2014/main" id="{039D28A3-D25A-4147-94CA-FF207A5498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781444" y="4372564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7" name="Straight Connector 1496">
                    <a:extLst>
                      <a:ext uri="{FF2B5EF4-FFF2-40B4-BE49-F238E27FC236}">
                        <a16:creationId xmlns:a16="http://schemas.microsoft.com/office/drawing/2014/main" id="{2D888172-1262-4440-9D8E-AB54E1DCC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7614" y="4428369"/>
                    <a:ext cx="293830" cy="16757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8" name="Straight Connector 1497">
                    <a:extLst>
                      <a:ext uri="{FF2B5EF4-FFF2-40B4-BE49-F238E27FC236}">
                        <a16:creationId xmlns:a16="http://schemas.microsoft.com/office/drawing/2014/main" id="{7B63F3FD-8294-4960-AFE8-E6285A4A30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85874" y="4442539"/>
                    <a:ext cx="407615" cy="22262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9" name="Straight Connector 1498">
                    <a:extLst>
                      <a:ext uri="{FF2B5EF4-FFF2-40B4-BE49-F238E27FC236}">
                        <a16:creationId xmlns:a16="http://schemas.microsoft.com/office/drawing/2014/main" id="{E9C11659-E989-4042-99C6-8979140F1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84698" y="4372564"/>
                    <a:ext cx="235145" cy="402710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0" name="Straight Connector 1499">
                    <a:extLst>
                      <a:ext uri="{FF2B5EF4-FFF2-40B4-BE49-F238E27FC236}">
                        <a16:creationId xmlns:a16="http://schemas.microsoft.com/office/drawing/2014/main" id="{31CD5632-EF1C-4B19-8E26-CE45E22716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76535" y="4602717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1" name="Straight Connector 1500">
                    <a:extLst>
                      <a:ext uri="{FF2B5EF4-FFF2-40B4-BE49-F238E27FC236}">
                        <a16:creationId xmlns:a16="http://schemas.microsoft.com/office/drawing/2014/main" id="{0B784BE2-22E5-4FCF-AB54-B4A2380C65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251066" y="4775274"/>
                    <a:ext cx="168777" cy="293139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2" name="Group 1471">
                  <a:extLst>
                    <a:ext uri="{FF2B5EF4-FFF2-40B4-BE49-F238E27FC236}">
                      <a16:creationId xmlns:a16="http://schemas.microsoft.com/office/drawing/2014/main" id="{A10285B4-16E1-4705-9026-EB70D46F2C89}"/>
                    </a:ext>
                  </a:extLst>
                </p:cNvPr>
                <p:cNvGrpSpPr/>
                <p:nvPr/>
              </p:nvGrpSpPr>
              <p:grpSpPr>
                <a:xfrm>
                  <a:off x="2630144" y="753721"/>
                  <a:ext cx="933362" cy="924961"/>
                  <a:chOff x="2630144" y="753721"/>
                  <a:chExt cx="933362" cy="924961"/>
                </a:xfrm>
                <a:grpFill/>
              </p:grpSpPr>
              <p:cxnSp>
                <p:nvCxnSpPr>
                  <p:cNvPr id="1487" name="Straight Connector 1486">
                    <a:extLst>
                      <a:ext uri="{FF2B5EF4-FFF2-40B4-BE49-F238E27FC236}">
                        <a16:creationId xmlns:a16="http://schemas.microsoft.com/office/drawing/2014/main" id="{FF963363-221A-4F15-865F-498A884534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96280" y="1229049"/>
                    <a:ext cx="884" cy="44963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8" name="Straight Connector 1487">
                    <a:extLst>
                      <a:ext uri="{FF2B5EF4-FFF2-40B4-BE49-F238E27FC236}">
                        <a16:creationId xmlns:a16="http://schemas.microsoft.com/office/drawing/2014/main" id="{2B4D6998-B95C-41F4-A861-3E05065C77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8975" y="753721"/>
                    <a:ext cx="4991" cy="463803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9" name="Straight Connector 1488">
                    <a:extLst>
                      <a:ext uri="{FF2B5EF4-FFF2-40B4-BE49-F238E27FC236}">
                        <a16:creationId xmlns:a16="http://schemas.microsoft.com/office/drawing/2014/main" id="{FCED5870-13EA-4201-A4E4-DE2A9A146C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3092929" y="1217563"/>
                    <a:ext cx="470577" cy="1854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0" name="Straight Connector 1489">
                    <a:extLst>
                      <a:ext uri="{FF2B5EF4-FFF2-40B4-BE49-F238E27FC236}">
                        <a16:creationId xmlns:a16="http://schemas.microsoft.com/office/drawing/2014/main" id="{7CCA1A15-3F08-4264-9C4F-6CB8203AAD9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630144" y="1217524"/>
                    <a:ext cx="463822" cy="5861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73" name="Group 1472">
                  <a:extLst>
                    <a:ext uri="{FF2B5EF4-FFF2-40B4-BE49-F238E27FC236}">
                      <a16:creationId xmlns:a16="http://schemas.microsoft.com/office/drawing/2014/main" id="{F48A29E7-9664-4A34-B147-CF6B90B55E0A}"/>
                    </a:ext>
                  </a:extLst>
                </p:cNvPr>
                <p:cNvGrpSpPr/>
                <p:nvPr/>
              </p:nvGrpSpPr>
              <p:grpSpPr>
                <a:xfrm>
                  <a:off x="733015" y="2196631"/>
                  <a:ext cx="1562776" cy="1784167"/>
                  <a:chOff x="733015" y="2196631"/>
                  <a:chExt cx="1562776" cy="1784167"/>
                </a:xfrm>
                <a:grpFill/>
              </p:grpSpPr>
              <p:grpSp>
                <p:nvGrpSpPr>
                  <p:cNvPr id="1474" name="Group 1473">
                    <a:extLst>
                      <a:ext uri="{FF2B5EF4-FFF2-40B4-BE49-F238E27FC236}">
                        <a16:creationId xmlns:a16="http://schemas.microsoft.com/office/drawing/2014/main" id="{99D8CE1A-2A7F-4AB5-9CF0-D241A1E08F15}"/>
                      </a:ext>
                    </a:extLst>
                  </p:cNvPr>
                  <p:cNvGrpSpPr/>
                  <p:nvPr/>
                </p:nvGrpSpPr>
                <p:grpSpPr>
                  <a:xfrm>
                    <a:off x="733015" y="2196631"/>
                    <a:ext cx="1562776" cy="1784167"/>
                    <a:chOff x="733015" y="2196631"/>
                    <a:chExt cx="1562776" cy="1784167"/>
                  </a:xfrm>
                  <a:grpFill/>
                </p:grpSpPr>
                <p:cxnSp>
                  <p:nvCxnSpPr>
                    <p:cNvPr id="1476" name="Straight Connector 1475">
                      <a:extLst>
                        <a:ext uri="{FF2B5EF4-FFF2-40B4-BE49-F238E27FC236}">
                          <a16:creationId xmlns:a16="http://schemas.microsoft.com/office/drawing/2014/main" id="{1076E923-B9C6-4023-8085-B4A20B06AF3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825214" y="2604060"/>
                      <a:ext cx="470577" cy="1854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7" name="Straight Connector 1476">
                      <a:extLst>
                        <a:ext uri="{FF2B5EF4-FFF2-40B4-BE49-F238E27FC236}">
                          <a16:creationId xmlns:a16="http://schemas.microsoft.com/office/drawing/2014/main" id="{DA71A10C-B541-4EC8-BEC0-BCE49097FF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600497" y="2196631"/>
                      <a:ext cx="235145" cy="402710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8" name="Straight Connector 1477">
                      <a:extLst>
                        <a:ext uri="{FF2B5EF4-FFF2-40B4-BE49-F238E27FC236}">
                          <a16:creationId xmlns:a16="http://schemas.microsoft.com/office/drawing/2014/main" id="{8358D1BF-23E2-4B21-A169-3857B7EEF9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192334" y="2426784"/>
                      <a:ext cx="4991" cy="46380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79" name="Straight Connector 1478">
                      <a:extLst>
                        <a:ext uri="{FF2B5EF4-FFF2-40B4-BE49-F238E27FC236}">
                          <a16:creationId xmlns:a16="http://schemas.microsoft.com/office/drawing/2014/main" id="{A21DDCA5-8174-41AB-B9A1-BD446EDA83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666865" y="2599341"/>
                      <a:ext cx="168777" cy="293139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0" name="Straight Connector 1479">
                      <a:extLst>
                        <a:ext uri="{FF2B5EF4-FFF2-40B4-BE49-F238E27FC236}">
                          <a16:creationId xmlns:a16="http://schemas.microsoft.com/office/drawing/2014/main" id="{FCB05BB6-15A9-44F2-AC73-B7825D8FFA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03592" y="2887153"/>
                      <a:ext cx="462785" cy="5822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1" name="Straight Connector 1480">
                      <a:extLst>
                        <a:ext uri="{FF2B5EF4-FFF2-40B4-BE49-F238E27FC236}">
                          <a16:creationId xmlns:a16="http://schemas.microsoft.com/office/drawing/2014/main" id="{A69DEAC8-A69D-4395-A738-760CCEF120D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666377" y="2887153"/>
                      <a:ext cx="231830" cy="40721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2" name="Straight Connector 1481">
                      <a:extLst>
                        <a:ext uri="{FF2B5EF4-FFF2-40B4-BE49-F238E27FC236}">
                          <a16:creationId xmlns:a16="http://schemas.microsoft.com/office/drawing/2014/main" id="{CCA63A18-A4EF-434A-98BB-D19420D473B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201671" y="2893014"/>
                      <a:ext cx="884" cy="44963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3" name="Straight Connector 1482">
                      <a:extLst>
                        <a:ext uri="{FF2B5EF4-FFF2-40B4-BE49-F238E27FC236}">
                          <a16:creationId xmlns:a16="http://schemas.microsoft.com/office/drawing/2014/main" id="{D1BB1164-A671-4C5C-8163-CDFCD8B320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201671" y="3342647"/>
                      <a:ext cx="293830" cy="167571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4" name="Straight Connector 1483">
                      <a:extLst>
                        <a:ext uri="{FF2B5EF4-FFF2-40B4-BE49-F238E27FC236}">
                          <a16:creationId xmlns:a16="http://schemas.microsoft.com/office/drawing/2014/main" id="{C6E3D564-06D1-43FF-911B-1B53DDB20F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33015" y="2891121"/>
                      <a:ext cx="470577" cy="1854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5" name="Straight Connector 1484">
                      <a:extLst>
                        <a:ext uri="{FF2B5EF4-FFF2-40B4-BE49-F238E27FC236}">
                          <a16:creationId xmlns:a16="http://schemas.microsoft.com/office/drawing/2014/main" id="{A3AB7C91-4AEF-4E05-AE46-F57EB651B4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799931" y="3356817"/>
                      <a:ext cx="407615" cy="222629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6" name="Straight Connector 1485">
                      <a:extLst>
                        <a:ext uri="{FF2B5EF4-FFF2-40B4-BE49-F238E27FC236}">
                          <a16:creationId xmlns:a16="http://schemas.microsoft.com/office/drawing/2014/main" id="{D2EC74D4-6E3D-4E40-8724-FB9BBD44EC7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490592" y="3516995"/>
                      <a:ext cx="4991" cy="463803"/>
                    </a:xfrm>
                    <a:prstGeom prst="line">
                      <a:avLst/>
                    </a:prstGeom>
                    <a:grpFill/>
                    <a:ln w="28575" cap="rnd">
                      <a:solidFill>
                        <a:schemeClr val="bg1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475" name="Straight Connector 1474">
                    <a:extLst>
                      <a:ext uri="{FF2B5EF4-FFF2-40B4-BE49-F238E27FC236}">
                        <a16:creationId xmlns:a16="http://schemas.microsoft.com/office/drawing/2014/main" id="{F4DAC3E1-3BBD-41CB-8405-83F66CFD2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5501" y="3286842"/>
                    <a:ext cx="403254" cy="223376"/>
                  </a:xfrm>
                  <a:prstGeom prst="line">
                    <a:avLst/>
                  </a:prstGeom>
                  <a:grpFill/>
                  <a:ln w="28575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373" name="Group 1372">
                <a:extLst>
                  <a:ext uri="{FF2B5EF4-FFF2-40B4-BE49-F238E27FC236}">
                    <a16:creationId xmlns:a16="http://schemas.microsoft.com/office/drawing/2014/main" id="{525DD5AC-7AAF-4845-9651-2D0C5BFC9A1F}"/>
                  </a:ext>
                </a:extLst>
              </p:cNvPr>
              <p:cNvGrpSpPr/>
              <p:nvPr/>
            </p:nvGrpSpPr>
            <p:grpSpPr>
              <a:xfrm>
                <a:off x="5784168" y="1339693"/>
                <a:ext cx="4968639" cy="4946731"/>
                <a:chOff x="490022" y="507183"/>
                <a:chExt cx="4968639" cy="4946731"/>
              </a:xfrm>
              <a:solidFill>
                <a:schemeClr val="bg1"/>
              </a:solidFill>
            </p:grpSpPr>
            <p:cxnSp>
              <p:nvCxnSpPr>
                <p:cNvPr id="1426" name="Straight Connector 1425">
                  <a:extLst>
                    <a:ext uri="{FF2B5EF4-FFF2-40B4-BE49-F238E27FC236}">
                      <a16:creationId xmlns:a16="http://schemas.microsoft.com/office/drawing/2014/main" id="{1D18D213-3C33-495F-ABF2-9444CF3842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179297" y="919742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7" name="Straight Connector 1426">
                  <a:extLst>
                    <a:ext uri="{FF2B5EF4-FFF2-40B4-BE49-F238E27FC236}">
                      <a16:creationId xmlns:a16="http://schemas.microsoft.com/office/drawing/2014/main" id="{902294E4-C715-42C8-B144-D7AADCD5B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42082" y="919742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8" name="Straight Connector 1427">
                  <a:extLst>
                    <a:ext uri="{FF2B5EF4-FFF2-40B4-BE49-F238E27FC236}">
                      <a16:creationId xmlns:a16="http://schemas.microsoft.com/office/drawing/2014/main" id="{01D196EC-9E48-46F2-8490-373EF0FB8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08720" y="923710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9" name="Straight Connector 1428">
                  <a:extLst>
                    <a:ext uri="{FF2B5EF4-FFF2-40B4-BE49-F238E27FC236}">
                      <a16:creationId xmlns:a16="http://schemas.microsoft.com/office/drawing/2014/main" id="{A8F5B96A-189D-4CFC-A50F-88DB01D866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74460" y="1319431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0" name="Straight Connector 1429">
                  <a:extLst>
                    <a:ext uri="{FF2B5EF4-FFF2-40B4-BE49-F238E27FC236}">
                      <a16:creationId xmlns:a16="http://schemas.microsoft.com/office/drawing/2014/main" id="{6F578908-E578-4FD5-BB37-314F5353EB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0828" y="1722141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1" name="Straight Connector 1430">
                  <a:extLst>
                    <a:ext uri="{FF2B5EF4-FFF2-40B4-BE49-F238E27FC236}">
                      <a16:creationId xmlns:a16="http://schemas.microsoft.com/office/drawing/2014/main" id="{3EDFCA09-84AE-46FD-91AB-EA7ECCA252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40340" y="2009953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2" name="Straight Connector 1431">
                  <a:extLst>
                    <a:ext uri="{FF2B5EF4-FFF2-40B4-BE49-F238E27FC236}">
                      <a16:creationId xmlns:a16="http://schemas.microsoft.com/office/drawing/2014/main" id="{36451554-1314-4D53-929A-3656E2F4DE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2718" y="2409642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3" name="Straight Connector 1432">
                  <a:extLst>
                    <a:ext uri="{FF2B5EF4-FFF2-40B4-BE49-F238E27FC236}">
                      <a16:creationId xmlns:a16="http://schemas.microsoft.com/office/drawing/2014/main" id="{DDCDFCA8-C4BD-4996-ADE7-116CB4F838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239086" y="2812352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4" name="Straight Connector 1433">
                  <a:extLst>
                    <a:ext uri="{FF2B5EF4-FFF2-40B4-BE49-F238E27FC236}">
                      <a16:creationId xmlns:a16="http://schemas.microsoft.com/office/drawing/2014/main" id="{C13A31A0-2318-4186-B01F-A34D035B8D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2310" y="1786418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5" name="Straight Connector 1434">
                  <a:extLst>
                    <a:ext uri="{FF2B5EF4-FFF2-40B4-BE49-F238E27FC236}">
                      <a16:creationId xmlns:a16="http://schemas.microsoft.com/office/drawing/2014/main" id="{24C6432F-0148-45BB-AD75-32111B7A51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570" y="2250221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6" name="Straight Connector 1435">
                  <a:extLst>
                    <a:ext uri="{FF2B5EF4-FFF2-40B4-BE49-F238E27FC236}">
                      <a16:creationId xmlns:a16="http://schemas.microsoft.com/office/drawing/2014/main" id="{918D8970-C0DB-441E-BC9A-ABD7369CE4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0022" y="2480374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" name="Straight Connector 1436">
                  <a:extLst>
                    <a:ext uri="{FF2B5EF4-FFF2-40B4-BE49-F238E27FC236}">
                      <a16:creationId xmlns:a16="http://schemas.microsoft.com/office/drawing/2014/main" id="{B5DD79ED-34BE-4FC5-966A-6517FD08CC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53135" y="3167875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8" name="Straight Connector 1437">
                  <a:extLst>
                    <a:ext uri="{FF2B5EF4-FFF2-40B4-BE49-F238E27FC236}">
                      <a16:creationId xmlns:a16="http://schemas.microsoft.com/office/drawing/2014/main" id="{353004FD-3C18-49D9-81AF-0976A2FA6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53135" y="2874736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9" name="Straight Connector 1438">
                  <a:extLst>
                    <a:ext uri="{FF2B5EF4-FFF2-40B4-BE49-F238E27FC236}">
                      <a16:creationId xmlns:a16="http://schemas.microsoft.com/office/drawing/2014/main" id="{0839D912-EFBC-4992-B5B1-C0F9E006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88280" y="3570585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0" name="Straight Connector 1439">
                  <a:extLst>
                    <a:ext uri="{FF2B5EF4-FFF2-40B4-BE49-F238E27FC236}">
                      <a16:creationId xmlns:a16="http://schemas.microsoft.com/office/drawing/2014/main" id="{EB448BF5-08D7-4742-B6C2-9A9630F76E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237386" y="3112060"/>
                  <a:ext cx="220728" cy="39083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1" name="Straight Connector 1440">
                  <a:extLst>
                    <a:ext uri="{FF2B5EF4-FFF2-40B4-BE49-F238E27FC236}">
                      <a16:creationId xmlns:a16="http://schemas.microsoft.com/office/drawing/2014/main" id="{EDFA3839-BCE3-466E-90BC-720EA3D033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5407" y="3495364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2" name="Straight Connector 1441">
                  <a:extLst>
                    <a:ext uri="{FF2B5EF4-FFF2-40B4-BE49-F238E27FC236}">
                      <a16:creationId xmlns:a16="http://schemas.microsoft.com/office/drawing/2014/main" id="{B6E73C59-9995-4B55-9FE2-75924C6FE0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50498" y="3725517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3" name="Straight Connector 1442">
                  <a:extLst>
                    <a:ext uri="{FF2B5EF4-FFF2-40B4-BE49-F238E27FC236}">
                      <a16:creationId xmlns:a16="http://schemas.microsoft.com/office/drawing/2014/main" id="{84B6DF69-B538-4C98-AC35-946C15C560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9835" y="4191747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4" name="Straight Connector 1443">
                  <a:extLst>
                    <a:ext uri="{FF2B5EF4-FFF2-40B4-BE49-F238E27FC236}">
                      <a16:creationId xmlns:a16="http://schemas.microsoft.com/office/drawing/2014/main" id="{ABC9B5BC-DE25-4D55-89CC-0789418F7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61466" y="4872636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5" name="Straight Connector 1444">
                  <a:extLst>
                    <a:ext uri="{FF2B5EF4-FFF2-40B4-BE49-F238E27FC236}">
                      <a16:creationId xmlns:a16="http://schemas.microsoft.com/office/drawing/2014/main" id="{907CC6D1-5F9C-4A55-8DAF-52F8AA095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967636" y="4928441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6" name="Straight Connector 1445">
                  <a:extLst>
                    <a:ext uri="{FF2B5EF4-FFF2-40B4-BE49-F238E27FC236}">
                      <a16:creationId xmlns:a16="http://schemas.microsoft.com/office/drawing/2014/main" id="{0164C221-C774-4A90-9AFC-DAF215DBEE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65896" y="4942611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7" name="Straight Connector 1446">
                  <a:extLst>
                    <a:ext uri="{FF2B5EF4-FFF2-40B4-BE49-F238E27FC236}">
                      <a16:creationId xmlns:a16="http://schemas.microsoft.com/office/drawing/2014/main" id="{E529BE21-1569-4850-BCEF-02151F8840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60798" y="5159329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8" name="Straight Connector 1447">
                  <a:extLst>
                    <a:ext uri="{FF2B5EF4-FFF2-40B4-BE49-F238E27FC236}">
                      <a16:creationId xmlns:a16="http://schemas.microsoft.com/office/drawing/2014/main" id="{555FAA1E-57D4-4B0F-BAD2-802CD20F43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66968" y="5215134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9" name="Straight Connector 1448">
                  <a:extLst>
                    <a:ext uri="{FF2B5EF4-FFF2-40B4-BE49-F238E27FC236}">
                      <a16:creationId xmlns:a16="http://schemas.microsoft.com/office/drawing/2014/main" id="{FA60C67C-3A76-4F19-8F53-00A1C3E467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65228" y="5229304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0" name="Straight Connector 1449">
                  <a:extLst>
                    <a:ext uri="{FF2B5EF4-FFF2-40B4-BE49-F238E27FC236}">
                      <a16:creationId xmlns:a16="http://schemas.microsoft.com/office/drawing/2014/main" id="{5B41A250-760A-49E6-B367-71D1605B69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9078" y="4253597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1" name="Straight Connector 1450">
                  <a:extLst>
                    <a:ext uri="{FF2B5EF4-FFF2-40B4-BE49-F238E27FC236}">
                      <a16:creationId xmlns:a16="http://schemas.microsoft.com/office/drawing/2014/main" id="{45F061F0-50CF-4CC5-A4F9-450B17B3DE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9078" y="3960458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2" name="Straight Connector 1451">
                  <a:extLst>
                    <a:ext uri="{FF2B5EF4-FFF2-40B4-BE49-F238E27FC236}">
                      <a16:creationId xmlns:a16="http://schemas.microsoft.com/office/drawing/2014/main" id="{0B9CAFD4-4D5E-4D4C-B84F-E10575B39B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74223" y="4656307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3" name="Straight Connector 1452">
                  <a:extLst>
                    <a:ext uri="{FF2B5EF4-FFF2-40B4-BE49-F238E27FC236}">
                      <a16:creationId xmlns:a16="http://schemas.microsoft.com/office/drawing/2014/main" id="{C9F74A48-7D99-4F79-AB47-5F3916E3A0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76690" y="5046701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4" name="Straight Connector 1453">
                  <a:extLst>
                    <a:ext uri="{FF2B5EF4-FFF2-40B4-BE49-F238E27FC236}">
                      <a16:creationId xmlns:a16="http://schemas.microsoft.com/office/drawing/2014/main" id="{826CB2B0-9FD0-4B5D-9BCA-64C3E22D54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39475" y="5046701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5" name="Straight Connector 1454">
                  <a:extLst>
                    <a:ext uri="{FF2B5EF4-FFF2-40B4-BE49-F238E27FC236}">
                      <a16:creationId xmlns:a16="http://schemas.microsoft.com/office/drawing/2014/main" id="{5E98D352-1102-438F-8E9F-7DE0BB455B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06113" y="5050669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6" name="Straight Connector 1455">
                  <a:extLst>
                    <a:ext uri="{FF2B5EF4-FFF2-40B4-BE49-F238E27FC236}">
                      <a16:creationId xmlns:a16="http://schemas.microsoft.com/office/drawing/2014/main" id="{3C5EBB02-52A8-4654-A0F7-DCCFF0CDFC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57547" y="4655550"/>
                  <a:ext cx="408163" cy="23015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7" name="Straight Connector 1456">
                  <a:extLst>
                    <a:ext uri="{FF2B5EF4-FFF2-40B4-BE49-F238E27FC236}">
                      <a16:creationId xmlns:a16="http://schemas.microsoft.com/office/drawing/2014/main" id="{6F8C098F-E062-4DE7-807B-10A3E7E5DF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82979" y="798060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8" name="Straight Connector 1457">
                  <a:extLst>
                    <a:ext uri="{FF2B5EF4-FFF2-40B4-BE49-F238E27FC236}">
                      <a16:creationId xmlns:a16="http://schemas.microsoft.com/office/drawing/2014/main" id="{3024BD76-7B8A-4B72-AA39-24D291A863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89149" y="853865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9" name="Straight Connector 1458">
                  <a:extLst>
                    <a:ext uri="{FF2B5EF4-FFF2-40B4-BE49-F238E27FC236}">
                      <a16:creationId xmlns:a16="http://schemas.microsoft.com/office/drawing/2014/main" id="{04EA4C26-95D3-45AD-AC66-04197E4AAD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87409" y="855810"/>
                  <a:ext cx="401740" cy="234855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0" name="Straight Connector 1459">
                  <a:extLst>
                    <a:ext uri="{FF2B5EF4-FFF2-40B4-BE49-F238E27FC236}">
                      <a16:creationId xmlns:a16="http://schemas.microsoft.com/office/drawing/2014/main" id="{8322C052-3497-4FC9-BC24-54AB5A5236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2781" y="507183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1" name="Straight Connector 1460">
                  <a:extLst>
                    <a:ext uri="{FF2B5EF4-FFF2-40B4-BE49-F238E27FC236}">
                      <a16:creationId xmlns:a16="http://schemas.microsoft.com/office/drawing/2014/main" id="{B0260749-5BA7-42F9-95A3-E63BAFF72D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88951" y="562988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2" name="Straight Connector 1461">
                  <a:extLst>
                    <a:ext uri="{FF2B5EF4-FFF2-40B4-BE49-F238E27FC236}">
                      <a16:creationId xmlns:a16="http://schemas.microsoft.com/office/drawing/2014/main" id="{53D9F0CC-F34A-494F-B54D-92C48E6DA5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7211" y="562390"/>
                  <a:ext cx="397505" cy="237398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3" name="Straight Connector 1462">
                  <a:extLst>
                    <a:ext uri="{FF2B5EF4-FFF2-40B4-BE49-F238E27FC236}">
                      <a16:creationId xmlns:a16="http://schemas.microsoft.com/office/drawing/2014/main" id="{0304627A-BEB4-49C5-BB1E-B667FFF4E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86035" y="507183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4" name="Straight Connector 1463">
                  <a:extLst>
                    <a:ext uri="{FF2B5EF4-FFF2-40B4-BE49-F238E27FC236}">
                      <a16:creationId xmlns:a16="http://schemas.microsoft.com/office/drawing/2014/main" id="{3EE21AB7-50E2-482F-BC79-EB840FF21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8414" y="1091497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5" name="Straight Connector 1464">
                  <a:extLst>
                    <a:ext uri="{FF2B5EF4-FFF2-40B4-BE49-F238E27FC236}">
                      <a16:creationId xmlns:a16="http://schemas.microsoft.com/office/drawing/2014/main" id="{FDA19BB4-1815-49C8-B93E-324B8CB20D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3505" y="1321650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4" name="Group 1373">
                <a:extLst>
                  <a:ext uri="{FF2B5EF4-FFF2-40B4-BE49-F238E27FC236}">
                    <a16:creationId xmlns:a16="http://schemas.microsoft.com/office/drawing/2014/main" id="{B9EEC53A-1DCA-4079-8360-F0C884987132}"/>
                  </a:ext>
                </a:extLst>
              </p:cNvPr>
              <p:cNvGrpSpPr/>
              <p:nvPr/>
            </p:nvGrpSpPr>
            <p:grpSpPr>
              <a:xfrm>
                <a:off x="6197559" y="1656206"/>
                <a:ext cx="4147085" cy="4407823"/>
                <a:chOff x="903413" y="823696"/>
                <a:chExt cx="4147085" cy="4407823"/>
              </a:xfrm>
              <a:solidFill>
                <a:schemeClr val="bg1"/>
              </a:solidFill>
            </p:grpSpPr>
            <p:cxnSp>
              <p:nvCxnSpPr>
                <p:cNvPr id="1375" name="Straight Connector 1374">
                  <a:extLst>
                    <a:ext uri="{FF2B5EF4-FFF2-40B4-BE49-F238E27FC236}">
                      <a16:creationId xmlns:a16="http://schemas.microsoft.com/office/drawing/2014/main" id="{B04DA039-32B8-452F-9061-DE24353C4F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88658" y="2026338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6" name="Straight Connector 1375">
                  <a:extLst>
                    <a:ext uri="{FF2B5EF4-FFF2-40B4-BE49-F238E27FC236}">
                      <a16:creationId xmlns:a16="http://schemas.microsoft.com/office/drawing/2014/main" id="{CE782D1E-0085-4EAF-965D-6DF076C24307}"/>
                    </a:ext>
                  </a:extLst>
                </p:cNvPr>
                <p:cNvCxnSpPr>
                  <a:cxnSpLocks/>
                  <a:endCxn id="1567" idx="3"/>
                </p:cNvCxnSpPr>
                <p:nvPr/>
              </p:nvCxnSpPr>
              <p:spPr>
                <a:xfrm flipH="1" flipV="1">
                  <a:off x="4486737" y="2481832"/>
                  <a:ext cx="293830" cy="16757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7" name="Straight Connector 1376">
                  <a:extLst>
                    <a:ext uri="{FF2B5EF4-FFF2-40B4-BE49-F238E27FC236}">
                      <a16:creationId xmlns:a16="http://schemas.microsoft.com/office/drawing/2014/main" id="{BC5D9D36-FA4B-4279-B0A4-196BDE512F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18081" y="2030306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8" name="Straight Connector 1377">
                  <a:extLst>
                    <a:ext uri="{FF2B5EF4-FFF2-40B4-BE49-F238E27FC236}">
                      <a16:creationId xmlns:a16="http://schemas.microsoft.com/office/drawing/2014/main" id="{E61BB91B-C269-415E-BB11-F8EDC1900569}"/>
                    </a:ext>
                  </a:extLst>
                </p:cNvPr>
                <p:cNvCxnSpPr>
                  <a:cxnSpLocks/>
                  <a:endCxn id="1564" idx="1"/>
                </p:cNvCxnSpPr>
                <p:nvPr/>
              </p:nvCxnSpPr>
              <p:spPr>
                <a:xfrm flipV="1">
                  <a:off x="4084997" y="2496002"/>
                  <a:ext cx="407615" cy="22263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9" name="Straight Connector 1378">
                  <a:extLst>
                    <a:ext uri="{FF2B5EF4-FFF2-40B4-BE49-F238E27FC236}">
                      <a16:creationId xmlns:a16="http://schemas.microsoft.com/office/drawing/2014/main" id="{A64A599D-03CF-40BD-953E-ABE312B6CB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75658" y="2656180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0" name="Straight Connector 1379">
                  <a:extLst>
                    <a:ext uri="{FF2B5EF4-FFF2-40B4-BE49-F238E27FC236}">
                      <a16:creationId xmlns:a16="http://schemas.microsoft.com/office/drawing/2014/main" id="{2E0AC883-DF77-4D22-858B-ED3B0B489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60986" y="1223188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1" name="Straight Connector 1380">
                  <a:extLst>
                    <a:ext uri="{FF2B5EF4-FFF2-40B4-BE49-F238E27FC236}">
                      <a16:creationId xmlns:a16="http://schemas.microsoft.com/office/drawing/2014/main" id="{3CD8C19C-4A9D-49C9-979E-C53D125A3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0110" y="1622877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2" name="Straight Connector 1381">
                  <a:extLst>
                    <a:ext uri="{FF2B5EF4-FFF2-40B4-BE49-F238E27FC236}">
                      <a16:creationId xmlns:a16="http://schemas.microsoft.com/office/drawing/2014/main" id="{5636B8D0-4C9B-469A-8347-D0EA04ACF9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6280" y="1678682"/>
                  <a:ext cx="293830" cy="16757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3" name="Straight Connector 1382">
                  <a:extLst>
                    <a:ext uri="{FF2B5EF4-FFF2-40B4-BE49-F238E27FC236}">
                      <a16:creationId xmlns:a16="http://schemas.microsoft.com/office/drawing/2014/main" id="{813AC82E-A455-476B-A437-A9929F902B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94540" y="1678682"/>
                  <a:ext cx="401740" cy="23680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4" name="Straight Connector 1383">
                  <a:extLst>
                    <a:ext uri="{FF2B5EF4-FFF2-40B4-BE49-F238E27FC236}">
                      <a16:creationId xmlns:a16="http://schemas.microsoft.com/office/drawing/2014/main" id="{4439D966-0BFC-4462-AAAB-D89100E6F8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59732" y="2025587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5" name="Straight Connector 1384">
                  <a:extLst>
                    <a:ext uri="{FF2B5EF4-FFF2-40B4-BE49-F238E27FC236}">
                      <a16:creationId xmlns:a16="http://schemas.microsoft.com/office/drawing/2014/main" id="{27083EE0-AB17-4E4C-ABDC-03F78C33F7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96459" y="2313399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6" name="Straight Connector 1385">
                  <a:extLst>
                    <a:ext uri="{FF2B5EF4-FFF2-40B4-BE49-F238E27FC236}">
                      <a16:creationId xmlns:a16="http://schemas.microsoft.com/office/drawing/2014/main" id="{8B252694-F702-4E32-B9E8-5FC0A1930B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4538" y="2319260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7" name="Straight Connector 1386">
                  <a:extLst>
                    <a:ext uri="{FF2B5EF4-FFF2-40B4-BE49-F238E27FC236}">
                      <a16:creationId xmlns:a16="http://schemas.microsoft.com/office/drawing/2014/main" id="{F2F23D78-86C5-4645-B4B3-56BFD431A8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8368" y="2713088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8" name="Straight Connector 1387">
                  <a:extLst>
                    <a:ext uri="{FF2B5EF4-FFF2-40B4-BE49-F238E27FC236}">
                      <a16:creationId xmlns:a16="http://schemas.microsoft.com/office/drawing/2014/main" id="{ACF8C3A7-E3DB-4F2E-A8F6-99DC2C9274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25882" y="2317367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9" name="Straight Connector 1388">
                  <a:extLst>
                    <a:ext uri="{FF2B5EF4-FFF2-40B4-BE49-F238E27FC236}">
                      <a16:creationId xmlns:a16="http://schemas.microsoft.com/office/drawing/2014/main" id="{94F26354-8BDF-45A4-9FD8-15B0702B7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2798" y="2783063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0" name="Straight Connector 1389">
                  <a:extLst>
                    <a:ext uri="{FF2B5EF4-FFF2-40B4-BE49-F238E27FC236}">
                      <a16:creationId xmlns:a16="http://schemas.microsoft.com/office/drawing/2014/main" id="{0F0ADA40-076A-4332-A47B-B4812652DC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3459" y="2943241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1" name="Straight Connector 1390">
                  <a:extLst>
                    <a:ext uri="{FF2B5EF4-FFF2-40B4-BE49-F238E27FC236}">
                      <a16:creationId xmlns:a16="http://schemas.microsoft.com/office/drawing/2014/main" id="{04D7424E-91D6-4A56-B6F3-9C688E541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60318" y="1509881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2" name="Straight Connector 1391">
                  <a:extLst>
                    <a:ext uri="{FF2B5EF4-FFF2-40B4-BE49-F238E27FC236}">
                      <a16:creationId xmlns:a16="http://schemas.microsoft.com/office/drawing/2014/main" id="{911F0563-DAA6-443E-A58E-F334A60CE1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5612" y="1965375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3" name="Straight Connector 1392">
                  <a:extLst>
                    <a:ext uri="{FF2B5EF4-FFF2-40B4-BE49-F238E27FC236}">
                      <a16:creationId xmlns:a16="http://schemas.microsoft.com/office/drawing/2014/main" id="{277B8F93-7C02-4819-88D8-6E74623C16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593872" y="1979545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4" name="Straight Connector 1393">
                  <a:extLst>
                    <a:ext uri="{FF2B5EF4-FFF2-40B4-BE49-F238E27FC236}">
                      <a16:creationId xmlns:a16="http://schemas.microsoft.com/office/drawing/2014/main" id="{8D3D3654-A278-4A36-84F9-550EA9B7B2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92696" y="1909570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5" name="Straight Connector 1394">
                  <a:extLst>
                    <a:ext uri="{FF2B5EF4-FFF2-40B4-BE49-F238E27FC236}">
                      <a16:creationId xmlns:a16="http://schemas.microsoft.com/office/drawing/2014/main" id="{E0C50C69-3127-4B19-A197-B97E3AE81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4533" y="2139723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6" name="Straight Connector 1395">
                  <a:extLst>
                    <a:ext uri="{FF2B5EF4-FFF2-40B4-BE49-F238E27FC236}">
                      <a16:creationId xmlns:a16="http://schemas.microsoft.com/office/drawing/2014/main" id="{AF9F80F4-B2DC-4AA7-B41F-90EE46DD8C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3870" y="2605953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7" name="Straight Connector 1396">
                  <a:extLst>
                    <a:ext uri="{FF2B5EF4-FFF2-40B4-BE49-F238E27FC236}">
                      <a16:creationId xmlns:a16="http://schemas.microsoft.com/office/drawing/2014/main" id="{F18480B1-64C9-4CE8-AA13-C00D4C3C01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87700" y="2999781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8" name="Straight Connector 1397">
                  <a:extLst>
                    <a:ext uri="{FF2B5EF4-FFF2-40B4-BE49-F238E27FC236}">
                      <a16:creationId xmlns:a16="http://schemas.microsoft.com/office/drawing/2014/main" id="{E7E54549-7299-4090-BC3B-D4749A0D05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93870" y="3055586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9" name="Straight Connector 1398">
                  <a:extLst>
                    <a:ext uri="{FF2B5EF4-FFF2-40B4-BE49-F238E27FC236}">
                      <a16:creationId xmlns:a16="http://schemas.microsoft.com/office/drawing/2014/main" id="{F2FABE34-AE5F-4C7F-861D-6EE8BE6A8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92130" y="3069756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0" name="Straight Connector 1399">
                  <a:extLst>
                    <a:ext uri="{FF2B5EF4-FFF2-40B4-BE49-F238E27FC236}">
                      <a16:creationId xmlns:a16="http://schemas.microsoft.com/office/drawing/2014/main" id="{064C65DF-8586-45F8-A371-72AAD9EA11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0954" y="2999781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1" name="Straight Connector 1400">
                  <a:extLst>
                    <a:ext uri="{FF2B5EF4-FFF2-40B4-BE49-F238E27FC236}">
                      <a16:creationId xmlns:a16="http://schemas.microsoft.com/office/drawing/2014/main" id="{F7F8A9CC-C8BD-4189-9218-CC67BDCE14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82791" y="3229934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2" name="Straight Connector 1401">
                  <a:extLst>
                    <a:ext uri="{FF2B5EF4-FFF2-40B4-BE49-F238E27FC236}">
                      <a16:creationId xmlns:a16="http://schemas.microsoft.com/office/drawing/2014/main" id="{8B1087F2-8744-4A89-8B45-202188A675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97243" y="2196631"/>
                  <a:ext cx="403254" cy="223376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3" name="Straight Connector 1402">
                  <a:extLst>
                    <a:ext uri="{FF2B5EF4-FFF2-40B4-BE49-F238E27FC236}">
                      <a16:creationId xmlns:a16="http://schemas.microsoft.com/office/drawing/2014/main" id="{2A84A465-94B9-47C9-B0BA-260D7234CE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03413" y="2252436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4" name="Straight Connector 1403">
                  <a:extLst>
                    <a:ext uri="{FF2B5EF4-FFF2-40B4-BE49-F238E27FC236}">
                      <a16:creationId xmlns:a16="http://schemas.microsoft.com/office/drawing/2014/main" id="{6F992F38-7B01-4C2A-8DAE-94EB3740F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98755" y="3286842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5" name="Straight Connector 1404">
                  <a:extLst>
                    <a:ext uri="{FF2B5EF4-FFF2-40B4-BE49-F238E27FC236}">
                      <a16:creationId xmlns:a16="http://schemas.microsoft.com/office/drawing/2014/main" id="{7904286E-307B-4AF7-9C71-BEDFDEF984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680" y="3117921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6" name="Straight Connector 1405">
                  <a:extLst>
                    <a:ext uri="{FF2B5EF4-FFF2-40B4-BE49-F238E27FC236}">
                      <a16:creationId xmlns:a16="http://schemas.microsoft.com/office/drawing/2014/main" id="{CE7EFA7E-12AF-4F23-93FB-AC1B97DCAA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70940" y="3581724"/>
                  <a:ext cx="407615" cy="22262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7" name="Straight Connector 1406">
                  <a:extLst>
                    <a:ext uri="{FF2B5EF4-FFF2-40B4-BE49-F238E27FC236}">
                      <a16:creationId xmlns:a16="http://schemas.microsoft.com/office/drawing/2014/main" id="{E34CC840-D92B-422E-A958-76FCBC65D5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602283" y="4206239"/>
                  <a:ext cx="448215" cy="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8" name="Straight Connector 1407">
                  <a:extLst>
                    <a:ext uri="{FF2B5EF4-FFF2-40B4-BE49-F238E27FC236}">
                      <a16:creationId xmlns:a16="http://schemas.microsoft.com/office/drawing/2014/main" id="{5564A784-25E9-4A30-BF57-A9116974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211825" y="3403089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9" name="Straight Connector 1408">
                  <a:extLst>
                    <a:ext uri="{FF2B5EF4-FFF2-40B4-BE49-F238E27FC236}">
                      <a16:creationId xmlns:a16="http://schemas.microsoft.com/office/drawing/2014/main" id="{52181E25-B79E-49A7-B0A4-A1CDB861D5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43048" y="3403089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0" name="Straight Connector 1409">
                  <a:extLst>
                    <a:ext uri="{FF2B5EF4-FFF2-40B4-BE49-F238E27FC236}">
                      <a16:creationId xmlns:a16="http://schemas.microsoft.com/office/drawing/2014/main" id="{ADD3B099-3C57-4AAA-93CB-0577CBE750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77565" y="3798810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1" name="Straight Connector 1410">
                  <a:extLst>
                    <a:ext uri="{FF2B5EF4-FFF2-40B4-BE49-F238E27FC236}">
                      <a16:creationId xmlns:a16="http://schemas.microsoft.com/office/drawing/2014/main" id="{CA4BA9E8-3C3A-46D6-BD14-BD66BEFA1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43933" y="4201520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2" name="Straight Connector 1411">
                  <a:extLst>
                    <a:ext uri="{FF2B5EF4-FFF2-40B4-BE49-F238E27FC236}">
                      <a16:creationId xmlns:a16="http://schemas.microsoft.com/office/drawing/2014/main" id="{224EFF7E-7068-433B-BFEE-EB536637EA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80660" y="4489332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3" name="Straight Connector 1412">
                  <a:extLst>
                    <a:ext uri="{FF2B5EF4-FFF2-40B4-BE49-F238E27FC236}">
                      <a16:creationId xmlns:a16="http://schemas.microsoft.com/office/drawing/2014/main" id="{339FFAA1-6D58-4ED0-8F5F-0A35539F3F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10083" y="4493300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4" name="Straight Connector 1413">
                  <a:extLst>
                    <a:ext uri="{FF2B5EF4-FFF2-40B4-BE49-F238E27FC236}">
                      <a16:creationId xmlns:a16="http://schemas.microsoft.com/office/drawing/2014/main" id="{A791828C-E942-41A4-9251-81EA94239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4519" y="3685814"/>
                  <a:ext cx="231830" cy="40721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5" name="Straight Connector 1414">
                  <a:extLst>
                    <a:ext uri="{FF2B5EF4-FFF2-40B4-BE49-F238E27FC236}">
                      <a16:creationId xmlns:a16="http://schemas.microsoft.com/office/drawing/2014/main" id="{7F883FEB-B977-4480-9594-B723138EE1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79813" y="3691675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6" name="Straight Connector 1415">
                  <a:extLst>
                    <a:ext uri="{FF2B5EF4-FFF2-40B4-BE49-F238E27FC236}">
                      <a16:creationId xmlns:a16="http://schemas.microsoft.com/office/drawing/2014/main" id="{DEA9443F-2804-43CA-BE72-5D172EFD7F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579813" y="4141308"/>
                  <a:ext cx="293830" cy="167571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7" name="Straight Connector 1416">
                  <a:extLst>
                    <a:ext uri="{FF2B5EF4-FFF2-40B4-BE49-F238E27FC236}">
                      <a16:creationId xmlns:a16="http://schemas.microsoft.com/office/drawing/2014/main" id="{7E334848-2AB5-4F38-8359-22D2B0A3B9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42380" y="3689782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" name="Straight Connector 1417">
                  <a:extLst>
                    <a:ext uri="{FF2B5EF4-FFF2-40B4-BE49-F238E27FC236}">
                      <a16:creationId xmlns:a16="http://schemas.microsoft.com/office/drawing/2014/main" id="{A7557BF4-054A-4FE8-AD09-AB23FBC0F6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76897" y="4085503"/>
                  <a:ext cx="235145" cy="402710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9" name="Straight Connector 1418">
                  <a:extLst>
                    <a:ext uri="{FF2B5EF4-FFF2-40B4-BE49-F238E27FC236}">
                      <a16:creationId xmlns:a16="http://schemas.microsoft.com/office/drawing/2014/main" id="{359D5F15-63CD-4D2A-8A73-674A458B2A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8734" y="4315656"/>
                  <a:ext cx="4991" cy="46380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0" name="Straight Connector 1419">
                  <a:extLst>
                    <a:ext uri="{FF2B5EF4-FFF2-40B4-BE49-F238E27FC236}">
                      <a16:creationId xmlns:a16="http://schemas.microsoft.com/office/drawing/2014/main" id="{D727BA61-4452-4AB4-BDBF-80A25A663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8071" y="4781886"/>
                  <a:ext cx="884" cy="449633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1" name="Straight Connector 1420">
                  <a:extLst>
                    <a:ext uri="{FF2B5EF4-FFF2-40B4-BE49-F238E27FC236}">
                      <a16:creationId xmlns:a16="http://schemas.microsoft.com/office/drawing/2014/main" id="{C52155AD-CA3D-4E85-82F8-DD079C9B2F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9535" y="3972875"/>
                  <a:ext cx="462785" cy="5822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2" name="Straight Connector 1421">
                  <a:extLst>
                    <a:ext uri="{FF2B5EF4-FFF2-40B4-BE49-F238E27FC236}">
                      <a16:creationId xmlns:a16="http://schemas.microsoft.com/office/drawing/2014/main" id="{B13B2A54-4E8D-4B92-852F-AA3CFBE3B7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8958" y="3976843"/>
                  <a:ext cx="470577" cy="1854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3" name="Straight Connector 1422">
                  <a:extLst>
                    <a:ext uri="{FF2B5EF4-FFF2-40B4-BE49-F238E27FC236}">
                      <a16:creationId xmlns:a16="http://schemas.microsoft.com/office/drawing/2014/main" id="{D2C70073-3E86-4FE0-BB26-CE63703E38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63704" y="1217155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4" name="Straight Connector 1423">
                  <a:extLst>
                    <a:ext uri="{FF2B5EF4-FFF2-40B4-BE49-F238E27FC236}">
                      <a16:creationId xmlns:a16="http://schemas.microsoft.com/office/drawing/2014/main" id="{D73DBEEC-C8FD-4E69-B629-7BDE19E7AB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3506" y="926278"/>
                  <a:ext cx="168777" cy="29313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5" name="Straight Connector 1424">
                  <a:extLst>
                    <a:ext uri="{FF2B5EF4-FFF2-40B4-BE49-F238E27FC236}">
                      <a16:creationId xmlns:a16="http://schemas.microsoft.com/office/drawing/2014/main" id="{E36B11A3-36B0-4836-9FBC-0CB74C578A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397766" y="823696"/>
                  <a:ext cx="232378" cy="399689"/>
                </a:xfrm>
                <a:prstGeom prst="line">
                  <a:avLst/>
                </a:prstGeom>
                <a:grpFill/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B810627-D90A-4A49-8884-0A4710298FDC}"/>
                </a:ext>
              </a:extLst>
            </p:cNvPr>
            <p:cNvGrpSpPr/>
            <p:nvPr/>
          </p:nvGrpSpPr>
          <p:grpSpPr>
            <a:xfrm>
              <a:off x="5553712" y="616488"/>
              <a:ext cx="6096977" cy="6030774"/>
              <a:chOff x="5553712" y="616488"/>
              <a:chExt cx="6096977" cy="60307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AF58EC-093B-40F2-92B0-10D5F93E8360}"/>
                  </a:ext>
                </a:extLst>
              </p:cNvPr>
              <p:cNvSpPr txBox="1"/>
              <p:nvPr/>
            </p:nvSpPr>
            <p:spPr>
              <a:xfrm>
                <a:off x="8687455" y="667715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0" name="TextBox 769">
                <a:extLst>
                  <a:ext uri="{FF2B5EF4-FFF2-40B4-BE49-F238E27FC236}">
                    <a16:creationId xmlns:a16="http://schemas.microsoft.com/office/drawing/2014/main" id="{BEF58839-3925-4E0E-93AF-30FBAC5D237E}"/>
                  </a:ext>
                </a:extLst>
              </p:cNvPr>
              <p:cNvSpPr txBox="1"/>
              <p:nvPr/>
            </p:nvSpPr>
            <p:spPr>
              <a:xfrm>
                <a:off x="8838276" y="616488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8B0A6798-F247-414B-A24F-5A18440DF3EB}"/>
                  </a:ext>
                </a:extLst>
              </p:cNvPr>
              <p:cNvSpPr txBox="1"/>
              <p:nvPr/>
            </p:nvSpPr>
            <p:spPr>
              <a:xfrm>
                <a:off x="10098520" y="591165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CA26232D-B201-4A48-B952-A6840F12C428}"/>
                  </a:ext>
                </a:extLst>
              </p:cNvPr>
              <p:cNvSpPr txBox="1"/>
              <p:nvPr/>
            </p:nvSpPr>
            <p:spPr>
              <a:xfrm>
                <a:off x="9198178" y="68178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5092E8B2-7727-43FB-81F9-7B8AA989591E}"/>
                  </a:ext>
                </a:extLst>
              </p:cNvPr>
              <p:cNvSpPr txBox="1"/>
              <p:nvPr/>
            </p:nvSpPr>
            <p:spPr>
              <a:xfrm>
                <a:off x="5856624" y="197661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5" name="TextBox 774">
                <a:extLst>
                  <a:ext uri="{FF2B5EF4-FFF2-40B4-BE49-F238E27FC236}">
                    <a16:creationId xmlns:a16="http://schemas.microsoft.com/office/drawing/2014/main" id="{61A87828-EE5F-4DE2-88C8-40CAAD3A48FF}"/>
                  </a:ext>
                </a:extLst>
              </p:cNvPr>
              <p:cNvSpPr txBox="1"/>
              <p:nvPr/>
            </p:nvSpPr>
            <p:spPr>
              <a:xfrm>
                <a:off x="9296283" y="872397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6" name="TextBox 775">
                <a:extLst>
                  <a:ext uri="{FF2B5EF4-FFF2-40B4-BE49-F238E27FC236}">
                    <a16:creationId xmlns:a16="http://schemas.microsoft.com/office/drawing/2014/main" id="{897B4EA3-BC1B-4009-A718-DD44DCF0E462}"/>
                  </a:ext>
                </a:extLst>
              </p:cNvPr>
              <p:cNvSpPr txBox="1"/>
              <p:nvPr/>
            </p:nvSpPr>
            <p:spPr>
              <a:xfrm>
                <a:off x="6726022" y="598765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</a:p>
            </p:txBody>
          </p:sp>
          <p:sp>
            <p:nvSpPr>
              <p:cNvPr id="777" name="TextBox 776">
                <a:extLst>
                  <a:ext uri="{FF2B5EF4-FFF2-40B4-BE49-F238E27FC236}">
                    <a16:creationId xmlns:a16="http://schemas.microsoft.com/office/drawing/2014/main" id="{F56DB1CB-04F6-41CE-B164-1FA26FAC3BF2}"/>
                  </a:ext>
                </a:extLst>
              </p:cNvPr>
              <p:cNvSpPr txBox="1"/>
              <p:nvPr/>
            </p:nvSpPr>
            <p:spPr>
              <a:xfrm>
                <a:off x="10953276" y="214840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</a:p>
            </p:txBody>
          </p:sp>
          <p:sp>
            <p:nvSpPr>
              <p:cNvPr id="778" name="TextBox 777">
                <a:extLst>
                  <a:ext uri="{FF2B5EF4-FFF2-40B4-BE49-F238E27FC236}">
                    <a16:creationId xmlns:a16="http://schemas.microsoft.com/office/drawing/2014/main" id="{81853DC0-FC50-4877-873D-15D0379825B0}"/>
                  </a:ext>
                </a:extLst>
              </p:cNvPr>
              <p:cNvSpPr txBox="1"/>
              <p:nvPr/>
            </p:nvSpPr>
            <p:spPr>
              <a:xfrm>
                <a:off x="9491026" y="1008141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79" name="TextBox 778">
                <a:extLst>
                  <a:ext uri="{FF2B5EF4-FFF2-40B4-BE49-F238E27FC236}">
                    <a16:creationId xmlns:a16="http://schemas.microsoft.com/office/drawing/2014/main" id="{A7B6EEB4-97A6-43B3-87CF-89BDC99D64B0}"/>
                  </a:ext>
                </a:extLst>
              </p:cNvPr>
              <p:cNvSpPr txBox="1"/>
              <p:nvPr/>
            </p:nvSpPr>
            <p:spPr>
              <a:xfrm>
                <a:off x="9661351" y="1004582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0" name="TextBox 779">
                <a:extLst>
                  <a:ext uri="{FF2B5EF4-FFF2-40B4-BE49-F238E27FC236}">
                    <a16:creationId xmlns:a16="http://schemas.microsoft.com/office/drawing/2014/main" id="{BC9EA2D8-2AE8-4B4E-A3B8-A3D922E1C0D2}"/>
                  </a:ext>
                </a:extLst>
              </p:cNvPr>
              <p:cNvSpPr txBox="1"/>
              <p:nvPr/>
            </p:nvSpPr>
            <p:spPr>
              <a:xfrm>
                <a:off x="9972086" y="1008736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1" name="TextBox 780">
                <a:extLst>
                  <a:ext uri="{FF2B5EF4-FFF2-40B4-BE49-F238E27FC236}">
                    <a16:creationId xmlns:a16="http://schemas.microsoft.com/office/drawing/2014/main" id="{AB241BBC-788F-4EA9-918D-5166540ACBC6}"/>
                  </a:ext>
                </a:extLst>
              </p:cNvPr>
              <p:cNvSpPr txBox="1"/>
              <p:nvPr/>
            </p:nvSpPr>
            <p:spPr>
              <a:xfrm>
                <a:off x="10142411" y="1005177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2" name="TextBox 781">
                <a:extLst>
                  <a:ext uri="{FF2B5EF4-FFF2-40B4-BE49-F238E27FC236}">
                    <a16:creationId xmlns:a16="http://schemas.microsoft.com/office/drawing/2014/main" id="{26F12D05-39CC-4B37-A124-E29E5FAC2CA0}"/>
                  </a:ext>
                </a:extLst>
              </p:cNvPr>
              <p:cNvSpPr txBox="1"/>
              <p:nvPr/>
            </p:nvSpPr>
            <p:spPr>
              <a:xfrm>
                <a:off x="10548043" y="1209320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83" name="TextBox 782">
                <a:extLst>
                  <a:ext uri="{FF2B5EF4-FFF2-40B4-BE49-F238E27FC236}">
                    <a16:creationId xmlns:a16="http://schemas.microsoft.com/office/drawing/2014/main" id="{B3602C6B-62AE-4BBC-9398-29A6D1F42119}"/>
                  </a:ext>
                </a:extLst>
              </p:cNvPr>
              <p:cNvSpPr txBox="1"/>
              <p:nvPr/>
            </p:nvSpPr>
            <p:spPr>
              <a:xfrm>
                <a:off x="10654564" y="1362782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84" name="TextBox 783">
                <a:extLst>
                  <a:ext uri="{FF2B5EF4-FFF2-40B4-BE49-F238E27FC236}">
                    <a16:creationId xmlns:a16="http://schemas.microsoft.com/office/drawing/2014/main" id="{D143E64B-45A8-4B23-A821-4C77A5982E03}"/>
                  </a:ext>
                </a:extLst>
              </p:cNvPr>
              <p:cNvSpPr txBox="1"/>
              <p:nvPr/>
            </p:nvSpPr>
            <p:spPr>
              <a:xfrm>
                <a:off x="10798426" y="1671959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85" name="TextBox 784">
                <a:extLst>
                  <a:ext uri="{FF2B5EF4-FFF2-40B4-BE49-F238E27FC236}">
                    <a16:creationId xmlns:a16="http://schemas.microsoft.com/office/drawing/2014/main" id="{F3A69EF4-C58F-42BB-856D-37C3D7A62227}"/>
                  </a:ext>
                </a:extLst>
              </p:cNvPr>
              <p:cNvSpPr txBox="1"/>
              <p:nvPr/>
            </p:nvSpPr>
            <p:spPr>
              <a:xfrm>
                <a:off x="10904947" y="1825421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86" name="TextBox 785">
                <a:extLst>
                  <a:ext uri="{FF2B5EF4-FFF2-40B4-BE49-F238E27FC236}">
                    <a16:creationId xmlns:a16="http://schemas.microsoft.com/office/drawing/2014/main" id="{E89AB593-B6E6-4CDE-BD02-CEAEA06179B3}"/>
                  </a:ext>
                </a:extLst>
              </p:cNvPr>
              <p:cNvSpPr txBox="1"/>
              <p:nvPr/>
            </p:nvSpPr>
            <p:spPr>
              <a:xfrm>
                <a:off x="10726445" y="560266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7" name="TextBox 786">
                <a:extLst>
                  <a:ext uri="{FF2B5EF4-FFF2-40B4-BE49-F238E27FC236}">
                    <a16:creationId xmlns:a16="http://schemas.microsoft.com/office/drawing/2014/main" id="{FFCF882A-1E75-4A04-8D55-C6D14EAC387D}"/>
                  </a:ext>
                </a:extLst>
              </p:cNvPr>
              <p:cNvSpPr txBox="1"/>
              <p:nvPr/>
            </p:nvSpPr>
            <p:spPr>
              <a:xfrm>
                <a:off x="6222849" y="5569106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788" name="TextBox 787">
                <a:extLst>
                  <a:ext uri="{FF2B5EF4-FFF2-40B4-BE49-F238E27FC236}">
                    <a16:creationId xmlns:a16="http://schemas.microsoft.com/office/drawing/2014/main" id="{4F7527B0-C4E8-4338-9FA6-1DBE4E07411C}"/>
                  </a:ext>
                </a:extLst>
              </p:cNvPr>
              <p:cNvSpPr txBox="1"/>
              <p:nvPr/>
            </p:nvSpPr>
            <p:spPr>
              <a:xfrm>
                <a:off x="11266956" y="423877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89" name="TextBox 788">
                <a:extLst>
                  <a:ext uri="{FF2B5EF4-FFF2-40B4-BE49-F238E27FC236}">
                    <a16:creationId xmlns:a16="http://schemas.microsoft.com/office/drawing/2014/main" id="{1B557507-5D2F-4BD7-8D7D-C478B906B36B}"/>
                  </a:ext>
                </a:extLst>
              </p:cNvPr>
              <p:cNvSpPr txBox="1"/>
              <p:nvPr/>
            </p:nvSpPr>
            <p:spPr>
              <a:xfrm>
                <a:off x="7581382" y="6107445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</a:p>
            </p:txBody>
          </p:sp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9ED9422-4020-48BE-B098-3CF558AD8747}"/>
                  </a:ext>
                </a:extLst>
              </p:cNvPr>
              <p:cNvSpPr txBox="1"/>
              <p:nvPr/>
            </p:nvSpPr>
            <p:spPr>
              <a:xfrm>
                <a:off x="5885878" y="2537683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C526ECF5-56E2-4255-88AC-BB073E85A91E}"/>
                  </a:ext>
                </a:extLst>
              </p:cNvPr>
              <p:cNvSpPr txBox="1"/>
              <p:nvPr/>
            </p:nvSpPr>
            <p:spPr>
              <a:xfrm>
                <a:off x="7206132" y="597497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</a:p>
            </p:txBody>
          </p:sp>
          <p:sp>
            <p:nvSpPr>
              <p:cNvPr id="792" name="TextBox 791">
                <a:extLst>
                  <a:ext uri="{FF2B5EF4-FFF2-40B4-BE49-F238E27FC236}">
                    <a16:creationId xmlns:a16="http://schemas.microsoft.com/office/drawing/2014/main" id="{C9CE1EF2-77FB-43DC-80FD-975248ED4649}"/>
                  </a:ext>
                </a:extLst>
              </p:cNvPr>
              <p:cNvSpPr txBox="1"/>
              <p:nvPr/>
            </p:nvSpPr>
            <p:spPr>
              <a:xfrm>
                <a:off x="5634227" y="325748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93" name="TextBox 792">
                <a:extLst>
                  <a:ext uri="{FF2B5EF4-FFF2-40B4-BE49-F238E27FC236}">
                    <a16:creationId xmlns:a16="http://schemas.microsoft.com/office/drawing/2014/main" id="{11D6B749-F6B6-479A-901F-4211E5E4EC7A}"/>
                  </a:ext>
                </a:extLst>
              </p:cNvPr>
              <p:cNvSpPr txBox="1"/>
              <p:nvPr/>
            </p:nvSpPr>
            <p:spPr>
              <a:xfrm>
                <a:off x="8403511" y="6233350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</a:t>
                </a:r>
              </a:p>
            </p:txBody>
          </p:sp>
          <p:sp>
            <p:nvSpPr>
              <p:cNvPr id="794" name="TextBox 793">
                <a:extLst>
                  <a:ext uri="{FF2B5EF4-FFF2-40B4-BE49-F238E27FC236}">
                    <a16:creationId xmlns:a16="http://schemas.microsoft.com/office/drawing/2014/main" id="{3DFA1A15-EE53-4591-9A3A-9B78E5E5C374}"/>
                  </a:ext>
                </a:extLst>
              </p:cNvPr>
              <p:cNvSpPr txBox="1"/>
              <p:nvPr/>
            </p:nvSpPr>
            <p:spPr>
              <a:xfrm>
                <a:off x="10854075" y="2301916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5" name="TextBox 794">
                <a:extLst>
                  <a:ext uri="{FF2B5EF4-FFF2-40B4-BE49-F238E27FC236}">
                    <a16:creationId xmlns:a16="http://schemas.microsoft.com/office/drawing/2014/main" id="{480C4AEA-34D6-473E-93B6-8FC6A008E6EB}"/>
                  </a:ext>
                </a:extLst>
              </p:cNvPr>
              <p:cNvSpPr txBox="1"/>
              <p:nvPr/>
            </p:nvSpPr>
            <p:spPr>
              <a:xfrm>
                <a:off x="8035523" y="66039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6" name="TextBox 795">
                <a:extLst>
                  <a:ext uri="{FF2B5EF4-FFF2-40B4-BE49-F238E27FC236}">
                    <a16:creationId xmlns:a16="http://schemas.microsoft.com/office/drawing/2014/main" id="{A5B7676F-D5FB-4508-8CCA-4D428036B163}"/>
                  </a:ext>
                </a:extLst>
              </p:cNvPr>
              <p:cNvSpPr txBox="1"/>
              <p:nvPr/>
            </p:nvSpPr>
            <p:spPr>
              <a:xfrm>
                <a:off x="10908227" y="2495309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797" name="TextBox 796">
                <a:extLst>
                  <a:ext uri="{FF2B5EF4-FFF2-40B4-BE49-F238E27FC236}">
                    <a16:creationId xmlns:a16="http://schemas.microsoft.com/office/drawing/2014/main" id="{A7DB9506-52C2-4C0D-811A-B3FC9DB2D092}"/>
                  </a:ext>
                </a:extLst>
              </p:cNvPr>
              <p:cNvSpPr txBox="1"/>
              <p:nvPr/>
            </p:nvSpPr>
            <p:spPr>
              <a:xfrm>
                <a:off x="10994442" y="2688461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98" name="TextBox 797">
                <a:extLst>
                  <a:ext uri="{FF2B5EF4-FFF2-40B4-BE49-F238E27FC236}">
                    <a16:creationId xmlns:a16="http://schemas.microsoft.com/office/drawing/2014/main" id="{5B70C837-0E07-480F-B041-0AA33F654E81}"/>
                  </a:ext>
                </a:extLst>
              </p:cNvPr>
              <p:cNvSpPr txBox="1"/>
              <p:nvPr/>
            </p:nvSpPr>
            <p:spPr>
              <a:xfrm>
                <a:off x="11126289" y="2898928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99" name="TextBox 798">
                <a:extLst>
                  <a:ext uri="{FF2B5EF4-FFF2-40B4-BE49-F238E27FC236}">
                    <a16:creationId xmlns:a16="http://schemas.microsoft.com/office/drawing/2014/main" id="{10977A5B-92EE-4FCF-A466-2F616C9981F3}"/>
                  </a:ext>
                </a:extLst>
              </p:cNvPr>
              <p:cNvSpPr txBox="1"/>
              <p:nvPr/>
            </p:nvSpPr>
            <p:spPr>
              <a:xfrm>
                <a:off x="11269596" y="307738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</a:p>
            </p:txBody>
          </p:sp>
          <p:sp>
            <p:nvSpPr>
              <p:cNvPr id="800" name="TextBox 799">
                <a:extLst>
                  <a:ext uri="{FF2B5EF4-FFF2-40B4-BE49-F238E27FC236}">
                    <a16:creationId xmlns:a16="http://schemas.microsoft.com/office/drawing/2014/main" id="{AFBD3E19-4892-4035-83D0-E7B45AE0ED06}"/>
                  </a:ext>
                </a:extLst>
              </p:cNvPr>
              <p:cNvSpPr txBox="1"/>
              <p:nvPr/>
            </p:nvSpPr>
            <p:spPr>
              <a:xfrm>
                <a:off x="5700561" y="4018630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g</a:t>
                </a:r>
              </a:p>
            </p:txBody>
          </p:sp>
          <p:sp>
            <p:nvSpPr>
              <p:cNvPr id="801" name="TextBox 800">
                <a:extLst>
                  <a:ext uri="{FF2B5EF4-FFF2-40B4-BE49-F238E27FC236}">
                    <a16:creationId xmlns:a16="http://schemas.microsoft.com/office/drawing/2014/main" id="{87F7E53D-DCFF-4D98-9E94-4F13A003172E}"/>
                  </a:ext>
                </a:extLst>
              </p:cNvPr>
              <p:cNvSpPr txBox="1"/>
              <p:nvPr/>
            </p:nvSpPr>
            <p:spPr>
              <a:xfrm>
                <a:off x="8477887" y="630582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03" name="TextBox 802">
                <a:extLst>
                  <a:ext uri="{FF2B5EF4-FFF2-40B4-BE49-F238E27FC236}">
                    <a16:creationId xmlns:a16="http://schemas.microsoft.com/office/drawing/2014/main" id="{78361935-CF2E-4148-A766-A25D25867CC0}"/>
                  </a:ext>
                </a:extLst>
              </p:cNvPr>
              <p:cNvSpPr txBox="1"/>
              <p:nvPr/>
            </p:nvSpPr>
            <p:spPr>
              <a:xfrm>
                <a:off x="5979322" y="443798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04" name="TextBox 803">
                <a:extLst>
                  <a:ext uri="{FF2B5EF4-FFF2-40B4-BE49-F238E27FC236}">
                    <a16:creationId xmlns:a16="http://schemas.microsoft.com/office/drawing/2014/main" id="{09A3AA1C-D527-4A08-9B06-B9C69EC11611}"/>
                  </a:ext>
                </a:extLst>
              </p:cNvPr>
              <p:cNvSpPr txBox="1"/>
              <p:nvPr/>
            </p:nvSpPr>
            <p:spPr>
              <a:xfrm>
                <a:off x="9811171" y="6005021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</a:p>
            </p:txBody>
          </p:sp>
          <p:sp>
            <p:nvSpPr>
              <p:cNvPr id="805" name="TextBox 804">
                <a:extLst>
                  <a:ext uri="{FF2B5EF4-FFF2-40B4-BE49-F238E27FC236}">
                    <a16:creationId xmlns:a16="http://schemas.microsoft.com/office/drawing/2014/main" id="{9081A940-175F-4F3A-82DC-9A3772A973A8}"/>
                  </a:ext>
                </a:extLst>
              </p:cNvPr>
              <p:cNvSpPr txBox="1"/>
              <p:nvPr/>
            </p:nvSpPr>
            <p:spPr>
              <a:xfrm>
                <a:off x="11299387" y="345398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lang="en-US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06" name="TextBox 805">
                <a:extLst>
                  <a:ext uri="{FF2B5EF4-FFF2-40B4-BE49-F238E27FC236}">
                    <a16:creationId xmlns:a16="http://schemas.microsoft.com/office/drawing/2014/main" id="{1CCA0172-770C-44CE-9823-31B785EF5642}"/>
                  </a:ext>
                </a:extLst>
              </p:cNvPr>
              <p:cNvSpPr txBox="1"/>
              <p:nvPr/>
            </p:nvSpPr>
            <p:spPr>
              <a:xfrm>
                <a:off x="11187051" y="3508095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07" name="TextBox 806">
                <a:extLst>
                  <a:ext uri="{FF2B5EF4-FFF2-40B4-BE49-F238E27FC236}">
                    <a16:creationId xmlns:a16="http://schemas.microsoft.com/office/drawing/2014/main" id="{6C09FEC9-44DC-4593-B406-400DF1DD5D98}"/>
                  </a:ext>
                </a:extLst>
              </p:cNvPr>
              <p:cNvSpPr txBox="1"/>
              <p:nvPr/>
            </p:nvSpPr>
            <p:spPr>
              <a:xfrm>
                <a:off x="7469518" y="1017650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lang="en-US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08" name="TextBox 807">
                <a:extLst>
                  <a:ext uri="{FF2B5EF4-FFF2-40B4-BE49-F238E27FC236}">
                    <a16:creationId xmlns:a16="http://schemas.microsoft.com/office/drawing/2014/main" id="{3870272C-C28F-4002-9813-90E1765B2D70}"/>
                  </a:ext>
                </a:extLst>
              </p:cNvPr>
              <p:cNvSpPr txBox="1"/>
              <p:nvPr/>
            </p:nvSpPr>
            <p:spPr>
              <a:xfrm>
                <a:off x="6746291" y="1031739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09" name="TextBox 808">
                <a:extLst>
                  <a:ext uri="{FF2B5EF4-FFF2-40B4-BE49-F238E27FC236}">
                    <a16:creationId xmlns:a16="http://schemas.microsoft.com/office/drawing/2014/main" id="{BD8E472F-18F5-4607-A877-8906130DCE81}"/>
                  </a:ext>
                </a:extLst>
              </p:cNvPr>
              <p:cNvSpPr txBox="1"/>
              <p:nvPr/>
            </p:nvSpPr>
            <p:spPr>
              <a:xfrm>
                <a:off x="11269596" y="3747602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10" name="TextBox 809">
                <a:extLst>
                  <a:ext uri="{FF2B5EF4-FFF2-40B4-BE49-F238E27FC236}">
                    <a16:creationId xmlns:a16="http://schemas.microsoft.com/office/drawing/2014/main" id="{CE9A03AC-0D1B-498C-995B-B2F9F83E4D3D}"/>
                  </a:ext>
                </a:extLst>
              </p:cNvPr>
              <p:cNvSpPr txBox="1"/>
              <p:nvPr/>
            </p:nvSpPr>
            <p:spPr>
              <a:xfrm>
                <a:off x="11336179" y="3869112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1" name="TextBox 810">
                <a:extLst>
                  <a:ext uri="{FF2B5EF4-FFF2-40B4-BE49-F238E27FC236}">
                    <a16:creationId xmlns:a16="http://schemas.microsoft.com/office/drawing/2014/main" id="{C30F6B8C-F2A0-4A01-92A1-2ADF5826F4D0}"/>
                  </a:ext>
                </a:extLst>
              </p:cNvPr>
              <p:cNvSpPr txBox="1"/>
              <p:nvPr/>
            </p:nvSpPr>
            <p:spPr>
              <a:xfrm>
                <a:off x="9652768" y="595317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2" name="TextBox 811">
                <a:extLst>
                  <a:ext uri="{FF2B5EF4-FFF2-40B4-BE49-F238E27FC236}">
                    <a16:creationId xmlns:a16="http://schemas.microsoft.com/office/drawing/2014/main" id="{CCBE662B-8BBA-4F18-BEE1-3E7B84F41246}"/>
                  </a:ext>
                </a:extLst>
              </p:cNvPr>
              <p:cNvSpPr txBox="1"/>
              <p:nvPr/>
            </p:nvSpPr>
            <p:spPr>
              <a:xfrm>
                <a:off x="6078957" y="5333866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</a:p>
            </p:txBody>
          </p:sp>
          <p:sp>
            <p:nvSpPr>
              <p:cNvPr id="813" name="TextBox 812">
                <a:extLst>
                  <a:ext uri="{FF2B5EF4-FFF2-40B4-BE49-F238E27FC236}">
                    <a16:creationId xmlns:a16="http://schemas.microsoft.com/office/drawing/2014/main" id="{6001B449-BAA0-40E8-8322-2511066C5AAB}"/>
                  </a:ext>
                </a:extLst>
              </p:cNvPr>
              <p:cNvSpPr txBox="1"/>
              <p:nvPr/>
            </p:nvSpPr>
            <p:spPr>
              <a:xfrm>
                <a:off x="11112807" y="4297575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14" name="TextBox 813">
                <a:extLst>
                  <a:ext uri="{FF2B5EF4-FFF2-40B4-BE49-F238E27FC236}">
                    <a16:creationId xmlns:a16="http://schemas.microsoft.com/office/drawing/2014/main" id="{559597A3-C37A-486C-B5DC-F2B714E1210A}"/>
                  </a:ext>
                </a:extLst>
              </p:cNvPr>
              <p:cNvSpPr txBox="1"/>
              <p:nvPr/>
            </p:nvSpPr>
            <p:spPr>
              <a:xfrm>
                <a:off x="10937454" y="446685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5" name="TextBox 814">
                <a:extLst>
                  <a:ext uri="{FF2B5EF4-FFF2-40B4-BE49-F238E27FC236}">
                    <a16:creationId xmlns:a16="http://schemas.microsoft.com/office/drawing/2014/main" id="{E8FBFF75-92CE-4A6A-BE03-52E10E03AEC2}"/>
                  </a:ext>
                </a:extLst>
              </p:cNvPr>
              <p:cNvSpPr txBox="1"/>
              <p:nvPr/>
            </p:nvSpPr>
            <p:spPr>
              <a:xfrm>
                <a:off x="10942483" y="4664661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6" name="TextBox 815">
                <a:extLst>
                  <a:ext uri="{FF2B5EF4-FFF2-40B4-BE49-F238E27FC236}">
                    <a16:creationId xmlns:a16="http://schemas.microsoft.com/office/drawing/2014/main" id="{90973522-8BF3-431D-A358-E5ABE35FB633}"/>
                  </a:ext>
                </a:extLst>
              </p:cNvPr>
              <p:cNvSpPr txBox="1"/>
              <p:nvPr/>
            </p:nvSpPr>
            <p:spPr>
              <a:xfrm>
                <a:off x="10942483" y="50155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17" name="TextBox 816">
                <a:extLst>
                  <a:ext uri="{FF2B5EF4-FFF2-40B4-BE49-F238E27FC236}">
                    <a16:creationId xmlns:a16="http://schemas.microsoft.com/office/drawing/2014/main" id="{99ACE983-563B-4E1C-86E1-640D67620E50}"/>
                  </a:ext>
                </a:extLst>
              </p:cNvPr>
              <p:cNvSpPr txBox="1"/>
              <p:nvPr/>
            </p:nvSpPr>
            <p:spPr>
              <a:xfrm>
                <a:off x="10942483" y="5217586"/>
                <a:ext cx="34496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18" name="TextBox 817">
                <a:extLst>
                  <a:ext uri="{FF2B5EF4-FFF2-40B4-BE49-F238E27FC236}">
                    <a16:creationId xmlns:a16="http://schemas.microsoft.com/office/drawing/2014/main" id="{A895E0F4-81C8-4942-91C5-A4AAC2D3E0D1}"/>
                  </a:ext>
                </a:extLst>
              </p:cNvPr>
              <p:cNvSpPr txBox="1"/>
              <p:nvPr/>
            </p:nvSpPr>
            <p:spPr>
              <a:xfrm>
                <a:off x="6401969" y="578697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19" name="TextBox 818">
                <a:extLst>
                  <a:ext uri="{FF2B5EF4-FFF2-40B4-BE49-F238E27FC236}">
                    <a16:creationId xmlns:a16="http://schemas.microsoft.com/office/drawing/2014/main" id="{D0911619-11BA-4EF7-B00D-860C3DF86BD5}"/>
                  </a:ext>
                </a:extLst>
              </p:cNvPr>
              <p:cNvSpPr txBox="1"/>
              <p:nvPr/>
            </p:nvSpPr>
            <p:spPr>
              <a:xfrm>
                <a:off x="6343604" y="1283927"/>
                <a:ext cx="23436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</a:p>
            </p:txBody>
          </p:sp>
          <p:sp>
            <p:nvSpPr>
              <p:cNvPr id="820" name="TextBox 819">
                <a:extLst>
                  <a:ext uri="{FF2B5EF4-FFF2-40B4-BE49-F238E27FC236}">
                    <a16:creationId xmlns:a16="http://schemas.microsoft.com/office/drawing/2014/main" id="{3414392E-F9A1-4928-B5DB-A0F4399AB542}"/>
                  </a:ext>
                </a:extLst>
              </p:cNvPr>
              <p:cNvSpPr txBox="1"/>
              <p:nvPr/>
            </p:nvSpPr>
            <p:spPr>
              <a:xfrm>
                <a:off x="7643821" y="62940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21" name="TextBox 820">
                <a:extLst>
                  <a:ext uri="{FF2B5EF4-FFF2-40B4-BE49-F238E27FC236}">
                    <a16:creationId xmlns:a16="http://schemas.microsoft.com/office/drawing/2014/main" id="{38E4C486-0C88-4162-BCCE-E220CB335B82}"/>
                  </a:ext>
                </a:extLst>
              </p:cNvPr>
              <p:cNvSpPr txBox="1"/>
              <p:nvPr/>
            </p:nvSpPr>
            <p:spPr>
              <a:xfrm>
                <a:off x="5694410" y="2665429"/>
                <a:ext cx="34496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</a:t>
                </a:r>
              </a:p>
            </p:txBody>
          </p:sp>
          <p:sp>
            <p:nvSpPr>
              <p:cNvPr id="822" name="TextBox 821">
                <a:extLst>
                  <a:ext uri="{FF2B5EF4-FFF2-40B4-BE49-F238E27FC236}">
                    <a16:creationId xmlns:a16="http://schemas.microsoft.com/office/drawing/2014/main" id="{5154DACD-54B0-4A17-B618-7938AF7BBD38}"/>
                  </a:ext>
                </a:extLst>
              </p:cNvPr>
              <p:cNvSpPr txBox="1"/>
              <p:nvPr/>
            </p:nvSpPr>
            <p:spPr>
              <a:xfrm>
                <a:off x="10578903" y="5698649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3" name="TextBox 822">
                <a:extLst>
                  <a:ext uri="{FF2B5EF4-FFF2-40B4-BE49-F238E27FC236}">
                    <a16:creationId xmlns:a16="http://schemas.microsoft.com/office/drawing/2014/main" id="{DBAA66A7-E341-4D2D-91C1-1D5EE4E00DB2}"/>
                  </a:ext>
                </a:extLst>
              </p:cNvPr>
              <p:cNvSpPr txBox="1"/>
              <p:nvPr/>
            </p:nvSpPr>
            <p:spPr>
              <a:xfrm>
                <a:off x="10220636" y="5857620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4" name="TextBox 823">
                <a:extLst>
                  <a:ext uri="{FF2B5EF4-FFF2-40B4-BE49-F238E27FC236}">
                    <a16:creationId xmlns:a16="http://schemas.microsoft.com/office/drawing/2014/main" id="{C546EC8C-64E0-4CF5-A3ED-2D00C75A3DBD}"/>
                  </a:ext>
                </a:extLst>
              </p:cNvPr>
              <p:cNvSpPr txBox="1"/>
              <p:nvPr/>
            </p:nvSpPr>
            <p:spPr>
              <a:xfrm>
                <a:off x="5553712" y="357549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5" name="TextBox 824">
                <a:extLst>
                  <a:ext uri="{FF2B5EF4-FFF2-40B4-BE49-F238E27FC236}">
                    <a16:creationId xmlns:a16="http://schemas.microsoft.com/office/drawing/2014/main" id="{CD19EE41-32DE-4229-841B-01FCAEEA1C3C}"/>
                  </a:ext>
                </a:extLst>
              </p:cNvPr>
              <p:cNvSpPr txBox="1"/>
              <p:nvPr/>
            </p:nvSpPr>
            <p:spPr>
              <a:xfrm>
                <a:off x="5871938" y="2310334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</a:p>
            </p:txBody>
          </p:sp>
          <p:sp>
            <p:nvSpPr>
              <p:cNvPr id="826" name="TextBox 825">
                <a:extLst>
                  <a:ext uri="{FF2B5EF4-FFF2-40B4-BE49-F238E27FC236}">
                    <a16:creationId xmlns:a16="http://schemas.microsoft.com/office/drawing/2014/main" id="{0349D347-ECD8-4EA0-A528-E68516143E96}"/>
                  </a:ext>
                </a:extLst>
              </p:cNvPr>
              <p:cNvSpPr txBox="1"/>
              <p:nvPr/>
            </p:nvSpPr>
            <p:spPr>
              <a:xfrm>
                <a:off x="9396846" y="5936683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27" name="TextBox 826">
                <a:extLst>
                  <a:ext uri="{FF2B5EF4-FFF2-40B4-BE49-F238E27FC236}">
                    <a16:creationId xmlns:a16="http://schemas.microsoft.com/office/drawing/2014/main" id="{2103DD33-C721-4900-ABEC-BB420C5CD09E}"/>
                  </a:ext>
                </a:extLst>
              </p:cNvPr>
              <p:cNvSpPr txBox="1"/>
              <p:nvPr/>
            </p:nvSpPr>
            <p:spPr>
              <a:xfrm>
                <a:off x="9287027" y="598765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28" name="TextBox 827">
                <a:extLst>
                  <a:ext uri="{FF2B5EF4-FFF2-40B4-BE49-F238E27FC236}">
                    <a16:creationId xmlns:a16="http://schemas.microsoft.com/office/drawing/2014/main" id="{B35C110F-1BF0-40B3-A589-58B3D2B09B9F}"/>
                  </a:ext>
                </a:extLst>
              </p:cNvPr>
              <p:cNvSpPr txBox="1"/>
              <p:nvPr/>
            </p:nvSpPr>
            <p:spPr>
              <a:xfrm>
                <a:off x="8988520" y="6200712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29" name="TextBox 828">
                <a:extLst>
                  <a:ext uri="{FF2B5EF4-FFF2-40B4-BE49-F238E27FC236}">
                    <a16:creationId xmlns:a16="http://schemas.microsoft.com/office/drawing/2014/main" id="{70D8FCBF-7CA4-4C94-B796-640EDD0B4779}"/>
                  </a:ext>
                </a:extLst>
              </p:cNvPr>
              <p:cNvSpPr txBox="1"/>
              <p:nvPr/>
            </p:nvSpPr>
            <p:spPr>
              <a:xfrm>
                <a:off x="8853095" y="6219583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0" name="TextBox 829">
                <a:extLst>
                  <a:ext uri="{FF2B5EF4-FFF2-40B4-BE49-F238E27FC236}">
                    <a16:creationId xmlns:a16="http://schemas.microsoft.com/office/drawing/2014/main" id="{E25D5D06-3DD7-4C68-ADBC-35AAE3C9E8EC}"/>
                  </a:ext>
                </a:extLst>
              </p:cNvPr>
              <p:cNvSpPr txBox="1"/>
              <p:nvPr/>
            </p:nvSpPr>
            <p:spPr>
              <a:xfrm>
                <a:off x="8153925" y="6277560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1" name="TextBox 830">
                <a:extLst>
                  <a:ext uri="{FF2B5EF4-FFF2-40B4-BE49-F238E27FC236}">
                    <a16:creationId xmlns:a16="http://schemas.microsoft.com/office/drawing/2014/main" id="{763BC75B-0264-4F89-887E-ABBC1C6436C7}"/>
                  </a:ext>
                </a:extLst>
              </p:cNvPr>
              <p:cNvSpPr txBox="1"/>
              <p:nvPr/>
            </p:nvSpPr>
            <p:spPr>
              <a:xfrm>
                <a:off x="8024752" y="6339485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2" name="TextBox 831">
                <a:extLst>
                  <a:ext uri="{FF2B5EF4-FFF2-40B4-BE49-F238E27FC236}">
                    <a16:creationId xmlns:a16="http://schemas.microsoft.com/office/drawing/2014/main" id="{65557082-A5AA-4162-8684-A6EB53C8473B}"/>
                  </a:ext>
                </a:extLst>
              </p:cNvPr>
              <p:cNvSpPr txBox="1"/>
              <p:nvPr/>
            </p:nvSpPr>
            <p:spPr>
              <a:xfrm>
                <a:off x="7867822" y="781484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33" name="TextBox 832">
                <a:extLst>
                  <a:ext uri="{FF2B5EF4-FFF2-40B4-BE49-F238E27FC236}">
                    <a16:creationId xmlns:a16="http://schemas.microsoft.com/office/drawing/2014/main" id="{C85F6A12-87B6-455D-810C-BA318969D86E}"/>
                  </a:ext>
                </a:extLst>
              </p:cNvPr>
              <p:cNvSpPr txBox="1"/>
              <p:nvPr/>
            </p:nvSpPr>
            <p:spPr>
              <a:xfrm>
                <a:off x="5635510" y="347687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</a:p>
            </p:txBody>
          </p:sp>
          <p:sp>
            <p:nvSpPr>
              <p:cNvPr id="834" name="TextBox 833">
                <a:extLst>
                  <a:ext uri="{FF2B5EF4-FFF2-40B4-BE49-F238E27FC236}">
                    <a16:creationId xmlns:a16="http://schemas.microsoft.com/office/drawing/2014/main" id="{3FD82F6D-2F10-4D92-9120-1181B07E5D33}"/>
                  </a:ext>
                </a:extLst>
              </p:cNvPr>
              <p:cNvSpPr txBox="1"/>
              <p:nvPr/>
            </p:nvSpPr>
            <p:spPr>
              <a:xfrm>
                <a:off x="7550666" y="991419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5" name="TextBox 834">
                <a:extLst>
                  <a:ext uri="{FF2B5EF4-FFF2-40B4-BE49-F238E27FC236}">
                    <a16:creationId xmlns:a16="http://schemas.microsoft.com/office/drawing/2014/main" id="{019162C5-1B2C-4FDF-99C8-33F3F923F41F}"/>
                  </a:ext>
                </a:extLst>
              </p:cNvPr>
              <p:cNvSpPr txBox="1"/>
              <p:nvPr/>
            </p:nvSpPr>
            <p:spPr>
              <a:xfrm>
                <a:off x="6004750" y="4643341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</a:p>
            </p:txBody>
          </p:sp>
          <p:sp>
            <p:nvSpPr>
              <p:cNvPr id="837" name="TextBox 836">
                <a:extLst>
                  <a:ext uri="{FF2B5EF4-FFF2-40B4-BE49-F238E27FC236}">
                    <a16:creationId xmlns:a16="http://schemas.microsoft.com/office/drawing/2014/main" id="{8A1FFD21-9640-4098-A1D0-9D8D976E7A53}"/>
                  </a:ext>
                </a:extLst>
              </p:cNvPr>
              <p:cNvSpPr txBox="1"/>
              <p:nvPr/>
            </p:nvSpPr>
            <p:spPr>
              <a:xfrm>
                <a:off x="6560767" y="1104855"/>
                <a:ext cx="3241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8" name="TextBox 837">
                <a:extLst>
                  <a:ext uri="{FF2B5EF4-FFF2-40B4-BE49-F238E27FC236}">
                    <a16:creationId xmlns:a16="http://schemas.microsoft.com/office/drawing/2014/main" id="{430E8CEC-EE2A-4195-8010-C4A94A82FF24}"/>
                  </a:ext>
                </a:extLst>
              </p:cNvPr>
              <p:cNvSpPr txBox="1"/>
              <p:nvPr/>
            </p:nvSpPr>
            <p:spPr>
              <a:xfrm>
                <a:off x="5886939" y="4730818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</a:p>
            </p:txBody>
          </p:sp>
          <p:sp>
            <p:nvSpPr>
              <p:cNvPr id="839" name="TextBox 838">
                <a:extLst>
                  <a:ext uri="{FF2B5EF4-FFF2-40B4-BE49-F238E27FC236}">
                    <a16:creationId xmlns:a16="http://schemas.microsoft.com/office/drawing/2014/main" id="{B26CEDEE-05B4-4ADE-B7FC-7C3D71E68864}"/>
                  </a:ext>
                </a:extLst>
              </p:cNvPr>
              <p:cNvSpPr txBox="1"/>
              <p:nvPr/>
            </p:nvSpPr>
            <p:spPr>
              <a:xfrm>
                <a:off x="7335840" y="599144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0" name="TextBox 839">
                <a:extLst>
                  <a:ext uri="{FF2B5EF4-FFF2-40B4-BE49-F238E27FC236}">
                    <a16:creationId xmlns:a16="http://schemas.microsoft.com/office/drawing/2014/main" id="{2A151F04-ED02-4BC5-A301-721B8C9BF9C1}"/>
                  </a:ext>
                </a:extLst>
              </p:cNvPr>
              <p:cNvSpPr txBox="1"/>
              <p:nvPr/>
            </p:nvSpPr>
            <p:spPr>
              <a:xfrm>
                <a:off x="6886668" y="5979244"/>
                <a:ext cx="255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1" name="TextBox 840">
                <a:extLst>
                  <a:ext uri="{FF2B5EF4-FFF2-40B4-BE49-F238E27FC236}">
                    <a16:creationId xmlns:a16="http://schemas.microsoft.com/office/drawing/2014/main" id="{E566AAEA-9EBE-4286-84BA-F790F554A6F0}"/>
                  </a:ext>
                </a:extLst>
              </p:cNvPr>
              <p:cNvSpPr txBox="1"/>
              <p:nvPr/>
            </p:nvSpPr>
            <p:spPr>
              <a:xfrm>
                <a:off x="6128578" y="1339837"/>
                <a:ext cx="314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2" name="TextBox 841">
                <a:extLst>
                  <a:ext uri="{FF2B5EF4-FFF2-40B4-BE49-F238E27FC236}">
                    <a16:creationId xmlns:a16="http://schemas.microsoft.com/office/drawing/2014/main" id="{18F9F3BD-46CC-4C67-BA4B-55E4E81DD11B}"/>
                  </a:ext>
                </a:extLst>
              </p:cNvPr>
              <p:cNvSpPr txBox="1"/>
              <p:nvPr/>
            </p:nvSpPr>
            <p:spPr>
              <a:xfrm>
                <a:off x="5593620" y="2732397"/>
                <a:ext cx="2551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  <p:sp>
            <p:nvSpPr>
              <p:cNvPr id="843" name="TextBox 842">
                <a:extLst>
                  <a:ext uri="{FF2B5EF4-FFF2-40B4-BE49-F238E27FC236}">
                    <a16:creationId xmlns:a16="http://schemas.microsoft.com/office/drawing/2014/main" id="{621495CE-89EA-47F6-9523-BF884A6EF54D}"/>
                  </a:ext>
                </a:extLst>
              </p:cNvPr>
              <p:cNvSpPr txBox="1"/>
              <p:nvPr/>
            </p:nvSpPr>
            <p:spPr>
              <a:xfrm>
                <a:off x="5954076" y="5192931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4" name="TextBox 843">
                <a:extLst>
                  <a:ext uri="{FF2B5EF4-FFF2-40B4-BE49-F238E27FC236}">
                    <a16:creationId xmlns:a16="http://schemas.microsoft.com/office/drawing/2014/main" id="{8E00E347-DC40-43C5-8303-DBB7180A6CB9}"/>
                  </a:ext>
                </a:extLst>
              </p:cNvPr>
              <p:cNvSpPr txBox="1"/>
              <p:nvPr/>
            </p:nvSpPr>
            <p:spPr>
              <a:xfrm>
                <a:off x="8457080" y="698752"/>
                <a:ext cx="30489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5" name="TextBox 844">
                <a:extLst>
                  <a:ext uri="{FF2B5EF4-FFF2-40B4-BE49-F238E27FC236}">
                    <a16:creationId xmlns:a16="http://schemas.microsoft.com/office/drawing/2014/main" id="{E6BC8B29-D11F-4D89-BF4F-2E2D55AC0F93}"/>
                  </a:ext>
                </a:extLst>
              </p:cNvPr>
              <p:cNvSpPr txBox="1"/>
              <p:nvPr/>
            </p:nvSpPr>
            <p:spPr>
              <a:xfrm>
                <a:off x="5903766" y="431008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6" name="TextBox 845">
                <a:extLst>
                  <a:ext uri="{FF2B5EF4-FFF2-40B4-BE49-F238E27FC236}">
                    <a16:creationId xmlns:a16="http://schemas.microsoft.com/office/drawing/2014/main" id="{F0160514-A176-4F95-920B-1F9FEB1905DB}"/>
                  </a:ext>
                </a:extLst>
              </p:cNvPr>
              <p:cNvSpPr txBox="1"/>
              <p:nvPr/>
            </p:nvSpPr>
            <p:spPr>
              <a:xfrm>
                <a:off x="8352050" y="662420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</a:t>
                </a:r>
              </a:p>
            </p:txBody>
          </p:sp>
          <p:sp>
            <p:nvSpPr>
              <p:cNvPr id="847" name="TextBox 846">
                <a:extLst>
                  <a:ext uri="{FF2B5EF4-FFF2-40B4-BE49-F238E27FC236}">
                    <a16:creationId xmlns:a16="http://schemas.microsoft.com/office/drawing/2014/main" id="{BEA516C4-7418-48AE-B2C7-A348C6110AD6}"/>
                  </a:ext>
                </a:extLst>
              </p:cNvPr>
              <p:cNvSpPr txBox="1"/>
              <p:nvPr/>
            </p:nvSpPr>
            <p:spPr>
              <a:xfrm>
                <a:off x="5617413" y="3898002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48" name="TextBox 847">
                <a:extLst>
                  <a:ext uri="{FF2B5EF4-FFF2-40B4-BE49-F238E27FC236}">
                    <a16:creationId xmlns:a16="http://schemas.microsoft.com/office/drawing/2014/main" id="{09B6AD10-A498-438D-A5D5-6863AE811464}"/>
                  </a:ext>
                </a:extLst>
              </p:cNvPr>
              <p:cNvSpPr txBox="1"/>
              <p:nvPr/>
            </p:nvSpPr>
            <p:spPr>
              <a:xfrm>
                <a:off x="7204466" y="1065086"/>
                <a:ext cx="2936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49" name="TextBox 848">
                <a:extLst>
                  <a:ext uri="{FF2B5EF4-FFF2-40B4-BE49-F238E27FC236}">
                    <a16:creationId xmlns:a16="http://schemas.microsoft.com/office/drawing/2014/main" id="{2A6F6926-0F61-48F6-8B7F-6B8A9CD34674}"/>
                  </a:ext>
                </a:extLst>
              </p:cNvPr>
              <p:cNvSpPr txBox="1"/>
              <p:nvPr/>
            </p:nvSpPr>
            <p:spPr>
              <a:xfrm>
                <a:off x="5849745" y="1747528"/>
                <a:ext cx="28405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</a:p>
            </p:txBody>
          </p:sp>
          <p:sp>
            <p:nvSpPr>
              <p:cNvPr id="850" name="TextBox 849">
                <a:extLst>
                  <a:ext uri="{FF2B5EF4-FFF2-40B4-BE49-F238E27FC236}">
                    <a16:creationId xmlns:a16="http://schemas.microsoft.com/office/drawing/2014/main" id="{5F99D9CE-C0FC-418B-8331-170F850A98B9}"/>
                  </a:ext>
                </a:extLst>
              </p:cNvPr>
              <p:cNvSpPr txBox="1"/>
              <p:nvPr/>
            </p:nvSpPr>
            <p:spPr>
              <a:xfrm>
                <a:off x="5567149" y="3109687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51" name="TextBox 850">
                <a:extLst>
                  <a:ext uri="{FF2B5EF4-FFF2-40B4-BE49-F238E27FC236}">
                    <a16:creationId xmlns:a16="http://schemas.microsoft.com/office/drawing/2014/main" id="{180CE8E6-DD64-43A8-9A64-B8F0A97A7835}"/>
                  </a:ext>
                </a:extLst>
              </p:cNvPr>
              <p:cNvSpPr txBox="1"/>
              <p:nvPr/>
            </p:nvSpPr>
            <p:spPr>
              <a:xfrm>
                <a:off x="7129059" y="1022216"/>
                <a:ext cx="24397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E0D55AB-F19B-446C-8F48-8DE59610C5FA}"/>
                </a:ext>
              </a:extLst>
            </p:cNvPr>
            <p:cNvGrpSpPr/>
            <p:nvPr/>
          </p:nvGrpSpPr>
          <p:grpSpPr>
            <a:xfrm>
              <a:off x="1427465" y="933333"/>
              <a:ext cx="3844978" cy="5438814"/>
              <a:chOff x="1427465" y="933333"/>
              <a:chExt cx="3844978" cy="5438814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36DD551-6D48-4CEF-9CDE-F2973973C313}"/>
                  </a:ext>
                </a:extLst>
              </p:cNvPr>
              <p:cNvGrpSpPr/>
              <p:nvPr/>
            </p:nvGrpSpPr>
            <p:grpSpPr>
              <a:xfrm>
                <a:off x="1427465" y="933333"/>
                <a:ext cx="3844978" cy="5438814"/>
                <a:chOff x="1427465" y="933333"/>
                <a:chExt cx="3844978" cy="5438814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EC5EA666-08A3-4271-8950-102237085DA3}"/>
                    </a:ext>
                  </a:extLst>
                </p:cNvPr>
                <p:cNvSpPr/>
                <p:nvPr/>
              </p:nvSpPr>
              <p:spPr>
                <a:xfrm>
                  <a:off x="1427465" y="933333"/>
                  <a:ext cx="3844978" cy="5438814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57150">
                  <a:solidFill>
                    <a:schemeClr val="bg1">
                      <a:lumMod val="50000"/>
                    </a:schemeClr>
                  </a:solidFill>
                  <a:prstDash val="sysDot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EFEF6039-A2AF-4C28-ABD8-4D1FF1F60626}"/>
                    </a:ext>
                  </a:extLst>
                </p:cNvPr>
                <p:cNvSpPr/>
                <p:nvPr/>
              </p:nvSpPr>
              <p:spPr>
                <a:xfrm>
                  <a:off x="1930163" y="1102858"/>
                  <a:ext cx="2410499" cy="307996"/>
                </a:xfrm>
                <a:prstGeom prst="rect">
                  <a:avLst/>
                </a:prstGeom>
                <a:noFill/>
              </p:spPr>
              <p:txBody>
                <a:bodyPr wrap="none">
                  <a:spAutoFit/>
                </a:bodyPr>
                <a:lstStyle/>
                <a:p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Stars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block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five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lines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b="1" i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so</a:t>
                  </a:r>
                  <a:r>
                    <a:rPr lang="pt-PT" b="1" i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:</a:t>
                  </a:r>
                  <a:endParaRPr lang="pt-PT" dirty="0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16E6233D-CD35-4B05-BC35-1DE228ED08D7}"/>
                  </a:ext>
                </a:extLst>
              </p:cNvPr>
              <p:cNvGrpSpPr/>
              <p:nvPr/>
            </p:nvGrpSpPr>
            <p:grpSpPr>
              <a:xfrm>
                <a:off x="1775253" y="1659866"/>
                <a:ext cx="3178402" cy="4297903"/>
                <a:chOff x="1775253" y="1659866"/>
                <a:chExt cx="3178402" cy="4297903"/>
              </a:xfrm>
            </p:grpSpPr>
            <p:grpSp>
              <p:nvGrpSpPr>
                <p:cNvPr id="899" name="Group 898">
                  <a:extLst>
                    <a:ext uri="{FF2B5EF4-FFF2-40B4-BE49-F238E27FC236}">
                      <a16:creationId xmlns:a16="http://schemas.microsoft.com/office/drawing/2014/main" id="{D943E6D8-A1DF-4F3A-A2A0-221599147342}"/>
                    </a:ext>
                  </a:extLst>
                </p:cNvPr>
                <p:cNvGrpSpPr/>
                <p:nvPr/>
              </p:nvGrpSpPr>
              <p:grpSpPr>
                <a:xfrm>
                  <a:off x="3227576" y="1659866"/>
                  <a:ext cx="1522130" cy="1367933"/>
                  <a:chOff x="621083" y="6467380"/>
                  <a:chExt cx="2960119" cy="2660250"/>
                </a:xfrm>
              </p:grpSpPr>
              <p:grpSp>
                <p:nvGrpSpPr>
                  <p:cNvPr id="900" name="Group 899">
                    <a:extLst>
                      <a:ext uri="{FF2B5EF4-FFF2-40B4-BE49-F238E27FC236}">
                        <a16:creationId xmlns:a16="http://schemas.microsoft.com/office/drawing/2014/main" id="{9EC5255D-B550-4649-A601-6BFC37104939}"/>
                      </a:ext>
                    </a:extLst>
                  </p:cNvPr>
                  <p:cNvGrpSpPr/>
                  <p:nvPr/>
                </p:nvGrpSpPr>
                <p:grpSpPr>
                  <a:xfrm>
                    <a:off x="621083" y="6467380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902" name="Group 901">
                      <a:extLst>
                        <a:ext uri="{FF2B5EF4-FFF2-40B4-BE49-F238E27FC236}">
                          <a16:creationId xmlns:a16="http://schemas.microsoft.com/office/drawing/2014/main" id="{B6CFEC11-CB3A-4CDF-B181-CD61E19E62F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48" name="Group 947">
                        <a:extLst>
                          <a:ext uri="{FF2B5EF4-FFF2-40B4-BE49-F238E27FC236}">
                            <a16:creationId xmlns:a16="http://schemas.microsoft.com/office/drawing/2014/main" id="{0E73877E-28BF-4FF2-AE61-1B0F2E2A88F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38C8B1A3-8BC1-4155-A07B-D37394D19C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87" name="Pentagon 4">
                            <a:extLst>
                              <a:ext uri="{FF2B5EF4-FFF2-40B4-BE49-F238E27FC236}">
                                <a16:creationId xmlns:a16="http://schemas.microsoft.com/office/drawing/2014/main" id="{07BBA66D-4710-4AB0-BF1E-B46A5648C7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88" name="Pentagon 4">
                            <a:extLst>
                              <a:ext uri="{FF2B5EF4-FFF2-40B4-BE49-F238E27FC236}">
                                <a16:creationId xmlns:a16="http://schemas.microsoft.com/office/drawing/2014/main" id="{DDE9A546-0ADF-4C45-B9F6-2A882BE305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89" name="Group 988">
                            <a:extLst>
                              <a:ext uri="{FF2B5EF4-FFF2-40B4-BE49-F238E27FC236}">
                                <a16:creationId xmlns:a16="http://schemas.microsoft.com/office/drawing/2014/main" id="{9A5F9F3A-7E20-49C7-AC5B-D2DD9B2F701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90" name="Pentagon 4">
                              <a:extLst>
                                <a:ext uri="{FF2B5EF4-FFF2-40B4-BE49-F238E27FC236}">
                                  <a16:creationId xmlns:a16="http://schemas.microsoft.com/office/drawing/2014/main" id="{304C5B05-08A9-4D94-9594-46CE7B440A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91" name="Pentagon 4">
                              <a:extLst>
                                <a:ext uri="{FF2B5EF4-FFF2-40B4-BE49-F238E27FC236}">
                                  <a16:creationId xmlns:a16="http://schemas.microsoft.com/office/drawing/2014/main" id="{00A2A37E-0F1F-47E4-9351-1D646B17D0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72" name="Straight Connector 971">
                          <a:extLst>
                            <a:ext uri="{FF2B5EF4-FFF2-40B4-BE49-F238E27FC236}">
                              <a16:creationId xmlns:a16="http://schemas.microsoft.com/office/drawing/2014/main" id="{43991573-2BDB-425C-B4AA-85E0BA90EA68}"/>
                            </a:ext>
                          </a:extLst>
                        </p:cNvPr>
                        <p:cNvCxnSpPr>
                          <a:cxnSpLocks/>
                          <a:stCxn id="988" idx="1"/>
                          <a:endCxn id="987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3" name="Straight Connector 972">
                          <a:extLst>
                            <a:ext uri="{FF2B5EF4-FFF2-40B4-BE49-F238E27FC236}">
                              <a16:creationId xmlns:a16="http://schemas.microsoft.com/office/drawing/2014/main" id="{48F8ED61-45DD-4CE5-B8F4-AFFEB8D72431}"/>
                            </a:ext>
                          </a:extLst>
                        </p:cNvPr>
                        <p:cNvCxnSpPr>
                          <a:cxnSpLocks/>
                          <a:stCxn id="988" idx="2"/>
                          <a:endCxn id="988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4" name="Straight Connector 973">
                          <a:extLst>
                            <a:ext uri="{FF2B5EF4-FFF2-40B4-BE49-F238E27FC236}">
                              <a16:creationId xmlns:a16="http://schemas.microsoft.com/office/drawing/2014/main" id="{8DBE9952-9692-42E5-9534-208EC5D85E17}"/>
                            </a:ext>
                          </a:extLst>
                        </p:cNvPr>
                        <p:cNvCxnSpPr>
                          <a:cxnSpLocks/>
                          <a:stCxn id="991" idx="3"/>
                          <a:endCxn id="988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5" name="Straight Connector 974">
                          <a:extLst>
                            <a:ext uri="{FF2B5EF4-FFF2-40B4-BE49-F238E27FC236}">
                              <a16:creationId xmlns:a16="http://schemas.microsoft.com/office/drawing/2014/main" id="{F78DFCAD-876C-4511-AB08-DCF1BB67E147}"/>
                            </a:ext>
                          </a:extLst>
                        </p:cNvPr>
                        <p:cNvCxnSpPr>
                          <a:cxnSpLocks/>
                          <a:stCxn id="991" idx="4"/>
                          <a:endCxn id="990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6" name="Straight Connector 975">
                          <a:extLst>
                            <a:ext uri="{FF2B5EF4-FFF2-40B4-BE49-F238E27FC236}">
                              <a16:creationId xmlns:a16="http://schemas.microsoft.com/office/drawing/2014/main" id="{7C8B035E-4F83-44B6-8B81-71CCD9CA2109}"/>
                            </a:ext>
                          </a:extLst>
                        </p:cNvPr>
                        <p:cNvCxnSpPr>
                          <a:cxnSpLocks/>
                          <a:stCxn id="991" idx="4"/>
                          <a:endCxn id="991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7" name="Straight Connector 976">
                          <a:extLst>
                            <a:ext uri="{FF2B5EF4-FFF2-40B4-BE49-F238E27FC236}">
                              <a16:creationId xmlns:a16="http://schemas.microsoft.com/office/drawing/2014/main" id="{6FA0C053-E24C-4CA6-82D1-E4A7F823A848}"/>
                            </a:ext>
                          </a:extLst>
                        </p:cNvPr>
                        <p:cNvCxnSpPr>
                          <a:cxnSpLocks/>
                          <a:stCxn id="987" idx="2"/>
                          <a:endCxn id="987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8" name="Straight Connector 977">
                          <a:extLst>
                            <a:ext uri="{FF2B5EF4-FFF2-40B4-BE49-F238E27FC236}">
                              <a16:creationId xmlns:a16="http://schemas.microsoft.com/office/drawing/2014/main" id="{294A6528-2BC1-4BEC-ACF2-4CB43B73847F}"/>
                            </a:ext>
                          </a:extLst>
                        </p:cNvPr>
                        <p:cNvCxnSpPr>
                          <a:cxnSpLocks/>
                          <a:stCxn id="987" idx="0"/>
                          <a:endCxn id="987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79" name="Straight Connector 978">
                          <a:extLst>
                            <a:ext uri="{FF2B5EF4-FFF2-40B4-BE49-F238E27FC236}">
                              <a16:creationId xmlns:a16="http://schemas.microsoft.com/office/drawing/2014/main" id="{103671B4-715E-4F5C-A942-EE64EFBF4FFF}"/>
                            </a:ext>
                          </a:extLst>
                        </p:cNvPr>
                        <p:cNvCxnSpPr>
                          <a:cxnSpLocks/>
                          <a:stCxn id="987" idx="3"/>
                          <a:endCxn id="987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0" name="Straight Connector 979">
                          <a:extLst>
                            <a:ext uri="{FF2B5EF4-FFF2-40B4-BE49-F238E27FC236}">
                              <a16:creationId xmlns:a16="http://schemas.microsoft.com/office/drawing/2014/main" id="{25D6DDCD-D53D-4020-9996-5C948319EA9A}"/>
                            </a:ext>
                          </a:extLst>
                        </p:cNvPr>
                        <p:cNvCxnSpPr>
                          <a:cxnSpLocks/>
                          <a:stCxn id="991" idx="2"/>
                          <a:endCxn id="987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1" name="Straight Connector 980">
                          <a:extLst>
                            <a:ext uri="{FF2B5EF4-FFF2-40B4-BE49-F238E27FC236}">
                              <a16:creationId xmlns:a16="http://schemas.microsoft.com/office/drawing/2014/main" id="{31120E67-8DF5-4A59-AAA9-2C2D5A77A5A6}"/>
                            </a:ext>
                          </a:extLst>
                        </p:cNvPr>
                        <p:cNvCxnSpPr>
                          <a:cxnSpLocks/>
                          <a:stCxn id="990" idx="2"/>
                          <a:endCxn id="990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2" name="Straight Connector 981">
                          <a:extLst>
                            <a:ext uri="{FF2B5EF4-FFF2-40B4-BE49-F238E27FC236}">
                              <a16:creationId xmlns:a16="http://schemas.microsoft.com/office/drawing/2014/main" id="{7F8B8CB2-7A1A-4EAB-A8E3-9F9AFAB730A1}"/>
                            </a:ext>
                          </a:extLst>
                        </p:cNvPr>
                        <p:cNvCxnSpPr>
                          <a:cxnSpLocks/>
                          <a:stCxn id="990" idx="1"/>
                          <a:endCxn id="991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3" name="Straight Connector 982">
                          <a:extLst>
                            <a:ext uri="{FF2B5EF4-FFF2-40B4-BE49-F238E27FC236}">
                              <a16:creationId xmlns:a16="http://schemas.microsoft.com/office/drawing/2014/main" id="{3F74B509-8F2E-4C6A-8B95-E1B350BA1647}"/>
                            </a:ext>
                          </a:extLst>
                        </p:cNvPr>
                        <p:cNvCxnSpPr>
                          <a:cxnSpLocks/>
                          <a:stCxn id="990" idx="3"/>
                          <a:endCxn id="990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4" name="Straight Connector 983">
                          <a:extLst>
                            <a:ext uri="{FF2B5EF4-FFF2-40B4-BE49-F238E27FC236}">
                              <a16:creationId xmlns:a16="http://schemas.microsoft.com/office/drawing/2014/main" id="{6DF3D24C-69DA-4862-A588-75BC4CFC95F6}"/>
                            </a:ext>
                          </a:extLst>
                        </p:cNvPr>
                        <p:cNvCxnSpPr>
                          <a:cxnSpLocks/>
                          <a:stCxn id="990" idx="4"/>
                          <a:endCxn id="990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5" name="Straight Connector 984">
                          <a:extLst>
                            <a:ext uri="{FF2B5EF4-FFF2-40B4-BE49-F238E27FC236}">
                              <a16:creationId xmlns:a16="http://schemas.microsoft.com/office/drawing/2014/main" id="{8A63A8BB-05CC-4CE4-B4B0-4C11CE199790}"/>
                            </a:ext>
                          </a:extLst>
                        </p:cNvPr>
                        <p:cNvCxnSpPr>
                          <a:cxnSpLocks/>
                          <a:stCxn id="991" idx="1"/>
                          <a:endCxn id="987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86" name="Straight Connector 985">
                          <a:extLst>
                            <a:ext uri="{FF2B5EF4-FFF2-40B4-BE49-F238E27FC236}">
                              <a16:creationId xmlns:a16="http://schemas.microsoft.com/office/drawing/2014/main" id="{225D4B01-B447-4AEF-A676-7C6A7E66C5AA}"/>
                            </a:ext>
                          </a:extLst>
                        </p:cNvPr>
                        <p:cNvCxnSpPr>
                          <a:cxnSpLocks/>
                          <a:stCxn id="991" idx="0"/>
                          <a:endCxn id="991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49" name="Group 948">
                        <a:extLst>
                          <a:ext uri="{FF2B5EF4-FFF2-40B4-BE49-F238E27FC236}">
                            <a16:creationId xmlns:a16="http://schemas.microsoft.com/office/drawing/2014/main" id="{370B5A98-0834-45AC-B299-B5DC466526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50" name="Group 949">
                          <a:extLst>
                            <a:ext uri="{FF2B5EF4-FFF2-40B4-BE49-F238E27FC236}">
                              <a16:creationId xmlns:a16="http://schemas.microsoft.com/office/drawing/2014/main" id="{F9C6F112-DC0C-4C63-9944-D79A87AF11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66" name="Pentagon 4">
                            <a:extLst>
                              <a:ext uri="{FF2B5EF4-FFF2-40B4-BE49-F238E27FC236}">
                                <a16:creationId xmlns:a16="http://schemas.microsoft.com/office/drawing/2014/main" id="{A1E99C6E-1713-485B-8469-5B9E8EB6E3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67" name="Pentagon 4">
                            <a:extLst>
                              <a:ext uri="{FF2B5EF4-FFF2-40B4-BE49-F238E27FC236}">
                                <a16:creationId xmlns:a16="http://schemas.microsoft.com/office/drawing/2014/main" id="{30FD0644-8B40-4BA4-A702-17BFF999EB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68" name="Group 967">
                            <a:extLst>
                              <a:ext uri="{FF2B5EF4-FFF2-40B4-BE49-F238E27FC236}">
                                <a16:creationId xmlns:a16="http://schemas.microsoft.com/office/drawing/2014/main" id="{B07228B0-F030-4B7C-9EB4-CDC75BC814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69" name="Pentagon 4">
                              <a:extLst>
                                <a:ext uri="{FF2B5EF4-FFF2-40B4-BE49-F238E27FC236}">
                                  <a16:creationId xmlns:a16="http://schemas.microsoft.com/office/drawing/2014/main" id="{C28A200A-C8D4-47A6-A9E8-F9BFA40EA2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70" name="Pentagon 4">
                              <a:extLst>
                                <a:ext uri="{FF2B5EF4-FFF2-40B4-BE49-F238E27FC236}">
                                  <a16:creationId xmlns:a16="http://schemas.microsoft.com/office/drawing/2014/main" id="{CC0A7034-0F99-462D-B39F-1699703E82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51" name="Straight Connector 950">
                          <a:extLst>
                            <a:ext uri="{FF2B5EF4-FFF2-40B4-BE49-F238E27FC236}">
                              <a16:creationId xmlns:a16="http://schemas.microsoft.com/office/drawing/2014/main" id="{81101448-315D-49CF-ACB5-CA778B0BA183}"/>
                            </a:ext>
                          </a:extLst>
                        </p:cNvPr>
                        <p:cNvCxnSpPr>
                          <a:cxnSpLocks/>
                          <a:stCxn id="967" idx="1"/>
                          <a:endCxn id="96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2" name="Straight Connector 951">
                          <a:extLst>
                            <a:ext uri="{FF2B5EF4-FFF2-40B4-BE49-F238E27FC236}">
                              <a16:creationId xmlns:a16="http://schemas.microsoft.com/office/drawing/2014/main" id="{42B17D47-40CC-46FB-92B6-21A638F9CCA7}"/>
                            </a:ext>
                          </a:extLst>
                        </p:cNvPr>
                        <p:cNvCxnSpPr>
                          <a:cxnSpLocks/>
                          <a:stCxn id="967" idx="2"/>
                          <a:endCxn id="96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3" name="Straight Connector 952">
                          <a:extLst>
                            <a:ext uri="{FF2B5EF4-FFF2-40B4-BE49-F238E27FC236}">
                              <a16:creationId xmlns:a16="http://schemas.microsoft.com/office/drawing/2014/main" id="{C62E4541-7708-4744-9A82-9E7E588CC98A}"/>
                            </a:ext>
                          </a:extLst>
                        </p:cNvPr>
                        <p:cNvCxnSpPr>
                          <a:cxnSpLocks/>
                          <a:stCxn id="970" idx="3"/>
                          <a:endCxn id="96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4" name="Straight Connector 953">
                          <a:extLst>
                            <a:ext uri="{FF2B5EF4-FFF2-40B4-BE49-F238E27FC236}">
                              <a16:creationId xmlns:a16="http://schemas.microsoft.com/office/drawing/2014/main" id="{543F584C-41DC-4048-88F8-AEF86D834427}"/>
                            </a:ext>
                          </a:extLst>
                        </p:cNvPr>
                        <p:cNvCxnSpPr>
                          <a:cxnSpLocks/>
                          <a:stCxn id="970" idx="4"/>
                          <a:endCxn id="96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5" name="Straight Connector 954">
                          <a:extLst>
                            <a:ext uri="{FF2B5EF4-FFF2-40B4-BE49-F238E27FC236}">
                              <a16:creationId xmlns:a16="http://schemas.microsoft.com/office/drawing/2014/main" id="{65048E9A-267E-4A39-BCEC-51C520B27FF5}"/>
                            </a:ext>
                          </a:extLst>
                        </p:cNvPr>
                        <p:cNvCxnSpPr>
                          <a:cxnSpLocks/>
                          <a:stCxn id="970" idx="4"/>
                          <a:endCxn id="97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6" name="Straight Connector 955">
                          <a:extLst>
                            <a:ext uri="{FF2B5EF4-FFF2-40B4-BE49-F238E27FC236}">
                              <a16:creationId xmlns:a16="http://schemas.microsoft.com/office/drawing/2014/main" id="{A9B076D4-490C-446B-8A3A-2416C8648877}"/>
                            </a:ext>
                          </a:extLst>
                        </p:cNvPr>
                        <p:cNvCxnSpPr>
                          <a:cxnSpLocks/>
                          <a:stCxn id="966" idx="2"/>
                          <a:endCxn id="96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7" name="Straight Connector 956">
                          <a:extLst>
                            <a:ext uri="{FF2B5EF4-FFF2-40B4-BE49-F238E27FC236}">
                              <a16:creationId xmlns:a16="http://schemas.microsoft.com/office/drawing/2014/main" id="{84D1A68E-1BB0-4966-BFEE-42B408990AD2}"/>
                            </a:ext>
                          </a:extLst>
                        </p:cNvPr>
                        <p:cNvCxnSpPr>
                          <a:cxnSpLocks/>
                          <a:stCxn id="966" idx="0"/>
                          <a:endCxn id="96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8" name="Straight Connector 957">
                          <a:extLst>
                            <a:ext uri="{FF2B5EF4-FFF2-40B4-BE49-F238E27FC236}">
                              <a16:creationId xmlns:a16="http://schemas.microsoft.com/office/drawing/2014/main" id="{9AE15D80-E8D1-4AD3-B914-3CC10173BE7B}"/>
                            </a:ext>
                          </a:extLst>
                        </p:cNvPr>
                        <p:cNvCxnSpPr>
                          <a:cxnSpLocks/>
                          <a:stCxn id="966" idx="3"/>
                          <a:endCxn id="96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59" name="Straight Connector 958">
                          <a:extLst>
                            <a:ext uri="{FF2B5EF4-FFF2-40B4-BE49-F238E27FC236}">
                              <a16:creationId xmlns:a16="http://schemas.microsoft.com/office/drawing/2014/main" id="{ECC0A3C1-27E0-468F-904A-EF51735A9343}"/>
                            </a:ext>
                          </a:extLst>
                        </p:cNvPr>
                        <p:cNvCxnSpPr>
                          <a:cxnSpLocks/>
                          <a:stCxn id="970" idx="2"/>
                          <a:endCxn id="96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0" name="Straight Connector 959">
                          <a:extLst>
                            <a:ext uri="{FF2B5EF4-FFF2-40B4-BE49-F238E27FC236}">
                              <a16:creationId xmlns:a16="http://schemas.microsoft.com/office/drawing/2014/main" id="{43960E0E-6157-4FE5-8EFC-9DD425490B81}"/>
                            </a:ext>
                          </a:extLst>
                        </p:cNvPr>
                        <p:cNvCxnSpPr>
                          <a:cxnSpLocks/>
                          <a:stCxn id="969" idx="2"/>
                          <a:endCxn id="96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1" name="Straight Connector 960">
                          <a:extLst>
                            <a:ext uri="{FF2B5EF4-FFF2-40B4-BE49-F238E27FC236}">
                              <a16:creationId xmlns:a16="http://schemas.microsoft.com/office/drawing/2014/main" id="{885805E1-5E2F-4139-8282-37A9E10AC1A0}"/>
                            </a:ext>
                          </a:extLst>
                        </p:cNvPr>
                        <p:cNvCxnSpPr>
                          <a:cxnSpLocks/>
                          <a:stCxn id="969" idx="1"/>
                          <a:endCxn id="97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2" name="Straight Connector 961">
                          <a:extLst>
                            <a:ext uri="{FF2B5EF4-FFF2-40B4-BE49-F238E27FC236}">
                              <a16:creationId xmlns:a16="http://schemas.microsoft.com/office/drawing/2014/main" id="{7D820D21-F33F-4DAC-A98C-6EABD649A22A}"/>
                            </a:ext>
                          </a:extLst>
                        </p:cNvPr>
                        <p:cNvCxnSpPr>
                          <a:cxnSpLocks/>
                          <a:stCxn id="969" idx="3"/>
                          <a:endCxn id="96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3" name="Straight Connector 962">
                          <a:extLst>
                            <a:ext uri="{FF2B5EF4-FFF2-40B4-BE49-F238E27FC236}">
                              <a16:creationId xmlns:a16="http://schemas.microsoft.com/office/drawing/2014/main" id="{988629CF-3C81-4A23-A252-565B08C89FFE}"/>
                            </a:ext>
                          </a:extLst>
                        </p:cNvPr>
                        <p:cNvCxnSpPr>
                          <a:cxnSpLocks/>
                          <a:stCxn id="969" idx="4"/>
                          <a:endCxn id="96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4" name="Straight Connector 963">
                          <a:extLst>
                            <a:ext uri="{FF2B5EF4-FFF2-40B4-BE49-F238E27FC236}">
                              <a16:creationId xmlns:a16="http://schemas.microsoft.com/office/drawing/2014/main" id="{111CB737-2A83-4B66-8F20-EE4C589CA6FB}"/>
                            </a:ext>
                          </a:extLst>
                        </p:cNvPr>
                        <p:cNvCxnSpPr>
                          <a:cxnSpLocks/>
                          <a:stCxn id="970" idx="1"/>
                          <a:endCxn id="96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65" name="Straight Connector 964">
                          <a:extLst>
                            <a:ext uri="{FF2B5EF4-FFF2-40B4-BE49-F238E27FC236}">
                              <a16:creationId xmlns:a16="http://schemas.microsoft.com/office/drawing/2014/main" id="{C1911BFA-914B-41FB-ACDD-A58D55C91261}"/>
                            </a:ext>
                          </a:extLst>
                        </p:cNvPr>
                        <p:cNvCxnSpPr>
                          <a:cxnSpLocks/>
                          <a:stCxn id="970" idx="0"/>
                          <a:endCxn id="97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903" name="Group 902">
                      <a:extLst>
                        <a:ext uri="{FF2B5EF4-FFF2-40B4-BE49-F238E27FC236}">
                          <a16:creationId xmlns:a16="http://schemas.microsoft.com/office/drawing/2014/main" id="{2D4D23A5-9842-4B53-B42B-DD958FC0DD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04" name="Group 903">
                        <a:extLst>
                          <a:ext uri="{FF2B5EF4-FFF2-40B4-BE49-F238E27FC236}">
                            <a16:creationId xmlns:a16="http://schemas.microsoft.com/office/drawing/2014/main" id="{E33DB2DC-06F1-4B81-BBD8-87DB8567AF3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27" name="Group 926">
                          <a:extLst>
                            <a:ext uri="{FF2B5EF4-FFF2-40B4-BE49-F238E27FC236}">
                              <a16:creationId xmlns:a16="http://schemas.microsoft.com/office/drawing/2014/main" id="{9DE169B2-DA13-4544-ACF4-611D257E80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43" name="Pentagon 4">
                            <a:extLst>
                              <a:ext uri="{FF2B5EF4-FFF2-40B4-BE49-F238E27FC236}">
                                <a16:creationId xmlns:a16="http://schemas.microsoft.com/office/drawing/2014/main" id="{D30EE975-43E8-4D05-BFCE-C5BE410A49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44" name="Pentagon 4">
                            <a:extLst>
                              <a:ext uri="{FF2B5EF4-FFF2-40B4-BE49-F238E27FC236}">
                                <a16:creationId xmlns:a16="http://schemas.microsoft.com/office/drawing/2014/main" id="{5EBEF252-111C-4A59-AAC3-DA056B978C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45" name="Group 944">
                            <a:extLst>
                              <a:ext uri="{FF2B5EF4-FFF2-40B4-BE49-F238E27FC236}">
                                <a16:creationId xmlns:a16="http://schemas.microsoft.com/office/drawing/2014/main" id="{C9497D9D-5BC9-4508-824B-C2DEB759332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46" name="Pentagon 4">
                              <a:extLst>
                                <a:ext uri="{FF2B5EF4-FFF2-40B4-BE49-F238E27FC236}">
                                  <a16:creationId xmlns:a16="http://schemas.microsoft.com/office/drawing/2014/main" id="{13CB87C6-2AE5-4B56-8E3C-C2183C4745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47" name="Pentagon 4">
                              <a:extLst>
                                <a:ext uri="{FF2B5EF4-FFF2-40B4-BE49-F238E27FC236}">
                                  <a16:creationId xmlns:a16="http://schemas.microsoft.com/office/drawing/2014/main" id="{05B7B423-47A4-4D88-9BA4-837F13740A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28" name="Straight Connector 927">
                          <a:extLst>
                            <a:ext uri="{FF2B5EF4-FFF2-40B4-BE49-F238E27FC236}">
                              <a16:creationId xmlns:a16="http://schemas.microsoft.com/office/drawing/2014/main" id="{41CC9DB3-A832-4188-8BCB-BEA902E31882}"/>
                            </a:ext>
                          </a:extLst>
                        </p:cNvPr>
                        <p:cNvCxnSpPr>
                          <a:cxnSpLocks/>
                          <a:stCxn id="944" idx="1"/>
                          <a:endCxn id="943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9" name="Straight Connector 928">
                          <a:extLst>
                            <a:ext uri="{FF2B5EF4-FFF2-40B4-BE49-F238E27FC236}">
                              <a16:creationId xmlns:a16="http://schemas.microsoft.com/office/drawing/2014/main" id="{CEE1B945-13DB-4CFC-B17D-BC901A33A239}"/>
                            </a:ext>
                          </a:extLst>
                        </p:cNvPr>
                        <p:cNvCxnSpPr>
                          <a:cxnSpLocks/>
                          <a:stCxn id="944" idx="2"/>
                          <a:endCxn id="944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0" name="Straight Connector 929">
                          <a:extLst>
                            <a:ext uri="{FF2B5EF4-FFF2-40B4-BE49-F238E27FC236}">
                              <a16:creationId xmlns:a16="http://schemas.microsoft.com/office/drawing/2014/main" id="{9DB8F263-BDFA-4526-B2E4-6B02C7838BC3}"/>
                            </a:ext>
                          </a:extLst>
                        </p:cNvPr>
                        <p:cNvCxnSpPr>
                          <a:cxnSpLocks/>
                          <a:stCxn id="947" idx="3"/>
                          <a:endCxn id="944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1" name="Straight Connector 930">
                          <a:extLst>
                            <a:ext uri="{FF2B5EF4-FFF2-40B4-BE49-F238E27FC236}">
                              <a16:creationId xmlns:a16="http://schemas.microsoft.com/office/drawing/2014/main" id="{48861450-75FF-4B77-A79D-F946E8F629A4}"/>
                            </a:ext>
                          </a:extLst>
                        </p:cNvPr>
                        <p:cNvCxnSpPr>
                          <a:cxnSpLocks/>
                          <a:stCxn id="947" idx="4"/>
                          <a:endCxn id="946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2" name="Straight Connector 931">
                          <a:extLst>
                            <a:ext uri="{FF2B5EF4-FFF2-40B4-BE49-F238E27FC236}">
                              <a16:creationId xmlns:a16="http://schemas.microsoft.com/office/drawing/2014/main" id="{C969672C-99E8-45B5-A610-8039CCF7D89E}"/>
                            </a:ext>
                          </a:extLst>
                        </p:cNvPr>
                        <p:cNvCxnSpPr>
                          <a:cxnSpLocks/>
                          <a:stCxn id="947" idx="4"/>
                          <a:endCxn id="947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3" name="Straight Connector 932">
                          <a:extLst>
                            <a:ext uri="{FF2B5EF4-FFF2-40B4-BE49-F238E27FC236}">
                              <a16:creationId xmlns:a16="http://schemas.microsoft.com/office/drawing/2014/main" id="{CBB6849E-8B1B-457D-BCE3-B39E83D850BD}"/>
                            </a:ext>
                          </a:extLst>
                        </p:cNvPr>
                        <p:cNvCxnSpPr>
                          <a:cxnSpLocks/>
                          <a:stCxn id="943" idx="2"/>
                          <a:endCxn id="943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4" name="Straight Connector 933">
                          <a:extLst>
                            <a:ext uri="{FF2B5EF4-FFF2-40B4-BE49-F238E27FC236}">
                              <a16:creationId xmlns:a16="http://schemas.microsoft.com/office/drawing/2014/main" id="{34B74561-DBDD-4FE6-97BD-54A4253DB878}"/>
                            </a:ext>
                          </a:extLst>
                        </p:cNvPr>
                        <p:cNvCxnSpPr>
                          <a:cxnSpLocks/>
                          <a:stCxn id="943" idx="0"/>
                          <a:endCxn id="943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5" name="Straight Connector 934">
                          <a:extLst>
                            <a:ext uri="{FF2B5EF4-FFF2-40B4-BE49-F238E27FC236}">
                              <a16:creationId xmlns:a16="http://schemas.microsoft.com/office/drawing/2014/main" id="{C6770A5B-A420-44A1-9CB4-D4D591D5E8FE}"/>
                            </a:ext>
                          </a:extLst>
                        </p:cNvPr>
                        <p:cNvCxnSpPr>
                          <a:cxnSpLocks/>
                          <a:stCxn id="943" idx="3"/>
                          <a:endCxn id="943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6" name="Straight Connector 935">
                          <a:extLst>
                            <a:ext uri="{FF2B5EF4-FFF2-40B4-BE49-F238E27FC236}">
                              <a16:creationId xmlns:a16="http://schemas.microsoft.com/office/drawing/2014/main" id="{01ECD87C-DD87-45E8-A139-B2A2A51A5455}"/>
                            </a:ext>
                          </a:extLst>
                        </p:cNvPr>
                        <p:cNvCxnSpPr>
                          <a:cxnSpLocks/>
                          <a:stCxn id="947" idx="2"/>
                          <a:endCxn id="943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7" name="Straight Connector 936">
                          <a:extLst>
                            <a:ext uri="{FF2B5EF4-FFF2-40B4-BE49-F238E27FC236}">
                              <a16:creationId xmlns:a16="http://schemas.microsoft.com/office/drawing/2014/main" id="{F23536F4-3E8F-4AA8-8729-0BF926121C1B}"/>
                            </a:ext>
                          </a:extLst>
                        </p:cNvPr>
                        <p:cNvCxnSpPr>
                          <a:cxnSpLocks/>
                          <a:stCxn id="946" idx="2"/>
                          <a:endCxn id="946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8" name="Straight Connector 937">
                          <a:extLst>
                            <a:ext uri="{FF2B5EF4-FFF2-40B4-BE49-F238E27FC236}">
                              <a16:creationId xmlns:a16="http://schemas.microsoft.com/office/drawing/2014/main" id="{5602C6DA-9972-4CA8-9069-69626E64BF3E}"/>
                            </a:ext>
                          </a:extLst>
                        </p:cNvPr>
                        <p:cNvCxnSpPr>
                          <a:cxnSpLocks/>
                          <a:stCxn id="946" idx="1"/>
                          <a:endCxn id="947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39" name="Straight Connector 938">
                          <a:extLst>
                            <a:ext uri="{FF2B5EF4-FFF2-40B4-BE49-F238E27FC236}">
                              <a16:creationId xmlns:a16="http://schemas.microsoft.com/office/drawing/2014/main" id="{6AC96A1D-B9A1-4105-9F0C-93F4205E7162}"/>
                            </a:ext>
                          </a:extLst>
                        </p:cNvPr>
                        <p:cNvCxnSpPr>
                          <a:cxnSpLocks/>
                          <a:stCxn id="946" idx="3"/>
                          <a:endCxn id="946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0" name="Straight Connector 939">
                          <a:extLst>
                            <a:ext uri="{FF2B5EF4-FFF2-40B4-BE49-F238E27FC236}">
                              <a16:creationId xmlns:a16="http://schemas.microsoft.com/office/drawing/2014/main" id="{F5D90FA2-81A5-4313-89E9-685DB67BFFE0}"/>
                            </a:ext>
                          </a:extLst>
                        </p:cNvPr>
                        <p:cNvCxnSpPr>
                          <a:cxnSpLocks/>
                          <a:stCxn id="946" idx="4"/>
                          <a:endCxn id="946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1" name="Straight Connector 940">
                          <a:extLst>
                            <a:ext uri="{FF2B5EF4-FFF2-40B4-BE49-F238E27FC236}">
                              <a16:creationId xmlns:a16="http://schemas.microsoft.com/office/drawing/2014/main" id="{A4CEBA3B-D738-4F5A-A5D5-7CAE4E6EC27F}"/>
                            </a:ext>
                          </a:extLst>
                        </p:cNvPr>
                        <p:cNvCxnSpPr>
                          <a:cxnSpLocks/>
                          <a:stCxn id="947" idx="1"/>
                          <a:endCxn id="943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42" name="Straight Connector 941">
                          <a:extLst>
                            <a:ext uri="{FF2B5EF4-FFF2-40B4-BE49-F238E27FC236}">
                              <a16:creationId xmlns:a16="http://schemas.microsoft.com/office/drawing/2014/main" id="{884CCC2F-530F-4DB4-9EDE-7F86FE9B9C53}"/>
                            </a:ext>
                          </a:extLst>
                        </p:cNvPr>
                        <p:cNvCxnSpPr>
                          <a:cxnSpLocks/>
                          <a:stCxn id="947" idx="0"/>
                          <a:endCxn id="947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05" name="Group 904">
                        <a:extLst>
                          <a:ext uri="{FF2B5EF4-FFF2-40B4-BE49-F238E27FC236}">
                            <a16:creationId xmlns:a16="http://schemas.microsoft.com/office/drawing/2014/main" id="{0E7DDFFE-901E-4610-B0E3-9A849469B2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06" name="Group 905">
                          <a:extLst>
                            <a:ext uri="{FF2B5EF4-FFF2-40B4-BE49-F238E27FC236}">
                              <a16:creationId xmlns:a16="http://schemas.microsoft.com/office/drawing/2014/main" id="{64EE7D95-22A4-4275-B694-7B0FC2662AC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922" name="Pentagon 4">
                            <a:extLst>
                              <a:ext uri="{FF2B5EF4-FFF2-40B4-BE49-F238E27FC236}">
                                <a16:creationId xmlns:a16="http://schemas.microsoft.com/office/drawing/2014/main" id="{CA16441E-295D-4F26-9C63-F71B2CB80D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923" name="Pentagon 4">
                            <a:extLst>
                              <a:ext uri="{FF2B5EF4-FFF2-40B4-BE49-F238E27FC236}">
                                <a16:creationId xmlns:a16="http://schemas.microsoft.com/office/drawing/2014/main" id="{DDC3A20A-062A-43E7-BF32-C9B2F7B65F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924" name="Group 923">
                            <a:extLst>
                              <a:ext uri="{FF2B5EF4-FFF2-40B4-BE49-F238E27FC236}">
                                <a16:creationId xmlns:a16="http://schemas.microsoft.com/office/drawing/2014/main" id="{9AC045B0-5A3E-4C0C-BD7F-429F9CDD3C4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925" name="Pentagon 4">
                              <a:extLst>
                                <a:ext uri="{FF2B5EF4-FFF2-40B4-BE49-F238E27FC236}">
                                  <a16:creationId xmlns:a16="http://schemas.microsoft.com/office/drawing/2014/main" id="{943CB93D-485A-4534-A180-BD7E91EC16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926" name="Pentagon 4">
                              <a:extLst>
                                <a:ext uri="{FF2B5EF4-FFF2-40B4-BE49-F238E27FC236}">
                                  <a16:creationId xmlns:a16="http://schemas.microsoft.com/office/drawing/2014/main" id="{9BD77FC5-C23A-4E00-8A0E-A58F01A814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907" name="Straight Connector 906">
                          <a:extLst>
                            <a:ext uri="{FF2B5EF4-FFF2-40B4-BE49-F238E27FC236}">
                              <a16:creationId xmlns:a16="http://schemas.microsoft.com/office/drawing/2014/main" id="{3442C0EF-7C11-4189-8083-33B6E5A499B6}"/>
                            </a:ext>
                          </a:extLst>
                        </p:cNvPr>
                        <p:cNvCxnSpPr>
                          <a:cxnSpLocks/>
                          <a:stCxn id="923" idx="1"/>
                          <a:endCxn id="92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08" name="Straight Connector 907">
                          <a:extLst>
                            <a:ext uri="{FF2B5EF4-FFF2-40B4-BE49-F238E27FC236}">
                              <a16:creationId xmlns:a16="http://schemas.microsoft.com/office/drawing/2014/main" id="{FA3BD1D5-C09E-4784-88EC-22E67E71E81A}"/>
                            </a:ext>
                          </a:extLst>
                        </p:cNvPr>
                        <p:cNvCxnSpPr>
                          <a:cxnSpLocks/>
                          <a:stCxn id="923" idx="2"/>
                          <a:endCxn id="92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09" name="Straight Connector 908">
                          <a:extLst>
                            <a:ext uri="{FF2B5EF4-FFF2-40B4-BE49-F238E27FC236}">
                              <a16:creationId xmlns:a16="http://schemas.microsoft.com/office/drawing/2014/main" id="{F40F2CF4-F7D1-4471-85B0-CE03340B2693}"/>
                            </a:ext>
                          </a:extLst>
                        </p:cNvPr>
                        <p:cNvCxnSpPr>
                          <a:cxnSpLocks/>
                          <a:stCxn id="926" idx="3"/>
                          <a:endCxn id="92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0" name="Straight Connector 909">
                          <a:extLst>
                            <a:ext uri="{FF2B5EF4-FFF2-40B4-BE49-F238E27FC236}">
                              <a16:creationId xmlns:a16="http://schemas.microsoft.com/office/drawing/2014/main" id="{60CE97C8-25E4-4204-AD5E-391F1FE5100F}"/>
                            </a:ext>
                          </a:extLst>
                        </p:cNvPr>
                        <p:cNvCxnSpPr>
                          <a:cxnSpLocks/>
                          <a:stCxn id="926" idx="4"/>
                          <a:endCxn id="92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1" name="Straight Connector 910">
                          <a:extLst>
                            <a:ext uri="{FF2B5EF4-FFF2-40B4-BE49-F238E27FC236}">
                              <a16:creationId xmlns:a16="http://schemas.microsoft.com/office/drawing/2014/main" id="{16B84054-3947-4994-BD7F-8565110BEAB3}"/>
                            </a:ext>
                          </a:extLst>
                        </p:cNvPr>
                        <p:cNvCxnSpPr>
                          <a:cxnSpLocks/>
                          <a:stCxn id="926" idx="4"/>
                          <a:endCxn id="92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2" name="Straight Connector 911">
                          <a:extLst>
                            <a:ext uri="{FF2B5EF4-FFF2-40B4-BE49-F238E27FC236}">
                              <a16:creationId xmlns:a16="http://schemas.microsoft.com/office/drawing/2014/main" id="{9E286DD2-7CCD-4C59-8566-17C0A2B4CD10}"/>
                            </a:ext>
                          </a:extLst>
                        </p:cNvPr>
                        <p:cNvCxnSpPr>
                          <a:cxnSpLocks/>
                          <a:stCxn id="922" idx="2"/>
                          <a:endCxn id="92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3" name="Straight Connector 912">
                          <a:extLst>
                            <a:ext uri="{FF2B5EF4-FFF2-40B4-BE49-F238E27FC236}">
                              <a16:creationId xmlns:a16="http://schemas.microsoft.com/office/drawing/2014/main" id="{B07268B9-A820-4D69-8881-C4CF3D98DA83}"/>
                            </a:ext>
                          </a:extLst>
                        </p:cNvPr>
                        <p:cNvCxnSpPr>
                          <a:cxnSpLocks/>
                          <a:stCxn id="922" idx="0"/>
                          <a:endCxn id="92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4" name="Straight Connector 913">
                          <a:extLst>
                            <a:ext uri="{FF2B5EF4-FFF2-40B4-BE49-F238E27FC236}">
                              <a16:creationId xmlns:a16="http://schemas.microsoft.com/office/drawing/2014/main" id="{394EA445-6315-4AD9-B93F-3C65F478667F}"/>
                            </a:ext>
                          </a:extLst>
                        </p:cNvPr>
                        <p:cNvCxnSpPr>
                          <a:cxnSpLocks/>
                          <a:stCxn id="922" idx="3"/>
                          <a:endCxn id="92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5" name="Straight Connector 914">
                          <a:extLst>
                            <a:ext uri="{FF2B5EF4-FFF2-40B4-BE49-F238E27FC236}">
                              <a16:creationId xmlns:a16="http://schemas.microsoft.com/office/drawing/2014/main" id="{CBC8DA0D-E8C9-42E2-AA97-0CA3E28BDBBC}"/>
                            </a:ext>
                          </a:extLst>
                        </p:cNvPr>
                        <p:cNvCxnSpPr>
                          <a:cxnSpLocks/>
                          <a:stCxn id="926" idx="2"/>
                          <a:endCxn id="92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6" name="Straight Connector 915">
                          <a:extLst>
                            <a:ext uri="{FF2B5EF4-FFF2-40B4-BE49-F238E27FC236}">
                              <a16:creationId xmlns:a16="http://schemas.microsoft.com/office/drawing/2014/main" id="{89416A97-2FA1-455F-97FF-AC8514FD3DDB}"/>
                            </a:ext>
                          </a:extLst>
                        </p:cNvPr>
                        <p:cNvCxnSpPr>
                          <a:cxnSpLocks/>
                          <a:stCxn id="925" idx="2"/>
                          <a:endCxn id="92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7" name="Straight Connector 916">
                          <a:extLst>
                            <a:ext uri="{FF2B5EF4-FFF2-40B4-BE49-F238E27FC236}">
                              <a16:creationId xmlns:a16="http://schemas.microsoft.com/office/drawing/2014/main" id="{5BDB9AFD-59E9-4ADA-910E-966063648972}"/>
                            </a:ext>
                          </a:extLst>
                        </p:cNvPr>
                        <p:cNvCxnSpPr>
                          <a:cxnSpLocks/>
                          <a:stCxn id="925" idx="1"/>
                          <a:endCxn id="92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8" name="Straight Connector 917">
                          <a:extLst>
                            <a:ext uri="{FF2B5EF4-FFF2-40B4-BE49-F238E27FC236}">
                              <a16:creationId xmlns:a16="http://schemas.microsoft.com/office/drawing/2014/main" id="{2A560AF4-07FF-415E-9AEA-D61CEE9D8721}"/>
                            </a:ext>
                          </a:extLst>
                        </p:cNvPr>
                        <p:cNvCxnSpPr>
                          <a:cxnSpLocks/>
                          <a:stCxn id="925" idx="3"/>
                          <a:endCxn id="92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19" name="Straight Connector 918">
                          <a:extLst>
                            <a:ext uri="{FF2B5EF4-FFF2-40B4-BE49-F238E27FC236}">
                              <a16:creationId xmlns:a16="http://schemas.microsoft.com/office/drawing/2014/main" id="{978DF03C-A711-42CC-B2E1-7836E5274303}"/>
                            </a:ext>
                          </a:extLst>
                        </p:cNvPr>
                        <p:cNvCxnSpPr>
                          <a:cxnSpLocks/>
                          <a:stCxn id="925" idx="4"/>
                          <a:endCxn id="92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0" name="Straight Connector 919">
                          <a:extLst>
                            <a:ext uri="{FF2B5EF4-FFF2-40B4-BE49-F238E27FC236}">
                              <a16:creationId xmlns:a16="http://schemas.microsoft.com/office/drawing/2014/main" id="{16C30835-2395-496D-B516-ADDC10005960}"/>
                            </a:ext>
                          </a:extLst>
                        </p:cNvPr>
                        <p:cNvCxnSpPr>
                          <a:cxnSpLocks/>
                          <a:stCxn id="926" idx="1"/>
                          <a:endCxn id="92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21" name="Straight Connector 920">
                          <a:extLst>
                            <a:ext uri="{FF2B5EF4-FFF2-40B4-BE49-F238E27FC236}">
                              <a16:creationId xmlns:a16="http://schemas.microsoft.com/office/drawing/2014/main" id="{99DE55D5-14F0-49A2-94DF-870C2A33CB1D}"/>
                            </a:ext>
                          </a:extLst>
                        </p:cNvPr>
                        <p:cNvCxnSpPr>
                          <a:cxnSpLocks/>
                          <a:stCxn id="926" idx="0"/>
                          <a:endCxn id="92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901" name="Star: 5 Points 900">
                    <a:extLst>
                      <a:ext uri="{FF2B5EF4-FFF2-40B4-BE49-F238E27FC236}">
                        <a16:creationId xmlns:a16="http://schemas.microsoft.com/office/drawing/2014/main" id="{5F92F61F-23CB-4984-9380-FCBC38597ECB}"/>
                      </a:ext>
                    </a:extLst>
                  </p:cNvPr>
                  <p:cNvSpPr/>
                  <p:nvPr/>
                </p:nvSpPr>
                <p:spPr>
                  <a:xfrm>
                    <a:off x="1751798" y="7498081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2" name="Group 991">
                  <a:extLst>
                    <a:ext uri="{FF2B5EF4-FFF2-40B4-BE49-F238E27FC236}">
                      <a16:creationId xmlns:a16="http://schemas.microsoft.com/office/drawing/2014/main" id="{6812CF78-B7FA-4AD6-81C4-C048B123F3A9}"/>
                    </a:ext>
                  </a:extLst>
                </p:cNvPr>
                <p:cNvGrpSpPr/>
                <p:nvPr/>
              </p:nvGrpSpPr>
              <p:grpSpPr>
                <a:xfrm>
                  <a:off x="1831254" y="2030433"/>
                  <a:ext cx="1522130" cy="1367933"/>
                  <a:chOff x="3183507" y="5933635"/>
                  <a:chExt cx="2960119" cy="2660250"/>
                </a:xfrm>
              </p:grpSpPr>
              <p:grpSp>
                <p:nvGrpSpPr>
                  <p:cNvPr id="993" name="Group 992">
                    <a:extLst>
                      <a:ext uri="{FF2B5EF4-FFF2-40B4-BE49-F238E27FC236}">
                        <a16:creationId xmlns:a16="http://schemas.microsoft.com/office/drawing/2014/main" id="{D21F2093-6193-4E95-8FC7-93837F0AB6F8}"/>
                      </a:ext>
                    </a:extLst>
                  </p:cNvPr>
                  <p:cNvGrpSpPr/>
                  <p:nvPr/>
                </p:nvGrpSpPr>
                <p:grpSpPr>
                  <a:xfrm>
                    <a:off x="3183507" y="5933635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995" name="Group 994">
                      <a:extLst>
                        <a:ext uri="{FF2B5EF4-FFF2-40B4-BE49-F238E27FC236}">
                          <a16:creationId xmlns:a16="http://schemas.microsoft.com/office/drawing/2014/main" id="{CEB21280-8BFE-4746-9CFD-4B9A320071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041" name="Group 1040">
                        <a:extLst>
                          <a:ext uri="{FF2B5EF4-FFF2-40B4-BE49-F238E27FC236}">
                            <a16:creationId xmlns:a16="http://schemas.microsoft.com/office/drawing/2014/main" id="{B798E4FE-31CE-42A3-BB1E-422EE30861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64" name="Group 1063">
                          <a:extLst>
                            <a:ext uri="{FF2B5EF4-FFF2-40B4-BE49-F238E27FC236}">
                              <a16:creationId xmlns:a16="http://schemas.microsoft.com/office/drawing/2014/main" id="{6B773FC7-8340-4ED0-8E65-09B13F6461F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80" name="Pentagon 4">
                            <a:extLst>
                              <a:ext uri="{FF2B5EF4-FFF2-40B4-BE49-F238E27FC236}">
                                <a16:creationId xmlns:a16="http://schemas.microsoft.com/office/drawing/2014/main" id="{923AA65F-D7BA-4CF3-88B2-DA1BEE46AF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81" name="Pentagon 4">
                            <a:extLst>
                              <a:ext uri="{FF2B5EF4-FFF2-40B4-BE49-F238E27FC236}">
                                <a16:creationId xmlns:a16="http://schemas.microsoft.com/office/drawing/2014/main" id="{D16DA82F-9BE3-4697-A0D1-AE95C48685F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82" name="Group 1081">
                            <a:extLst>
                              <a:ext uri="{FF2B5EF4-FFF2-40B4-BE49-F238E27FC236}">
                                <a16:creationId xmlns:a16="http://schemas.microsoft.com/office/drawing/2014/main" id="{045350D0-FCC8-4343-A6E0-C8F179A0E77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83" name="Pentagon 4">
                              <a:extLst>
                                <a:ext uri="{FF2B5EF4-FFF2-40B4-BE49-F238E27FC236}">
                                  <a16:creationId xmlns:a16="http://schemas.microsoft.com/office/drawing/2014/main" id="{AEC08630-956F-4862-BCCE-E9C04D93DE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84" name="Pentagon 4">
                              <a:extLst>
                                <a:ext uri="{FF2B5EF4-FFF2-40B4-BE49-F238E27FC236}">
                                  <a16:creationId xmlns:a16="http://schemas.microsoft.com/office/drawing/2014/main" id="{E2795249-3C9E-4BE4-B968-1848F1C7E3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65" name="Straight Connector 1064">
                          <a:extLst>
                            <a:ext uri="{FF2B5EF4-FFF2-40B4-BE49-F238E27FC236}">
                              <a16:creationId xmlns:a16="http://schemas.microsoft.com/office/drawing/2014/main" id="{0067A835-1F4B-47AE-A448-5B8CDCBB9350}"/>
                            </a:ext>
                          </a:extLst>
                        </p:cNvPr>
                        <p:cNvCxnSpPr>
                          <a:cxnSpLocks/>
                          <a:stCxn id="1081" idx="1"/>
                          <a:endCxn id="1080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6" name="Straight Connector 1065">
                          <a:extLst>
                            <a:ext uri="{FF2B5EF4-FFF2-40B4-BE49-F238E27FC236}">
                              <a16:creationId xmlns:a16="http://schemas.microsoft.com/office/drawing/2014/main" id="{0482608E-D063-4401-B97A-A002E32BDFD4}"/>
                            </a:ext>
                          </a:extLst>
                        </p:cNvPr>
                        <p:cNvCxnSpPr>
                          <a:cxnSpLocks/>
                          <a:stCxn id="1081" idx="2"/>
                          <a:endCxn id="1081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7" name="Straight Connector 1066">
                          <a:extLst>
                            <a:ext uri="{FF2B5EF4-FFF2-40B4-BE49-F238E27FC236}">
                              <a16:creationId xmlns:a16="http://schemas.microsoft.com/office/drawing/2014/main" id="{ACAA6973-770B-414E-BB18-8F44F4D9CCB2}"/>
                            </a:ext>
                          </a:extLst>
                        </p:cNvPr>
                        <p:cNvCxnSpPr>
                          <a:cxnSpLocks/>
                          <a:stCxn id="1084" idx="3"/>
                          <a:endCxn id="1081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8" name="Straight Connector 1067">
                          <a:extLst>
                            <a:ext uri="{FF2B5EF4-FFF2-40B4-BE49-F238E27FC236}">
                              <a16:creationId xmlns:a16="http://schemas.microsoft.com/office/drawing/2014/main" id="{C4B21871-53AA-4CE1-A391-0FD34F15F09F}"/>
                            </a:ext>
                          </a:extLst>
                        </p:cNvPr>
                        <p:cNvCxnSpPr>
                          <a:cxnSpLocks/>
                          <a:stCxn id="1084" idx="4"/>
                          <a:endCxn id="1083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69" name="Straight Connector 1068">
                          <a:extLst>
                            <a:ext uri="{FF2B5EF4-FFF2-40B4-BE49-F238E27FC236}">
                              <a16:creationId xmlns:a16="http://schemas.microsoft.com/office/drawing/2014/main" id="{48A71024-932C-49BF-B31E-9A43625D5EF9}"/>
                            </a:ext>
                          </a:extLst>
                        </p:cNvPr>
                        <p:cNvCxnSpPr>
                          <a:cxnSpLocks/>
                          <a:stCxn id="1084" idx="4"/>
                          <a:endCxn id="1084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0" name="Straight Connector 1069">
                          <a:extLst>
                            <a:ext uri="{FF2B5EF4-FFF2-40B4-BE49-F238E27FC236}">
                              <a16:creationId xmlns:a16="http://schemas.microsoft.com/office/drawing/2014/main" id="{E380F1F4-1C25-46DE-AF1F-1590164AD30E}"/>
                            </a:ext>
                          </a:extLst>
                        </p:cNvPr>
                        <p:cNvCxnSpPr>
                          <a:cxnSpLocks/>
                          <a:stCxn id="1080" idx="2"/>
                          <a:endCxn id="1080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1" name="Straight Connector 1070">
                          <a:extLst>
                            <a:ext uri="{FF2B5EF4-FFF2-40B4-BE49-F238E27FC236}">
                              <a16:creationId xmlns:a16="http://schemas.microsoft.com/office/drawing/2014/main" id="{008094CE-ADF3-44F3-B434-110EE2891D20}"/>
                            </a:ext>
                          </a:extLst>
                        </p:cNvPr>
                        <p:cNvCxnSpPr>
                          <a:cxnSpLocks/>
                          <a:stCxn id="1080" idx="0"/>
                          <a:endCxn id="1080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2" name="Straight Connector 1071">
                          <a:extLst>
                            <a:ext uri="{FF2B5EF4-FFF2-40B4-BE49-F238E27FC236}">
                              <a16:creationId xmlns:a16="http://schemas.microsoft.com/office/drawing/2014/main" id="{31874BCF-0A14-49B2-938D-10C16E681DD9}"/>
                            </a:ext>
                          </a:extLst>
                        </p:cNvPr>
                        <p:cNvCxnSpPr>
                          <a:cxnSpLocks/>
                          <a:stCxn id="1080" idx="3"/>
                          <a:endCxn id="1080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3" name="Straight Connector 1072">
                          <a:extLst>
                            <a:ext uri="{FF2B5EF4-FFF2-40B4-BE49-F238E27FC236}">
                              <a16:creationId xmlns:a16="http://schemas.microsoft.com/office/drawing/2014/main" id="{683E16B1-9C17-48E0-B800-8D7E3578D427}"/>
                            </a:ext>
                          </a:extLst>
                        </p:cNvPr>
                        <p:cNvCxnSpPr>
                          <a:cxnSpLocks/>
                          <a:stCxn id="1084" idx="2"/>
                          <a:endCxn id="1080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4" name="Straight Connector 1073">
                          <a:extLst>
                            <a:ext uri="{FF2B5EF4-FFF2-40B4-BE49-F238E27FC236}">
                              <a16:creationId xmlns:a16="http://schemas.microsoft.com/office/drawing/2014/main" id="{AB77FD5C-71D3-4877-BA3D-57D1D173B251}"/>
                            </a:ext>
                          </a:extLst>
                        </p:cNvPr>
                        <p:cNvCxnSpPr>
                          <a:cxnSpLocks/>
                          <a:stCxn id="1083" idx="2"/>
                          <a:endCxn id="1083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5" name="Straight Connector 1074">
                          <a:extLst>
                            <a:ext uri="{FF2B5EF4-FFF2-40B4-BE49-F238E27FC236}">
                              <a16:creationId xmlns:a16="http://schemas.microsoft.com/office/drawing/2014/main" id="{52FDBFFB-3247-405D-92DF-8C8E68068E66}"/>
                            </a:ext>
                          </a:extLst>
                        </p:cNvPr>
                        <p:cNvCxnSpPr>
                          <a:cxnSpLocks/>
                          <a:stCxn id="1083" idx="1"/>
                          <a:endCxn id="1084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6" name="Straight Connector 1075">
                          <a:extLst>
                            <a:ext uri="{FF2B5EF4-FFF2-40B4-BE49-F238E27FC236}">
                              <a16:creationId xmlns:a16="http://schemas.microsoft.com/office/drawing/2014/main" id="{09B1CA76-37DE-4C0F-B419-D0A253E553C9}"/>
                            </a:ext>
                          </a:extLst>
                        </p:cNvPr>
                        <p:cNvCxnSpPr>
                          <a:cxnSpLocks/>
                          <a:stCxn id="1083" idx="3"/>
                          <a:endCxn id="1083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7" name="Straight Connector 1076">
                          <a:extLst>
                            <a:ext uri="{FF2B5EF4-FFF2-40B4-BE49-F238E27FC236}">
                              <a16:creationId xmlns:a16="http://schemas.microsoft.com/office/drawing/2014/main" id="{C14FE7C6-0FF7-47B6-8C80-164FFFAB163D}"/>
                            </a:ext>
                          </a:extLst>
                        </p:cNvPr>
                        <p:cNvCxnSpPr>
                          <a:cxnSpLocks/>
                          <a:stCxn id="1083" idx="4"/>
                          <a:endCxn id="1083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8" name="Straight Connector 1077">
                          <a:extLst>
                            <a:ext uri="{FF2B5EF4-FFF2-40B4-BE49-F238E27FC236}">
                              <a16:creationId xmlns:a16="http://schemas.microsoft.com/office/drawing/2014/main" id="{B22CFC5D-7742-4B13-9444-E0B2D24C2B99}"/>
                            </a:ext>
                          </a:extLst>
                        </p:cNvPr>
                        <p:cNvCxnSpPr>
                          <a:cxnSpLocks/>
                          <a:stCxn id="1084" idx="1"/>
                          <a:endCxn id="1080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9" name="Straight Connector 1078">
                          <a:extLst>
                            <a:ext uri="{FF2B5EF4-FFF2-40B4-BE49-F238E27FC236}">
                              <a16:creationId xmlns:a16="http://schemas.microsoft.com/office/drawing/2014/main" id="{37ED4B1F-7B5B-43E8-8B2E-A77034C908D5}"/>
                            </a:ext>
                          </a:extLst>
                        </p:cNvPr>
                        <p:cNvCxnSpPr>
                          <a:cxnSpLocks/>
                          <a:stCxn id="1084" idx="0"/>
                          <a:endCxn id="1084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042" name="Group 1041">
                        <a:extLst>
                          <a:ext uri="{FF2B5EF4-FFF2-40B4-BE49-F238E27FC236}">
                            <a16:creationId xmlns:a16="http://schemas.microsoft.com/office/drawing/2014/main" id="{17FEA3F0-0D1C-4894-B899-9AF16DC9633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43" name="Group 1042">
                          <a:extLst>
                            <a:ext uri="{FF2B5EF4-FFF2-40B4-BE49-F238E27FC236}">
                              <a16:creationId xmlns:a16="http://schemas.microsoft.com/office/drawing/2014/main" id="{9E219C2B-E317-4316-A0A5-E3BD1D89D57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59" name="Pentagon 4">
                            <a:extLst>
                              <a:ext uri="{FF2B5EF4-FFF2-40B4-BE49-F238E27FC236}">
                                <a16:creationId xmlns:a16="http://schemas.microsoft.com/office/drawing/2014/main" id="{7C974061-6BEA-464A-B01D-B3DF33329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60" name="Pentagon 4">
                            <a:extLst>
                              <a:ext uri="{FF2B5EF4-FFF2-40B4-BE49-F238E27FC236}">
                                <a16:creationId xmlns:a16="http://schemas.microsoft.com/office/drawing/2014/main" id="{8AF74680-44C7-4FED-B613-6797C10F24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A75D08D7-DC6B-4EA8-A491-101B0D68C94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62" name="Pentagon 4">
                              <a:extLst>
                                <a:ext uri="{FF2B5EF4-FFF2-40B4-BE49-F238E27FC236}">
                                  <a16:creationId xmlns:a16="http://schemas.microsoft.com/office/drawing/2014/main" id="{6C4D145B-6249-4219-A816-C74AC5BE82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63" name="Pentagon 4">
                              <a:extLst>
                                <a:ext uri="{FF2B5EF4-FFF2-40B4-BE49-F238E27FC236}">
                                  <a16:creationId xmlns:a16="http://schemas.microsoft.com/office/drawing/2014/main" id="{8B9CF934-94FE-46D0-93FC-6C8EDDC86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44" name="Straight Connector 1043">
                          <a:extLst>
                            <a:ext uri="{FF2B5EF4-FFF2-40B4-BE49-F238E27FC236}">
                              <a16:creationId xmlns:a16="http://schemas.microsoft.com/office/drawing/2014/main" id="{DD59C733-817A-44FC-AF2F-373E06802347}"/>
                            </a:ext>
                          </a:extLst>
                        </p:cNvPr>
                        <p:cNvCxnSpPr>
                          <a:cxnSpLocks/>
                          <a:stCxn id="1060" idx="1"/>
                          <a:endCxn id="105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5" name="Straight Connector 1044">
                          <a:extLst>
                            <a:ext uri="{FF2B5EF4-FFF2-40B4-BE49-F238E27FC236}">
                              <a16:creationId xmlns:a16="http://schemas.microsoft.com/office/drawing/2014/main" id="{512BBBD2-3C50-4124-8BA0-1A1C798F4F29}"/>
                            </a:ext>
                          </a:extLst>
                        </p:cNvPr>
                        <p:cNvCxnSpPr>
                          <a:cxnSpLocks/>
                          <a:stCxn id="1060" idx="2"/>
                          <a:endCxn id="106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6" name="Straight Connector 1045">
                          <a:extLst>
                            <a:ext uri="{FF2B5EF4-FFF2-40B4-BE49-F238E27FC236}">
                              <a16:creationId xmlns:a16="http://schemas.microsoft.com/office/drawing/2014/main" id="{88B0BEC6-0BBD-4AFF-B8FE-C566046FA955}"/>
                            </a:ext>
                          </a:extLst>
                        </p:cNvPr>
                        <p:cNvCxnSpPr>
                          <a:cxnSpLocks/>
                          <a:stCxn id="1063" idx="3"/>
                          <a:endCxn id="106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7" name="Straight Connector 1046">
                          <a:extLst>
                            <a:ext uri="{FF2B5EF4-FFF2-40B4-BE49-F238E27FC236}">
                              <a16:creationId xmlns:a16="http://schemas.microsoft.com/office/drawing/2014/main" id="{B54DFF12-0C77-440C-BC4D-1D8755C04664}"/>
                            </a:ext>
                          </a:extLst>
                        </p:cNvPr>
                        <p:cNvCxnSpPr>
                          <a:cxnSpLocks/>
                          <a:stCxn id="1063" idx="4"/>
                          <a:endCxn id="106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8" name="Straight Connector 1047">
                          <a:extLst>
                            <a:ext uri="{FF2B5EF4-FFF2-40B4-BE49-F238E27FC236}">
                              <a16:creationId xmlns:a16="http://schemas.microsoft.com/office/drawing/2014/main" id="{497DCAAC-12BD-40A7-B999-2EAC4471F165}"/>
                            </a:ext>
                          </a:extLst>
                        </p:cNvPr>
                        <p:cNvCxnSpPr>
                          <a:cxnSpLocks/>
                          <a:stCxn id="1063" idx="4"/>
                          <a:endCxn id="106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49" name="Straight Connector 1048">
                          <a:extLst>
                            <a:ext uri="{FF2B5EF4-FFF2-40B4-BE49-F238E27FC236}">
                              <a16:creationId xmlns:a16="http://schemas.microsoft.com/office/drawing/2014/main" id="{EBB9ADB7-8634-4292-9902-D65690D7CB30}"/>
                            </a:ext>
                          </a:extLst>
                        </p:cNvPr>
                        <p:cNvCxnSpPr>
                          <a:cxnSpLocks/>
                          <a:stCxn id="1059" idx="2"/>
                          <a:endCxn id="105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0" name="Straight Connector 1049">
                          <a:extLst>
                            <a:ext uri="{FF2B5EF4-FFF2-40B4-BE49-F238E27FC236}">
                              <a16:creationId xmlns:a16="http://schemas.microsoft.com/office/drawing/2014/main" id="{3A2E3AB4-EEDB-497D-A32E-2D4CF241E006}"/>
                            </a:ext>
                          </a:extLst>
                        </p:cNvPr>
                        <p:cNvCxnSpPr>
                          <a:cxnSpLocks/>
                          <a:stCxn id="1059" idx="0"/>
                          <a:endCxn id="105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1" name="Straight Connector 1050">
                          <a:extLst>
                            <a:ext uri="{FF2B5EF4-FFF2-40B4-BE49-F238E27FC236}">
                              <a16:creationId xmlns:a16="http://schemas.microsoft.com/office/drawing/2014/main" id="{4022772E-AA22-4E85-A73F-8D3020C49651}"/>
                            </a:ext>
                          </a:extLst>
                        </p:cNvPr>
                        <p:cNvCxnSpPr>
                          <a:cxnSpLocks/>
                          <a:stCxn id="1059" idx="3"/>
                          <a:endCxn id="105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2" name="Straight Connector 1051">
                          <a:extLst>
                            <a:ext uri="{FF2B5EF4-FFF2-40B4-BE49-F238E27FC236}">
                              <a16:creationId xmlns:a16="http://schemas.microsoft.com/office/drawing/2014/main" id="{19BD2BF8-B0E6-418D-9E00-BCCE7A384F72}"/>
                            </a:ext>
                          </a:extLst>
                        </p:cNvPr>
                        <p:cNvCxnSpPr>
                          <a:cxnSpLocks/>
                          <a:stCxn id="1063" idx="2"/>
                          <a:endCxn id="105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3" name="Straight Connector 1052">
                          <a:extLst>
                            <a:ext uri="{FF2B5EF4-FFF2-40B4-BE49-F238E27FC236}">
                              <a16:creationId xmlns:a16="http://schemas.microsoft.com/office/drawing/2014/main" id="{D3C14D3C-D309-420B-B2B9-20BBC51020D6}"/>
                            </a:ext>
                          </a:extLst>
                        </p:cNvPr>
                        <p:cNvCxnSpPr>
                          <a:cxnSpLocks/>
                          <a:stCxn id="1062" idx="2"/>
                          <a:endCxn id="106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4" name="Straight Connector 1053">
                          <a:extLst>
                            <a:ext uri="{FF2B5EF4-FFF2-40B4-BE49-F238E27FC236}">
                              <a16:creationId xmlns:a16="http://schemas.microsoft.com/office/drawing/2014/main" id="{F1DDD5AC-380C-412C-9AA2-680847560772}"/>
                            </a:ext>
                          </a:extLst>
                        </p:cNvPr>
                        <p:cNvCxnSpPr>
                          <a:cxnSpLocks/>
                          <a:stCxn id="1062" idx="1"/>
                          <a:endCxn id="106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5" name="Straight Connector 1054">
                          <a:extLst>
                            <a:ext uri="{FF2B5EF4-FFF2-40B4-BE49-F238E27FC236}">
                              <a16:creationId xmlns:a16="http://schemas.microsoft.com/office/drawing/2014/main" id="{498116ED-A982-4800-84D0-44C749AEEA02}"/>
                            </a:ext>
                          </a:extLst>
                        </p:cNvPr>
                        <p:cNvCxnSpPr>
                          <a:cxnSpLocks/>
                          <a:stCxn id="1062" idx="3"/>
                          <a:endCxn id="106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6" name="Straight Connector 1055">
                          <a:extLst>
                            <a:ext uri="{FF2B5EF4-FFF2-40B4-BE49-F238E27FC236}">
                              <a16:creationId xmlns:a16="http://schemas.microsoft.com/office/drawing/2014/main" id="{3E3C979E-CEA6-4F75-AE2B-6B6F060A287F}"/>
                            </a:ext>
                          </a:extLst>
                        </p:cNvPr>
                        <p:cNvCxnSpPr>
                          <a:cxnSpLocks/>
                          <a:stCxn id="1062" idx="4"/>
                          <a:endCxn id="106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7" name="Straight Connector 1056">
                          <a:extLst>
                            <a:ext uri="{FF2B5EF4-FFF2-40B4-BE49-F238E27FC236}">
                              <a16:creationId xmlns:a16="http://schemas.microsoft.com/office/drawing/2014/main" id="{CB5F3361-34CD-49CF-BD32-2C415F570B3B}"/>
                            </a:ext>
                          </a:extLst>
                        </p:cNvPr>
                        <p:cNvCxnSpPr>
                          <a:cxnSpLocks/>
                          <a:stCxn id="1063" idx="1"/>
                          <a:endCxn id="105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58" name="Straight Connector 1057">
                          <a:extLst>
                            <a:ext uri="{FF2B5EF4-FFF2-40B4-BE49-F238E27FC236}">
                              <a16:creationId xmlns:a16="http://schemas.microsoft.com/office/drawing/2014/main" id="{BD414D7B-D0E0-4707-B8F7-83A9285595FA}"/>
                            </a:ext>
                          </a:extLst>
                        </p:cNvPr>
                        <p:cNvCxnSpPr>
                          <a:cxnSpLocks/>
                          <a:stCxn id="1063" idx="0"/>
                          <a:endCxn id="106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996" name="Group 995">
                      <a:extLst>
                        <a:ext uri="{FF2B5EF4-FFF2-40B4-BE49-F238E27FC236}">
                          <a16:creationId xmlns:a16="http://schemas.microsoft.com/office/drawing/2014/main" id="{B0B297ED-22C5-4F8F-AFA2-EF4E7837C8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997" name="Group 996">
                        <a:extLst>
                          <a:ext uri="{FF2B5EF4-FFF2-40B4-BE49-F238E27FC236}">
                            <a16:creationId xmlns:a16="http://schemas.microsoft.com/office/drawing/2014/main" id="{41242068-E10B-4CF2-B868-0FCDBE80E1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20" name="Group 1019">
                          <a:extLst>
                            <a:ext uri="{FF2B5EF4-FFF2-40B4-BE49-F238E27FC236}">
                              <a16:creationId xmlns:a16="http://schemas.microsoft.com/office/drawing/2014/main" id="{F9200C6B-6450-4B3C-B0E0-5FDA860797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36" name="Pentagon 4">
                            <a:extLst>
                              <a:ext uri="{FF2B5EF4-FFF2-40B4-BE49-F238E27FC236}">
                                <a16:creationId xmlns:a16="http://schemas.microsoft.com/office/drawing/2014/main" id="{6ED4EB38-4261-4E3D-A8C2-216D86F149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37" name="Pentagon 4">
                            <a:extLst>
                              <a:ext uri="{FF2B5EF4-FFF2-40B4-BE49-F238E27FC236}">
                                <a16:creationId xmlns:a16="http://schemas.microsoft.com/office/drawing/2014/main" id="{F2964388-1948-47AD-A973-E404072FC6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38" name="Group 1037">
                            <a:extLst>
                              <a:ext uri="{FF2B5EF4-FFF2-40B4-BE49-F238E27FC236}">
                                <a16:creationId xmlns:a16="http://schemas.microsoft.com/office/drawing/2014/main" id="{68574E51-59F2-4506-93F6-325B704A26D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39" name="Pentagon 4">
                              <a:extLst>
                                <a:ext uri="{FF2B5EF4-FFF2-40B4-BE49-F238E27FC236}">
                                  <a16:creationId xmlns:a16="http://schemas.microsoft.com/office/drawing/2014/main" id="{DE85E224-5ED1-4A85-808C-CC1CB16B47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40" name="Pentagon 4">
                              <a:extLst>
                                <a:ext uri="{FF2B5EF4-FFF2-40B4-BE49-F238E27FC236}">
                                  <a16:creationId xmlns:a16="http://schemas.microsoft.com/office/drawing/2014/main" id="{C3C75F3A-8EF3-46D9-BD4A-D2842E8C2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21" name="Straight Connector 1020">
                          <a:extLst>
                            <a:ext uri="{FF2B5EF4-FFF2-40B4-BE49-F238E27FC236}">
                              <a16:creationId xmlns:a16="http://schemas.microsoft.com/office/drawing/2014/main" id="{F80B61F1-32E4-4A1C-81FC-B28AEF78D852}"/>
                            </a:ext>
                          </a:extLst>
                        </p:cNvPr>
                        <p:cNvCxnSpPr>
                          <a:cxnSpLocks/>
                          <a:stCxn id="1037" idx="1"/>
                          <a:endCxn id="103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2" name="Straight Connector 1021">
                          <a:extLst>
                            <a:ext uri="{FF2B5EF4-FFF2-40B4-BE49-F238E27FC236}">
                              <a16:creationId xmlns:a16="http://schemas.microsoft.com/office/drawing/2014/main" id="{DB948320-0FE2-49D0-94BD-8932E8BF3962}"/>
                            </a:ext>
                          </a:extLst>
                        </p:cNvPr>
                        <p:cNvCxnSpPr>
                          <a:cxnSpLocks/>
                          <a:stCxn id="1037" idx="2"/>
                          <a:endCxn id="103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3" name="Straight Connector 1022">
                          <a:extLst>
                            <a:ext uri="{FF2B5EF4-FFF2-40B4-BE49-F238E27FC236}">
                              <a16:creationId xmlns:a16="http://schemas.microsoft.com/office/drawing/2014/main" id="{0756B2A8-E253-42D2-8ABE-D6F42714C315}"/>
                            </a:ext>
                          </a:extLst>
                        </p:cNvPr>
                        <p:cNvCxnSpPr>
                          <a:cxnSpLocks/>
                          <a:stCxn id="1040" idx="3"/>
                          <a:endCxn id="103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4" name="Straight Connector 1023">
                          <a:extLst>
                            <a:ext uri="{FF2B5EF4-FFF2-40B4-BE49-F238E27FC236}">
                              <a16:creationId xmlns:a16="http://schemas.microsoft.com/office/drawing/2014/main" id="{E9AF161E-2CBE-4D8A-9D50-D53904B60D21}"/>
                            </a:ext>
                          </a:extLst>
                        </p:cNvPr>
                        <p:cNvCxnSpPr>
                          <a:cxnSpLocks/>
                          <a:stCxn id="1040" idx="4"/>
                          <a:endCxn id="103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5" name="Straight Connector 1024">
                          <a:extLst>
                            <a:ext uri="{FF2B5EF4-FFF2-40B4-BE49-F238E27FC236}">
                              <a16:creationId xmlns:a16="http://schemas.microsoft.com/office/drawing/2014/main" id="{C47CB1C6-A2FD-44DD-B512-3AB90BDB238E}"/>
                            </a:ext>
                          </a:extLst>
                        </p:cNvPr>
                        <p:cNvCxnSpPr>
                          <a:cxnSpLocks/>
                          <a:stCxn id="1040" idx="4"/>
                          <a:endCxn id="104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6" name="Straight Connector 1025">
                          <a:extLst>
                            <a:ext uri="{FF2B5EF4-FFF2-40B4-BE49-F238E27FC236}">
                              <a16:creationId xmlns:a16="http://schemas.microsoft.com/office/drawing/2014/main" id="{4C5F57A5-8EC9-4EC7-B2B8-D58ADD554B8D}"/>
                            </a:ext>
                          </a:extLst>
                        </p:cNvPr>
                        <p:cNvCxnSpPr>
                          <a:cxnSpLocks/>
                          <a:stCxn id="1036" idx="2"/>
                          <a:endCxn id="103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7" name="Straight Connector 1026">
                          <a:extLst>
                            <a:ext uri="{FF2B5EF4-FFF2-40B4-BE49-F238E27FC236}">
                              <a16:creationId xmlns:a16="http://schemas.microsoft.com/office/drawing/2014/main" id="{896C263F-D46D-42E4-8DC3-68B58E2F5793}"/>
                            </a:ext>
                          </a:extLst>
                        </p:cNvPr>
                        <p:cNvCxnSpPr>
                          <a:cxnSpLocks/>
                          <a:stCxn id="1036" idx="0"/>
                          <a:endCxn id="103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8" name="Straight Connector 1027">
                          <a:extLst>
                            <a:ext uri="{FF2B5EF4-FFF2-40B4-BE49-F238E27FC236}">
                              <a16:creationId xmlns:a16="http://schemas.microsoft.com/office/drawing/2014/main" id="{6BCBE3A8-E851-4A11-9E27-0F3EA3EAB919}"/>
                            </a:ext>
                          </a:extLst>
                        </p:cNvPr>
                        <p:cNvCxnSpPr>
                          <a:cxnSpLocks/>
                          <a:stCxn id="1036" idx="3"/>
                          <a:endCxn id="103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29" name="Straight Connector 1028">
                          <a:extLst>
                            <a:ext uri="{FF2B5EF4-FFF2-40B4-BE49-F238E27FC236}">
                              <a16:creationId xmlns:a16="http://schemas.microsoft.com/office/drawing/2014/main" id="{69B6A57A-1458-46D1-AC47-130927C08F41}"/>
                            </a:ext>
                          </a:extLst>
                        </p:cNvPr>
                        <p:cNvCxnSpPr>
                          <a:cxnSpLocks/>
                          <a:stCxn id="1040" idx="2"/>
                          <a:endCxn id="103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0" name="Straight Connector 1029">
                          <a:extLst>
                            <a:ext uri="{FF2B5EF4-FFF2-40B4-BE49-F238E27FC236}">
                              <a16:creationId xmlns:a16="http://schemas.microsoft.com/office/drawing/2014/main" id="{0613CDFD-6A7F-47D8-91A4-179C91AC41F7}"/>
                            </a:ext>
                          </a:extLst>
                        </p:cNvPr>
                        <p:cNvCxnSpPr>
                          <a:cxnSpLocks/>
                          <a:stCxn id="1039" idx="2"/>
                          <a:endCxn id="103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1" name="Straight Connector 1030">
                          <a:extLst>
                            <a:ext uri="{FF2B5EF4-FFF2-40B4-BE49-F238E27FC236}">
                              <a16:creationId xmlns:a16="http://schemas.microsoft.com/office/drawing/2014/main" id="{AB0BADC1-60E3-440A-9419-F835FC2CAB7E}"/>
                            </a:ext>
                          </a:extLst>
                        </p:cNvPr>
                        <p:cNvCxnSpPr>
                          <a:cxnSpLocks/>
                          <a:stCxn id="1039" idx="1"/>
                          <a:endCxn id="104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2" name="Straight Connector 1031">
                          <a:extLst>
                            <a:ext uri="{FF2B5EF4-FFF2-40B4-BE49-F238E27FC236}">
                              <a16:creationId xmlns:a16="http://schemas.microsoft.com/office/drawing/2014/main" id="{A0EC6DD1-2B85-4DA9-B4CD-D19BE1E67DAB}"/>
                            </a:ext>
                          </a:extLst>
                        </p:cNvPr>
                        <p:cNvCxnSpPr>
                          <a:cxnSpLocks/>
                          <a:stCxn id="1039" idx="3"/>
                          <a:endCxn id="103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3" name="Straight Connector 1032">
                          <a:extLst>
                            <a:ext uri="{FF2B5EF4-FFF2-40B4-BE49-F238E27FC236}">
                              <a16:creationId xmlns:a16="http://schemas.microsoft.com/office/drawing/2014/main" id="{15315CBC-D6A7-4F4B-A07C-C3A4E013DE85}"/>
                            </a:ext>
                          </a:extLst>
                        </p:cNvPr>
                        <p:cNvCxnSpPr>
                          <a:cxnSpLocks/>
                          <a:stCxn id="1039" idx="4"/>
                          <a:endCxn id="103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4" name="Straight Connector 1033">
                          <a:extLst>
                            <a:ext uri="{FF2B5EF4-FFF2-40B4-BE49-F238E27FC236}">
                              <a16:creationId xmlns:a16="http://schemas.microsoft.com/office/drawing/2014/main" id="{C6C6BBDE-588D-45FF-BCEC-FAB8A2233143}"/>
                            </a:ext>
                          </a:extLst>
                        </p:cNvPr>
                        <p:cNvCxnSpPr>
                          <a:cxnSpLocks/>
                          <a:stCxn id="1040" idx="1"/>
                          <a:endCxn id="103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35" name="Straight Connector 1034">
                          <a:extLst>
                            <a:ext uri="{FF2B5EF4-FFF2-40B4-BE49-F238E27FC236}">
                              <a16:creationId xmlns:a16="http://schemas.microsoft.com/office/drawing/2014/main" id="{FF7B0FB7-531E-4DCB-B398-032767CCBE27}"/>
                            </a:ext>
                          </a:extLst>
                        </p:cNvPr>
                        <p:cNvCxnSpPr>
                          <a:cxnSpLocks/>
                          <a:stCxn id="1040" idx="0"/>
                          <a:endCxn id="104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998" name="Group 997">
                        <a:extLst>
                          <a:ext uri="{FF2B5EF4-FFF2-40B4-BE49-F238E27FC236}">
                            <a16:creationId xmlns:a16="http://schemas.microsoft.com/office/drawing/2014/main" id="{8736D959-300C-4146-B86B-BCB0EF5F899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999" name="Group 998">
                          <a:extLst>
                            <a:ext uri="{FF2B5EF4-FFF2-40B4-BE49-F238E27FC236}">
                              <a16:creationId xmlns:a16="http://schemas.microsoft.com/office/drawing/2014/main" id="{EDC492D5-8682-4637-9B1E-E368956336E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015" name="Pentagon 4">
                            <a:extLst>
                              <a:ext uri="{FF2B5EF4-FFF2-40B4-BE49-F238E27FC236}">
                                <a16:creationId xmlns:a16="http://schemas.microsoft.com/office/drawing/2014/main" id="{F4D37386-3DA3-4133-B021-C636F3D0E0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016" name="Pentagon 4">
                            <a:extLst>
                              <a:ext uri="{FF2B5EF4-FFF2-40B4-BE49-F238E27FC236}">
                                <a16:creationId xmlns:a16="http://schemas.microsoft.com/office/drawing/2014/main" id="{12BC8E32-DDBD-43E7-9DC7-63C3430CDC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017" name="Group 1016">
                            <a:extLst>
                              <a:ext uri="{FF2B5EF4-FFF2-40B4-BE49-F238E27FC236}">
                                <a16:creationId xmlns:a16="http://schemas.microsoft.com/office/drawing/2014/main" id="{69AF3186-1D72-49AC-924B-F1FBCC6D5DD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018" name="Pentagon 4">
                              <a:extLst>
                                <a:ext uri="{FF2B5EF4-FFF2-40B4-BE49-F238E27FC236}">
                                  <a16:creationId xmlns:a16="http://schemas.microsoft.com/office/drawing/2014/main" id="{CE3A57D3-7BED-4A6A-B20F-7D8F82217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019" name="Pentagon 4">
                              <a:extLst>
                                <a:ext uri="{FF2B5EF4-FFF2-40B4-BE49-F238E27FC236}">
                                  <a16:creationId xmlns:a16="http://schemas.microsoft.com/office/drawing/2014/main" id="{4CCBB4B6-8470-43CC-B10A-5B214C7FEA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00" name="Straight Connector 999">
                          <a:extLst>
                            <a:ext uri="{FF2B5EF4-FFF2-40B4-BE49-F238E27FC236}">
                              <a16:creationId xmlns:a16="http://schemas.microsoft.com/office/drawing/2014/main" id="{C1C4EDB2-D497-49F9-A972-DC08E0EDC347}"/>
                            </a:ext>
                          </a:extLst>
                        </p:cNvPr>
                        <p:cNvCxnSpPr>
                          <a:cxnSpLocks/>
                          <a:stCxn id="1016" idx="1"/>
                          <a:endCxn id="101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1" name="Straight Connector 1000">
                          <a:extLst>
                            <a:ext uri="{FF2B5EF4-FFF2-40B4-BE49-F238E27FC236}">
                              <a16:creationId xmlns:a16="http://schemas.microsoft.com/office/drawing/2014/main" id="{AA020C52-9260-44F2-A9C7-190D38E8EC1F}"/>
                            </a:ext>
                          </a:extLst>
                        </p:cNvPr>
                        <p:cNvCxnSpPr>
                          <a:cxnSpLocks/>
                          <a:stCxn id="1016" idx="2"/>
                          <a:endCxn id="101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2" name="Straight Connector 1001">
                          <a:extLst>
                            <a:ext uri="{FF2B5EF4-FFF2-40B4-BE49-F238E27FC236}">
                              <a16:creationId xmlns:a16="http://schemas.microsoft.com/office/drawing/2014/main" id="{F621DCBE-7D3C-40CC-AA2E-BD8EB1786264}"/>
                            </a:ext>
                          </a:extLst>
                        </p:cNvPr>
                        <p:cNvCxnSpPr>
                          <a:cxnSpLocks/>
                          <a:stCxn id="1019" idx="3"/>
                          <a:endCxn id="101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3" name="Straight Connector 1002">
                          <a:extLst>
                            <a:ext uri="{FF2B5EF4-FFF2-40B4-BE49-F238E27FC236}">
                              <a16:creationId xmlns:a16="http://schemas.microsoft.com/office/drawing/2014/main" id="{23D6E6BB-6B62-44F8-93C7-32D9592EBE1D}"/>
                            </a:ext>
                          </a:extLst>
                        </p:cNvPr>
                        <p:cNvCxnSpPr>
                          <a:cxnSpLocks/>
                          <a:stCxn id="1019" idx="4"/>
                          <a:endCxn id="101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4" name="Straight Connector 1003">
                          <a:extLst>
                            <a:ext uri="{FF2B5EF4-FFF2-40B4-BE49-F238E27FC236}">
                              <a16:creationId xmlns:a16="http://schemas.microsoft.com/office/drawing/2014/main" id="{C3722837-0418-4882-91B1-6D403201ACD1}"/>
                            </a:ext>
                          </a:extLst>
                        </p:cNvPr>
                        <p:cNvCxnSpPr>
                          <a:cxnSpLocks/>
                          <a:stCxn id="1019" idx="4"/>
                          <a:endCxn id="101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5" name="Straight Connector 1004">
                          <a:extLst>
                            <a:ext uri="{FF2B5EF4-FFF2-40B4-BE49-F238E27FC236}">
                              <a16:creationId xmlns:a16="http://schemas.microsoft.com/office/drawing/2014/main" id="{A16F18A1-0270-488B-8790-3EC011FFF7C1}"/>
                            </a:ext>
                          </a:extLst>
                        </p:cNvPr>
                        <p:cNvCxnSpPr>
                          <a:cxnSpLocks/>
                          <a:stCxn id="1015" idx="2"/>
                          <a:endCxn id="101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6" name="Straight Connector 1005">
                          <a:extLst>
                            <a:ext uri="{FF2B5EF4-FFF2-40B4-BE49-F238E27FC236}">
                              <a16:creationId xmlns:a16="http://schemas.microsoft.com/office/drawing/2014/main" id="{0E3FB442-C3AC-4F20-9E5D-239AB2350AE7}"/>
                            </a:ext>
                          </a:extLst>
                        </p:cNvPr>
                        <p:cNvCxnSpPr>
                          <a:cxnSpLocks/>
                          <a:stCxn id="1015" idx="0"/>
                          <a:endCxn id="101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7" name="Straight Connector 1006">
                          <a:extLst>
                            <a:ext uri="{FF2B5EF4-FFF2-40B4-BE49-F238E27FC236}">
                              <a16:creationId xmlns:a16="http://schemas.microsoft.com/office/drawing/2014/main" id="{236EBEA5-52F0-47AD-AC88-6EBEA5A88F98}"/>
                            </a:ext>
                          </a:extLst>
                        </p:cNvPr>
                        <p:cNvCxnSpPr>
                          <a:cxnSpLocks/>
                          <a:stCxn id="1015" idx="3"/>
                          <a:endCxn id="101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8" name="Straight Connector 1007">
                          <a:extLst>
                            <a:ext uri="{FF2B5EF4-FFF2-40B4-BE49-F238E27FC236}">
                              <a16:creationId xmlns:a16="http://schemas.microsoft.com/office/drawing/2014/main" id="{BF9B9073-4253-4E85-ADA5-D2EEBC81C943}"/>
                            </a:ext>
                          </a:extLst>
                        </p:cNvPr>
                        <p:cNvCxnSpPr>
                          <a:cxnSpLocks/>
                          <a:stCxn id="1019" idx="2"/>
                          <a:endCxn id="101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09" name="Straight Connector 1008">
                          <a:extLst>
                            <a:ext uri="{FF2B5EF4-FFF2-40B4-BE49-F238E27FC236}">
                              <a16:creationId xmlns:a16="http://schemas.microsoft.com/office/drawing/2014/main" id="{4E8265B1-D912-405D-B606-5279178D9E33}"/>
                            </a:ext>
                          </a:extLst>
                        </p:cNvPr>
                        <p:cNvCxnSpPr>
                          <a:cxnSpLocks/>
                          <a:stCxn id="1018" idx="2"/>
                          <a:endCxn id="101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0" name="Straight Connector 1009">
                          <a:extLst>
                            <a:ext uri="{FF2B5EF4-FFF2-40B4-BE49-F238E27FC236}">
                              <a16:creationId xmlns:a16="http://schemas.microsoft.com/office/drawing/2014/main" id="{13008972-20FA-4EF8-9225-02F1875FB4BE}"/>
                            </a:ext>
                          </a:extLst>
                        </p:cNvPr>
                        <p:cNvCxnSpPr>
                          <a:cxnSpLocks/>
                          <a:stCxn id="1018" idx="1"/>
                          <a:endCxn id="101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1" name="Straight Connector 1010">
                          <a:extLst>
                            <a:ext uri="{FF2B5EF4-FFF2-40B4-BE49-F238E27FC236}">
                              <a16:creationId xmlns:a16="http://schemas.microsoft.com/office/drawing/2014/main" id="{33042A59-EF50-48AA-8F7F-F74650B7EC52}"/>
                            </a:ext>
                          </a:extLst>
                        </p:cNvPr>
                        <p:cNvCxnSpPr>
                          <a:cxnSpLocks/>
                          <a:stCxn id="1018" idx="3"/>
                          <a:endCxn id="101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2" name="Straight Connector 1011">
                          <a:extLst>
                            <a:ext uri="{FF2B5EF4-FFF2-40B4-BE49-F238E27FC236}">
                              <a16:creationId xmlns:a16="http://schemas.microsoft.com/office/drawing/2014/main" id="{A05A9B26-B14C-4E96-A606-0F26F9F2224A}"/>
                            </a:ext>
                          </a:extLst>
                        </p:cNvPr>
                        <p:cNvCxnSpPr>
                          <a:cxnSpLocks/>
                          <a:stCxn id="1018" idx="4"/>
                          <a:endCxn id="101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3" name="Straight Connector 1012">
                          <a:extLst>
                            <a:ext uri="{FF2B5EF4-FFF2-40B4-BE49-F238E27FC236}">
                              <a16:creationId xmlns:a16="http://schemas.microsoft.com/office/drawing/2014/main" id="{6D486C96-E70D-49B8-A30B-A49CE9D1F599}"/>
                            </a:ext>
                          </a:extLst>
                        </p:cNvPr>
                        <p:cNvCxnSpPr>
                          <a:cxnSpLocks/>
                          <a:stCxn id="1019" idx="1"/>
                          <a:endCxn id="101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14" name="Straight Connector 1013">
                          <a:extLst>
                            <a:ext uri="{FF2B5EF4-FFF2-40B4-BE49-F238E27FC236}">
                              <a16:creationId xmlns:a16="http://schemas.microsoft.com/office/drawing/2014/main" id="{3C95F28A-7B08-48DA-8B8B-49BAFDF2CACD}"/>
                            </a:ext>
                          </a:extLst>
                        </p:cNvPr>
                        <p:cNvCxnSpPr>
                          <a:cxnSpLocks/>
                          <a:stCxn id="1019" idx="0"/>
                          <a:endCxn id="101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994" name="Star: 5 Points 993">
                    <a:extLst>
                      <a:ext uri="{FF2B5EF4-FFF2-40B4-BE49-F238E27FC236}">
                        <a16:creationId xmlns:a16="http://schemas.microsoft.com/office/drawing/2014/main" id="{52EEE464-20A9-49A4-B4A5-32107719FE44}"/>
                      </a:ext>
                    </a:extLst>
                  </p:cNvPr>
                  <p:cNvSpPr/>
                  <p:nvPr/>
                </p:nvSpPr>
                <p:spPr>
                  <a:xfrm>
                    <a:off x="4261534" y="7011698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5" name="Group 1084">
                  <a:extLst>
                    <a:ext uri="{FF2B5EF4-FFF2-40B4-BE49-F238E27FC236}">
                      <a16:creationId xmlns:a16="http://schemas.microsoft.com/office/drawing/2014/main" id="{6BDA8AF7-05F9-4DF8-8556-BF2D71A1994A}"/>
                    </a:ext>
                  </a:extLst>
                </p:cNvPr>
                <p:cNvGrpSpPr/>
                <p:nvPr/>
              </p:nvGrpSpPr>
              <p:grpSpPr>
                <a:xfrm>
                  <a:off x="3431525" y="4589836"/>
                  <a:ext cx="1522130" cy="1367933"/>
                  <a:chOff x="3942663" y="8416961"/>
                  <a:chExt cx="2960119" cy="2660250"/>
                </a:xfrm>
              </p:grpSpPr>
              <p:grpSp>
                <p:nvGrpSpPr>
                  <p:cNvPr id="1086" name="Group 1085">
                    <a:extLst>
                      <a:ext uri="{FF2B5EF4-FFF2-40B4-BE49-F238E27FC236}">
                        <a16:creationId xmlns:a16="http://schemas.microsoft.com/office/drawing/2014/main" id="{C70EAAC1-25D6-4772-91EA-E79C2F2D9247}"/>
                      </a:ext>
                    </a:extLst>
                  </p:cNvPr>
                  <p:cNvGrpSpPr/>
                  <p:nvPr/>
                </p:nvGrpSpPr>
                <p:grpSpPr>
                  <a:xfrm>
                    <a:off x="3942663" y="8416961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088" name="Group 1087">
                      <a:extLst>
                        <a:ext uri="{FF2B5EF4-FFF2-40B4-BE49-F238E27FC236}">
                          <a16:creationId xmlns:a16="http://schemas.microsoft.com/office/drawing/2014/main" id="{21141FB2-BDBF-4B7B-847C-4288582FF7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134" name="Group 1133">
                        <a:extLst>
                          <a:ext uri="{FF2B5EF4-FFF2-40B4-BE49-F238E27FC236}">
                            <a16:creationId xmlns:a16="http://schemas.microsoft.com/office/drawing/2014/main" id="{D36846FB-54E5-4125-98E2-2C904B4077C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57" name="Group 1156">
                          <a:extLst>
                            <a:ext uri="{FF2B5EF4-FFF2-40B4-BE49-F238E27FC236}">
                              <a16:creationId xmlns:a16="http://schemas.microsoft.com/office/drawing/2014/main" id="{C23144B3-1B43-4A30-A281-383E0281A69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73" name="Pentagon 4">
                            <a:extLst>
                              <a:ext uri="{FF2B5EF4-FFF2-40B4-BE49-F238E27FC236}">
                                <a16:creationId xmlns:a16="http://schemas.microsoft.com/office/drawing/2014/main" id="{9B77634C-A56C-4BDD-B863-F3A6D5AAA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74" name="Pentagon 4">
                            <a:extLst>
                              <a:ext uri="{FF2B5EF4-FFF2-40B4-BE49-F238E27FC236}">
                                <a16:creationId xmlns:a16="http://schemas.microsoft.com/office/drawing/2014/main" id="{A893B03A-F931-4020-85E9-E6CB38C643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75" name="Group 1174">
                            <a:extLst>
                              <a:ext uri="{FF2B5EF4-FFF2-40B4-BE49-F238E27FC236}">
                                <a16:creationId xmlns:a16="http://schemas.microsoft.com/office/drawing/2014/main" id="{8B273F17-21CF-4E2D-828C-CD69A40DE1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76" name="Pentagon 4">
                              <a:extLst>
                                <a:ext uri="{FF2B5EF4-FFF2-40B4-BE49-F238E27FC236}">
                                  <a16:creationId xmlns:a16="http://schemas.microsoft.com/office/drawing/2014/main" id="{5594BF9F-C16E-42A2-8044-1DAD6A9D08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77" name="Pentagon 4">
                              <a:extLst>
                                <a:ext uri="{FF2B5EF4-FFF2-40B4-BE49-F238E27FC236}">
                                  <a16:creationId xmlns:a16="http://schemas.microsoft.com/office/drawing/2014/main" id="{7D63D0C7-90B3-4E33-9F96-855B5E7074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58" name="Straight Connector 1157">
                          <a:extLst>
                            <a:ext uri="{FF2B5EF4-FFF2-40B4-BE49-F238E27FC236}">
                              <a16:creationId xmlns:a16="http://schemas.microsoft.com/office/drawing/2014/main" id="{C8026EE1-4316-4C85-95A4-395946C2768E}"/>
                            </a:ext>
                          </a:extLst>
                        </p:cNvPr>
                        <p:cNvCxnSpPr>
                          <a:cxnSpLocks/>
                          <a:stCxn id="1174" idx="1"/>
                          <a:endCxn id="1173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9" name="Straight Connector 1158">
                          <a:extLst>
                            <a:ext uri="{FF2B5EF4-FFF2-40B4-BE49-F238E27FC236}">
                              <a16:creationId xmlns:a16="http://schemas.microsoft.com/office/drawing/2014/main" id="{2A0C1E2B-2E56-40D3-9BF2-053B66C68209}"/>
                            </a:ext>
                          </a:extLst>
                        </p:cNvPr>
                        <p:cNvCxnSpPr>
                          <a:cxnSpLocks/>
                          <a:stCxn id="1174" idx="2"/>
                          <a:endCxn id="1174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0" name="Straight Connector 1159">
                          <a:extLst>
                            <a:ext uri="{FF2B5EF4-FFF2-40B4-BE49-F238E27FC236}">
                              <a16:creationId xmlns:a16="http://schemas.microsoft.com/office/drawing/2014/main" id="{0E8656EC-EAE6-4466-BFF4-495FFC502DB9}"/>
                            </a:ext>
                          </a:extLst>
                        </p:cNvPr>
                        <p:cNvCxnSpPr>
                          <a:cxnSpLocks/>
                          <a:stCxn id="1177" idx="3"/>
                          <a:endCxn id="1174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1" name="Straight Connector 1160">
                          <a:extLst>
                            <a:ext uri="{FF2B5EF4-FFF2-40B4-BE49-F238E27FC236}">
                              <a16:creationId xmlns:a16="http://schemas.microsoft.com/office/drawing/2014/main" id="{9DDD2AAD-126E-4F51-986D-C4447BDFA670}"/>
                            </a:ext>
                          </a:extLst>
                        </p:cNvPr>
                        <p:cNvCxnSpPr>
                          <a:cxnSpLocks/>
                          <a:stCxn id="1177" idx="4"/>
                          <a:endCxn id="1176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2" name="Straight Connector 1161">
                          <a:extLst>
                            <a:ext uri="{FF2B5EF4-FFF2-40B4-BE49-F238E27FC236}">
                              <a16:creationId xmlns:a16="http://schemas.microsoft.com/office/drawing/2014/main" id="{C7896204-2B1A-4F83-8966-380447ED795E}"/>
                            </a:ext>
                          </a:extLst>
                        </p:cNvPr>
                        <p:cNvCxnSpPr>
                          <a:cxnSpLocks/>
                          <a:stCxn id="1177" idx="4"/>
                          <a:endCxn id="1177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3" name="Straight Connector 1162">
                          <a:extLst>
                            <a:ext uri="{FF2B5EF4-FFF2-40B4-BE49-F238E27FC236}">
                              <a16:creationId xmlns:a16="http://schemas.microsoft.com/office/drawing/2014/main" id="{101CA78A-7494-4C31-8BCD-13979A0207E0}"/>
                            </a:ext>
                          </a:extLst>
                        </p:cNvPr>
                        <p:cNvCxnSpPr>
                          <a:cxnSpLocks/>
                          <a:stCxn id="1173" idx="2"/>
                          <a:endCxn id="1173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4" name="Straight Connector 1163">
                          <a:extLst>
                            <a:ext uri="{FF2B5EF4-FFF2-40B4-BE49-F238E27FC236}">
                              <a16:creationId xmlns:a16="http://schemas.microsoft.com/office/drawing/2014/main" id="{15330208-169D-4903-ACA1-6BB52E89ED90}"/>
                            </a:ext>
                          </a:extLst>
                        </p:cNvPr>
                        <p:cNvCxnSpPr>
                          <a:cxnSpLocks/>
                          <a:stCxn id="1173" idx="0"/>
                          <a:endCxn id="1173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5" name="Straight Connector 1164">
                          <a:extLst>
                            <a:ext uri="{FF2B5EF4-FFF2-40B4-BE49-F238E27FC236}">
                              <a16:creationId xmlns:a16="http://schemas.microsoft.com/office/drawing/2014/main" id="{0BE33D4D-82C7-46B9-AE31-3271D5014DAB}"/>
                            </a:ext>
                          </a:extLst>
                        </p:cNvPr>
                        <p:cNvCxnSpPr>
                          <a:cxnSpLocks/>
                          <a:stCxn id="1173" idx="3"/>
                          <a:endCxn id="1173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6" name="Straight Connector 1165">
                          <a:extLst>
                            <a:ext uri="{FF2B5EF4-FFF2-40B4-BE49-F238E27FC236}">
                              <a16:creationId xmlns:a16="http://schemas.microsoft.com/office/drawing/2014/main" id="{185EDA1D-F543-4C94-9661-4638C1565E80}"/>
                            </a:ext>
                          </a:extLst>
                        </p:cNvPr>
                        <p:cNvCxnSpPr>
                          <a:cxnSpLocks/>
                          <a:stCxn id="1177" idx="2"/>
                          <a:endCxn id="1173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7" name="Straight Connector 1166">
                          <a:extLst>
                            <a:ext uri="{FF2B5EF4-FFF2-40B4-BE49-F238E27FC236}">
                              <a16:creationId xmlns:a16="http://schemas.microsoft.com/office/drawing/2014/main" id="{82EE576B-6FEC-4C71-B338-A4166F2888DE}"/>
                            </a:ext>
                          </a:extLst>
                        </p:cNvPr>
                        <p:cNvCxnSpPr>
                          <a:cxnSpLocks/>
                          <a:stCxn id="1176" idx="2"/>
                          <a:endCxn id="1176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8" name="Straight Connector 1167">
                          <a:extLst>
                            <a:ext uri="{FF2B5EF4-FFF2-40B4-BE49-F238E27FC236}">
                              <a16:creationId xmlns:a16="http://schemas.microsoft.com/office/drawing/2014/main" id="{DBE05612-6462-4C1A-A250-7B39A6A82C48}"/>
                            </a:ext>
                          </a:extLst>
                        </p:cNvPr>
                        <p:cNvCxnSpPr>
                          <a:cxnSpLocks/>
                          <a:stCxn id="1176" idx="1"/>
                          <a:endCxn id="1177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69" name="Straight Connector 1168">
                          <a:extLst>
                            <a:ext uri="{FF2B5EF4-FFF2-40B4-BE49-F238E27FC236}">
                              <a16:creationId xmlns:a16="http://schemas.microsoft.com/office/drawing/2014/main" id="{03B8E0CC-00CB-48BF-8A92-8FDDF711CD58}"/>
                            </a:ext>
                          </a:extLst>
                        </p:cNvPr>
                        <p:cNvCxnSpPr>
                          <a:cxnSpLocks/>
                          <a:stCxn id="1176" idx="3"/>
                          <a:endCxn id="1176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0" name="Straight Connector 1169">
                          <a:extLst>
                            <a:ext uri="{FF2B5EF4-FFF2-40B4-BE49-F238E27FC236}">
                              <a16:creationId xmlns:a16="http://schemas.microsoft.com/office/drawing/2014/main" id="{59745F71-9F78-4E33-B8DA-73F7A7BDC021}"/>
                            </a:ext>
                          </a:extLst>
                        </p:cNvPr>
                        <p:cNvCxnSpPr>
                          <a:cxnSpLocks/>
                          <a:stCxn id="1176" idx="4"/>
                          <a:endCxn id="1176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1" name="Straight Connector 1170">
                          <a:extLst>
                            <a:ext uri="{FF2B5EF4-FFF2-40B4-BE49-F238E27FC236}">
                              <a16:creationId xmlns:a16="http://schemas.microsoft.com/office/drawing/2014/main" id="{CB278F9B-FB4F-48FE-AC29-71B292145EFB}"/>
                            </a:ext>
                          </a:extLst>
                        </p:cNvPr>
                        <p:cNvCxnSpPr>
                          <a:cxnSpLocks/>
                          <a:stCxn id="1177" idx="1"/>
                          <a:endCxn id="1173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72" name="Straight Connector 1171">
                          <a:extLst>
                            <a:ext uri="{FF2B5EF4-FFF2-40B4-BE49-F238E27FC236}">
                              <a16:creationId xmlns:a16="http://schemas.microsoft.com/office/drawing/2014/main" id="{9090C664-34CB-470C-9234-177F62970D93}"/>
                            </a:ext>
                          </a:extLst>
                        </p:cNvPr>
                        <p:cNvCxnSpPr>
                          <a:cxnSpLocks/>
                          <a:stCxn id="1177" idx="0"/>
                          <a:endCxn id="1177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135" name="Group 1134">
                        <a:extLst>
                          <a:ext uri="{FF2B5EF4-FFF2-40B4-BE49-F238E27FC236}">
                            <a16:creationId xmlns:a16="http://schemas.microsoft.com/office/drawing/2014/main" id="{DFF897B0-2257-476C-9DDE-49924FB28CA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36" name="Group 1135">
                          <a:extLst>
                            <a:ext uri="{FF2B5EF4-FFF2-40B4-BE49-F238E27FC236}">
                              <a16:creationId xmlns:a16="http://schemas.microsoft.com/office/drawing/2014/main" id="{00BF772C-15AA-4866-8380-361DA6DF15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52" name="Pentagon 4">
                            <a:extLst>
                              <a:ext uri="{FF2B5EF4-FFF2-40B4-BE49-F238E27FC236}">
                                <a16:creationId xmlns:a16="http://schemas.microsoft.com/office/drawing/2014/main" id="{EEC2AE3A-5CBB-4F94-AE0C-CD38DB8D6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53" name="Pentagon 4">
                            <a:extLst>
                              <a:ext uri="{FF2B5EF4-FFF2-40B4-BE49-F238E27FC236}">
                                <a16:creationId xmlns:a16="http://schemas.microsoft.com/office/drawing/2014/main" id="{DCFD4A43-086F-49E9-B316-E67A551C3AE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54" name="Group 1153">
                            <a:extLst>
                              <a:ext uri="{FF2B5EF4-FFF2-40B4-BE49-F238E27FC236}">
                                <a16:creationId xmlns:a16="http://schemas.microsoft.com/office/drawing/2014/main" id="{D9A74352-C9C0-4AA0-9063-F72CF9BA68E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55" name="Pentagon 4">
                              <a:extLst>
                                <a:ext uri="{FF2B5EF4-FFF2-40B4-BE49-F238E27FC236}">
                                  <a16:creationId xmlns:a16="http://schemas.microsoft.com/office/drawing/2014/main" id="{4B7A1261-4137-4CBF-BE1C-A54A392FA0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56" name="Pentagon 4">
                              <a:extLst>
                                <a:ext uri="{FF2B5EF4-FFF2-40B4-BE49-F238E27FC236}">
                                  <a16:creationId xmlns:a16="http://schemas.microsoft.com/office/drawing/2014/main" id="{17105379-D080-45E2-81DF-DC4BD7D2BF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37" name="Straight Connector 1136">
                          <a:extLst>
                            <a:ext uri="{FF2B5EF4-FFF2-40B4-BE49-F238E27FC236}">
                              <a16:creationId xmlns:a16="http://schemas.microsoft.com/office/drawing/2014/main" id="{C70DDB65-6B58-43D4-BABF-62F85743AD34}"/>
                            </a:ext>
                          </a:extLst>
                        </p:cNvPr>
                        <p:cNvCxnSpPr>
                          <a:cxnSpLocks/>
                          <a:stCxn id="1153" idx="1"/>
                          <a:endCxn id="115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8" name="Straight Connector 1137">
                          <a:extLst>
                            <a:ext uri="{FF2B5EF4-FFF2-40B4-BE49-F238E27FC236}">
                              <a16:creationId xmlns:a16="http://schemas.microsoft.com/office/drawing/2014/main" id="{A5A84DC8-AE76-4874-8507-1001AD362344}"/>
                            </a:ext>
                          </a:extLst>
                        </p:cNvPr>
                        <p:cNvCxnSpPr>
                          <a:cxnSpLocks/>
                          <a:stCxn id="1153" idx="2"/>
                          <a:endCxn id="115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9" name="Straight Connector 1138">
                          <a:extLst>
                            <a:ext uri="{FF2B5EF4-FFF2-40B4-BE49-F238E27FC236}">
                              <a16:creationId xmlns:a16="http://schemas.microsoft.com/office/drawing/2014/main" id="{59AC8E46-D570-4A5D-85E7-8B9E905BB2D3}"/>
                            </a:ext>
                          </a:extLst>
                        </p:cNvPr>
                        <p:cNvCxnSpPr>
                          <a:cxnSpLocks/>
                          <a:stCxn id="1156" idx="3"/>
                          <a:endCxn id="115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0" name="Straight Connector 1139">
                          <a:extLst>
                            <a:ext uri="{FF2B5EF4-FFF2-40B4-BE49-F238E27FC236}">
                              <a16:creationId xmlns:a16="http://schemas.microsoft.com/office/drawing/2014/main" id="{E0E1DD59-0A49-4E89-80F2-D8E6D7DDBC84}"/>
                            </a:ext>
                          </a:extLst>
                        </p:cNvPr>
                        <p:cNvCxnSpPr>
                          <a:cxnSpLocks/>
                          <a:stCxn id="1156" idx="4"/>
                          <a:endCxn id="115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1" name="Straight Connector 1140">
                          <a:extLst>
                            <a:ext uri="{FF2B5EF4-FFF2-40B4-BE49-F238E27FC236}">
                              <a16:creationId xmlns:a16="http://schemas.microsoft.com/office/drawing/2014/main" id="{2218F8E0-792A-4D82-8D28-36AFF21038C1}"/>
                            </a:ext>
                          </a:extLst>
                        </p:cNvPr>
                        <p:cNvCxnSpPr>
                          <a:cxnSpLocks/>
                          <a:stCxn id="1156" idx="4"/>
                          <a:endCxn id="115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2" name="Straight Connector 1141">
                          <a:extLst>
                            <a:ext uri="{FF2B5EF4-FFF2-40B4-BE49-F238E27FC236}">
                              <a16:creationId xmlns:a16="http://schemas.microsoft.com/office/drawing/2014/main" id="{382027F1-9C95-4837-876B-8C4B5149CDC1}"/>
                            </a:ext>
                          </a:extLst>
                        </p:cNvPr>
                        <p:cNvCxnSpPr>
                          <a:cxnSpLocks/>
                          <a:stCxn id="1152" idx="2"/>
                          <a:endCxn id="115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3" name="Straight Connector 1142">
                          <a:extLst>
                            <a:ext uri="{FF2B5EF4-FFF2-40B4-BE49-F238E27FC236}">
                              <a16:creationId xmlns:a16="http://schemas.microsoft.com/office/drawing/2014/main" id="{E43DC622-6B01-43CE-9DC9-D8897A09399A}"/>
                            </a:ext>
                          </a:extLst>
                        </p:cNvPr>
                        <p:cNvCxnSpPr>
                          <a:cxnSpLocks/>
                          <a:stCxn id="1152" idx="0"/>
                          <a:endCxn id="115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4" name="Straight Connector 1143">
                          <a:extLst>
                            <a:ext uri="{FF2B5EF4-FFF2-40B4-BE49-F238E27FC236}">
                              <a16:creationId xmlns:a16="http://schemas.microsoft.com/office/drawing/2014/main" id="{3F29A45B-47B4-483D-8483-77A8DF5CE5D9}"/>
                            </a:ext>
                          </a:extLst>
                        </p:cNvPr>
                        <p:cNvCxnSpPr>
                          <a:cxnSpLocks/>
                          <a:stCxn id="1152" idx="3"/>
                          <a:endCxn id="115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5" name="Straight Connector 1144">
                          <a:extLst>
                            <a:ext uri="{FF2B5EF4-FFF2-40B4-BE49-F238E27FC236}">
                              <a16:creationId xmlns:a16="http://schemas.microsoft.com/office/drawing/2014/main" id="{EFA5B001-A0DC-4698-8D99-A4074D7452ED}"/>
                            </a:ext>
                          </a:extLst>
                        </p:cNvPr>
                        <p:cNvCxnSpPr>
                          <a:cxnSpLocks/>
                          <a:stCxn id="1156" idx="2"/>
                          <a:endCxn id="115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6" name="Straight Connector 1145">
                          <a:extLst>
                            <a:ext uri="{FF2B5EF4-FFF2-40B4-BE49-F238E27FC236}">
                              <a16:creationId xmlns:a16="http://schemas.microsoft.com/office/drawing/2014/main" id="{6E7C9973-A1A9-4F9A-85F3-91888D352C5F}"/>
                            </a:ext>
                          </a:extLst>
                        </p:cNvPr>
                        <p:cNvCxnSpPr>
                          <a:cxnSpLocks/>
                          <a:stCxn id="1155" idx="2"/>
                          <a:endCxn id="115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7" name="Straight Connector 1146">
                          <a:extLst>
                            <a:ext uri="{FF2B5EF4-FFF2-40B4-BE49-F238E27FC236}">
                              <a16:creationId xmlns:a16="http://schemas.microsoft.com/office/drawing/2014/main" id="{3155FB10-4F70-47C3-82F5-7F3AA0A37AA3}"/>
                            </a:ext>
                          </a:extLst>
                        </p:cNvPr>
                        <p:cNvCxnSpPr>
                          <a:cxnSpLocks/>
                          <a:stCxn id="1155" idx="1"/>
                          <a:endCxn id="115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8" name="Straight Connector 1147">
                          <a:extLst>
                            <a:ext uri="{FF2B5EF4-FFF2-40B4-BE49-F238E27FC236}">
                              <a16:creationId xmlns:a16="http://schemas.microsoft.com/office/drawing/2014/main" id="{AB7958C3-8270-48B4-9B91-2D3659C8D958}"/>
                            </a:ext>
                          </a:extLst>
                        </p:cNvPr>
                        <p:cNvCxnSpPr>
                          <a:cxnSpLocks/>
                          <a:stCxn id="1155" idx="3"/>
                          <a:endCxn id="115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49" name="Straight Connector 1148">
                          <a:extLst>
                            <a:ext uri="{FF2B5EF4-FFF2-40B4-BE49-F238E27FC236}">
                              <a16:creationId xmlns:a16="http://schemas.microsoft.com/office/drawing/2014/main" id="{0FD46818-F628-4CF4-AE6C-FA1F4E59DF04}"/>
                            </a:ext>
                          </a:extLst>
                        </p:cNvPr>
                        <p:cNvCxnSpPr>
                          <a:cxnSpLocks/>
                          <a:stCxn id="1155" idx="4"/>
                          <a:endCxn id="115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0" name="Straight Connector 1149">
                          <a:extLst>
                            <a:ext uri="{FF2B5EF4-FFF2-40B4-BE49-F238E27FC236}">
                              <a16:creationId xmlns:a16="http://schemas.microsoft.com/office/drawing/2014/main" id="{B3010330-4DE4-4F81-A34B-AE68C9F910E1}"/>
                            </a:ext>
                          </a:extLst>
                        </p:cNvPr>
                        <p:cNvCxnSpPr>
                          <a:cxnSpLocks/>
                          <a:stCxn id="1156" idx="1"/>
                          <a:endCxn id="115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51" name="Straight Connector 1150">
                          <a:extLst>
                            <a:ext uri="{FF2B5EF4-FFF2-40B4-BE49-F238E27FC236}">
                              <a16:creationId xmlns:a16="http://schemas.microsoft.com/office/drawing/2014/main" id="{75C0379E-300D-4F41-AE45-F145E6C55E09}"/>
                            </a:ext>
                          </a:extLst>
                        </p:cNvPr>
                        <p:cNvCxnSpPr>
                          <a:cxnSpLocks/>
                          <a:stCxn id="1156" idx="0"/>
                          <a:endCxn id="115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089" name="Group 1088">
                      <a:extLst>
                        <a:ext uri="{FF2B5EF4-FFF2-40B4-BE49-F238E27FC236}">
                          <a16:creationId xmlns:a16="http://schemas.microsoft.com/office/drawing/2014/main" id="{D2BB4E47-4289-45DC-B4D0-207F057AC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090" name="Group 1089">
                        <a:extLst>
                          <a:ext uri="{FF2B5EF4-FFF2-40B4-BE49-F238E27FC236}">
                            <a16:creationId xmlns:a16="http://schemas.microsoft.com/office/drawing/2014/main" id="{F6C62E9C-E604-4775-A3A6-08A30D189C4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13" name="Group 1112">
                          <a:extLst>
                            <a:ext uri="{FF2B5EF4-FFF2-40B4-BE49-F238E27FC236}">
                              <a16:creationId xmlns:a16="http://schemas.microsoft.com/office/drawing/2014/main" id="{EA291A5D-08DE-4A6A-B866-3983BAEDC2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29" name="Pentagon 4">
                            <a:extLst>
                              <a:ext uri="{FF2B5EF4-FFF2-40B4-BE49-F238E27FC236}">
                                <a16:creationId xmlns:a16="http://schemas.microsoft.com/office/drawing/2014/main" id="{3CA4BDB9-EA93-4DBA-BA99-78D5E1EC52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30" name="Pentagon 4">
                            <a:extLst>
                              <a:ext uri="{FF2B5EF4-FFF2-40B4-BE49-F238E27FC236}">
                                <a16:creationId xmlns:a16="http://schemas.microsoft.com/office/drawing/2014/main" id="{607B962B-842B-460E-93A0-AE2C6DED7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31" name="Group 1130">
                            <a:extLst>
                              <a:ext uri="{FF2B5EF4-FFF2-40B4-BE49-F238E27FC236}">
                                <a16:creationId xmlns:a16="http://schemas.microsoft.com/office/drawing/2014/main" id="{7484F956-30E6-4C9D-BE14-FCE9C2BD9BE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32" name="Pentagon 4">
                              <a:extLst>
                                <a:ext uri="{FF2B5EF4-FFF2-40B4-BE49-F238E27FC236}">
                                  <a16:creationId xmlns:a16="http://schemas.microsoft.com/office/drawing/2014/main" id="{E884A797-3B0D-47FD-A0EF-F596D6D7B9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33" name="Pentagon 4">
                              <a:extLst>
                                <a:ext uri="{FF2B5EF4-FFF2-40B4-BE49-F238E27FC236}">
                                  <a16:creationId xmlns:a16="http://schemas.microsoft.com/office/drawing/2014/main" id="{B765B666-3952-4307-84B3-29B9F2C393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14" name="Straight Connector 1113">
                          <a:extLst>
                            <a:ext uri="{FF2B5EF4-FFF2-40B4-BE49-F238E27FC236}">
                              <a16:creationId xmlns:a16="http://schemas.microsoft.com/office/drawing/2014/main" id="{86790779-6F6C-42EA-8EEC-69B438F61644}"/>
                            </a:ext>
                          </a:extLst>
                        </p:cNvPr>
                        <p:cNvCxnSpPr>
                          <a:cxnSpLocks/>
                          <a:stCxn id="1130" idx="1"/>
                          <a:endCxn id="112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5" name="Straight Connector 1114">
                          <a:extLst>
                            <a:ext uri="{FF2B5EF4-FFF2-40B4-BE49-F238E27FC236}">
                              <a16:creationId xmlns:a16="http://schemas.microsoft.com/office/drawing/2014/main" id="{B4B344BD-A356-4E85-A4B9-516A75A973F7}"/>
                            </a:ext>
                          </a:extLst>
                        </p:cNvPr>
                        <p:cNvCxnSpPr>
                          <a:cxnSpLocks/>
                          <a:stCxn id="1130" idx="2"/>
                          <a:endCxn id="113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6" name="Straight Connector 1115">
                          <a:extLst>
                            <a:ext uri="{FF2B5EF4-FFF2-40B4-BE49-F238E27FC236}">
                              <a16:creationId xmlns:a16="http://schemas.microsoft.com/office/drawing/2014/main" id="{68BB085E-DFA3-429F-AB9B-CEC820B4F050}"/>
                            </a:ext>
                          </a:extLst>
                        </p:cNvPr>
                        <p:cNvCxnSpPr>
                          <a:cxnSpLocks/>
                          <a:stCxn id="1133" idx="3"/>
                          <a:endCxn id="113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7" name="Straight Connector 1116">
                          <a:extLst>
                            <a:ext uri="{FF2B5EF4-FFF2-40B4-BE49-F238E27FC236}">
                              <a16:creationId xmlns:a16="http://schemas.microsoft.com/office/drawing/2014/main" id="{650D0349-FABB-486D-BAF5-D2B7C6526E07}"/>
                            </a:ext>
                          </a:extLst>
                        </p:cNvPr>
                        <p:cNvCxnSpPr>
                          <a:cxnSpLocks/>
                          <a:stCxn id="1133" idx="4"/>
                          <a:endCxn id="113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8" name="Straight Connector 1117">
                          <a:extLst>
                            <a:ext uri="{FF2B5EF4-FFF2-40B4-BE49-F238E27FC236}">
                              <a16:creationId xmlns:a16="http://schemas.microsoft.com/office/drawing/2014/main" id="{D24535EC-7787-498D-9FC9-79CF7B532C93}"/>
                            </a:ext>
                          </a:extLst>
                        </p:cNvPr>
                        <p:cNvCxnSpPr>
                          <a:cxnSpLocks/>
                          <a:stCxn id="1133" idx="4"/>
                          <a:endCxn id="113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19" name="Straight Connector 1118">
                          <a:extLst>
                            <a:ext uri="{FF2B5EF4-FFF2-40B4-BE49-F238E27FC236}">
                              <a16:creationId xmlns:a16="http://schemas.microsoft.com/office/drawing/2014/main" id="{385D4B7D-5DCB-4C44-9BAE-762DB93B3ADD}"/>
                            </a:ext>
                          </a:extLst>
                        </p:cNvPr>
                        <p:cNvCxnSpPr>
                          <a:cxnSpLocks/>
                          <a:stCxn id="1129" idx="2"/>
                          <a:endCxn id="112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0" name="Straight Connector 1119">
                          <a:extLst>
                            <a:ext uri="{FF2B5EF4-FFF2-40B4-BE49-F238E27FC236}">
                              <a16:creationId xmlns:a16="http://schemas.microsoft.com/office/drawing/2014/main" id="{D368BB76-4879-47B8-83E8-B0EB040C04F8}"/>
                            </a:ext>
                          </a:extLst>
                        </p:cNvPr>
                        <p:cNvCxnSpPr>
                          <a:cxnSpLocks/>
                          <a:stCxn id="1129" idx="0"/>
                          <a:endCxn id="112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1" name="Straight Connector 1120">
                          <a:extLst>
                            <a:ext uri="{FF2B5EF4-FFF2-40B4-BE49-F238E27FC236}">
                              <a16:creationId xmlns:a16="http://schemas.microsoft.com/office/drawing/2014/main" id="{255F5BE9-C8A7-4FB3-ADB1-152E8B3C435F}"/>
                            </a:ext>
                          </a:extLst>
                        </p:cNvPr>
                        <p:cNvCxnSpPr>
                          <a:cxnSpLocks/>
                          <a:stCxn id="1129" idx="3"/>
                          <a:endCxn id="112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2" name="Straight Connector 1121">
                          <a:extLst>
                            <a:ext uri="{FF2B5EF4-FFF2-40B4-BE49-F238E27FC236}">
                              <a16:creationId xmlns:a16="http://schemas.microsoft.com/office/drawing/2014/main" id="{306B3422-F78D-45B0-ADBA-FB2ACE002D0D}"/>
                            </a:ext>
                          </a:extLst>
                        </p:cNvPr>
                        <p:cNvCxnSpPr>
                          <a:cxnSpLocks/>
                          <a:stCxn id="1133" idx="2"/>
                          <a:endCxn id="112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3" name="Straight Connector 1122">
                          <a:extLst>
                            <a:ext uri="{FF2B5EF4-FFF2-40B4-BE49-F238E27FC236}">
                              <a16:creationId xmlns:a16="http://schemas.microsoft.com/office/drawing/2014/main" id="{378C4154-F70C-4CC9-B38E-093650C9F77F}"/>
                            </a:ext>
                          </a:extLst>
                        </p:cNvPr>
                        <p:cNvCxnSpPr>
                          <a:cxnSpLocks/>
                          <a:stCxn id="1132" idx="2"/>
                          <a:endCxn id="113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4" name="Straight Connector 1123">
                          <a:extLst>
                            <a:ext uri="{FF2B5EF4-FFF2-40B4-BE49-F238E27FC236}">
                              <a16:creationId xmlns:a16="http://schemas.microsoft.com/office/drawing/2014/main" id="{542ED666-DE97-4E51-B200-268F4DF970E6}"/>
                            </a:ext>
                          </a:extLst>
                        </p:cNvPr>
                        <p:cNvCxnSpPr>
                          <a:cxnSpLocks/>
                          <a:stCxn id="1132" idx="1"/>
                          <a:endCxn id="113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solidFill>
                          <a:schemeClr val="bg2">
                            <a:lumMod val="90000"/>
                          </a:schemeClr>
                        </a:solidFill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5" name="Straight Connector 1124">
                          <a:extLst>
                            <a:ext uri="{FF2B5EF4-FFF2-40B4-BE49-F238E27FC236}">
                              <a16:creationId xmlns:a16="http://schemas.microsoft.com/office/drawing/2014/main" id="{E8F79BC5-6D5B-4D3E-8271-7DD0D8FA1BFA}"/>
                            </a:ext>
                          </a:extLst>
                        </p:cNvPr>
                        <p:cNvCxnSpPr>
                          <a:cxnSpLocks/>
                          <a:stCxn id="1132" idx="3"/>
                          <a:endCxn id="113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6" name="Straight Connector 1125">
                          <a:extLst>
                            <a:ext uri="{FF2B5EF4-FFF2-40B4-BE49-F238E27FC236}">
                              <a16:creationId xmlns:a16="http://schemas.microsoft.com/office/drawing/2014/main" id="{3D3EA489-2094-409E-85C6-A262F907C812}"/>
                            </a:ext>
                          </a:extLst>
                        </p:cNvPr>
                        <p:cNvCxnSpPr>
                          <a:cxnSpLocks/>
                          <a:stCxn id="1132" idx="4"/>
                          <a:endCxn id="113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7" name="Straight Connector 1126">
                          <a:extLst>
                            <a:ext uri="{FF2B5EF4-FFF2-40B4-BE49-F238E27FC236}">
                              <a16:creationId xmlns:a16="http://schemas.microsoft.com/office/drawing/2014/main" id="{E705AD56-C488-4341-AD07-23ECAF1DA765}"/>
                            </a:ext>
                          </a:extLst>
                        </p:cNvPr>
                        <p:cNvCxnSpPr>
                          <a:cxnSpLocks/>
                          <a:stCxn id="1133" idx="1"/>
                          <a:endCxn id="112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28" name="Straight Connector 1127">
                          <a:extLst>
                            <a:ext uri="{FF2B5EF4-FFF2-40B4-BE49-F238E27FC236}">
                              <a16:creationId xmlns:a16="http://schemas.microsoft.com/office/drawing/2014/main" id="{4C25C8DD-1DDA-4253-94A3-6FA4D7E93DD0}"/>
                            </a:ext>
                          </a:extLst>
                        </p:cNvPr>
                        <p:cNvCxnSpPr>
                          <a:cxnSpLocks/>
                          <a:stCxn id="1133" idx="0"/>
                          <a:endCxn id="113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091" name="Group 1090">
                        <a:extLst>
                          <a:ext uri="{FF2B5EF4-FFF2-40B4-BE49-F238E27FC236}">
                            <a16:creationId xmlns:a16="http://schemas.microsoft.com/office/drawing/2014/main" id="{DFD965CD-749B-44AC-8983-DA51E24D379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092" name="Group 1091">
                          <a:extLst>
                            <a:ext uri="{FF2B5EF4-FFF2-40B4-BE49-F238E27FC236}">
                              <a16:creationId xmlns:a16="http://schemas.microsoft.com/office/drawing/2014/main" id="{75142595-5052-49EC-871D-C4FC6D700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108" name="Pentagon 4">
                            <a:extLst>
                              <a:ext uri="{FF2B5EF4-FFF2-40B4-BE49-F238E27FC236}">
                                <a16:creationId xmlns:a16="http://schemas.microsoft.com/office/drawing/2014/main" id="{E0F73F22-5B73-4CA7-B6DF-D6C256951D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09" name="Pentagon 4">
                            <a:extLst>
                              <a:ext uri="{FF2B5EF4-FFF2-40B4-BE49-F238E27FC236}">
                                <a16:creationId xmlns:a16="http://schemas.microsoft.com/office/drawing/2014/main" id="{BE712B64-C841-4FBC-B1E2-1FF80C9176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110" name="Group 1109">
                            <a:extLst>
                              <a:ext uri="{FF2B5EF4-FFF2-40B4-BE49-F238E27FC236}">
                                <a16:creationId xmlns:a16="http://schemas.microsoft.com/office/drawing/2014/main" id="{4FE91BE5-DFD0-41D6-A871-179E9A746BA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111" name="Pentagon 4">
                              <a:extLst>
                                <a:ext uri="{FF2B5EF4-FFF2-40B4-BE49-F238E27FC236}">
                                  <a16:creationId xmlns:a16="http://schemas.microsoft.com/office/drawing/2014/main" id="{EE840AB6-02E8-4224-962C-A9A776C35A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112" name="Pentagon 4">
                              <a:extLst>
                                <a:ext uri="{FF2B5EF4-FFF2-40B4-BE49-F238E27FC236}">
                                  <a16:creationId xmlns:a16="http://schemas.microsoft.com/office/drawing/2014/main" id="{7C8315DD-6C79-4D08-9951-1BD851F0C62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093" name="Straight Connector 1092">
                          <a:extLst>
                            <a:ext uri="{FF2B5EF4-FFF2-40B4-BE49-F238E27FC236}">
                              <a16:creationId xmlns:a16="http://schemas.microsoft.com/office/drawing/2014/main" id="{C404EF42-489F-44D8-961D-D72B83576712}"/>
                            </a:ext>
                          </a:extLst>
                        </p:cNvPr>
                        <p:cNvCxnSpPr>
                          <a:cxnSpLocks/>
                          <a:stCxn id="1109" idx="1"/>
                          <a:endCxn id="1108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4" name="Straight Connector 1093">
                          <a:extLst>
                            <a:ext uri="{FF2B5EF4-FFF2-40B4-BE49-F238E27FC236}">
                              <a16:creationId xmlns:a16="http://schemas.microsoft.com/office/drawing/2014/main" id="{25B7D551-FC30-4A01-8B68-CD6672A0A22D}"/>
                            </a:ext>
                          </a:extLst>
                        </p:cNvPr>
                        <p:cNvCxnSpPr>
                          <a:cxnSpLocks/>
                          <a:stCxn id="1109" idx="2"/>
                          <a:endCxn id="1109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5" name="Straight Connector 1094">
                          <a:extLst>
                            <a:ext uri="{FF2B5EF4-FFF2-40B4-BE49-F238E27FC236}">
                              <a16:creationId xmlns:a16="http://schemas.microsoft.com/office/drawing/2014/main" id="{686318F5-E44B-47DF-B9EE-1B3A7E683518}"/>
                            </a:ext>
                          </a:extLst>
                        </p:cNvPr>
                        <p:cNvCxnSpPr>
                          <a:cxnSpLocks/>
                          <a:stCxn id="1112" idx="3"/>
                          <a:endCxn id="1109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6" name="Straight Connector 1095">
                          <a:extLst>
                            <a:ext uri="{FF2B5EF4-FFF2-40B4-BE49-F238E27FC236}">
                              <a16:creationId xmlns:a16="http://schemas.microsoft.com/office/drawing/2014/main" id="{89524F94-B746-4434-A624-6FB5A7F4D445}"/>
                            </a:ext>
                          </a:extLst>
                        </p:cNvPr>
                        <p:cNvCxnSpPr>
                          <a:cxnSpLocks/>
                          <a:stCxn id="1112" idx="4"/>
                          <a:endCxn id="1111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7" name="Straight Connector 1096">
                          <a:extLst>
                            <a:ext uri="{FF2B5EF4-FFF2-40B4-BE49-F238E27FC236}">
                              <a16:creationId xmlns:a16="http://schemas.microsoft.com/office/drawing/2014/main" id="{CA0605E6-1546-4851-A2B5-DD544F13C6A5}"/>
                            </a:ext>
                          </a:extLst>
                        </p:cNvPr>
                        <p:cNvCxnSpPr>
                          <a:cxnSpLocks/>
                          <a:stCxn id="1112" idx="4"/>
                          <a:endCxn id="1112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8" name="Straight Connector 1097">
                          <a:extLst>
                            <a:ext uri="{FF2B5EF4-FFF2-40B4-BE49-F238E27FC236}">
                              <a16:creationId xmlns:a16="http://schemas.microsoft.com/office/drawing/2014/main" id="{E8DF6597-FFBF-4400-99D1-6F26DC0F2E84}"/>
                            </a:ext>
                          </a:extLst>
                        </p:cNvPr>
                        <p:cNvCxnSpPr>
                          <a:cxnSpLocks/>
                          <a:stCxn id="1108" idx="2"/>
                          <a:endCxn id="1108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99" name="Straight Connector 1098">
                          <a:extLst>
                            <a:ext uri="{FF2B5EF4-FFF2-40B4-BE49-F238E27FC236}">
                              <a16:creationId xmlns:a16="http://schemas.microsoft.com/office/drawing/2014/main" id="{D4091B41-6C0E-4FC8-9EB6-7713D946CD5B}"/>
                            </a:ext>
                          </a:extLst>
                        </p:cNvPr>
                        <p:cNvCxnSpPr>
                          <a:cxnSpLocks/>
                          <a:stCxn id="1108" idx="0"/>
                          <a:endCxn id="1108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0" name="Straight Connector 1099">
                          <a:extLst>
                            <a:ext uri="{FF2B5EF4-FFF2-40B4-BE49-F238E27FC236}">
                              <a16:creationId xmlns:a16="http://schemas.microsoft.com/office/drawing/2014/main" id="{57174432-B1F3-4B7A-819E-6EB44CE0DF83}"/>
                            </a:ext>
                          </a:extLst>
                        </p:cNvPr>
                        <p:cNvCxnSpPr>
                          <a:cxnSpLocks/>
                          <a:stCxn id="1108" idx="3"/>
                          <a:endCxn id="1108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1" name="Straight Connector 1100">
                          <a:extLst>
                            <a:ext uri="{FF2B5EF4-FFF2-40B4-BE49-F238E27FC236}">
                              <a16:creationId xmlns:a16="http://schemas.microsoft.com/office/drawing/2014/main" id="{E799DBD9-AE68-4DAC-AFED-0DE29FF070A6}"/>
                            </a:ext>
                          </a:extLst>
                        </p:cNvPr>
                        <p:cNvCxnSpPr>
                          <a:cxnSpLocks/>
                          <a:stCxn id="1112" idx="2"/>
                          <a:endCxn id="1108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2" name="Straight Connector 1101">
                          <a:extLst>
                            <a:ext uri="{FF2B5EF4-FFF2-40B4-BE49-F238E27FC236}">
                              <a16:creationId xmlns:a16="http://schemas.microsoft.com/office/drawing/2014/main" id="{E0AB5F51-D61A-476D-9A5E-3A21B7FFBE42}"/>
                            </a:ext>
                          </a:extLst>
                        </p:cNvPr>
                        <p:cNvCxnSpPr>
                          <a:cxnSpLocks/>
                          <a:stCxn id="1111" idx="2"/>
                          <a:endCxn id="1111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3" name="Straight Connector 1102">
                          <a:extLst>
                            <a:ext uri="{FF2B5EF4-FFF2-40B4-BE49-F238E27FC236}">
                              <a16:creationId xmlns:a16="http://schemas.microsoft.com/office/drawing/2014/main" id="{D8503191-B410-464A-8395-5E96A6C43DEA}"/>
                            </a:ext>
                          </a:extLst>
                        </p:cNvPr>
                        <p:cNvCxnSpPr>
                          <a:cxnSpLocks/>
                          <a:stCxn id="1111" idx="1"/>
                          <a:endCxn id="1112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4" name="Straight Connector 1103">
                          <a:extLst>
                            <a:ext uri="{FF2B5EF4-FFF2-40B4-BE49-F238E27FC236}">
                              <a16:creationId xmlns:a16="http://schemas.microsoft.com/office/drawing/2014/main" id="{3E1D91D1-8FC5-44F1-91FD-DA1CD3417CDF}"/>
                            </a:ext>
                          </a:extLst>
                        </p:cNvPr>
                        <p:cNvCxnSpPr>
                          <a:cxnSpLocks/>
                          <a:stCxn id="1111" idx="3"/>
                          <a:endCxn id="1111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5" name="Straight Connector 1104">
                          <a:extLst>
                            <a:ext uri="{FF2B5EF4-FFF2-40B4-BE49-F238E27FC236}">
                              <a16:creationId xmlns:a16="http://schemas.microsoft.com/office/drawing/2014/main" id="{35534970-5F25-4F00-96FB-3998C28A98D4}"/>
                            </a:ext>
                          </a:extLst>
                        </p:cNvPr>
                        <p:cNvCxnSpPr>
                          <a:cxnSpLocks/>
                          <a:stCxn id="1111" idx="4"/>
                          <a:endCxn id="1111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6" name="Straight Connector 1105">
                          <a:extLst>
                            <a:ext uri="{FF2B5EF4-FFF2-40B4-BE49-F238E27FC236}">
                              <a16:creationId xmlns:a16="http://schemas.microsoft.com/office/drawing/2014/main" id="{F8C18F6E-D209-4046-8D62-B7BBA5718CD6}"/>
                            </a:ext>
                          </a:extLst>
                        </p:cNvPr>
                        <p:cNvCxnSpPr>
                          <a:cxnSpLocks/>
                          <a:stCxn id="1112" idx="1"/>
                          <a:endCxn id="1108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07" name="Straight Connector 1106">
                          <a:extLst>
                            <a:ext uri="{FF2B5EF4-FFF2-40B4-BE49-F238E27FC236}">
                              <a16:creationId xmlns:a16="http://schemas.microsoft.com/office/drawing/2014/main" id="{B635F0A8-E755-4479-8AB2-05FDE3A35991}"/>
                            </a:ext>
                          </a:extLst>
                        </p:cNvPr>
                        <p:cNvCxnSpPr>
                          <a:cxnSpLocks/>
                          <a:stCxn id="1112" idx="0"/>
                          <a:endCxn id="1112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087" name="Star: 5 Points 1086">
                    <a:extLst>
                      <a:ext uri="{FF2B5EF4-FFF2-40B4-BE49-F238E27FC236}">
                        <a16:creationId xmlns:a16="http://schemas.microsoft.com/office/drawing/2014/main" id="{93274011-EC52-42A0-A7B9-83C601718013}"/>
                      </a:ext>
                    </a:extLst>
                  </p:cNvPr>
                  <p:cNvSpPr/>
                  <p:nvPr/>
                </p:nvSpPr>
                <p:spPr>
                  <a:xfrm>
                    <a:off x="5059202" y="9443613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8" name="Group 1177">
                  <a:extLst>
                    <a:ext uri="{FF2B5EF4-FFF2-40B4-BE49-F238E27FC236}">
                      <a16:creationId xmlns:a16="http://schemas.microsoft.com/office/drawing/2014/main" id="{16C49CF0-D190-4B1B-B2D9-977F3461C35D}"/>
                    </a:ext>
                  </a:extLst>
                </p:cNvPr>
                <p:cNvGrpSpPr/>
                <p:nvPr/>
              </p:nvGrpSpPr>
              <p:grpSpPr>
                <a:xfrm>
                  <a:off x="1775253" y="4275248"/>
                  <a:ext cx="1522130" cy="1367933"/>
                  <a:chOff x="1311462" y="8908292"/>
                  <a:chExt cx="2960119" cy="2660250"/>
                </a:xfrm>
              </p:grpSpPr>
              <p:grpSp>
                <p:nvGrpSpPr>
                  <p:cNvPr id="1179" name="Group 1178">
                    <a:extLst>
                      <a:ext uri="{FF2B5EF4-FFF2-40B4-BE49-F238E27FC236}">
                        <a16:creationId xmlns:a16="http://schemas.microsoft.com/office/drawing/2014/main" id="{9FD39E61-180B-40D2-9F3A-A29AAE7024E3}"/>
                      </a:ext>
                    </a:extLst>
                  </p:cNvPr>
                  <p:cNvGrpSpPr/>
                  <p:nvPr/>
                </p:nvGrpSpPr>
                <p:grpSpPr>
                  <a:xfrm>
                    <a:off x="1311462" y="8908292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181" name="Group 1180">
                      <a:extLst>
                        <a:ext uri="{FF2B5EF4-FFF2-40B4-BE49-F238E27FC236}">
                          <a16:creationId xmlns:a16="http://schemas.microsoft.com/office/drawing/2014/main" id="{A4504666-B843-4062-B861-E592BB5BD1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227" name="Group 1226">
                        <a:extLst>
                          <a:ext uri="{FF2B5EF4-FFF2-40B4-BE49-F238E27FC236}">
                            <a16:creationId xmlns:a16="http://schemas.microsoft.com/office/drawing/2014/main" id="{61C11FD9-950F-4387-BE9F-EFEFC44B3C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50" name="Group 1249">
                          <a:extLst>
                            <a:ext uri="{FF2B5EF4-FFF2-40B4-BE49-F238E27FC236}">
                              <a16:creationId xmlns:a16="http://schemas.microsoft.com/office/drawing/2014/main" id="{49BEE563-D884-466B-84FF-5855928806B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66" name="Pentagon 4">
                            <a:extLst>
                              <a:ext uri="{FF2B5EF4-FFF2-40B4-BE49-F238E27FC236}">
                                <a16:creationId xmlns:a16="http://schemas.microsoft.com/office/drawing/2014/main" id="{027F1123-1865-4B90-A40A-104B7A577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67" name="Pentagon 4">
                            <a:extLst>
                              <a:ext uri="{FF2B5EF4-FFF2-40B4-BE49-F238E27FC236}">
                                <a16:creationId xmlns:a16="http://schemas.microsoft.com/office/drawing/2014/main" id="{8672DE49-F200-47BD-B6AC-BEAAD17F9B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68" name="Group 1267">
                            <a:extLst>
                              <a:ext uri="{FF2B5EF4-FFF2-40B4-BE49-F238E27FC236}">
                                <a16:creationId xmlns:a16="http://schemas.microsoft.com/office/drawing/2014/main" id="{226ED39B-1BD2-4E73-ACD1-6812EAFCBF6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69" name="Pentagon 4">
                              <a:extLst>
                                <a:ext uri="{FF2B5EF4-FFF2-40B4-BE49-F238E27FC236}">
                                  <a16:creationId xmlns:a16="http://schemas.microsoft.com/office/drawing/2014/main" id="{39066DEA-D9E4-43D6-873D-758077FE55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70" name="Pentagon 4">
                              <a:extLst>
                                <a:ext uri="{FF2B5EF4-FFF2-40B4-BE49-F238E27FC236}">
                                  <a16:creationId xmlns:a16="http://schemas.microsoft.com/office/drawing/2014/main" id="{D4F3059E-4EFD-4145-BD7B-F73D054172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51" name="Straight Connector 1250">
                          <a:extLst>
                            <a:ext uri="{FF2B5EF4-FFF2-40B4-BE49-F238E27FC236}">
                              <a16:creationId xmlns:a16="http://schemas.microsoft.com/office/drawing/2014/main" id="{570169F2-B069-4DF1-802B-DC0CBDE7B0FA}"/>
                            </a:ext>
                          </a:extLst>
                        </p:cNvPr>
                        <p:cNvCxnSpPr>
                          <a:cxnSpLocks/>
                          <a:stCxn id="1267" idx="1"/>
                          <a:endCxn id="1266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2" name="Straight Connector 1251">
                          <a:extLst>
                            <a:ext uri="{FF2B5EF4-FFF2-40B4-BE49-F238E27FC236}">
                              <a16:creationId xmlns:a16="http://schemas.microsoft.com/office/drawing/2014/main" id="{D6AEFE7F-913A-44FD-B4A8-56F390319F2E}"/>
                            </a:ext>
                          </a:extLst>
                        </p:cNvPr>
                        <p:cNvCxnSpPr>
                          <a:cxnSpLocks/>
                          <a:stCxn id="1267" idx="2"/>
                          <a:endCxn id="1267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3" name="Straight Connector 1252">
                          <a:extLst>
                            <a:ext uri="{FF2B5EF4-FFF2-40B4-BE49-F238E27FC236}">
                              <a16:creationId xmlns:a16="http://schemas.microsoft.com/office/drawing/2014/main" id="{5B0CF4D5-32EE-48BD-990D-49A9C9246F04}"/>
                            </a:ext>
                          </a:extLst>
                        </p:cNvPr>
                        <p:cNvCxnSpPr>
                          <a:cxnSpLocks/>
                          <a:stCxn id="1270" idx="3"/>
                          <a:endCxn id="1267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4" name="Straight Connector 1253">
                          <a:extLst>
                            <a:ext uri="{FF2B5EF4-FFF2-40B4-BE49-F238E27FC236}">
                              <a16:creationId xmlns:a16="http://schemas.microsoft.com/office/drawing/2014/main" id="{E2E05BC0-753B-4987-AEC7-618C2B803492}"/>
                            </a:ext>
                          </a:extLst>
                        </p:cNvPr>
                        <p:cNvCxnSpPr>
                          <a:cxnSpLocks/>
                          <a:stCxn id="1270" idx="4"/>
                          <a:endCxn id="1269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5" name="Straight Connector 1254">
                          <a:extLst>
                            <a:ext uri="{FF2B5EF4-FFF2-40B4-BE49-F238E27FC236}">
                              <a16:creationId xmlns:a16="http://schemas.microsoft.com/office/drawing/2014/main" id="{95B0A621-EB39-4162-B112-D16ACE26EFAD}"/>
                            </a:ext>
                          </a:extLst>
                        </p:cNvPr>
                        <p:cNvCxnSpPr>
                          <a:cxnSpLocks/>
                          <a:stCxn id="1270" idx="4"/>
                          <a:endCxn id="1270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6" name="Straight Connector 1255">
                          <a:extLst>
                            <a:ext uri="{FF2B5EF4-FFF2-40B4-BE49-F238E27FC236}">
                              <a16:creationId xmlns:a16="http://schemas.microsoft.com/office/drawing/2014/main" id="{971CB2C0-1260-4116-886B-55A89DCC21D7}"/>
                            </a:ext>
                          </a:extLst>
                        </p:cNvPr>
                        <p:cNvCxnSpPr>
                          <a:cxnSpLocks/>
                          <a:stCxn id="1266" idx="2"/>
                          <a:endCxn id="1266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7" name="Straight Connector 1256">
                          <a:extLst>
                            <a:ext uri="{FF2B5EF4-FFF2-40B4-BE49-F238E27FC236}">
                              <a16:creationId xmlns:a16="http://schemas.microsoft.com/office/drawing/2014/main" id="{6F254B59-F2DE-45C4-BE05-5F12D7F8C418}"/>
                            </a:ext>
                          </a:extLst>
                        </p:cNvPr>
                        <p:cNvCxnSpPr>
                          <a:cxnSpLocks/>
                          <a:stCxn id="1266" idx="0"/>
                          <a:endCxn id="1266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8" name="Straight Connector 1257">
                          <a:extLst>
                            <a:ext uri="{FF2B5EF4-FFF2-40B4-BE49-F238E27FC236}">
                              <a16:creationId xmlns:a16="http://schemas.microsoft.com/office/drawing/2014/main" id="{4277FEF4-67E2-4776-A274-822056402614}"/>
                            </a:ext>
                          </a:extLst>
                        </p:cNvPr>
                        <p:cNvCxnSpPr>
                          <a:cxnSpLocks/>
                          <a:stCxn id="1266" idx="3"/>
                          <a:endCxn id="1266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59" name="Straight Connector 1258">
                          <a:extLst>
                            <a:ext uri="{FF2B5EF4-FFF2-40B4-BE49-F238E27FC236}">
                              <a16:creationId xmlns:a16="http://schemas.microsoft.com/office/drawing/2014/main" id="{78F0E947-8E65-4F5D-9818-3423200F22D7}"/>
                            </a:ext>
                          </a:extLst>
                        </p:cNvPr>
                        <p:cNvCxnSpPr>
                          <a:cxnSpLocks/>
                          <a:stCxn id="1270" idx="2"/>
                          <a:endCxn id="1266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0" name="Straight Connector 1259">
                          <a:extLst>
                            <a:ext uri="{FF2B5EF4-FFF2-40B4-BE49-F238E27FC236}">
                              <a16:creationId xmlns:a16="http://schemas.microsoft.com/office/drawing/2014/main" id="{6841947C-3FFD-4C97-8F5F-DF037AE0BFD4}"/>
                            </a:ext>
                          </a:extLst>
                        </p:cNvPr>
                        <p:cNvCxnSpPr>
                          <a:cxnSpLocks/>
                          <a:stCxn id="1269" idx="2"/>
                          <a:endCxn id="1269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1" name="Straight Connector 1260">
                          <a:extLst>
                            <a:ext uri="{FF2B5EF4-FFF2-40B4-BE49-F238E27FC236}">
                              <a16:creationId xmlns:a16="http://schemas.microsoft.com/office/drawing/2014/main" id="{A7C5DB3A-BD38-4A79-960D-3D76E6902AC1}"/>
                            </a:ext>
                          </a:extLst>
                        </p:cNvPr>
                        <p:cNvCxnSpPr>
                          <a:cxnSpLocks/>
                          <a:stCxn id="1269" idx="1"/>
                          <a:endCxn id="1270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2" name="Straight Connector 1261">
                          <a:extLst>
                            <a:ext uri="{FF2B5EF4-FFF2-40B4-BE49-F238E27FC236}">
                              <a16:creationId xmlns:a16="http://schemas.microsoft.com/office/drawing/2014/main" id="{D6169B24-A5B6-44EE-95C6-E02920EBF593}"/>
                            </a:ext>
                          </a:extLst>
                        </p:cNvPr>
                        <p:cNvCxnSpPr>
                          <a:cxnSpLocks/>
                          <a:stCxn id="1269" idx="3"/>
                          <a:endCxn id="1269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3" name="Straight Connector 1262">
                          <a:extLst>
                            <a:ext uri="{FF2B5EF4-FFF2-40B4-BE49-F238E27FC236}">
                              <a16:creationId xmlns:a16="http://schemas.microsoft.com/office/drawing/2014/main" id="{7AADF3EB-35ED-4625-B9C6-AB36068A23B3}"/>
                            </a:ext>
                          </a:extLst>
                        </p:cNvPr>
                        <p:cNvCxnSpPr>
                          <a:cxnSpLocks/>
                          <a:stCxn id="1269" idx="4"/>
                          <a:endCxn id="1269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4" name="Straight Connector 1263">
                          <a:extLst>
                            <a:ext uri="{FF2B5EF4-FFF2-40B4-BE49-F238E27FC236}">
                              <a16:creationId xmlns:a16="http://schemas.microsoft.com/office/drawing/2014/main" id="{A5570AEA-7899-4938-A4D8-2A943628360F}"/>
                            </a:ext>
                          </a:extLst>
                        </p:cNvPr>
                        <p:cNvCxnSpPr>
                          <a:cxnSpLocks/>
                          <a:stCxn id="1270" idx="1"/>
                          <a:endCxn id="1266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5" name="Straight Connector 1264">
                          <a:extLst>
                            <a:ext uri="{FF2B5EF4-FFF2-40B4-BE49-F238E27FC236}">
                              <a16:creationId xmlns:a16="http://schemas.microsoft.com/office/drawing/2014/main" id="{AB6FAB70-0906-4D90-80EC-1DA51DEB1D5E}"/>
                            </a:ext>
                          </a:extLst>
                        </p:cNvPr>
                        <p:cNvCxnSpPr>
                          <a:cxnSpLocks/>
                          <a:stCxn id="1270" idx="0"/>
                          <a:endCxn id="1270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228" name="Group 1227">
                        <a:extLst>
                          <a:ext uri="{FF2B5EF4-FFF2-40B4-BE49-F238E27FC236}">
                            <a16:creationId xmlns:a16="http://schemas.microsoft.com/office/drawing/2014/main" id="{385EB4B0-D77E-4A30-96EA-D7B48E4E4DD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29" name="Group 1228">
                          <a:extLst>
                            <a:ext uri="{FF2B5EF4-FFF2-40B4-BE49-F238E27FC236}">
                              <a16:creationId xmlns:a16="http://schemas.microsoft.com/office/drawing/2014/main" id="{1B303E62-3D7F-4AF3-8951-5FE94761C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45" name="Pentagon 4">
                            <a:extLst>
                              <a:ext uri="{FF2B5EF4-FFF2-40B4-BE49-F238E27FC236}">
                                <a16:creationId xmlns:a16="http://schemas.microsoft.com/office/drawing/2014/main" id="{2EEBE5D1-5647-4B45-BC44-F17A6F1E90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46" name="Pentagon 4">
                            <a:extLst>
                              <a:ext uri="{FF2B5EF4-FFF2-40B4-BE49-F238E27FC236}">
                                <a16:creationId xmlns:a16="http://schemas.microsoft.com/office/drawing/2014/main" id="{460822C5-801A-4FD1-B2C0-7C1F0B4E1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47" name="Group 1246">
                            <a:extLst>
                              <a:ext uri="{FF2B5EF4-FFF2-40B4-BE49-F238E27FC236}">
                                <a16:creationId xmlns:a16="http://schemas.microsoft.com/office/drawing/2014/main" id="{7EEDE381-B337-4BE1-AB4A-5B1ADE9A534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48" name="Pentagon 4">
                              <a:extLst>
                                <a:ext uri="{FF2B5EF4-FFF2-40B4-BE49-F238E27FC236}">
                                  <a16:creationId xmlns:a16="http://schemas.microsoft.com/office/drawing/2014/main" id="{AE717549-2347-47AD-AAAF-3A938FBC1C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49" name="Pentagon 4">
                              <a:extLst>
                                <a:ext uri="{FF2B5EF4-FFF2-40B4-BE49-F238E27FC236}">
                                  <a16:creationId xmlns:a16="http://schemas.microsoft.com/office/drawing/2014/main" id="{5D2C2A9A-0102-4E0E-8BFB-0AE9127718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30" name="Straight Connector 1229">
                          <a:extLst>
                            <a:ext uri="{FF2B5EF4-FFF2-40B4-BE49-F238E27FC236}">
                              <a16:creationId xmlns:a16="http://schemas.microsoft.com/office/drawing/2014/main" id="{C57489E9-1BB5-4CF1-9E3D-E9CC91BCFE5F}"/>
                            </a:ext>
                          </a:extLst>
                        </p:cNvPr>
                        <p:cNvCxnSpPr>
                          <a:cxnSpLocks/>
                          <a:stCxn id="1246" idx="1"/>
                          <a:endCxn id="124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1" name="Straight Connector 1230">
                          <a:extLst>
                            <a:ext uri="{FF2B5EF4-FFF2-40B4-BE49-F238E27FC236}">
                              <a16:creationId xmlns:a16="http://schemas.microsoft.com/office/drawing/2014/main" id="{D120FB98-625E-4D22-B275-E9C33B290023}"/>
                            </a:ext>
                          </a:extLst>
                        </p:cNvPr>
                        <p:cNvCxnSpPr>
                          <a:cxnSpLocks/>
                          <a:stCxn id="1246" idx="2"/>
                          <a:endCxn id="124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2" name="Straight Connector 1231">
                          <a:extLst>
                            <a:ext uri="{FF2B5EF4-FFF2-40B4-BE49-F238E27FC236}">
                              <a16:creationId xmlns:a16="http://schemas.microsoft.com/office/drawing/2014/main" id="{1B56EC6C-0CDF-43DB-9316-AC1658ED9562}"/>
                            </a:ext>
                          </a:extLst>
                        </p:cNvPr>
                        <p:cNvCxnSpPr>
                          <a:cxnSpLocks/>
                          <a:stCxn id="1249" idx="3"/>
                          <a:endCxn id="124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3" name="Straight Connector 1232">
                          <a:extLst>
                            <a:ext uri="{FF2B5EF4-FFF2-40B4-BE49-F238E27FC236}">
                              <a16:creationId xmlns:a16="http://schemas.microsoft.com/office/drawing/2014/main" id="{3DDECD3C-6A4A-43AA-A20C-32AE8FAB9EE3}"/>
                            </a:ext>
                          </a:extLst>
                        </p:cNvPr>
                        <p:cNvCxnSpPr>
                          <a:cxnSpLocks/>
                          <a:stCxn id="1249" idx="4"/>
                          <a:endCxn id="124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4" name="Straight Connector 1233">
                          <a:extLst>
                            <a:ext uri="{FF2B5EF4-FFF2-40B4-BE49-F238E27FC236}">
                              <a16:creationId xmlns:a16="http://schemas.microsoft.com/office/drawing/2014/main" id="{FF56E8D8-372E-4C05-9D28-48EB4D1829ED}"/>
                            </a:ext>
                          </a:extLst>
                        </p:cNvPr>
                        <p:cNvCxnSpPr>
                          <a:cxnSpLocks/>
                          <a:stCxn id="1249" idx="4"/>
                          <a:endCxn id="124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5" name="Straight Connector 1234">
                          <a:extLst>
                            <a:ext uri="{FF2B5EF4-FFF2-40B4-BE49-F238E27FC236}">
                              <a16:creationId xmlns:a16="http://schemas.microsoft.com/office/drawing/2014/main" id="{6FDE3968-3EF7-4D3D-82F7-01B95F467472}"/>
                            </a:ext>
                          </a:extLst>
                        </p:cNvPr>
                        <p:cNvCxnSpPr>
                          <a:cxnSpLocks/>
                          <a:stCxn id="1245" idx="2"/>
                          <a:endCxn id="124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6" name="Straight Connector 1235">
                          <a:extLst>
                            <a:ext uri="{FF2B5EF4-FFF2-40B4-BE49-F238E27FC236}">
                              <a16:creationId xmlns:a16="http://schemas.microsoft.com/office/drawing/2014/main" id="{AEFBE776-8C8F-4160-A4F5-D12F709B4CF1}"/>
                            </a:ext>
                          </a:extLst>
                        </p:cNvPr>
                        <p:cNvCxnSpPr>
                          <a:cxnSpLocks/>
                          <a:stCxn id="1245" idx="0"/>
                          <a:endCxn id="124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7" name="Straight Connector 1236">
                          <a:extLst>
                            <a:ext uri="{FF2B5EF4-FFF2-40B4-BE49-F238E27FC236}">
                              <a16:creationId xmlns:a16="http://schemas.microsoft.com/office/drawing/2014/main" id="{93321D27-2D6C-48D3-B259-0B849EBAA055}"/>
                            </a:ext>
                          </a:extLst>
                        </p:cNvPr>
                        <p:cNvCxnSpPr>
                          <a:cxnSpLocks/>
                          <a:stCxn id="1245" idx="3"/>
                          <a:endCxn id="124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8" name="Straight Connector 1237">
                          <a:extLst>
                            <a:ext uri="{FF2B5EF4-FFF2-40B4-BE49-F238E27FC236}">
                              <a16:creationId xmlns:a16="http://schemas.microsoft.com/office/drawing/2014/main" id="{14924930-B31D-422D-8C86-80F445D8FEF0}"/>
                            </a:ext>
                          </a:extLst>
                        </p:cNvPr>
                        <p:cNvCxnSpPr>
                          <a:cxnSpLocks/>
                          <a:stCxn id="1249" idx="2"/>
                          <a:endCxn id="124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39" name="Straight Connector 1238">
                          <a:extLst>
                            <a:ext uri="{FF2B5EF4-FFF2-40B4-BE49-F238E27FC236}">
                              <a16:creationId xmlns:a16="http://schemas.microsoft.com/office/drawing/2014/main" id="{493263A3-B582-45CE-B878-72B4D4D88A77}"/>
                            </a:ext>
                          </a:extLst>
                        </p:cNvPr>
                        <p:cNvCxnSpPr>
                          <a:cxnSpLocks/>
                          <a:stCxn id="1248" idx="2"/>
                          <a:endCxn id="124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0" name="Straight Connector 1239">
                          <a:extLst>
                            <a:ext uri="{FF2B5EF4-FFF2-40B4-BE49-F238E27FC236}">
                              <a16:creationId xmlns:a16="http://schemas.microsoft.com/office/drawing/2014/main" id="{DEAE9B9A-FC3A-432B-8EC8-8F0407A50DA3}"/>
                            </a:ext>
                          </a:extLst>
                        </p:cNvPr>
                        <p:cNvCxnSpPr>
                          <a:cxnSpLocks/>
                          <a:stCxn id="1248" idx="1"/>
                          <a:endCxn id="124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1" name="Straight Connector 1240">
                          <a:extLst>
                            <a:ext uri="{FF2B5EF4-FFF2-40B4-BE49-F238E27FC236}">
                              <a16:creationId xmlns:a16="http://schemas.microsoft.com/office/drawing/2014/main" id="{41F243FD-13F3-417D-898B-B0995342B29A}"/>
                            </a:ext>
                          </a:extLst>
                        </p:cNvPr>
                        <p:cNvCxnSpPr>
                          <a:cxnSpLocks/>
                          <a:stCxn id="1248" idx="3"/>
                          <a:endCxn id="124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2" name="Straight Connector 1241">
                          <a:extLst>
                            <a:ext uri="{FF2B5EF4-FFF2-40B4-BE49-F238E27FC236}">
                              <a16:creationId xmlns:a16="http://schemas.microsoft.com/office/drawing/2014/main" id="{16B8E514-7594-42B3-9BF7-842F5AF741C5}"/>
                            </a:ext>
                          </a:extLst>
                        </p:cNvPr>
                        <p:cNvCxnSpPr>
                          <a:cxnSpLocks/>
                          <a:stCxn id="1248" idx="4"/>
                          <a:endCxn id="124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3" name="Straight Connector 1242">
                          <a:extLst>
                            <a:ext uri="{FF2B5EF4-FFF2-40B4-BE49-F238E27FC236}">
                              <a16:creationId xmlns:a16="http://schemas.microsoft.com/office/drawing/2014/main" id="{0BC34DF3-2F01-4ECB-AB0B-2B9A9E6ABF31}"/>
                            </a:ext>
                          </a:extLst>
                        </p:cNvPr>
                        <p:cNvCxnSpPr>
                          <a:cxnSpLocks/>
                          <a:stCxn id="1249" idx="1"/>
                          <a:endCxn id="124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44" name="Straight Connector 1243">
                          <a:extLst>
                            <a:ext uri="{FF2B5EF4-FFF2-40B4-BE49-F238E27FC236}">
                              <a16:creationId xmlns:a16="http://schemas.microsoft.com/office/drawing/2014/main" id="{60AA835B-2D78-4920-A94B-00D4ECD0EB2B}"/>
                            </a:ext>
                          </a:extLst>
                        </p:cNvPr>
                        <p:cNvCxnSpPr>
                          <a:cxnSpLocks/>
                          <a:stCxn id="1249" idx="0"/>
                          <a:endCxn id="124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182" name="Group 1181">
                      <a:extLst>
                        <a:ext uri="{FF2B5EF4-FFF2-40B4-BE49-F238E27FC236}">
                          <a16:creationId xmlns:a16="http://schemas.microsoft.com/office/drawing/2014/main" id="{3A7B0F89-508F-4464-8F63-77916F20E8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183" name="Group 1182">
                        <a:extLst>
                          <a:ext uri="{FF2B5EF4-FFF2-40B4-BE49-F238E27FC236}">
                            <a16:creationId xmlns:a16="http://schemas.microsoft.com/office/drawing/2014/main" id="{4F427CC2-A3E0-418C-BBF5-296F9979610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06" name="Group 1205">
                          <a:extLst>
                            <a:ext uri="{FF2B5EF4-FFF2-40B4-BE49-F238E27FC236}">
                              <a16:creationId xmlns:a16="http://schemas.microsoft.com/office/drawing/2014/main" id="{C75B06B8-1E2A-4DFB-AABE-45E3371611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22" name="Pentagon 4">
                            <a:extLst>
                              <a:ext uri="{FF2B5EF4-FFF2-40B4-BE49-F238E27FC236}">
                                <a16:creationId xmlns:a16="http://schemas.microsoft.com/office/drawing/2014/main" id="{780A5368-C9D8-48A1-85A4-45E7BE057D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23" name="Pentagon 4">
                            <a:extLst>
                              <a:ext uri="{FF2B5EF4-FFF2-40B4-BE49-F238E27FC236}">
                                <a16:creationId xmlns:a16="http://schemas.microsoft.com/office/drawing/2014/main" id="{832D479B-CF8C-4C3C-AE6B-EC98F07ED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24" name="Group 1223">
                            <a:extLst>
                              <a:ext uri="{FF2B5EF4-FFF2-40B4-BE49-F238E27FC236}">
                                <a16:creationId xmlns:a16="http://schemas.microsoft.com/office/drawing/2014/main" id="{AB468247-B9FB-4802-B465-C4693879F14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25" name="Pentagon 4">
                              <a:extLst>
                                <a:ext uri="{FF2B5EF4-FFF2-40B4-BE49-F238E27FC236}">
                                  <a16:creationId xmlns:a16="http://schemas.microsoft.com/office/drawing/2014/main" id="{5F535FB0-5234-4610-B9CE-C97C823F92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26" name="Pentagon 4">
                              <a:extLst>
                                <a:ext uri="{FF2B5EF4-FFF2-40B4-BE49-F238E27FC236}">
                                  <a16:creationId xmlns:a16="http://schemas.microsoft.com/office/drawing/2014/main" id="{BF2E6B67-213E-4DA4-9BF2-AB1693B852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07" name="Straight Connector 1206">
                          <a:extLst>
                            <a:ext uri="{FF2B5EF4-FFF2-40B4-BE49-F238E27FC236}">
                              <a16:creationId xmlns:a16="http://schemas.microsoft.com/office/drawing/2014/main" id="{2176320E-CB76-441E-8850-1E16D9DE7BB3}"/>
                            </a:ext>
                          </a:extLst>
                        </p:cNvPr>
                        <p:cNvCxnSpPr>
                          <a:cxnSpLocks/>
                          <a:stCxn id="1223" idx="1"/>
                          <a:endCxn id="1222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8" name="Straight Connector 1207">
                          <a:extLst>
                            <a:ext uri="{FF2B5EF4-FFF2-40B4-BE49-F238E27FC236}">
                              <a16:creationId xmlns:a16="http://schemas.microsoft.com/office/drawing/2014/main" id="{536E0925-A93F-4245-9D69-CB29D4BA4FE5}"/>
                            </a:ext>
                          </a:extLst>
                        </p:cNvPr>
                        <p:cNvCxnSpPr>
                          <a:cxnSpLocks/>
                          <a:stCxn id="1223" idx="2"/>
                          <a:endCxn id="1223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9" name="Straight Connector 1208">
                          <a:extLst>
                            <a:ext uri="{FF2B5EF4-FFF2-40B4-BE49-F238E27FC236}">
                              <a16:creationId xmlns:a16="http://schemas.microsoft.com/office/drawing/2014/main" id="{94873765-3B34-47A3-B44F-F39174D71447}"/>
                            </a:ext>
                          </a:extLst>
                        </p:cNvPr>
                        <p:cNvCxnSpPr>
                          <a:cxnSpLocks/>
                          <a:stCxn id="1226" idx="3"/>
                          <a:endCxn id="1223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0" name="Straight Connector 1209">
                          <a:extLst>
                            <a:ext uri="{FF2B5EF4-FFF2-40B4-BE49-F238E27FC236}">
                              <a16:creationId xmlns:a16="http://schemas.microsoft.com/office/drawing/2014/main" id="{AA04D253-15E4-4F30-9D45-FD114E768561}"/>
                            </a:ext>
                          </a:extLst>
                        </p:cNvPr>
                        <p:cNvCxnSpPr>
                          <a:cxnSpLocks/>
                          <a:stCxn id="1226" idx="4"/>
                          <a:endCxn id="1225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1" name="Straight Connector 1210">
                          <a:extLst>
                            <a:ext uri="{FF2B5EF4-FFF2-40B4-BE49-F238E27FC236}">
                              <a16:creationId xmlns:a16="http://schemas.microsoft.com/office/drawing/2014/main" id="{E9ED0675-FFC8-4152-AA2E-4070B3C0C59A}"/>
                            </a:ext>
                          </a:extLst>
                        </p:cNvPr>
                        <p:cNvCxnSpPr>
                          <a:cxnSpLocks/>
                          <a:stCxn id="1226" idx="4"/>
                          <a:endCxn id="1226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2" name="Straight Connector 1211">
                          <a:extLst>
                            <a:ext uri="{FF2B5EF4-FFF2-40B4-BE49-F238E27FC236}">
                              <a16:creationId xmlns:a16="http://schemas.microsoft.com/office/drawing/2014/main" id="{3D7C1D9F-FA69-4069-AE18-F7AB44682441}"/>
                            </a:ext>
                          </a:extLst>
                        </p:cNvPr>
                        <p:cNvCxnSpPr>
                          <a:cxnSpLocks/>
                          <a:stCxn id="1222" idx="2"/>
                          <a:endCxn id="1222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3" name="Straight Connector 1212">
                          <a:extLst>
                            <a:ext uri="{FF2B5EF4-FFF2-40B4-BE49-F238E27FC236}">
                              <a16:creationId xmlns:a16="http://schemas.microsoft.com/office/drawing/2014/main" id="{6DF69996-8F96-48BE-AA42-D83B8653BB38}"/>
                            </a:ext>
                          </a:extLst>
                        </p:cNvPr>
                        <p:cNvCxnSpPr>
                          <a:cxnSpLocks/>
                          <a:stCxn id="1222" idx="0"/>
                          <a:endCxn id="1222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4" name="Straight Connector 1213">
                          <a:extLst>
                            <a:ext uri="{FF2B5EF4-FFF2-40B4-BE49-F238E27FC236}">
                              <a16:creationId xmlns:a16="http://schemas.microsoft.com/office/drawing/2014/main" id="{FC1B537C-BBC1-4C1D-810F-C286B11BC53D}"/>
                            </a:ext>
                          </a:extLst>
                        </p:cNvPr>
                        <p:cNvCxnSpPr>
                          <a:cxnSpLocks/>
                          <a:stCxn id="1222" idx="3"/>
                          <a:endCxn id="1222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5" name="Straight Connector 1214">
                          <a:extLst>
                            <a:ext uri="{FF2B5EF4-FFF2-40B4-BE49-F238E27FC236}">
                              <a16:creationId xmlns:a16="http://schemas.microsoft.com/office/drawing/2014/main" id="{9CB23958-BBC7-4A39-A6C9-AEC8EEFDDDC9}"/>
                            </a:ext>
                          </a:extLst>
                        </p:cNvPr>
                        <p:cNvCxnSpPr>
                          <a:cxnSpLocks/>
                          <a:stCxn id="1226" idx="2"/>
                          <a:endCxn id="1222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6" name="Straight Connector 1215">
                          <a:extLst>
                            <a:ext uri="{FF2B5EF4-FFF2-40B4-BE49-F238E27FC236}">
                              <a16:creationId xmlns:a16="http://schemas.microsoft.com/office/drawing/2014/main" id="{978DE9B9-D8D3-4034-BD5B-1292CF3BAA10}"/>
                            </a:ext>
                          </a:extLst>
                        </p:cNvPr>
                        <p:cNvCxnSpPr>
                          <a:cxnSpLocks/>
                          <a:stCxn id="1225" idx="2"/>
                          <a:endCxn id="1225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7" name="Straight Connector 1216">
                          <a:extLst>
                            <a:ext uri="{FF2B5EF4-FFF2-40B4-BE49-F238E27FC236}">
                              <a16:creationId xmlns:a16="http://schemas.microsoft.com/office/drawing/2014/main" id="{FE723C73-0028-4AE7-A57A-9977B67B9E9D}"/>
                            </a:ext>
                          </a:extLst>
                        </p:cNvPr>
                        <p:cNvCxnSpPr>
                          <a:cxnSpLocks/>
                          <a:stCxn id="1225" idx="1"/>
                          <a:endCxn id="1226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8" name="Straight Connector 1217">
                          <a:extLst>
                            <a:ext uri="{FF2B5EF4-FFF2-40B4-BE49-F238E27FC236}">
                              <a16:creationId xmlns:a16="http://schemas.microsoft.com/office/drawing/2014/main" id="{7E5748CC-8056-4556-B9F7-3A4AB8F8FE4F}"/>
                            </a:ext>
                          </a:extLst>
                        </p:cNvPr>
                        <p:cNvCxnSpPr>
                          <a:cxnSpLocks/>
                          <a:stCxn id="1225" idx="3"/>
                          <a:endCxn id="1225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19" name="Straight Connector 1218">
                          <a:extLst>
                            <a:ext uri="{FF2B5EF4-FFF2-40B4-BE49-F238E27FC236}">
                              <a16:creationId xmlns:a16="http://schemas.microsoft.com/office/drawing/2014/main" id="{D2A32D7D-87FC-491F-8D82-A45BEED2B8A6}"/>
                            </a:ext>
                          </a:extLst>
                        </p:cNvPr>
                        <p:cNvCxnSpPr>
                          <a:cxnSpLocks/>
                          <a:stCxn id="1225" idx="4"/>
                          <a:endCxn id="1225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20" name="Straight Connector 1219">
                          <a:extLst>
                            <a:ext uri="{FF2B5EF4-FFF2-40B4-BE49-F238E27FC236}">
                              <a16:creationId xmlns:a16="http://schemas.microsoft.com/office/drawing/2014/main" id="{E39B9857-0FF9-41AB-9FF9-5444E500ACC5}"/>
                            </a:ext>
                          </a:extLst>
                        </p:cNvPr>
                        <p:cNvCxnSpPr>
                          <a:cxnSpLocks/>
                          <a:stCxn id="1226" idx="1"/>
                          <a:endCxn id="1222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21" name="Straight Connector 1220">
                          <a:extLst>
                            <a:ext uri="{FF2B5EF4-FFF2-40B4-BE49-F238E27FC236}">
                              <a16:creationId xmlns:a16="http://schemas.microsoft.com/office/drawing/2014/main" id="{2053FA63-33E3-457D-8CFF-E551B41AB36B}"/>
                            </a:ext>
                          </a:extLst>
                        </p:cNvPr>
                        <p:cNvCxnSpPr>
                          <a:cxnSpLocks/>
                          <a:stCxn id="1226" idx="0"/>
                          <a:endCxn id="1226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184" name="Group 1183">
                        <a:extLst>
                          <a:ext uri="{FF2B5EF4-FFF2-40B4-BE49-F238E27FC236}">
                            <a16:creationId xmlns:a16="http://schemas.microsoft.com/office/drawing/2014/main" id="{3AF30948-F837-43B9-BD8D-B3BCBF3B245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185" name="Group 1184">
                          <a:extLst>
                            <a:ext uri="{FF2B5EF4-FFF2-40B4-BE49-F238E27FC236}">
                              <a16:creationId xmlns:a16="http://schemas.microsoft.com/office/drawing/2014/main" id="{E06C68E6-946A-48DC-A166-18A21791E23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01" name="Pentagon 4">
                            <a:extLst>
                              <a:ext uri="{FF2B5EF4-FFF2-40B4-BE49-F238E27FC236}">
                                <a16:creationId xmlns:a16="http://schemas.microsoft.com/office/drawing/2014/main" id="{DB4ABFA7-9445-4A37-8454-7AC08BDC82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02" name="Pentagon 4">
                            <a:extLst>
                              <a:ext uri="{FF2B5EF4-FFF2-40B4-BE49-F238E27FC236}">
                                <a16:creationId xmlns:a16="http://schemas.microsoft.com/office/drawing/2014/main" id="{9F50308F-42AE-426A-9E24-597EC1A102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03" name="Group 1202">
                            <a:extLst>
                              <a:ext uri="{FF2B5EF4-FFF2-40B4-BE49-F238E27FC236}">
                                <a16:creationId xmlns:a16="http://schemas.microsoft.com/office/drawing/2014/main" id="{F7992F25-73A8-482F-B05D-E6C96E12BE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04" name="Pentagon 4">
                              <a:extLst>
                                <a:ext uri="{FF2B5EF4-FFF2-40B4-BE49-F238E27FC236}">
                                  <a16:creationId xmlns:a16="http://schemas.microsoft.com/office/drawing/2014/main" id="{590104A6-F23E-4DBB-B457-000A8C3E41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05" name="Pentagon 4">
                              <a:extLst>
                                <a:ext uri="{FF2B5EF4-FFF2-40B4-BE49-F238E27FC236}">
                                  <a16:creationId xmlns:a16="http://schemas.microsoft.com/office/drawing/2014/main" id="{1EABE4A1-A2A2-4265-A0F8-BA466EC980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186" name="Straight Connector 1185">
                          <a:extLst>
                            <a:ext uri="{FF2B5EF4-FFF2-40B4-BE49-F238E27FC236}">
                              <a16:creationId xmlns:a16="http://schemas.microsoft.com/office/drawing/2014/main" id="{CF73E640-0C9C-4C07-BC92-2F97F01F21FE}"/>
                            </a:ext>
                          </a:extLst>
                        </p:cNvPr>
                        <p:cNvCxnSpPr>
                          <a:cxnSpLocks/>
                          <a:stCxn id="1202" idx="1"/>
                          <a:endCxn id="1201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7" name="Straight Connector 1186">
                          <a:extLst>
                            <a:ext uri="{FF2B5EF4-FFF2-40B4-BE49-F238E27FC236}">
                              <a16:creationId xmlns:a16="http://schemas.microsoft.com/office/drawing/2014/main" id="{8415739E-F20D-4F0C-9ECA-E326228FD380}"/>
                            </a:ext>
                          </a:extLst>
                        </p:cNvPr>
                        <p:cNvCxnSpPr>
                          <a:cxnSpLocks/>
                          <a:stCxn id="1202" idx="2"/>
                          <a:endCxn id="1202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8" name="Straight Connector 1187">
                          <a:extLst>
                            <a:ext uri="{FF2B5EF4-FFF2-40B4-BE49-F238E27FC236}">
                              <a16:creationId xmlns:a16="http://schemas.microsoft.com/office/drawing/2014/main" id="{BDE8B63C-0CE7-48EA-A777-BA9C7F288137}"/>
                            </a:ext>
                          </a:extLst>
                        </p:cNvPr>
                        <p:cNvCxnSpPr>
                          <a:cxnSpLocks/>
                          <a:stCxn id="1205" idx="3"/>
                          <a:endCxn id="1202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89" name="Straight Connector 1188">
                          <a:extLst>
                            <a:ext uri="{FF2B5EF4-FFF2-40B4-BE49-F238E27FC236}">
                              <a16:creationId xmlns:a16="http://schemas.microsoft.com/office/drawing/2014/main" id="{0C2F2846-FEDA-49D9-989B-DD7BF9163D29}"/>
                            </a:ext>
                          </a:extLst>
                        </p:cNvPr>
                        <p:cNvCxnSpPr>
                          <a:cxnSpLocks/>
                          <a:stCxn id="1205" idx="4"/>
                          <a:endCxn id="1204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0" name="Straight Connector 1189">
                          <a:extLst>
                            <a:ext uri="{FF2B5EF4-FFF2-40B4-BE49-F238E27FC236}">
                              <a16:creationId xmlns:a16="http://schemas.microsoft.com/office/drawing/2014/main" id="{0C4CC11E-8E47-440D-9125-6C02E67D3531}"/>
                            </a:ext>
                          </a:extLst>
                        </p:cNvPr>
                        <p:cNvCxnSpPr>
                          <a:cxnSpLocks/>
                          <a:stCxn id="1205" idx="4"/>
                          <a:endCxn id="1205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1" name="Straight Connector 1190">
                          <a:extLst>
                            <a:ext uri="{FF2B5EF4-FFF2-40B4-BE49-F238E27FC236}">
                              <a16:creationId xmlns:a16="http://schemas.microsoft.com/office/drawing/2014/main" id="{1C68E7CC-9395-4AEE-BA58-289668AF2B06}"/>
                            </a:ext>
                          </a:extLst>
                        </p:cNvPr>
                        <p:cNvCxnSpPr>
                          <a:cxnSpLocks/>
                          <a:stCxn id="1201" idx="2"/>
                          <a:endCxn id="1201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2" name="Straight Connector 1191">
                          <a:extLst>
                            <a:ext uri="{FF2B5EF4-FFF2-40B4-BE49-F238E27FC236}">
                              <a16:creationId xmlns:a16="http://schemas.microsoft.com/office/drawing/2014/main" id="{C0A6AD73-B43D-47B1-9441-718A68A6C5E5}"/>
                            </a:ext>
                          </a:extLst>
                        </p:cNvPr>
                        <p:cNvCxnSpPr>
                          <a:cxnSpLocks/>
                          <a:stCxn id="1201" idx="0"/>
                          <a:endCxn id="1201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3" name="Straight Connector 1192">
                          <a:extLst>
                            <a:ext uri="{FF2B5EF4-FFF2-40B4-BE49-F238E27FC236}">
                              <a16:creationId xmlns:a16="http://schemas.microsoft.com/office/drawing/2014/main" id="{D292553A-446B-4909-A3B8-BED8E12F0085}"/>
                            </a:ext>
                          </a:extLst>
                        </p:cNvPr>
                        <p:cNvCxnSpPr>
                          <a:cxnSpLocks/>
                          <a:stCxn id="1201" idx="3"/>
                          <a:endCxn id="1201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4" name="Straight Connector 1193">
                          <a:extLst>
                            <a:ext uri="{FF2B5EF4-FFF2-40B4-BE49-F238E27FC236}">
                              <a16:creationId xmlns:a16="http://schemas.microsoft.com/office/drawing/2014/main" id="{A7F3E2CE-0ABB-4254-B244-C1B8403ED2F2}"/>
                            </a:ext>
                          </a:extLst>
                        </p:cNvPr>
                        <p:cNvCxnSpPr>
                          <a:cxnSpLocks/>
                          <a:stCxn id="1205" idx="2"/>
                          <a:endCxn id="1201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5" name="Straight Connector 1194">
                          <a:extLst>
                            <a:ext uri="{FF2B5EF4-FFF2-40B4-BE49-F238E27FC236}">
                              <a16:creationId xmlns:a16="http://schemas.microsoft.com/office/drawing/2014/main" id="{DBE66B67-B85B-4018-B262-C8D76C38CDB4}"/>
                            </a:ext>
                          </a:extLst>
                        </p:cNvPr>
                        <p:cNvCxnSpPr>
                          <a:cxnSpLocks/>
                          <a:stCxn id="1204" idx="2"/>
                          <a:endCxn id="1204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6" name="Straight Connector 1195">
                          <a:extLst>
                            <a:ext uri="{FF2B5EF4-FFF2-40B4-BE49-F238E27FC236}">
                              <a16:creationId xmlns:a16="http://schemas.microsoft.com/office/drawing/2014/main" id="{1FF6708D-5807-4C5D-8F7B-A7CAC426449B}"/>
                            </a:ext>
                          </a:extLst>
                        </p:cNvPr>
                        <p:cNvCxnSpPr>
                          <a:cxnSpLocks/>
                          <a:stCxn id="1204" idx="1"/>
                          <a:endCxn id="1205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7" name="Straight Connector 1196">
                          <a:extLst>
                            <a:ext uri="{FF2B5EF4-FFF2-40B4-BE49-F238E27FC236}">
                              <a16:creationId xmlns:a16="http://schemas.microsoft.com/office/drawing/2014/main" id="{CEDAFB3D-7719-4F17-A71B-0740F6715F4A}"/>
                            </a:ext>
                          </a:extLst>
                        </p:cNvPr>
                        <p:cNvCxnSpPr>
                          <a:cxnSpLocks/>
                          <a:stCxn id="1204" idx="3"/>
                          <a:endCxn id="1204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8" name="Straight Connector 1197">
                          <a:extLst>
                            <a:ext uri="{FF2B5EF4-FFF2-40B4-BE49-F238E27FC236}">
                              <a16:creationId xmlns:a16="http://schemas.microsoft.com/office/drawing/2014/main" id="{FA645F6C-DBFE-429A-945F-6F9063C1C683}"/>
                            </a:ext>
                          </a:extLst>
                        </p:cNvPr>
                        <p:cNvCxnSpPr>
                          <a:cxnSpLocks/>
                          <a:stCxn id="1204" idx="4"/>
                          <a:endCxn id="1204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99" name="Straight Connector 1198">
                          <a:extLst>
                            <a:ext uri="{FF2B5EF4-FFF2-40B4-BE49-F238E27FC236}">
                              <a16:creationId xmlns:a16="http://schemas.microsoft.com/office/drawing/2014/main" id="{BFBBE0A2-6364-4A19-96DF-239800D75B06}"/>
                            </a:ext>
                          </a:extLst>
                        </p:cNvPr>
                        <p:cNvCxnSpPr>
                          <a:cxnSpLocks/>
                          <a:stCxn id="1205" idx="1"/>
                          <a:endCxn id="1201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00" name="Straight Connector 1199">
                          <a:extLst>
                            <a:ext uri="{FF2B5EF4-FFF2-40B4-BE49-F238E27FC236}">
                              <a16:creationId xmlns:a16="http://schemas.microsoft.com/office/drawing/2014/main" id="{8272FA13-64AE-4747-BB68-447FC4A282B9}"/>
                            </a:ext>
                          </a:extLst>
                        </p:cNvPr>
                        <p:cNvCxnSpPr>
                          <a:cxnSpLocks/>
                          <a:stCxn id="1205" idx="0"/>
                          <a:endCxn id="1205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180" name="Star: 5 Points 1179">
                    <a:extLst>
                      <a:ext uri="{FF2B5EF4-FFF2-40B4-BE49-F238E27FC236}">
                        <a16:creationId xmlns:a16="http://schemas.microsoft.com/office/drawing/2014/main" id="{6729506F-49CD-4C49-AFA4-1E9703BB840C}"/>
                      </a:ext>
                    </a:extLst>
                  </p:cNvPr>
                  <p:cNvSpPr/>
                  <p:nvPr/>
                </p:nvSpPr>
                <p:spPr>
                  <a:xfrm>
                    <a:off x="2432734" y="9949451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71" name="Group 1270">
                  <a:extLst>
                    <a:ext uri="{FF2B5EF4-FFF2-40B4-BE49-F238E27FC236}">
                      <a16:creationId xmlns:a16="http://schemas.microsoft.com/office/drawing/2014/main" id="{D87BCB3C-8971-4407-96FF-81589CF42527}"/>
                    </a:ext>
                  </a:extLst>
                </p:cNvPr>
                <p:cNvGrpSpPr/>
                <p:nvPr/>
              </p:nvGrpSpPr>
              <p:grpSpPr>
                <a:xfrm>
                  <a:off x="2946034" y="3181028"/>
                  <a:ext cx="1522130" cy="1367933"/>
                  <a:chOff x="-1427392" y="8416867"/>
                  <a:chExt cx="2960119" cy="2660250"/>
                </a:xfrm>
              </p:grpSpPr>
              <p:grpSp>
                <p:nvGrpSpPr>
                  <p:cNvPr id="1272" name="Group 1271">
                    <a:extLst>
                      <a:ext uri="{FF2B5EF4-FFF2-40B4-BE49-F238E27FC236}">
                        <a16:creationId xmlns:a16="http://schemas.microsoft.com/office/drawing/2014/main" id="{E0F1C5BC-0FC3-4C19-91A6-155A6593F4D4}"/>
                      </a:ext>
                    </a:extLst>
                  </p:cNvPr>
                  <p:cNvGrpSpPr/>
                  <p:nvPr/>
                </p:nvGrpSpPr>
                <p:grpSpPr>
                  <a:xfrm>
                    <a:off x="-1427392" y="8416867"/>
                    <a:ext cx="2960119" cy="2660250"/>
                    <a:chOff x="2493744" y="813730"/>
                    <a:chExt cx="2960119" cy="2660250"/>
                  </a:xfrm>
                </p:grpSpPr>
                <p:grpSp>
                  <p:nvGrpSpPr>
                    <p:cNvPr id="1274" name="Group 1273">
                      <a:extLst>
                        <a:ext uri="{FF2B5EF4-FFF2-40B4-BE49-F238E27FC236}">
                          <a16:creationId xmlns:a16="http://schemas.microsoft.com/office/drawing/2014/main" id="{67E224E3-E2F5-4DA0-BC8E-A13F1BE365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85943" y="813730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320" name="Group 1319">
                        <a:extLst>
                          <a:ext uri="{FF2B5EF4-FFF2-40B4-BE49-F238E27FC236}">
                            <a16:creationId xmlns:a16="http://schemas.microsoft.com/office/drawing/2014/main" id="{E175AA7E-3995-456B-A894-D8E5541556B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343" name="Group 1342">
                          <a:extLst>
                            <a:ext uri="{FF2B5EF4-FFF2-40B4-BE49-F238E27FC236}">
                              <a16:creationId xmlns:a16="http://schemas.microsoft.com/office/drawing/2014/main" id="{173B5517-A35D-489A-984D-DEB6052EB60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59" name="Pentagon 4">
                            <a:extLst>
                              <a:ext uri="{FF2B5EF4-FFF2-40B4-BE49-F238E27FC236}">
                                <a16:creationId xmlns:a16="http://schemas.microsoft.com/office/drawing/2014/main" id="{8E5A9E17-C102-4A04-A339-CA39C8EE228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60" name="Pentagon 4">
                            <a:extLst>
                              <a:ext uri="{FF2B5EF4-FFF2-40B4-BE49-F238E27FC236}">
                                <a16:creationId xmlns:a16="http://schemas.microsoft.com/office/drawing/2014/main" id="{2910B019-792F-447A-AD65-2AFD10DE68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61" name="Group 1360">
                            <a:extLst>
                              <a:ext uri="{FF2B5EF4-FFF2-40B4-BE49-F238E27FC236}">
                                <a16:creationId xmlns:a16="http://schemas.microsoft.com/office/drawing/2014/main" id="{EE52647D-7A8B-4325-A465-13F3B0FE50B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62" name="Pentagon 4">
                              <a:extLst>
                                <a:ext uri="{FF2B5EF4-FFF2-40B4-BE49-F238E27FC236}">
                                  <a16:creationId xmlns:a16="http://schemas.microsoft.com/office/drawing/2014/main" id="{BAF4545F-BBB7-4395-AD95-FA0FE749E8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63" name="Pentagon 4">
                              <a:extLst>
                                <a:ext uri="{FF2B5EF4-FFF2-40B4-BE49-F238E27FC236}">
                                  <a16:creationId xmlns:a16="http://schemas.microsoft.com/office/drawing/2014/main" id="{EE9F4A30-8E39-450C-9FBD-DBE46A2A23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44" name="Straight Connector 1343">
                          <a:extLst>
                            <a:ext uri="{FF2B5EF4-FFF2-40B4-BE49-F238E27FC236}">
                              <a16:creationId xmlns:a16="http://schemas.microsoft.com/office/drawing/2014/main" id="{1529A5B1-3FD6-4F84-B1B0-37D144C14C70}"/>
                            </a:ext>
                          </a:extLst>
                        </p:cNvPr>
                        <p:cNvCxnSpPr>
                          <a:cxnSpLocks/>
                          <a:stCxn id="1360" idx="1"/>
                          <a:endCxn id="1359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5" name="Straight Connector 1344">
                          <a:extLst>
                            <a:ext uri="{FF2B5EF4-FFF2-40B4-BE49-F238E27FC236}">
                              <a16:creationId xmlns:a16="http://schemas.microsoft.com/office/drawing/2014/main" id="{2A794BCB-4F64-421E-AA72-86E9A0B7C73A}"/>
                            </a:ext>
                          </a:extLst>
                        </p:cNvPr>
                        <p:cNvCxnSpPr>
                          <a:cxnSpLocks/>
                          <a:stCxn id="1360" idx="2"/>
                          <a:endCxn id="1360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6" name="Straight Connector 1345">
                          <a:extLst>
                            <a:ext uri="{FF2B5EF4-FFF2-40B4-BE49-F238E27FC236}">
                              <a16:creationId xmlns:a16="http://schemas.microsoft.com/office/drawing/2014/main" id="{760EF645-9F38-424C-8B25-237828E9164A}"/>
                            </a:ext>
                          </a:extLst>
                        </p:cNvPr>
                        <p:cNvCxnSpPr>
                          <a:cxnSpLocks/>
                          <a:stCxn id="1363" idx="3"/>
                          <a:endCxn id="1360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7" name="Straight Connector 1346">
                          <a:extLst>
                            <a:ext uri="{FF2B5EF4-FFF2-40B4-BE49-F238E27FC236}">
                              <a16:creationId xmlns:a16="http://schemas.microsoft.com/office/drawing/2014/main" id="{9287EF5E-82D8-44A7-AEB4-3A76C9C3BF1F}"/>
                            </a:ext>
                          </a:extLst>
                        </p:cNvPr>
                        <p:cNvCxnSpPr>
                          <a:cxnSpLocks/>
                          <a:stCxn id="1363" idx="4"/>
                          <a:endCxn id="1362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8" name="Straight Connector 1347">
                          <a:extLst>
                            <a:ext uri="{FF2B5EF4-FFF2-40B4-BE49-F238E27FC236}">
                              <a16:creationId xmlns:a16="http://schemas.microsoft.com/office/drawing/2014/main" id="{ACB69E35-E127-4866-ABCE-4FB47525A0ED}"/>
                            </a:ext>
                          </a:extLst>
                        </p:cNvPr>
                        <p:cNvCxnSpPr>
                          <a:cxnSpLocks/>
                          <a:stCxn id="1363" idx="4"/>
                          <a:endCxn id="1363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49" name="Straight Connector 1348">
                          <a:extLst>
                            <a:ext uri="{FF2B5EF4-FFF2-40B4-BE49-F238E27FC236}">
                              <a16:creationId xmlns:a16="http://schemas.microsoft.com/office/drawing/2014/main" id="{05DB2AFA-EDEE-4B0A-B4A7-2A11B84D300D}"/>
                            </a:ext>
                          </a:extLst>
                        </p:cNvPr>
                        <p:cNvCxnSpPr>
                          <a:cxnSpLocks/>
                          <a:stCxn id="1359" idx="2"/>
                          <a:endCxn id="1359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0" name="Straight Connector 1349">
                          <a:extLst>
                            <a:ext uri="{FF2B5EF4-FFF2-40B4-BE49-F238E27FC236}">
                              <a16:creationId xmlns:a16="http://schemas.microsoft.com/office/drawing/2014/main" id="{C6EE327C-823F-4F01-81A7-25FE3EB245E3}"/>
                            </a:ext>
                          </a:extLst>
                        </p:cNvPr>
                        <p:cNvCxnSpPr>
                          <a:cxnSpLocks/>
                          <a:stCxn id="1359" idx="0"/>
                          <a:endCxn id="1359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1" name="Straight Connector 1350">
                          <a:extLst>
                            <a:ext uri="{FF2B5EF4-FFF2-40B4-BE49-F238E27FC236}">
                              <a16:creationId xmlns:a16="http://schemas.microsoft.com/office/drawing/2014/main" id="{F12157ED-B2E5-45EF-BB2F-482019E2CF4A}"/>
                            </a:ext>
                          </a:extLst>
                        </p:cNvPr>
                        <p:cNvCxnSpPr>
                          <a:cxnSpLocks/>
                          <a:stCxn id="1359" idx="3"/>
                          <a:endCxn id="1359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2" name="Straight Connector 1351">
                          <a:extLst>
                            <a:ext uri="{FF2B5EF4-FFF2-40B4-BE49-F238E27FC236}">
                              <a16:creationId xmlns:a16="http://schemas.microsoft.com/office/drawing/2014/main" id="{123362CA-67C1-434A-AB35-D549B849CA43}"/>
                            </a:ext>
                          </a:extLst>
                        </p:cNvPr>
                        <p:cNvCxnSpPr>
                          <a:cxnSpLocks/>
                          <a:stCxn id="1363" idx="2"/>
                          <a:endCxn id="1359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3" name="Straight Connector 1352">
                          <a:extLst>
                            <a:ext uri="{FF2B5EF4-FFF2-40B4-BE49-F238E27FC236}">
                              <a16:creationId xmlns:a16="http://schemas.microsoft.com/office/drawing/2014/main" id="{F3F95D96-9FD9-4716-8996-83899772C3A5}"/>
                            </a:ext>
                          </a:extLst>
                        </p:cNvPr>
                        <p:cNvCxnSpPr>
                          <a:cxnSpLocks/>
                          <a:stCxn id="1362" idx="2"/>
                          <a:endCxn id="1362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4" name="Straight Connector 1353">
                          <a:extLst>
                            <a:ext uri="{FF2B5EF4-FFF2-40B4-BE49-F238E27FC236}">
                              <a16:creationId xmlns:a16="http://schemas.microsoft.com/office/drawing/2014/main" id="{F112610C-36AA-4AD0-A9FC-26A2D28A3351}"/>
                            </a:ext>
                          </a:extLst>
                        </p:cNvPr>
                        <p:cNvCxnSpPr>
                          <a:cxnSpLocks/>
                          <a:stCxn id="1362" idx="1"/>
                          <a:endCxn id="1363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5" name="Straight Connector 1354">
                          <a:extLst>
                            <a:ext uri="{FF2B5EF4-FFF2-40B4-BE49-F238E27FC236}">
                              <a16:creationId xmlns:a16="http://schemas.microsoft.com/office/drawing/2014/main" id="{D1F78698-BD0C-46E3-9595-3FD97808E719}"/>
                            </a:ext>
                          </a:extLst>
                        </p:cNvPr>
                        <p:cNvCxnSpPr>
                          <a:cxnSpLocks/>
                          <a:stCxn id="1362" idx="3"/>
                          <a:endCxn id="1362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6" name="Straight Connector 1355">
                          <a:extLst>
                            <a:ext uri="{FF2B5EF4-FFF2-40B4-BE49-F238E27FC236}">
                              <a16:creationId xmlns:a16="http://schemas.microsoft.com/office/drawing/2014/main" id="{F6274871-DCC9-42DC-A530-DB35E1538F33}"/>
                            </a:ext>
                          </a:extLst>
                        </p:cNvPr>
                        <p:cNvCxnSpPr>
                          <a:cxnSpLocks/>
                          <a:stCxn id="1362" idx="4"/>
                          <a:endCxn id="1362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7" name="Straight Connector 1356">
                          <a:extLst>
                            <a:ext uri="{FF2B5EF4-FFF2-40B4-BE49-F238E27FC236}">
                              <a16:creationId xmlns:a16="http://schemas.microsoft.com/office/drawing/2014/main" id="{C44A222E-4031-4B44-BC00-F6DB60DD41FD}"/>
                            </a:ext>
                          </a:extLst>
                        </p:cNvPr>
                        <p:cNvCxnSpPr>
                          <a:cxnSpLocks/>
                          <a:stCxn id="1363" idx="1"/>
                          <a:endCxn id="1359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58" name="Straight Connector 1357">
                          <a:extLst>
                            <a:ext uri="{FF2B5EF4-FFF2-40B4-BE49-F238E27FC236}">
                              <a16:creationId xmlns:a16="http://schemas.microsoft.com/office/drawing/2014/main" id="{C2C17FEC-F5A7-463C-AD1E-B09E17D6237A}"/>
                            </a:ext>
                          </a:extLst>
                        </p:cNvPr>
                        <p:cNvCxnSpPr>
                          <a:cxnSpLocks/>
                          <a:stCxn id="1363" idx="0"/>
                          <a:endCxn id="1363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321" name="Group 1320">
                        <a:extLst>
                          <a:ext uri="{FF2B5EF4-FFF2-40B4-BE49-F238E27FC236}">
                            <a16:creationId xmlns:a16="http://schemas.microsoft.com/office/drawing/2014/main" id="{1E0E8E01-6A0C-43FA-8E53-0151CE2B58C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322" name="Group 1321">
                          <a:extLst>
                            <a:ext uri="{FF2B5EF4-FFF2-40B4-BE49-F238E27FC236}">
                              <a16:creationId xmlns:a16="http://schemas.microsoft.com/office/drawing/2014/main" id="{DFA337C7-D01B-4EE1-83E5-BC2F0203D5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38" name="Pentagon 4">
                            <a:extLst>
                              <a:ext uri="{FF2B5EF4-FFF2-40B4-BE49-F238E27FC236}">
                                <a16:creationId xmlns:a16="http://schemas.microsoft.com/office/drawing/2014/main" id="{7E87AE12-2E5B-4EA3-B477-5A5D051760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39" name="Pentagon 4">
                            <a:extLst>
                              <a:ext uri="{FF2B5EF4-FFF2-40B4-BE49-F238E27FC236}">
                                <a16:creationId xmlns:a16="http://schemas.microsoft.com/office/drawing/2014/main" id="{74B9480C-AE6C-491E-AB93-B46D5F5A9C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40" name="Group 1339">
                            <a:extLst>
                              <a:ext uri="{FF2B5EF4-FFF2-40B4-BE49-F238E27FC236}">
                                <a16:creationId xmlns:a16="http://schemas.microsoft.com/office/drawing/2014/main" id="{36C737C0-0B10-4FA8-9A9C-4BC2EF423A7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41" name="Pentagon 4">
                              <a:extLst>
                                <a:ext uri="{FF2B5EF4-FFF2-40B4-BE49-F238E27FC236}">
                                  <a16:creationId xmlns:a16="http://schemas.microsoft.com/office/drawing/2014/main" id="{0B79EB22-C2A4-4B09-AC7B-1D867343BC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42" name="Pentagon 4">
                              <a:extLst>
                                <a:ext uri="{FF2B5EF4-FFF2-40B4-BE49-F238E27FC236}">
                                  <a16:creationId xmlns:a16="http://schemas.microsoft.com/office/drawing/2014/main" id="{2BB8ADEF-42EB-4EFC-BB7D-4D6BA91FA4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23" name="Straight Connector 1322">
                          <a:extLst>
                            <a:ext uri="{FF2B5EF4-FFF2-40B4-BE49-F238E27FC236}">
                              <a16:creationId xmlns:a16="http://schemas.microsoft.com/office/drawing/2014/main" id="{3984755F-9B7D-40E3-BB99-FD788B5DAEEE}"/>
                            </a:ext>
                          </a:extLst>
                        </p:cNvPr>
                        <p:cNvCxnSpPr>
                          <a:cxnSpLocks/>
                          <a:stCxn id="1339" idx="1"/>
                          <a:endCxn id="1338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4" name="Straight Connector 1323">
                          <a:extLst>
                            <a:ext uri="{FF2B5EF4-FFF2-40B4-BE49-F238E27FC236}">
                              <a16:creationId xmlns:a16="http://schemas.microsoft.com/office/drawing/2014/main" id="{15468236-B4D1-4080-BC44-48D2B9DDF6BB}"/>
                            </a:ext>
                          </a:extLst>
                        </p:cNvPr>
                        <p:cNvCxnSpPr>
                          <a:cxnSpLocks/>
                          <a:stCxn id="1339" idx="2"/>
                          <a:endCxn id="1339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5" name="Straight Connector 1324">
                          <a:extLst>
                            <a:ext uri="{FF2B5EF4-FFF2-40B4-BE49-F238E27FC236}">
                              <a16:creationId xmlns:a16="http://schemas.microsoft.com/office/drawing/2014/main" id="{85B4D207-FFF4-416B-B5CE-9DA6839EE301}"/>
                            </a:ext>
                          </a:extLst>
                        </p:cNvPr>
                        <p:cNvCxnSpPr>
                          <a:cxnSpLocks/>
                          <a:stCxn id="1342" idx="3"/>
                          <a:endCxn id="1339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6" name="Straight Connector 1325">
                          <a:extLst>
                            <a:ext uri="{FF2B5EF4-FFF2-40B4-BE49-F238E27FC236}">
                              <a16:creationId xmlns:a16="http://schemas.microsoft.com/office/drawing/2014/main" id="{F2F2E5B3-780A-4F27-80AF-FFCF32BD81BA}"/>
                            </a:ext>
                          </a:extLst>
                        </p:cNvPr>
                        <p:cNvCxnSpPr>
                          <a:cxnSpLocks/>
                          <a:stCxn id="1342" idx="4"/>
                          <a:endCxn id="1341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7" name="Straight Connector 1326">
                          <a:extLst>
                            <a:ext uri="{FF2B5EF4-FFF2-40B4-BE49-F238E27FC236}">
                              <a16:creationId xmlns:a16="http://schemas.microsoft.com/office/drawing/2014/main" id="{7E09F809-447D-4813-B065-1171C968BDF3}"/>
                            </a:ext>
                          </a:extLst>
                        </p:cNvPr>
                        <p:cNvCxnSpPr>
                          <a:cxnSpLocks/>
                          <a:stCxn id="1342" idx="4"/>
                          <a:endCxn id="1342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8" name="Straight Connector 1327">
                          <a:extLst>
                            <a:ext uri="{FF2B5EF4-FFF2-40B4-BE49-F238E27FC236}">
                              <a16:creationId xmlns:a16="http://schemas.microsoft.com/office/drawing/2014/main" id="{2B52671D-2592-40E3-94F2-9DEE203F8241}"/>
                            </a:ext>
                          </a:extLst>
                        </p:cNvPr>
                        <p:cNvCxnSpPr>
                          <a:cxnSpLocks/>
                          <a:stCxn id="1338" idx="2"/>
                          <a:endCxn id="1338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29" name="Straight Connector 1328">
                          <a:extLst>
                            <a:ext uri="{FF2B5EF4-FFF2-40B4-BE49-F238E27FC236}">
                              <a16:creationId xmlns:a16="http://schemas.microsoft.com/office/drawing/2014/main" id="{50528277-44C0-4DDF-980B-3B7A4A2A1A53}"/>
                            </a:ext>
                          </a:extLst>
                        </p:cNvPr>
                        <p:cNvCxnSpPr>
                          <a:cxnSpLocks/>
                          <a:stCxn id="1338" idx="0"/>
                          <a:endCxn id="1338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0" name="Straight Connector 1329">
                          <a:extLst>
                            <a:ext uri="{FF2B5EF4-FFF2-40B4-BE49-F238E27FC236}">
                              <a16:creationId xmlns:a16="http://schemas.microsoft.com/office/drawing/2014/main" id="{52E8E2D2-0474-48A3-8EBF-E3B7C618E3CD}"/>
                            </a:ext>
                          </a:extLst>
                        </p:cNvPr>
                        <p:cNvCxnSpPr>
                          <a:cxnSpLocks/>
                          <a:stCxn id="1338" idx="3"/>
                          <a:endCxn id="1338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1" name="Straight Connector 1330">
                          <a:extLst>
                            <a:ext uri="{FF2B5EF4-FFF2-40B4-BE49-F238E27FC236}">
                              <a16:creationId xmlns:a16="http://schemas.microsoft.com/office/drawing/2014/main" id="{42CC2937-906B-4DF1-A20F-CCB4BD0199D3}"/>
                            </a:ext>
                          </a:extLst>
                        </p:cNvPr>
                        <p:cNvCxnSpPr>
                          <a:cxnSpLocks/>
                          <a:stCxn id="1342" idx="2"/>
                          <a:endCxn id="1338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2" name="Straight Connector 1331">
                          <a:extLst>
                            <a:ext uri="{FF2B5EF4-FFF2-40B4-BE49-F238E27FC236}">
                              <a16:creationId xmlns:a16="http://schemas.microsoft.com/office/drawing/2014/main" id="{010A8ED4-3004-4959-B423-0E1B1B72CC43}"/>
                            </a:ext>
                          </a:extLst>
                        </p:cNvPr>
                        <p:cNvCxnSpPr>
                          <a:cxnSpLocks/>
                          <a:stCxn id="1341" idx="2"/>
                          <a:endCxn id="1341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3" name="Straight Connector 1332">
                          <a:extLst>
                            <a:ext uri="{FF2B5EF4-FFF2-40B4-BE49-F238E27FC236}">
                              <a16:creationId xmlns:a16="http://schemas.microsoft.com/office/drawing/2014/main" id="{0E8ECF0F-13A8-4A23-AFA1-8B9922113CB0}"/>
                            </a:ext>
                          </a:extLst>
                        </p:cNvPr>
                        <p:cNvCxnSpPr>
                          <a:cxnSpLocks/>
                          <a:stCxn id="1341" idx="1"/>
                          <a:endCxn id="1342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4" name="Straight Connector 1333">
                          <a:extLst>
                            <a:ext uri="{FF2B5EF4-FFF2-40B4-BE49-F238E27FC236}">
                              <a16:creationId xmlns:a16="http://schemas.microsoft.com/office/drawing/2014/main" id="{CC7D53B8-6581-4BC8-BFB3-2EFA2234BCDE}"/>
                            </a:ext>
                          </a:extLst>
                        </p:cNvPr>
                        <p:cNvCxnSpPr>
                          <a:cxnSpLocks/>
                          <a:stCxn id="1341" idx="3"/>
                          <a:endCxn id="1341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5" name="Straight Connector 1334">
                          <a:extLst>
                            <a:ext uri="{FF2B5EF4-FFF2-40B4-BE49-F238E27FC236}">
                              <a16:creationId xmlns:a16="http://schemas.microsoft.com/office/drawing/2014/main" id="{0F655D29-2D51-42A9-AE58-D5E6E48ED595}"/>
                            </a:ext>
                          </a:extLst>
                        </p:cNvPr>
                        <p:cNvCxnSpPr>
                          <a:cxnSpLocks/>
                          <a:stCxn id="1341" idx="4"/>
                          <a:endCxn id="1341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6" name="Straight Connector 1335">
                          <a:extLst>
                            <a:ext uri="{FF2B5EF4-FFF2-40B4-BE49-F238E27FC236}">
                              <a16:creationId xmlns:a16="http://schemas.microsoft.com/office/drawing/2014/main" id="{C012A24B-F43F-41F7-A854-7E7272773C7E}"/>
                            </a:ext>
                          </a:extLst>
                        </p:cNvPr>
                        <p:cNvCxnSpPr>
                          <a:cxnSpLocks/>
                          <a:stCxn id="1342" idx="1"/>
                          <a:endCxn id="1338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37" name="Straight Connector 1336">
                          <a:extLst>
                            <a:ext uri="{FF2B5EF4-FFF2-40B4-BE49-F238E27FC236}">
                              <a16:creationId xmlns:a16="http://schemas.microsoft.com/office/drawing/2014/main" id="{E60E9136-998F-4A99-A9D2-85D9C35DBF94}"/>
                            </a:ext>
                          </a:extLst>
                        </p:cNvPr>
                        <p:cNvCxnSpPr>
                          <a:cxnSpLocks/>
                          <a:stCxn id="1342" idx="0"/>
                          <a:endCxn id="1342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1275" name="Group 1274">
                      <a:extLst>
                        <a:ext uri="{FF2B5EF4-FFF2-40B4-BE49-F238E27FC236}">
                          <a16:creationId xmlns:a16="http://schemas.microsoft.com/office/drawing/2014/main" id="{FE49A2E8-7627-4EB1-913D-FC534DE052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493744" y="1100791"/>
                      <a:ext cx="1867920" cy="2373189"/>
                      <a:chOff x="9631143" y="872996"/>
                      <a:chExt cx="1867920" cy="2373189"/>
                    </a:xfrm>
                  </p:grpSpPr>
                  <p:grpSp>
                    <p:nvGrpSpPr>
                      <p:cNvPr id="1276" name="Group 1275">
                        <a:extLst>
                          <a:ext uri="{FF2B5EF4-FFF2-40B4-BE49-F238E27FC236}">
                            <a16:creationId xmlns:a16="http://schemas.microsoft.com/office/drawing/2014/main" id="{3148CAC5-3E5B-4C31-A095-F8FEE5B1A09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631143" y="872996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99" name="Group 1298">
                          <a:extLst>
                            <a:ext uri="{FF2B5EF4-FFF2-40B4-BE49-F238E27FC236}">
                              <a16:creationId xmlns:a16="http://schemas.microsoft.com/office/drawing/2014/main" id="{5C98EA42-80CA-429E-A538-29178116A4A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315" name="Pentagon 4">
                            <a:extLst>
                              <a:ext uri="{FF2B5EF4-FFF2-40B4-BE49-F238E27FC236}">
                                <a16:creationId xmlns:a16="http://schemas.microsoft.com/office/drawing/2014/main" id="{78E620EA-ADC3-43A7-823B-81D97D4BBB3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316" name="Pentagon 4">
                            <a:extLst>
                              <a:ext uri="{FF2B5EF4-FFF2-40B4-BE49-F238E27FC236}">
                                <a16:creationId xmlns:a16="http://schemas.microsoft.com/office/drawing/2014/main" id="{F5A71AD1-F4C0-48D9-81A0-8AE5222BFA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317" name="Group 1316">
                            <a:extLst>
                              <a:ext uri="{FF2B5EF4-FFF2-40B4-BE49-F238E27FC236}">
                                <a16:creationId xmlns:a16="http://schemas.microsoft.com/office/drawing/2014/main" id="{1049242F-8B07-4660-9901-02874AD6BB5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318" name="Pentagon 4">
                              <a:extLst>
                                <a:ext uri="{FF2B5EF4-FFF2-40B4-BE49-F238E27FC236}">
                                  <a16:creationId xmlns:a16="http://schemas.microsoft.com/office/drawing/2014/main" id="{731742EC-3E11-4C4A-8A5C-2952F616BF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319" name="Pentagon 4">
                              <a:extLst>
                                <a:ext uri="{FF2B5EF4-FFF2-40B4-BE49-F238E27FC236}">
                                  <a16:creationId xmlns:a16="http://schemas.microsoft.com/office/drawing/2014/main" id="{90DD75A2-EC68-41F3-9853-59FFFD500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300" name="Straight Connector 1299">
                          <a:extLst>
                            <a:ext uri="{FF2B5EF4-FFF2-40B4-BE49-F238E27FC236}">
                              <a16:creationId xmlns:a16="http://schemas.microsoft.com/office/drawing/2014/main" id="{AC849E7D-D7A9-4C4B-A77C-1CC9FA332F91}"/>
                            </a:ext>
                          </a:extLst>
                        </p:cNvPr>
                        <p:cNvCxnSpPr>
                          <a:cxnSpLocks/>
                          <a:stCxn id="1316" idx="1"/>
                          <a:endCxn id="1315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1" name="Straight Connector 1300">
                          <a:extLst>
                            <a:ext uri="{FF2B5EF4-FFF2-40B4-BE49-F238E27FC236}">
                              <a16:creationId xmlns:a16="http://schemas.microsoft.com/office/drawing/2014/main" id="{A9262293-191B-4B05-A09D-975C34132A2E}"/>
                            </a:ext>
                          </a:extLst>
                        </p:cNvPr>
                        <p:cNvCxnSpPr>
                          <a:cxnSpLocks/>
                          <a:stCxn id="1316" idx="2"/>
                          <a:endCxn id="1316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2" name="Straight Connector 1301">
                          <a:extLst>
                            <a:ext uri="{FF2B5EF4-FFF2-40B4-BE49-F238E27FC236}">
                              <a16:creationId xmlns:a16="http://schemas.microsoft.com/office/drawing/2014/main" id="{3AAE8B4C-BF23-4E33-95A5-9A04CA9AA6DE}"/>
                            </a:ext>
                          </a:extLst>
                        </p:cNvPr>
                        <p:cNvCxnSpPr>
                          <a:cxnSpLocks/>
                          <a:stCxn id="1319" idx="3"/>
                          <a:endCxn id="1316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3" name="Straight Connector 1302">
                          <a:extLst>
                            <a:ext uri="{FF2B5EF4-FFF2-40B4-BE49-F238E27FC236}">
                              <a16:creationId xmlns:a16="http://schemas.microsoft.com/office/drawing/2014/main" id="{A65F9BBA-DA67-40B2-A3FD-AC2AFA2E4487}"/>
                            </a:ext>
                          </a:extLst>
                        </p:cNvPr>
                        <p:cNvCxnSpPr>
                          <a:cxnSpLocks/>
                          <a:stCxn id="1319" idx="4"/>
                          <a:endCxn id="1318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4" name="Straight Connector 1303">
                          <a:extLst>
                            <a:ext uri="{FF2B5EF4-FFF2-40B4-BE49-F238E27FC236}">
                              <a16:creationId xmlns:a16="http://schemas.microsoft.com/office/drawing/2014/main" id="{4D84C1E2-052D-466A-B4F7-D5B3DE3D645D}"/>
                            </a:ext>
                          </a:extLst>
                        </p:cNvPr>
                        <p:cNvCxnSpPr>
                          <a:cxnSpLocks/>
                          <a:stCxn id="1319" idx="4"/>
                          <a:endCxn id="1319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5" name="Straight Connector 1304">
                          <a:extLst>
                            <a:ext uri="{FF2B5EF4-FFF2-40B4-BE49-F238E27FC236}">
                              <a16:creationId xmlns:a16="http://schemas.microsoft.com/office/drawing/2014/main" id="{EA6A3EBB-0178-4448-9921-7780BBAB88B9}"/>
                            </a:ext>
                          </a:extLst>
                        </p:cNvPr>
                        <p:cNvCxnSpPr>
                          <a:cxnSpLocks/>
                          <a:stCxn id="1315" idx="2"/>
                          <a:endCxn id="1315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6" name="Straight Connector 1305">
                          <a:extLst>
                            <a:ext uri="{FF2B5EF4-FFF2-40B4-BE49-F238E27FC236}">
                              <a16:creationId xmlns:a16="http://schemas.microsoft.com/office/drawing/2014/main" id="{7DAFF88A-5866-4B78-ABAF-44E4704627D8}"/>
                            </a:ext>
                          </a:extLst>
                        </p:cNvPr>
                        <p:cNvCxnSpPr>
                          <a:cxnSpLocks/>
                          <a:stCxn id="1315" idx="0"/>
                          <a:endCxn id="1315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7" name="Straight Connector 1306">
                          <a:extLst>
                            <a:ext uri="{FF2B5EF4-FFF2-40B4-BE49-F238E27FC236}">
                              <a16:creationId xmlns:a16="http://schemas.microsoft.com/office/drawing/2014/main" id="{483D9BD7-6DF7-4F50-9FF8-BF58DE7C7942}"/>
                            </a:ext>
                          </a:extLst>
                        </p:cNvPr>
                        <p:cNvCxnSpPr>
                          <a:cxnSpLocks/>
                          <a:stCxn id="1315" idx="3"/>
                          <a:endCxn id="1315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8" name="Straight Connector 1307">
                          <a:extLst>
                            <a:ext uri="{FF2B5EF4-FFF2-40B4-BE49-F238E27FC236}">
                              <a16:creationId xmlns:a16="http://schemas.microsoft.com/office/drawing/2014/main" id="{231C9D70-5D85-44A4-9805-4EBE51FAC8D2}"/>
                            </a:ext>
                          </a:extLst>
                        </p:cNvPr>
                        <p:cNvCxnSpPr>
                          <a:cxnSpLocks/>
                          <a:stCxn id="1319" idx="2"/>
                          <a:endCxn id="1315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9" name="Straight Connector 1308">
                          <a:extLst>
                            <a:ext uri="{FF2B5EF4-FFF2-40B4-BE49-F238E27FC236}">
                              <a16:creationId xmlns:a16="http://schemas.microsoft.com/office/drawing/2014/main" id="{C38B906C-CA45-4D77-8569-4DF53A09E182}"/>
                            </a:ext>
                          </a:extLst>
                        </p:cNvPr>
                        <p:cNvCxnSpPr>
                          <a:cxnSpLocks/>
                          <a:stCxn id="1318" idx="2"/>
                          <a:endCxn id="1318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0" name="Straight Connector 1309">
                          <a:extLst>
                            <a:ext uri="{FF2B5EF4-FFF2-40B4-BE49-F238E27FC236}">
                              <a16:creationId xmlns:a16="http://schemas.microsoft.com/office/drawing/2014/main" id="{76D06EF6-D5FE-4884-A7F3-D8A69E79D97E}"/>
                            </a:ext>
                          </a:extLst>
                        </p:cNvPr>
                        <p:cNvCxnSpPr>
                          <a:cxnSpLocks/>
                          <a:stCxn id="1318" idx="1"/>
                          <a:endCxn id="1319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1" name="Straight Connector 1310">
                          <a:extLst>
                            <a:ext uri="{FF2B5EF4-FFF2-40B4-BE49-F238E27FC236}">
                              <a16:creationId xmlns:a16="http://schemas.microsoft.com/office/drawing/2014/main" id="{08CB3745-EEBD-4087-A14F-9E8D2BC66797}"/>
                            </a:ext>
                          </a:extLst>
                        </p:cNvPr>
                        <p:cNvCxnSpPr>
                          <a:cxnSpLocks/>
                          <a:stCxn id="1318" idx="3"/>
                          <a:endCxn id="1318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2" name="Straight Connector 1311">
                          <a:extLst>
                            <a:ext uri="{FF2B5EF4-FFF2-40B4-BE49-F238E27FC236}">
                              <a16:creationId xmlns:a16="http://schemas.microsoft.com/office/drawing/2014/main" id="{2A4596D6-B8AD-4C11-8513-E241E9D4E5CD}"/>
                            </a:ext>
                          </a:extLst>
                        </p:cNvPr>
                        <p:cNvCxnSpPr>
                          <a:cxnSpLocks/>
                          <a:stCxn id="1318" idx="4"/>
                          <a:endCxn id="1318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3" name="Straight Connector 1312">
                          <a:extLst>
                            <a:ext uri="{FF2B5EF4-FFF2-40B4-BE49-F238E27FC236}">
                              <a16:creationId xmlns:a16="http://schemas.microsoft.com/office/drawing/2014/main" id="{4F828965-5036-4AAA-A6F4-CA6FB4425E7C}"/>
                            </a:ext>
                          </a:extLst>
                        </p:cNvPr>
                        <p:cNvCxnSpPr>
                          <a:cxnSpLocks/>
                          <a:stCxn id="1319" idx="1"/>
                          <a:endCxn id="1315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4" name="Straight Connector 1313">
                          <a:extLst>
                            <a:ext uri="{FF2B5EF4-FFF2-40B4-BE49-F238E27FC236}">
                              <a16:creationId xmlns:a16="http://schemas.microsoft.com/office/drawing/2014/main" id="{88863DC9-2369-40E4-9B13-B7623B103FB5}"/>
                            </a:ext>
                          </a:extLst>
                        </p:cNvPr>
                        <p:cNvCxnSpPr>
                          <a:cxnSpLocks/>
                          <a:stCxn id="1319" idx="0"/>
                          <a:endCxn id="1319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1277" name="Group 1276">
                        <a:extLst>
                          <a:ext uri="{FF2B5EF4-FFF2-40B4-BE49-F238E27FC236}">
                            <a16:creationId xmlns:a16="http://schemas.microsoft.com/office/drawing/2014/main" id="{E8F18215-779B-4FEC-9EEF-A0E47155854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929401" y="1963207"/>
                        <a:ext cx="1569662" cy="1282978"/>
                        <a:chOff x="6770932" y="1966297"/>
                        <a:chExt cx="1569662" cy="1282978"/>
                      </a:xfrm>
                    </p:grpSpPr>
                    <p:grpSp>
                      <p:nvGrpSpPr>
                        <p:cNvPr id="1278" name="Group 1277">
                          <a:extLst>
                            <a:ext uri="{FF2B5EF4-FFF2-40B4-BE49-F238E27FC236}">
                              <a16:creationId xmlns:a16="http://schemas.microsoft.com/office/drawing/2014/main" id="{2EAC0038-236E-46DF-9493-F627CEE873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12179" y="1966297"/>
                          <a:ext cx="1487168" cy="1282978"/>
                          <a:chOff x="5686112" y="2245697"/>
                          <a:chExt cx="1487168" cy="1282978"/>
                        </a:xfrm>
                      </p:grpSpPr>
                      <p:sp>
                        <p:nvSpPr>
                          <p:cNvPr id="1294" name="Pentagon 4">
                            <a:extLst>
                              <a:ext uri="{FF2B5EF4-FFF2-40B4-BE49-F238E27FC236}">
                                <a16:creationId xmlns:a16="http://schemas.microsoft.com/office/drawing/2014/main" id="{12D8138D-B185-49DC-92BA-0011C7CB6D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7214139">
                            <a:off x="5606789" y="2325020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1"/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295" name="Pentagon 4">
                            <a:extLst>
                              <a:ext uri="{FF2B5EF4-FFF2-40B4-BE49-F238E27FC236}">
                                <a16:creationId xmlns:a16="http://schemas.microsoft.com/office/drawing/2014/main" id="{EA4066EB-6BD8-4366-9C8C-513C97E6D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rot="1800000">
                            <a:off x="6186756" y="2295667"/>
                            <a:ext cx="803128" cy="644481"/>
                          </a:xfrm>
                          <a:custGeom>
                            <a:avLst/>
                            <a:gdLst>
                              <a:gd name="connsiteX0" fmla="*/ 1 w 818214"/>
                              <a:gd name="connsiteY0" fmla="*/ 244470 h 640033"/>
                              <a:gd name="connsiteX1" fmla="*/ 409107 w 818214"/>
                              <a:gd name="connsiteY1" fmla="*/ 0 h 640033"/>
                              <a:gd name="connsiteX2" fmla="*/ 818213 w 818214"/>
                              <a:gd name="connsiteY2" fmla="*/ 244470 h 640033"/>
                              <a:gd name="connsiteX3" fmla="*/ 661948 w 818214"/>
                              <a:gd name="connsiteY3" fmla="*/ 640031 h 640033"/>
                              <a:gd name="connsiteX4" fmla="*/ 156266 w 818214"/>
                              <a:gd name="connsiteY4" fmla="*/ 640031 h 640033"/>
                              <a:gd name="connsiteX5" fmla="*/ 1 w 818214"/>
                              <a:gd name="connsiteY5" fmla="*/ 244470 h 640033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6318 w 818212"/>
                              <a:gd name="connsiteY3" fmla="*/ 589441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40031"/>
                              <a:gd name="connsiteX1" fmla="*/ 409106 w 818212"/>
                              <a:gd name="connsiteY1" fmla="*/ 0 h 640031"/>
                              <a:gd name="connsiteX2" fmla="*/ 818212 w 818212"/>
                              <a:gd name="connsiteY2" fmla="*/ 244470 h 640031"/>
                              <a:gd name="connsiteX3" fmla="*/ 578399 w 818212"/>
                              <a:gd name="connsiteY3" fmla="*/ 627018 h 640031"/>
                              <a:gd name="connsiteX4" fmla="*/ 156265 w 818212"/>
                              <a:gd name="connsiteY4" fmla="*/ 640031 h 640031"/>
                              <a:gd name="connsiteX5" fmla="*/ 0 w 818212"/>
                              <a:gd name="connsiteY5" fmla="*/ 244470 h 640031"/>
                              <a:gd name="connsiteX0" fmla="*/ 0 w 818212"/>
                              <a:gd name="connsiteY0" fmla="*/ 244470 h 635655"/>
                              <a:gd name="connsiteX1" fmla="*/ 409106 w 818212"/>
                              <a:gd name="connsiteY1" fmla="*/ 0 h 635655"/>
                              <a:gd name="connsiteX2" fmla="*/ 818212 w 818212"/>
                              <a:gd name="connsiteY2" fmla="*/ 244470 h 635655"/>
                              <a:gd name="connsiteX3" fmla="*/ 578399 w 818212"/>
                              <a:gd name="connsiteY3" fmla="*/ 627018 h 635655"/>
                              <a:gd name="connsiteX4" fmla="*/ 253472 w 818212"/>
                              <a:gd name="connsiteY4" fmla="*/ 635655 h 635655"/>
                              <a:gd name="connsiteX5" fmla="*/ 0 w 818212"/>
                              <a:gd name="connsiteY5" fmla="*/ 244470 h 635655"/>
                              <a:gd name="connsiteX0" fmla="*/ 0 w 813835"/>
                              <a:gd name="connsiteY0" fmla="*/ 236315 h 635655"/>
                              <a:gd name="connsiteX1" fmla="*/ 404729 w 813835"/>
                              <a:gd name="connsiteY1" fmla="*/ 0 h 635655"/>
                              <a:gd name="connsiteX2" fmla="*/ 813835 w 813835"/>
                              <a:gd name="connsiteY2" fmla="*/ 244470 h 635655"/>
                              <a:gd name="connsiteX3" fmla="*/ 574022 w 813835"/>
                              <a:gd name="connsiteY3" fmla="*/ 627018 h 635655"/>
                              <a:gd name="connsiteX4" fmla="*/ 249095 w 813835"/>
                              <a:gd name="connsiteY4" fmla="*/ 635655 h 635655"/>
                              <a:gd name="connsiteX5" fmla="*/ 0 w 813835"/>
                              <a:gd name="connsiteY5" fmla="*/ 236315 h 635655"/>
                              <a:gd name="connsiteX0" fmla="*/ 0 w 813835"/>
                              <a:gd name="connsiteY0" fmla="*/ 236315 h 630464"/>
                              <a:gd name="connsiteX1" fmla="*/ 404729 w 813835"/>
                              <a:gd name="connsiteY1" fmla="*/ 0 h 630464"/>
                              <a:gd name="connsiteX2" fmla="*/ 813835 w 813835"/>
                              <a:gd name="connsiteY2" fmla="*/ 244470 h 630464"/>
                              <a:gd name="connsiteX3" fmla="*/ 574022 w 813835"/>
                              <a:gd name="connsiteY3" fmla="*/ 627018 h 630464"/>
                              <a:gd name="connsiteX4" fmla="*/ 242302 w 813835"/>
                              <a:gd name="connsiteY4" fmla="*/ 630464 h 630464"/>
                              <a:gd name="connsiteX5" fmla="*/ 0 w 813835"/>
                              <a:gd name="connsiteY5" fmla="*/ 236315 h 630464"/>
                              <a:gd name="connsiteX0" fmla="*/ 0 w 811156"/>
                              <a:gd name="connsiteY0" fmla="*/ 236315 h 630464"/>
                              <a:gd name="connsiteX1" fmla="*/ 404729 w 811156"/>
                              <a:gd name="connsiteY1" fmla="*/ 0 h 630464"/>
                              <a:gd name="connsiteX2" fmla="*/ 811156 w 811156"/>
                              <a:gd name="connsiteY2" fmla="*/ 227584 h 630464"/>
                              <a:gd name="connsiteX3" fmla="*/ 574022 w 811156"/>
                              <a:gd name="connsiteY3" fmla="*/ 627018 h 630464"/>
                              <a:gd name="connsiteX4" fmla="*/ 242302 w 811156"/>
                              <a:gd name="connsiteY4" fmla="*/ 630464 h 630464"/>
                              <a:gd name="connsiteX5" fmla="*/ 0 w 811156"/>
                              <a:gd name="connsiteY5" fmla="*/ 236315 h 630464"/>
                              <a:gd name="connsiteX0" fmla="*/ 0 w 811156"/>
                              <a:gd name="connsiteY0" fmla="*/ 238779 h 632928"/>
                              <a:gd name="connsiteX1" fmla="*/ 399563 w 811156"/>
                              <a:gd name="connsiteY1" fmla="*/ 0 h 632928"/>
                              <a:gd name="connsiteX2" fmla="*/ 811156 w 811156"/>
                              <a:gd name="connsiteY2" fmla="*/ 230048 h 632928"/>
                              <a:gd name="connsiteX3" fmla="*/ 574022 w 811156"/>
                              <a:gd name="connsiteY3" fmla="*/ 629482 h 632928"/>
                              <a:gd name="connsiteX4" fmla="*/ 242302 w 811156"/>
                              <a:gd name="connsiteY4" fmla="*/ 632928 h 632928"/>
                              <a:gd name="connsiteX5" fmla="*/ 0 w 811156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4022 w 804363"/>
                              <a:gd name="connsiteY3" fmla="*/ 629482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2928"/>
                              <a:gd name="connsiteX1" fmla="*/ 399563 w 804363"/>
                              <a:gd name="connsiteY1" fmla="*/ 0 h 632928"/>
                              <a:gd name="connsiteX2" fmla="*/ 804363 w 804363"/>
                              <a:gd name="connsiteY2" fmla="*/ 224858 h 632928"/>
                              <a:gd name="connsiteX3" fmla="*/ 579188 w 804363"/>
                              <a:gd name="connsiteY3" fmla="*/ 631946 h 632928"/>
                              <a:gd name="connsiteX4" fmla="*/ 242302 w 804363"/>
                              <a:gd name="connsiteY4" fmla="*/ 632928 h 632928"/>
                              <a:gd name="connsiteX5" fmla="*/ 0 w 804363"/>
                              <a:gd name="connsiteY5" fmla="*/ 238779 h 632928"/>
                              <a:gd name="connsiteX0" fmla="*/ 0 w 804363"/>
                              <a:gd name="connsiteY0" fmla="*/ 238779 h 633741"/>
                              <a:gd name="connsiteX1" fmla="*/ 399563 w 804363"/>
                              <a:gd name="connsiteY1" fmla="*/ 0 h 633741"/>
                              <a:gd name="connsiteX2" fmla="*/ 804363 w 804363"/>
                              <a:gd name="connsiteY2" fmla="*/ 224858 h 633741"/>
                              <a:gd name="connsiteX3" fmla="*/ 579188 w 804363"/>
                              <a:gd name="connsiteY3" fmla="*/ 631946 h 633741"/>
                              <a:gd name="connsiteX4" fmla="*/ 240938 w 804363"/>
                              <a:gd name="connsiteY4" fmla="*/ 633741 h 633741"/>
                              <a:gd name="connsiteX5" fmla="*/ 0 w 804363"/>
                              <a:gd name="connsiteY5" fmla="*/ 238779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6733"/>
                              <a:gd name="connsiteY0" fmla="*/ 236075 h 633741"/>
                              <a:gd name="connsiteX1" fmla="*/ 391933 w 796733"/>
                              <a:gd name="connsiteY1" fmla="*/ 0 h 633741"/>
                              <a:gd name="connsiteX2" fmla="*/ 796733 w 796733"/>
                              <a:gd name="connsiteY2" fmla="*/ 224858 h 633741"/>
                              <a:gd name="connsiteX3" fmla="*/ 571558 w 796733"/>
                              <a:gd name="connsiteY3" fmla="*/ 631946 h 633741"/>
                              <a:gd name="connsiteX4" fmla="*/ 233308 w 796733"/>
                              <a:gd name="connsiteY4" fmla="*/ 633741 h 633741"/>
                              <a:gd name="connsiteX5" fmla="*/ 0 w 796733"/>
                              <a:gd name="connsiteY5" fmla="*/ 236075 h 633741"/>
                              <a:gd name="connsiteX0" fmla="*/ 0 w 798786"/>
                              <a:gd name="connsiteY0" fmla="*/ 226247 h 633741"/>
                              <a:gd name="connsiteX1" fmla="*/ 393986 w 798786"/>
                              <a:gd name="connsiteY1" fmla="*/ 0 h 633741"/>
                              <a:gd name="connsiteX2" fmla="*/ 798786 w 798786"/>
                              <a:gd name="connsiteY2" fmla="*/ 224858 h 633741"/>
                              <a:gd name="connsiteX3" fmla="*/ 573611 w 798786"/>
                              <a:gd name="connsiteY3" fmla="*/ 631946 h 633741"/>
                              <a:gd name="connsiteX4" fmla="*/ 235361 w 798786"/>
                              <a:gd name="connsiteY4" fmla="*/ 633741 h 633741"/>
                              <a:gd name="connsiteX5" fmla="*/ 0 w 798786"/>
                              <a:gd name="connsiteY5" fmla="*/ 226247 h 633741"/>
                              <a:gd name="connsiteX0" fmla="*/ 0 w 798786"/>
                              <a:gd name="connsiteY0" fmla="*/ 231960 h 639454"/>
                              <a:gd name="connsiteX1" fmla="*/ 394331 w 798786"/>
                              <a:gd name="connsiteY1" fmla="*/ 0 h 639454"/>
                              <a:gd name="connsiteX2" fmla="*/ 798786 w 798786"/>
                              <a:gd name="connsiteY2" fmla="*/ 230571 h 639454"/>
                              <a:gd name="connsiteX3" fmla="*/ 573611 w 798786"/>
                              <a:gd name="connsiteY3" fmla="*/ 637659 h 639454"/>
                              <a:gd name="connsiteX4" fmla="*/ 235361 w 798786"/>
                              <a:gd name="connsiteY4" fmla="*/ 639454 h 639454"/>
                              <a:gd name="connsiteX5" fmla="*/ 0 w 798786"/>
                              <a:gd name="connsiteY5" fmla="*/ 231960 h 639454"/>
                              <a:gd name="connsiteX0" fmla="*/ 0 w 803128"/>
                              <a:gd name="connsiteY0" fmla="*/ 231960 h 639454"/>
                              <a:gd name="connsiteX1" fmla="*/ 394331 w 803128"/>
                              <a:gd name="connsiteY1" fmla="*/ 0 h 639454"/>
                              <a:gd name="connsiteX2" fmla="*/ 803128 w 803128"/>
                              <a:gd name="connsiteY2" fmla="*/ 231715 h 639454"/>
                              <a:gd name="connsiteX3" fmla="*/ 573611 w 803128"/>
                              <a:gd name="connsiteY3" fmla="*/ 637659 h 639454"/>
                              <a:gd name="connsiteX4" fmla="*/ 235361 w 803128"/>
                              <a:gd name="connsiteY4" fmla="*/ 639454 h 639454"/>
                              <a:gd name="connsiteX5" fmla="*/ 0 w 803128"/>
                              <a:gd name="connsiteY5" fmla="*/ 231960 h 639454"/>
                              <a:gd name="connsiteX0" fmla="*/ 0 w 803128"/>
                              <a:gd name="connsiteY0" fmla="*/ 236987 h 644481"/>
                              <a:gd name="connsiteX1" fmla="*/ 398751 w 803128"/>
                              <a:gd name="connsiteY1" fmla="*/ 0 h 644481"/>
                              <a:gd name="connsiteX2" fmla="*/ 803128 w 803128"/>
                              <a:gd name="connsiteY2" fmla="*/ 236742 h 644481"/>
                              <a:gd name="connsiteX3" fmla="*/ 573611 w 803128"/>
                              <a:gd name="connsiteY3" fmla="*/ 642686 h 644481"/>
                              <a:gd name="connsiteX4" fmla="*/ 235361 w 803128"/>
                              <a:gd name="connsiteY4" fmla="*/ 644481 h 644481"/>
                              <a:gd name="connsiteX5" fmla="*/ 0 w 803128"/>
                              <a:gd name="connsiteY5" fmla="*/ 236987 h 644481"/>
                            </a:gdLst>
                            <a:ahLst/>
                            <a:cxnLst>
                              <a:cxn ang="0">
                                <a:pos x="connsiteX0" y="connsiteY0"/>
                              </a:cxn>
                              <a:cxn ang="0">
                                <a:pos x="connsiteX1" y="connsiteY1"/>
                              </a:cxn>
                              <a:cxn ang="0">
                                <a:pos x="connsiteX2" y="connsiteY2"/>
                              </a:cxn>
                              <a:cxn ang="0">
                                <a:pos x="connsiteX3" y="connsiteY3"/>
                              </a:cxn>
                              <a:cxn ang="0">
                                <a:pos x="connsiteX4" y="connsiteY4"/>
                              </a:cxn>
                              <a:cxn ang="0">
                                <a:pos x="connsiteX5" y="connsiteY5"/>
                              </a:cxn>
                            </a:cxnLst>
                            <a:rect l="l" t="t" r="r" b="b"/>
                            <a:pathLst>
                              <a:path w="803128" h="644481">
                                <a:moveTo>
                                  <a:pt x="0" y="236987"/>
                                </a:moveTo>
                                <a:lnTo>
                                  <a:pt x="398751" y="0"/>
                                </a:lnTo>
                                <a:lnTo>
                                  <a:pt x="803128" y="236742"/>
                                </a:lnTo>
                                <a:lnTo>
                                  <a:pt x="573611" y="642686"/>
                                </a:lnTo>
                                <a:lnTo>
                                  <a:pt x="235361" y="644481"/>
                                </a:lnTo>
                                <a:lnTo>
                                  <a:pt x="0" y="236987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bg2">
                              <a:lumMod val="90000"/>
                            </a:schemeClr>
                          </a:solidFill>
                          <a:ln w="38100">
                            <a:solidFill>
                              <a:schemeClr val="bg1">
                                <a:lumMod val="85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<a:prstTxWarp prst="textNoShape">
                              <a:avLst/>
                            </a:prstTxWarp>
                            <a:noAutofit/>
                          </a:bodyPr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grpSp>
                        <p:nvGrpSpPr>
                          <p:cNvPr id="1296" name="Group 1295">
                            <a:extLst>
                              <a:ext uri="{FF2B5EF4-FFF2-40B4-BE49-F238E27FC236}">
                                <a16:creationId xmlns:a16="http://schemas.microsoft.com/office/drawing/2014/main" id="{5E9960BD-9DD6-4659-ACE4-A99F2F3F2E5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 rot="10800000">
                            <a:off x="5869508" y="2725547"/>
                            <a:ext cx="1303772" cy="803128"/>
                            <a:chOff x="6237808" y="2784252"/>
                            <a:chExt cx="1303772" cy="803128"/>
                          </a:xfrm>
                        </p:grpSpPr>
                        <p:sp>
                          <p:nvSpPr>
                            <p:cNvPr id="1297" name="Pentagon 4">
                              <a:extLst>
                                <a:ext uri="{FF2B5EF4-FFF2-40B4-BE49-F238E27FC236}">
                                  <a16:creationId xmlns:a16="http://schemas.microsoft.com/office/drawing/2014/main" id="{547911BB-7D4D-4F0A-B51C-E89C71AB1F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7214139">
                              <a:off x="6158485" y="2863575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1"/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        <a:prstTxWarp prst="textNoShape">
                                <a:avLst/>
                              </a:prstTxWarp>
                              <a:noAutofit/>
                            </a:bodyPr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  <p:sp>
                          <p:nvSpPr>
                            <p:cNvPr id="1298" name="Pentagon 4">
                              <a:extLst>
                                <a:ext uri="{FF2B5EF4-FFF2-40B4-BE49-F238E27FC236}">
                                  <a16:creationId xmlns:a16="http://schemas.microsoft.com/office/drawing/2014/main" id="{3CB13EF6-372B-45D3-A55A-50413828F5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 rot="1800000">
                              <a:off x="6738452" y="2834222"/>
                              <a:ext cx="803128" cy="644481"/>
                            </a:xfrm>
                            <a:custGeom>
                              <a:avLst/>
                              <a:gdLst>
                                <a:gd name="connsiteX0" fmla="*/ 1 w 818214"/>
                                <a:gd name="connsiteY0" fmla="*/ 244470 h 640033"/>
                                <a:gd name="connsiteX1" fmla="*/ 409107 w 818214"/>
                                <a:gd name="connsiteY1" fmla="*/ 0 h 640033"/>
                                <a:gd name="connsiteX2" fmla="*/ 818213 w 818214"/>
                                <a:gd name="connsiteY2" fmla="*/ 244470 h 640033"/>
                                <a:gd name="connsiteX3" fmla="*/ 661948 w 818214"/>
                                <a:gd name="connsiteY3" fmla="*/ 640031 h 640033"/>
                                <a:gd name="connsiteX4" fmla="*/ 156266 w 818214"/>
                                <a:gd name="connsiteY4" fmla="*/ 640031 h 640033"/>
                                <a:gd name="connsiteX5" fmla="*/ 1 w 818214"/>
                                <a:gd name="connsiteY5" fmla="*/ 244470 h 640033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6318 w 818212"/>
                                <a:gd name="connsiteY3" fmla="*/ 589441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40031"/>
                                <a:gd name="connsiteX1" fmla="*/ 409106 w 818212"/>
                                <a:gd name="connsiteY1" fmla="*/ 0 h 640031"/>
                                <a:gd name="connsiteX2" fmla="*/ 818212 w 818212"/>
                                <a:gd name="connsiteY2" fmla="*/ 244470 h 640031"/>
                                <a:gd name="connsiteX3" fmla="*/ 578399 w 818212"/>
                                <a:gd name="connsiteY3" fmla="*/ 627018 h 640031"/>
                                <a:gd name="connsiteX4" fmla="*/ 156265 w 818212"/>
                                <a:gd name="connsiteY4" fmla="*/ 640031 h 640031"/>
                                <a:gd name="connsiteX5" fmla="*/ 0 w 818212"/>
                                <a:gd name="connsiteY5" fmla="*/ 244470 h 640031"/>
                                <a:gd name="connsiteX0" fmla="*/ 0 w 818212"/>
                                <a:gd name="connsiteY0" fmla="*/ 244470 h 635655"/>
                                <a:gd name="connsiteX1" fmla="*/ 409106 w 818212"/>
                                <a:gd name="connsiteY1" fmla="*/ 0 h 635655"/>
                                <a:gd name="connsiteX2" fmla="*/ 818212 w 818212"/>
                                <a:gd name="connsiteY2" fmla="*/ 244470 h 635655"/>
                                <a:gd name="connsiteX3" fmla="*/ 578399 w 818212"/>
                                <a:gd name="connsiteY3" fmla="*/ 627018 h 635655"/>
                                <a:gd name="connsiteX4" fmla="*/ 253472 w 818212"/>
                                <a:gd name="connsiteY4" fmla="*/ 635655 h 635655"/>
                                <a:gd name="connsiteX5" fmla="*/ 0 w 818212"/>
                                <a:gd name="connsiteY5" fmla="*/ 244470 h 635655"/>
                                <a:gd name="connsiteX0" fmla="*/ 0 w 813835"/>
                                <a:gd name="connsiteY0" fmla="*/ 236315 h 635655"/>
                                <a:gd name="connsiteX1" fmla="*/ 404729 w 813835"/>
                                <a:gd name="connsiteY1" fmla="*/ 0 h 635655"/>
                                <a:gd name="connsiteX2" fmla="*/ 813835 w 813835"/>
                                <a:gd name="connsiteY2" fmla="*/ 244470 h 635655"/>
                                <a:gd name="connsiteX3" fmla="*/ 574022 w 813835"/>
                                <a:gd name="connsiteY3" fmla="*/ 627018 h 635655"/>
                                <a:gd name="connsiteX4" fmla="*/ 249095 w 813835"/>
                                <a:gd name="connsiteY4" fmla="*/ 635655 h 635655"/>
                                <a:gd name="connsiteX5" fmla="*/ 0 w 813835"/>
                                <a:gd name="connsiteY5" fmla="*/ 236315 h 635655"/>
                                <a:gd name="connsiteX0" fmla="*/ 0 w 813835"/>
                                <a:gd name="connsiteY0" fmla="*/ 236315 h 630464"/>
                                <a:gd name="connsiteX1" fmla="*/ 404729 w 813835"/>
                                <a:gd name="connsiteY1" fmla="*/ 0 h 630464"/>
                                <a:gd name="connsiteX2" fmla="*/ 813835 w 813835"/>
                                <a:gd name="connsiteY2" fmla="*/ 244470 h 630464"/>
                                <a:gd name="connsiteX3" fmla="*/ 574022 w 813835"/>
                                <a:gd name="connsiteY3" fmla="*/ 627018 h 630464"/>
                                <a:gd name="connsiteX4" fmla="*/ 242302 w 813835"/>
                                <a:gd name="connsiteY4" fmla="*/ 630464 h 630464"/>
                                <a:gd name="connsiteX5" fmla="*/ 0 w 813835"/>
                                <a:gd name="connsiteY5" fmla="*/ 236315 h 630464"/>
                                <a:gd name="connsiteX0" fmla="*/ 0 w 811156"/>
                                <a:gd name="connsiteY0" fmla="*/ 236315 h 630464"/>
                                <a:gd name="connsiteX1" fmla="*/ 404729 w 811156"/>
                                <a:gd name="connsiteY1" fmla="*/ 0 h 630464"/>
                                <a:gd name="connsiteX2" fmla="*/ 811156 w 811156"/>
                                <a:gd name="connsiteY2" fmla="*/ 227584 h 630464"/>
                                <a:gd name="connsiteX3" fmla="*/ 574022 w 811156"/>
                                <a:gd name="connsiteY3" fmla="*/ 627018 h 630464"/>
                                <a:gd name="connsiteX4" fmla="*/ 242302 w 811156"/>
                                <a:gd name="connsiteY4" fmla="*/ 630464 h 630464"/>
                                <a:gd name="connsiteX5" fmla="*/ 0 w 811156"/>
                                <a:gd name="connsiteY5" fmla="*/ 236315 h 630464"/>
                                <a:gd name="connsiteX0" fmla="*/ 0 w 811156"/>
                                <a:gd name="connsiteY0" fmla="*/ 238779 h 632928"/>
                                <a:gd name="connsiteX1" fmla="*/ 399563 w 811156"/>
                                <a:gd name="connsiteY1" fmla="*/ 0 h 632928"/>
                                <a:gd name="connsiteX2" fmla="*/ 811156 w 811156"/>
                                <a:gd name="connsiteY2" fmla="*/ 230048 h 632928"/>
                                <a:gd name="connsiteX3" fmla="*/ 574022 w 811156"/>
                                <a:gd name="connsiteY3" fmla="*/ 629482 h 632928"/>
                                <a:gd name="connsiteX4" fmla="*/ 242302 w 811156"/>
                                <a:gd name="connsiteY4" fmla="*/ 632928 h 632928"/>
                                <a:gd name="connsiteX5" fmla="*/ 0 w 811156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4022 w 804363"/>
                                <a:gd name="connsiteY3" fmla="*/ 629482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2928"/>
                                <a:gd name="connsiteX1" fmla="*/ 399563 w 804363"/>
                                <a:gd name="connsiteY1" fmla="*/ 0 h 632928"/>
                                <a:gd name="connsiteX2" fmla="*/ 804363 w 804363"/>
                                <a:gd name="connsiteY2" fmla="*/ 224858 h 632928"/>
                                <a:gd name="connsiteX3" fmla="*/ 579188 w 804363"/>
                                <a:gd name="connsiteY3" fmla="*/ 631946 h 632928"/>
                                <a:gd name="connsiteX4" fmla="*/ 242302 w 804363"/>
                                <a:gd name="connsiteY4" fmla="*/ 632928 h 632928"/>
                                <a:gd name="connsiteX5" fmla="*/ 0 w 804363"/>
                                <a:gd name="connsiteY5" fmla="*/ 238779 h 632928"/>
                                <a:gd name="connsiteX0" fmla="*/ 0 w 804363"/>
                                <a:gd name="connsiteY0" fmla="*/ 238779 h 633741"/>
                                <a:gd name="connsiteX1" fmla="*/ 399563 w 804363"/>
                                <a:gd name="connsiteY1" fmla="*/ 0 h 633741"/>
                                <a:gd name="connsiteX2" fmla="*/ 804363 w 804363"/>
                                <a:gd name="connsiteY2" fmla="*/ 224858 h 633741"/>
                                <a:gd name="connsiteX3" fmla="*/ 579188 w 804363"/>
                                <a:gd name="connsiteY3" fmla="*/ 631946 h 633741"/>
                                <a:gd name="connsiteX4" fmla="*/ 240938 w 804363"/>
                                <a:gd name="connsiteY4" fmla="*/ 633741 h 633741"/>
                                <a:gd name="connsiteX5" fmla="*/ 0 w 804363"/>
                                <a:gd name="connsiteY5" fmla="*/ 238779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6733"/>
                                <a:gd name="connsiteY0" fmla="*/ 236075 h 633741"/>
                                <a:gd name="connsiteX1" fmla="*/ 391933 w 796733"/>
                                <a:gd name="connsiteY1" fmla="*/ 0 h 633741"/>
                                <a:gd name="connsiteX2" fmla="*/ 796733 w 796733"/>
                                <a:gd name="connsiteY2" fmla="*/ 224858 h 633741"/>
                                <a:gd name="connsiteX3" fmla="*/ 571558 w 796733"/>
                                <a:gd name="connsiteY3" fmla="*/ 631946 h 633741"/>
                                <a:gd name="connsiteX4" fmla="*/ 233308 w 796733"/>
                                <a:gd name="connsiteY4" fmla="*/ 633741 h 633741"/>
                                <a:gd name="connsiteX5" fmla="*/ 0 w 796733"/>
                                <a:gd name="connsiteY5" fmla="*/ 236075 h 633741"/>
                                <a:gd name="connsiteX0" fmla="*/ 0 w 798786"/>
                                <a:gd name="connsiteY0" fmla="*/ 226247 h 633741"/>
                                <a:gd name="connsiteX1" fmla="*/ 393986 w 798786"/>
                                <a:gd name="connsiteY1" fmla="*/ 0 h 633741"/>
                                <a:gd name="connsiteX2" fmla="*/ 798786 w 798786"/>
                                <a:gd name="connsiteY2" fmla="*/ 224858 h 633741"/>
                                <a:gd name="connsiteX3" fmla="*/ 573611 w 798786"/>
                                <a:gd name="connsiteY3" fmla="*/ 631946 h 633741"/>
                                <a:gd name="connsiteX4" fmla="*/ 235361 w 798786"/>
                                <a:gd name="connsiteY4" fmla="*/ 633741 h 633741"/>
                                <a:gd name="connsiteX5" fmla="*/ 0 w 798786"/>
                                <a:gd name="connsiteY5" fmla="*/ 226247 h 633741"/>
                                <a:gd name="connsiteX0" fmla="*/ 0 w 798786"/>
                                <a:gd name="connsiteY0" fmla="*/ 231960 h 639454"/>
                                <a:gd name="connsiteX1" fmla="*/ 394331 w 798786"/>
                                <a:gd name="connsiteY1" fmla="*/ 0 h 639454"/>
                                <a:gd name="connsiteX2" fmla="*/ 798786 w 798786"/>
                                <a:gd name="connsiteY2" fmla="*/ 230571 h 639454"/>
                                <a:gd name="connsiteX3" fmla="*/ 573611 w 798786"/>
                                <a:gd name="connsiteY3" fmla="*/ 637659 h 639454"/>
                                <a:gd name="connsiteX4" fmla="*/ 235361 w 798786"/>
                                <a:gd name="connsiteY4" fmla="*/ 639454 h 639454"/>
                                <a:gd name="connsiteX5" fmla="*/ 0 w 798786"/>
                                <a:gd name="connsiteY5" fmla="*/ 231960 h 639454"/>
                                <a:gd name="connsiteX0" fmla="*/ 0 w 803128"/>
                                <a:gd name="connsiteY0" fmla="*/ 231960 h 639454"/>
                                <a:gd name="connsiteX1" fmla="*/ 394331 w 803128"/>
                                <a:gd name="connsiteY1" fmla="*/ 0 h 639454"/>
                                <a:gd name="connsiteX2" fmla="*/ 803128 w 803128"/>
                                <a:gd name="connsiteY2" fmla="*/ 231715 h 639454"/>
                                <a:gd name="connsiteX3" fmla="*/ 573611 w 803128"/>
                                <a:gd name="connsiteY3" fmla="*/ 637659 h 639454"/>
                                <a:gd name="connsiteX4" fmla="*/ 235361 w 803128"/>
                                <a:gd name="connsiteY4" fmla="*/ 639454 h 639454"/>
                                <a:gd name="connsiteX5" fmla="*/ 0 w 803128"/>
                                <a:gd name="connsiteY5" fmla="*/ 231960 h 639454"/>
                                <a:gd name="connsiteX0" fmla="*/ 0 w 803128"/>
                                <a:gd name="connsiteY0" fmla="*/ 236987 h 644481"/>
                                <a:gd name="connsiteX1" fmla="*/ 398751 w 803128"/>
                                <a:gd name="connsiteY1" fmla="*/ 0 h 644481"/>
                                <a:gd name="connsiteX2" fmla="*/ 803128 w 803128"/>
                                <a:gd name="connsiteY2" fmla="*/ 236742 h 644481"/>
                                <a:gd name="connsiteX3" fmla="*/ 573611 w 803128"/>
                                <a:gd name="connsiteY3" fmla="*/ 642686 h 644481"/>
                                <a:gd name="connsiteX4" fmla="*/ 235361 w 803128"/>
                                <a:gd name="connsiteY4" fmla="*/ 644481 h 644481"/>
                                <a:gd name="connsiteX5" fmla="*/ 0 w 803128"/>
                                <a:gd name="connsiteY5" fmla="*/ 236987 h 644481"/>
                              </a:gdLst>
                              <a:ahLst/>
                              <a:cxnLst>
                                <a:cxn ang="0">
                                  <a:pos x="connsiteX0" y="connsiteY0"/>
                                </a:cxn>
                                <a:cxn ang="0">
                                  <a:pos x="connsiteX1" y="connsiteY1"/>
                                </a:cxn>
                                <a:cxn ang="0">
                                  <a:pos x="connsiteX2" y="connsiteY2"/>
                                </a:cxn>
                                <a:cxn ang="0">
                                  <a:pos x="connsiteX3" y="connsiteY3"/>
                                </a:cxn>
                                <a:cxn ang="0">
                                  <a:pos x="connsiteX4" y="connsiteY4"/>
                                </a:cxn>
                                <a:cxn ang="0">
                                  <a:pos x="connsiteX5" y="connsiteY5"/>
                                </a:cxn>
                              </a:cxnLst>
                              <a:rect l="l" t="t" r="r" b="b"/>
                              <a:pathLst>
                                <a:path w="803128" h="644481">
                                  <a:moveTo>
                                    <a:pt x="0" y="236987"/>
                                  </a:moveTo>
                                  <a:lnTo>
                                    <a:pt x="398751" y="0"/>
                                  </a:lnTo>
                                  <a:lnTo>
                                    <a:pt x="803128" y="236742"/>
                                  </a:lnTo>
                                  <a:lnTo>
                                    <a:pt x="573611" y="642686"/>
                                  </a:lnTo>
                                  <a:lnTo>
                                    <a:pt x="235361" y="644481"/>
                                  </a:lnTo>
                                  <a:lnTo>
                                    <a:pt x="0" y="236987"/>
                                  </a:lnTo>
                                  <a:close/>
                                </a:path>
                              </a:pathLst>
                            </a:custGeom>
                            <a:solidFill>
                              <a:schemeClr val="bg2">
                                <a:lumMod val="90000"/>
                              </a:schemeClr>
                            </a:solidFill>
                            <a:ln w="3810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/>
                            </a:p>
                          </p:txBody>
                        </p:sp>
                      </p:grpSp>
                    </p:grpSp>
                    <p:cxnSp>
                      <p:nvCxnSpPr>
                        <p:cNvPr id="1279" name="Straight Connector 1278">
                          <a:extLst>
                            <a:ext uri="{FF2B5EF4-FFF2-40B4-BE49-F238E27FC236}">
                              <a16:creationId xmlns:a16="http://schemas.microsoft.com/office/drawing/2014/main" id="{6545060D-DAC0-4DC0-9466-9FE1A9534EEE}"/>
                            </a:ext>
                          </a:extLst>
                        </p:cNvPr>
                        <p:cNvCxnSpPr>
                          <a:cxnSpLocks/>
                          <a:stCxn id="1295" idx="1"/>
                          <a:endCxn id="1294" idx="0"/>
                        </p:cNvCxnSpPr>
                        <p:nvPr/>
                      </p:nvCxnSpPr>
                      <p:spPr>
                        <a:xfrm flipH="1">
                          <a:off x="7410286" y="2058033"/>
                          <a:ext cx="462785" cy="5822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0" name="Straight Connector 1279">
                          <a:extLst>
                            <a:ext uri="{FF2B5EF4-FFF2-40B4-BE49-F238E27FC236}">
                              <a16:creationId xmlns:a16="http://schemas.microsoft.com/office/drawing/2014/main" id="{242C1C5B-6E2E-4E4D-9AD6-B75BD5B8BA86}"/>
                            </a:ext>
                          </a:extLst>
                        </p:cNvPr>
                        <p:cNvCxnSpPr>
                          <a:cxnSpLocks/>
                          <a:stCxn id="1295" idx="2"/>
                          <a:endCxn id="1295" idx="1"/>
                        </p:cNvCxnSpPr>
                        <p:nvPr/>
                      </p:nvCxnSpPr>
                      <p:spPr>
                        <a:xfrm flipH="1" flipV="1">
                          <a:off x="7873071" y="2058033"/>
                          <a:ext cx="231830" cy="40721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1" name="Straight Connector 1280">
                          <a:extLst>
                            <a:ext uri="{FF2B5EF4-FFF2-40B4-BE49-F238E27FC236}">
                              <a16:creationId xmlns:a16="http://schemas.microsoft.com/office/drawing/2014/main" id="{3FDD0114-332B-444E-AF46-A8CB0EBFEE43}"/>
                            </a:ext>
                          </a:extLst>
                        </p:cNvPr>
                        <p:cNvCxnSpPr>
                          <a:cxnSpLocks/>
                          <a:stCxn id="1298" idx="3"/>
                          <a:endCxn id="1295" idx="0"/>
                        </p:cNvCxnSpPr>
                        <p:nvPr/>
                      </p:nvCxnSpPr>
                      <p:spPr>
                        <a:xfrm flipV="1">
                          <a:off x="7408365" y="2063894"/>
                          <a:ext cx="884" cy="44963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2" name="Straight Connector 1281">
                          <a:extLst>
                            <a:ext uri="{FF2B5EF4-FFF2-40B4-BE49-F238E27FC236}">
                              <a16:creationId xmlns:a16="http://schemas.microsoft.com/office/drawing/2014/main" id="{7E92E74C-B397-4152-B813-1F8B55570645}"/>
                            </a:ext>
                          </a:extLst>
                        </p:cNvPr>
                        <p:cNvCxnSpPr>
                          <a:cxnSpLocks/>
                          <a:stCxn id="1298" idx="4"/>
                          <a:endCxn id="1297" idx="2"/>
                        </p:cNvCxnSpPr>
                        <p:nvPr/>
                      </p:nvCxnSpPr>
                      <p:spPr>
                        <a:xfrm flipV="1">
                          <a:off x="7702195" y="2457722"/>
                          <a:ext cx="403254" cy="223376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3" name="Straight Connector 1282">
                          <a:extLst>
                            <a:ext uri="{FF2B5EF4-FFF2-40B4-BE49-F238E27FC236}">
                              <a16:creationId xmlns:a16="http://schemas.microsoft.com/office/drawing/2014/main" id="{33470CBE-9265-4FCA-B28B-8A024AFC694D}"/>
                            </a:ext>
                          </a:extLst>
                        </p:cNvPr>
                        <p:cNvCxnSpPr>
                          <a:cxnSpLocks/>
                          <a:stCxn id="1298" idx="4"/>
                          <a:endCxn id="1298" idx="3"/>
                        </p:cNvCxnSpPr>
                        <p:nvPr/>
                      </p:nvCxnSpPr>
                      <p:spPr>
                        <a:xfrm flipH="1" flipV="1">
                          <a:off x="7408365" y="2513527"/>
                          <a:ext cx="293830" cy="16757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4" name="Straight Connector 1283">
                          <a:extLst>
                            <a:ext uri="{FF2B5EF4-FFF2-40B4-BE49-F238E27FC236}">
                              <a16:creationId xmlns:a16="http://schemas.microsoft.com/office/drawing/2014/main" id="{65B68A4A-8994-4BCA-8AB7-D73CC900B31E}"/>
                            </a:ext>
                          </a:extLst>
                        </p:cNvPr>
                        <p:cNvCxnSpPr>
                          <a:cxnSpLocks/>
                          <a:stCxn id="1294" idx="2"/>
                          <a:endCxn id="1294" idx="3"/>
                        </p:cNvCxnSpPr>
                        <p:nvPr/>
                      </p:nvCxnSpPr>
                      <p:spPr>
                        <a:xfrm flipH="1" flipV="1">
                          <a:off x="6770932" y="2355140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5" name="Straight Connector 1284">
                          <a:extLst>
                            <a:ext uri="{FF2B5EF4-FFF2-40B4-BE49-F238E27FC236}">
                              <a16:creationId xmlns:a16="http://schemas.microsoft.com/office/drawing/2014/main" id="{7641A6AC-B5EF-44DC-B21C-D30A3E5BBB5D}"/>
                            </a:ext>
                          </a:extLst>
                        </p:cNvPr>
                        <p:cNvCxnSpPr>
                          <a:cxnSpLocks/>
                          <a:stCxn id="1294" idx="0"/>
                          <a:endCxn id="1294" idx="4"/>
                        </p:cNvCxnSpPr>
                        <p:nvPr/>
                      </p:nvCxnSpPr>
                      <p:spPr>
                        <a:xfrm flipH="1" flipV="1">
                          <a:off x="6939709" y="2062001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6" name="Straight Connector 1285">
                          <a:extLst>
                            <a:ext uri="{FF2B5EF4-FFF2-40B4-BE49-F238E27FC236}">
                              <a16:creationId xmlns:a16="http://schemas.microsoft.com/office/drawing/2014/main" id="{E01B3D38-0E6D-4980-A4B3-0D70404AFF94}"/>
                            </a:ext>
                          </a:extLst>
                        </p:cNvPr>
                        <p:cNvCxnSpPr>
                          <a:cxnSpLocks/>
                          <a:stCxn id="1294" idx="3"/>
                          <a:endCxn id="1294" idx="4"/>
                        </p:cNvCxnSpPr>
                        <p:nvPr/>
                      </p:nvCxnSpPr>
                      <p:spPr>
                        <a:xfrm flipV="1">
                          <a:off x="6770932" y="2062001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7" name="Straight Connector 1286">
                          <a:extLst>
                            <a:ext uri="{FF2B5EF4-FFF2-40B4-BE49-F238E27FC236}">
                              <a16:creationId xmlns:a16="http://schemas.microsoft.com/office/drawing/2014/main" id="{1A445099-2104-4FEA-AC68-04784FCA39B7}"/>
                            </a:ext>
                          </a:extLst>
                        </p:cNvPr>
                        <p:cNvCxnSpPr>
                          <a:cxnSpLocks/>
                          <a:stCxn id="1298" idx="2"/>
                          <a:endCxn id="1294" idx="1"/>
                        </p:cNvCxnSpPr>
                        <p:nvPr/>
                      </p:nvCxnSpPr>
                      <p:spPr>
                        <a:xfrm flipV="1">
                          <a:off x="7006625" y="2527697"/>
                          <a:ext cx="407615" cy="22262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8" name="Straight Connector 1287">
                          <a:extLst>
                            <a:ext uri="{FF2B5EF4-FFF2-40B4-BE49-F238E27FC236}">
                              <a16:creationId xmlns:a16="http://schemas.microsoft.com/office/drawing/2014/main" id="{7887EDA6-FAA8-42EC-8F25-B3A744AE12F3}"/>
                            </a:ext>
                          </a:extLst>
                        </p:cNvPr>
                        <p:cNvCxnSpPr>
                          <a:cxnSpLocks/>
                          <a:stCxn id="1297" idx="2"/>
                          <a:endCxn id="1297" idx="3"/>
                        </p:cNvCxnSpPr>
                        <p:nvPr/>
                      </p:nvCxnSpPr>
                      <p:spPr>
                        <a:xfrm>
                          <a:off x="8105449" y="2457722"/>
                          <a:ext cx="235145" cy="402710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9" name="Straight Connector 1288">
                          <a:extLst>
                            <a:ext uri="{FF2B5EF4-FFF2-40B4-BE49-F238E27FC236}">
                              <a16:creationId xmlns:a16="http://schemas.microsoft.com/office/drawing/2014/main" id="{1BC3A4E0-9D9C-40F2-9591-84A96DC0EB8A}"/>
                            </a:ext>
                          </a:extLst>
                        </p:cNvPr>
                        <p:cNvCxnSpPr>
                          <a:cxnSpLocks/>
                          <a:stCxn id="1297" idx="1"/>
                          <a:endCxn id="1298" idx="0"/>
                        </p:cNvCxnSpPr>
                        <p:nvPr/>
                      </p:nvCxnSpPr>
                      <p:spPr>
                        <a:xfrm>
                          <a:off x="7697286" y="2687875"/>
                          <a:ext cx="4991" cy="463803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0" name="Straight Connector 1289">
                          <a:extLst>
                            <a:ext uri="{FF2B5EF4-FFF2-40B4-BE49-F238E27FC236}">
                              <a16:creationId xmlns:a16="http://schemas.microsoft.com/office/drawing/2014/main" id="{26C23DA5-8783-405B-851F-DECD3F362A2F}"/>
                            </a:ext>
                          </a:extLst>
                        </p:cNvPr>
                        <p:cNvCxnSpPr>
                          <a:cxnSpLocks/>
                          <a:stCxn id="1297" idx="3"/>
                          <a:endCxn id="1297" idx="4"/>
                        </p:cNvCxnSpPr>
                        <p:nvPr/>
                      </p:nvCxnSpPr>
                      <p:spPr>
                        <a:xfrm flipH="1">
                          <a:off x="8171817" y="2860432"/>
                          <a:ext cx="168777" cy="29313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1" name="Straight Connector 1290">
                          <a:extLst>
                            <a:ext uri="{FF2B5EF4-FFF2-40B4-BE49-F238E27FC236}">
                              <a16:creationId xmlns:a16="http://schemas.microsoft.com/office/drawing/2014/main" id="{85248B03-1BBD-404A-98D0-1B9E00CB52D4}"/>
                            </a:ext>
                          </a:extLst>
                        </p:cNvPr>
                        <p:cNvCxnSpPr>
                          <a:cxnSpLocks/>
                          <a:stCxn id="1297" idx="4"/>
                          <a:endCxn id="1297" idx="0"/>
                        </p:cNvCxnSpPr>
                        <p:nvPr/>
                      </p:nvCxnSpPr>
                      <p:spPr>
                        <a:xfrm flipH="1" flipV="1">
                          <a:off x="7701240" y="3151717"/>
                          <a:ext cx="470577" cy="1854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2" name="Straight Connector 1291">
                          <a:extLst>
                            <a:ext uri="{FF2B5EF4-FFF2-40B4-BE49-F238E27FC236}">
                              <a16:creationId xmlns:a16="http://schemas.microsoft.com/office/drawing/2014/main" id="{3E66EB20-7500-49A0-8DDF-65B73BDF805A}"/>
                            </a:ext>
                          </a:extLst>
                        </p:cNvPr>
                        <p:cNvCxnSpPr>
                          <a:cxnSpLocks/>
                          <a:stCxn id="1298" idx="1"/>
                          <a:endCxn id="1294" idx="2"/>
                        </p:cNvCxnSpPr>
                        <p:nvPr/>
                      </p:nvCxnSpPr>
                      <p:spPr>
                        <a:xfrm flipH="1" flipV="1">
                          <a:off x="7006077" y="2757850"/>
                          <a:ext cx="232378" cy="399689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93" name="Straight Connector 1292">
                          <a:extLst>
                            <a:ext uri="{FF2B5EF4-FFF2-40B4-BE49-F238E27FC236}">
                              <a16:creationId xmlns:a16="http://schemas.microsoft.com/office/drawing/2014/main" id="{5F90E4E0-A1E2-4C34-A6DF-B217025E5853}"/>
                            </a:ext>
                          </a:extLst>
                        </p:cNvPr>
                        <p:cNvCxnSpPr>
                          <a:cxnSpLocks/>
                          <a:stCxn id="1298" idx="0"/>
                          <a:endCxn id="1298" idx="1"/>
                        </p:cNvCxnSpPr>
                        <p:nvPr/>
                      </p:nvCxnSpPr>
                      <p:spPr>
                        <a:xfrm flipH="1">
                          <a:off x="7238455" y="3151678"/>
                          <a:ext cx="463822" cy="5861"/>
                        </a:xfrm>
                        <a:prstGeom prst="line">
                          <a:avLst/>
                        </a:prstGeom>
                        <a:ln w="38100" cap="rnd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</p:grpSp>
              <p:sp>
                <p:nvSpPr>
                  <p:cNvPr id="1273" name="Star: 5 Points 1272">
                    <a:extLst>
                      <a:ext uri="{FF2B5EF4-FFF2-40B4-BE49-F238E27FC236}">
                        <a16:creationId xmlns:a16="http://schemas.microsoft.com/office/drawing/2014/main" id="{3B57713D-6E1D-4D2A-9C91-9ABBF84987E9}"/>
                      </a:ext>
                    </a:extLst>
                  </p:cNvPr>
                  <p:cNvSpPr/>
                  <p:nvPr/>
                </p:nvSpPr>
                <p:spPr>
                  <a:xfrm>
                    <a:off x="-329507" y="9443613"/>
                    <a:ext cx="231008" cy="231008"/>
                  </a:xfrm>
                  <a:prstGeom prst="star5">
                    <a:avLst>
                      <a:gd name="adj" fmla="val 28611"/>
                      <a:gd name="hf" fmla="val 105146"/>
                      <a:gd name="vf" fmla="val 110557"/>
                    </a:avLst>
                  </a:prstGeom>
                  <a:solidFill>
                    <a:schemeClr val="tx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6B12D05-241C-40F4-B2E7-B167F328D856}"/>
                  </a:ext>
                </a:extLst>
              </p:cNvPr>
              <p:cNvGrpSpPr/>
              <p:nvPr/>
            </p:nvGrpSpPr>
            <p:grpSpPr>
              <a:xfrm>
                <a:off x="1619472" y="1952439"/>
                <a:ext cx="3435269" cy="3875064"/>
                <a:chOff x="1619472" y="1952439"/>
                <a:chExt cx="3435269" cy="3875064"/>
              </a:xfrm>
            </p:grpSpPr>
            <p:sp>
              <p:nvSpPr>
                <p:cNvPr id="9" name="Isosceles Triangle 8">
                  <a:extLst>
                    <a:ext uri="{FF2B5EF4-FFF2-40B4-BE49-F238E27FC236}">
                      <a16:creationId xmlns:a16="http://schemas.microsoft.com/office/drawing/2014/main" id="{4B7D9596-1B13-4E35-B302-4FCBD0E1257E}"/>
                    </a:ext>
                  </a:extLst>
                </p:cNvPr>
                <p:cNvSpPr/>
                <p:nvPr/>
              </p:nvSpPr>
              <p:spPr>
                <a:xfrm rot="16200000">
                  <a:off x="4592877" y="1944143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4" name="Isosceles Triangle 853">
                  <a:extLst>
                    <a:ext uri="{FF2B5EF4-FFF2-40B4-BE49-F238E27FC236}">
                      <a16:creationId xmlns:a16="http://schemas.microsoft.com/office/drawing/2014/main" id="{F1411641-A9C8-429B-830E-EED9F69184D1}"/>
                    </a:ext>
                  </a:extLst>
                </p:cNvPr>
                <p:cNvSpPr/>
                <p:nvPr/>
              </p:nvSpPr>
              <p:spPr>
                <a:xfrm rot="5400000">
                  <a:off x="3238311" y="2286896"/>
                  <a:ext cx="10188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5" name="Isosceles Triangle 854">
                  <a:extLst>
                    <a:ext uri="{FF2B5EF4-FFF2-40B4-BE49-F238E27FC236}">
                      <a16:creationId xmlns:a16="http://schemas.microsoft.com/office/drawing/2014/main" id="{49B695CB-59AD-4013-B220-8C3BBD736F24}"/>
                    </a:ext>
                  </a:extLst>
                </p:cNvPr>
                <p:cNvSpPr/>
                <p:nvPr/>
              </p:nvSpPr>
              <p:spPr>
                <a:xfrm rot="13948617">
                  <a:off x="4177775" y="3176865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6" name="Isosceles Triangle 855">
                  <a:extLst>
                    <a:ext uri="{FF2B5EF4-FFF2-40B4-BE49-F238E27FC236}">
                      <a16:creationId xmlns:a16="http://schemas.microsoft.com/office/drawing/2014/main" id="{F7D4ADB6-76B9-48BA-AC4F-EF8E6FE1503D}"/>
                    </a:ext>
                  </a:extLst>
                </p:cNvPr>
                <p:cNvSpPr/>
                <p:nvPr/>
              </p:nvSpPr>
              <p:spPr>
                <a:xfrm rot="2999381">
                  <a:off x="3150240" y="4408276"/>
                  <a:ext cx="101884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7" name="Isosceles Triangle 856">
                  <a:extLst>
                    <a:ext uri="{FF2B5EF4-FFF2-40B4-BE49-F238E27FC236}">
                      <a16:creationId xmlns:a16="http://schemas.microsoft.com/office/drawing/2014/main" id="{1265B85B-E3E8-4705-A7FB-7EC085A1E3C8}"/>
                    </a:ext>
                  </a:extLst>
                </p:cNvPr>
                <p:cNvSpPr/>
                <p:nvPr/>
              </p:nvSpPr>
              <p:spPr>
                <a:xfrm rot="5400000">
                  <a:off x="1627771" y="4463242"/>
                  <a:ext cx="10188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8" name="Isosceles Triangle 857">
                  <a:extLst>
                    <a:ext uri="{FF2B5EF4-FFF2-40B4-BE49-F238E27FC236}">
                      <a16:creationId xmlns:a16="http://schemas.microsoft.com/office/drawing/2014/main" id="{8195F947-7C93-46F3-AB0F-9E00E73BF690}"/>
                    </a:ext>
                  </a:extLst>
                </p:cNvPr>
                <p:cNvSpPr/>
                <p:nvPr/>
              </p:nvSpPr>
              <p:spPr>
                <a:xfrm rot="16200000">
                  <a:off x="3329278" y="5330076"/>
                  <a:ext cx="101886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9" name="Isosceles Triangle 858">
                  <a:extLst>
                    <a:ext uri="{FF2B5EF4-FFF2-40B4-BE49-F238E27FC236}">
                      <a16:creationId xmlns:a16="http://schemas.microsoft.com/office/drawing/2014/main" id="{8F436A53-6E35-4D12-A18F-43358F448E53}"/>
                    </a:ext>
                  </a:extLst>
                </p:cNvPr>
                <p:cNvSpPr/>
                <p:nvPr/>
              </p:nvSpPr>
              <p:spPr>
                <a:xfrm rot="8381774">
                  <a:off x="3324753" y="4702922"/>
                  <a:ext cx="105028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0" name="Isosceles Triangle 859">
                  <a:extLst>
                    <a:ext uri="{FF2B5EF4-FFF2-40B4-BE49-F238E27FC236}">
                      <a16:creationId xmlns:a16="http://schemas.microsoft.com/office/drawing/2014/main" id="{1B468C89-EDE3-4761-B35F-E1C9F4220FEA}"/>
                    </a:ext>
                  </a:extLst>
                </p:cNvPr>
                <p:cNvSpPr/>
                <p:nvPr/>
              </p:nvSpPr>
              <p:spPr>
                <a:xfrm rot="18900000">
                  <a:off x="4949711" y="5709025"/>
                  <a:ext cx="10503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1" name="Isosceles Triangle 860">
                  <a:extLst>
                    <a:ext uri="{FF2B5EF4-FFF2-40B4-BE49-F238E27FC236}">
                      <a16:creationId xmlns:a16="http://schemas.microsoft.com/office/drawing/2014/main" id="{F6037B0E-C44B-452A-9E43-9B835B3BAFFE}"/>
                    </a:ext>
                  </a:extLst>
                </p:cNvPr>
                <p:cNvSpPr/>
                <p:nvPr/>
              </p:nvSpPr>
              <p:spPr>
                <a:xfrm>
                  <a:off x="2537458" y="3405842"/>
                  <a:ext cx="105030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2" name="Isosceles Triangle 861">
                  <a:extLst>
                    <a:ext uri="{FF2B5EF4-FFF2-40B4-BE49-F238E27FC236}">
                      <a16:creationId xmlns:a16="http://schemas.microsoft.com/office/drawing/2014/main" id="{4DF4E6C0-44B5-47C4-BC41-A230D654BE05}"/>
                    </a:ext>
                  </a:extLst>
                </p:cNvPr>
                <p:cNvSpPr/>
                <p:nvPr/>
              </p:nvSpPr>
              <p:spPr>
                <a:xfrm rot="10800000">
                  <a:off x="2236458" y="2038857"/>
                  <a:ext cx="105028" cy="118478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603964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B84C5CB-F007-4428-830A-A2CEFD914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207" y="214356"/>
            <a:ext cx="5524784" cy="5137414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2757" name="Group 2756">
            <a:extLst>
              <a:ext uri="{FF2B5EF4-FFF2-40B4-BE49-F238E27FC236}">
                <a16:creationId xmlns:a16="http://schemas.microsoft.com/office/drawing/2014/main" id="{69EFD0A7-56CC-4316-BC5F-FE7E806FB0AF}"/>
              </a:ext>
            </a:extLst>
          </p:cNvPr>
          <p:cNvGrpSpPr/>
          <p:nvPr/>
        </p:nvGrpSpPr>
        <p:grpSpPr>
          <a:xfrm>
            <a:off x="490022" y="507183"/>
            <a:ext cx="4990244" cy="4980234"/>
            <a:chOff x="490022" y="507183"/>
            <a:chExt cx="4990244" cy="4980234"/>
          </a:xfrm>
        </p:grpSpPr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8D2798E5-DB8C-41C2-B25A-C2FBC742B317}"/>
                </a:ext>
              </a:extLst>
            </p:cNvPr>
            <p:cNvGrpSpPr/>
            <p:nvPr/>
          </p:nvGrpSpPr>
          <p:grpSpPr>
            <a:xfrm>
              <a:off x="490623" y="511993"/>
              <a:ext cx="4989643" cy="4975424"/>
              <a:chOff x="499840" y="536248"/>
              <a:chExt cx="4989643" cy="4975424"/>
            </a:xfrm>
            <a:solidFill>
              <a:schemeClr val="bg1">
                <a:alpha val="20000"/>
              </a:schemeClr>
            </a:solidFill>
          </p:grpSpPr>
          <p:grpSp>
            <p:nvGrpSpPr>
              <p:cNvPr id="1751" name="Group 1750">
                <a:extLst>
                  <a:ext uri="{FF2B5EF4-FFF2-40B4-BE49-F238E27FC236}">
                    <a16:creationId xmlns:a16="http://schemas.microsoft.com/office/drawing/2014/main" id="{63D2DE68-E39D-4CD2-A3F7-87C1C2059841}"/>
                  </a:ext>
                </a:extLst>
              </p:cNvPr>
              <p:cNvGrpSpPr/>
              <p:nvPr/>
            </p:nvGrpSpPr>
            <p:grpSpPr>
              <a:xfrm>
                <a:off x="499840" y="868646"/>
                <a:ext cx="4989643" cy="4643026"/>
                <a:chOff x="470299" y="814905"/>
                <a:chExt cx="4989643" cy="4643026"/>
              </a:xfrm>
              <a:grpFill/>
            </p:grpSpPr>
            <p:sp>
              <p:nvSpPr>
                <p:cNvPr id="1765" name="Pentagon 4">
                  <a:extLst>
                    <a:ext uri="{FF2B5EF4-FFF2-40B4-BE49-F238E27FC236}">
                      <a16:creationId xmlns:a16="http://schemas.microsoft.com/office/drawing/2014/main" id="{E3E3DB77-6FCC-4F82-9741-A4B2053ACD52}"/>
                    </a:ext>
                  </a:extLst>
                </p:cNvPr>
                <p:cNvSpPr/>
                <p:nvPr/>
              </p:nvSpPr>
              <p:spPr>
                <a:xfrm rot="7214139">
                  <a:off x="3492646" y="89422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Pentagon 4">
                  <a:extLst>
                    <a:ext uri="{FF2B5EF4-FFF2-40B4-BE49-F238E27FC236}">
                      <a16:creationId xmlns:a16="http://schemas.microsoft.com/office/drawing/2014/main" id="{3D7A66F1-E005-4EF6-AB64-BBA6D7BC8BF8}"/>
                    </a:ext>
                  </a:extLst>
                </p:cNvPr>
                <p:cNvSpPr/>
                <p:nvPr/>
              </p:nvSpPr>
              <p:spPr>
                <a:xfrm rot="1800000">
                  <a:off x="4072613" y="86487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Pentagon 4">
                  <a:extLst>
                    <a:ext uri="{FF2B5EF4-FFF2-40B4-BE49-F238E27FC236}">
                      <a16:creationId xmlns:a16="http://schemas.microsoft.com/office/drawing/2014/main" id="{567AC79E-D5C7-4322-B085-D0A9C56D8FC1}"/>
                    </a:ext>
                  </a:extLst>
                </p:cNvPr>
                <p:cNvSpPr/>
                <p:nvPr/>
              </p:nvSpPr>
              <p:spPr>
                <a:xfrm rot="18014139">
                  <a:off x="4335332" y="137407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Pentagon 4">
                  <a:extLst>
                    <a:ext uri="{FF2B5EF4-FFF2-40B4-BE49-F238E27FC236}">
                      <a16:creationId xmlns:a16="http://schemas.microsoft.com/office/drawing/2014/main" id="{340B18B0-B412-4D8B-8630-D86AA780179B}"/>
                    </a:ext>
                  </a:extLst>
                </p:cNvPr>
                <p:cNvSpPr/>
                <p:nvPr/>
              </p:nvSpPr>
              <p:spPr>
                <a:xfrm rot="12600000">
                  <a:off x="3755365" y="140343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69" name="Straight Connector 1768">
                  <a:extLst>
                    <a:ext uri="{FF2B5EF4-FFF2-40B4-BE49-F238E27FC236}">
                      <a16:creationId xmlns:a16="http://schemas.microsoft.com/office/drawing/2014/main" id="{5696BEFF-1F71-46D3-9EAE-F6049C2941F3}"/>
                    </a:ext>
                  </a:extLst>
                </p:cNvPr>
                <p:cNvCxnSpPr>
                  <a:cxnSpLocks/>
                  <a:stCxn id="1765" idx="2"/>
                  <a:endCxn id="1765" idx="3"/>
                </p:cNvCxnSpPr>
                <p:nvPr/>
              </p:nvCxnSpPr>
              <p:spPr>
                <a:xfrm flipH="1" flipV="1">
                  <a:off x="3530722" y="1203748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0" name="Straight Connector 1769">
                  <a:extLst>
                    <a:ext uri="{FF2B5EF4-FFF2-40B4-BE49-F238E27FC236}">
                      <a16:creationId xmlns:a16="http://schemas.microsoft.com/office/drawing/2014/main" id="{C98D8886-DF54-4ABD-BC5E-1CFB7A4E7709}"/>
                    </a:ext>
                  </a:extLst>
                </p:cNvPr>
                <p:cNvCxnSpPr>
                  <a:cxnSpLocks/>
                  <a:stCxn id="1765" idx="3"/>
                  <a:endCxn id="1765" idx="4"/>
                </p:cNvCxnSpPr>
                <p:nvPr/>
              </p:nvCxnSpPr>
              <p:spPr>
                <a:xfrm flipV="1">
                  <a:off x="3530722" y="910609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1" name="Straight Connector 1770">
                  <a:extLst>
                    <a:ext uri="{FF2B5EF4-FFF2-40B4-BE49-F238E27FC236}">
                      <a16:creationId xmlns:a16="http://schemas.microsoft.com/office/drawing/2014/main" id="{D7D78352-7D13-4BA9-A02C-E499DE44B204}"/>
                    </a:ext>
                  </a:extLst>
                </p:cNvPr>
                <p:cNvCxnSpPr>
                  <a:cxnSpLocks/>
                  <a:stCxn id="1767" idx="4"/>
                  <a:endCxn id="1767" idx="0"/>
                </p:cNvCxnSpPr>
                <p:nvPr/>
              </p:nvCxnSpPr>
              <p:spPr>
                <a:xfrm flipH="1" flipV="1">
                  <a:off x="4461030" y="2000325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2" name="Straight Connector 1771">
                  <a:extLst>
                    <a:ext uri="{FF2B5EF4-FFF2-40B4-BE49-F238E27FC236}">
                      <a16:creationId xmlns:a16="http://schemas.microsoft.com/office/drawing/2014/main" id="{8B7933E8-88B7-42EA-A95B-3F9A849A7DDE}"/>
                    </a:ext>
                  </a:extLst>
                </p:cNvPr>
                <p:cNvCxnSpPr>
                  <a:cxnSpLocks/>
                  <a:stCxn id="1768" idx="1"/>
                  <a:endCxn id="1765" idx="2"/>
                </p:cNvCxnSpPr>
                <p:nvPr/>
              </p:nvCxnSpPr>
              <p:spPr>
                <a:xfrm flipH="1" flipV="1">
                  <a:off x="3765867" y="1606458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3" name="Straight Connector 1772">
                  <a:extLst>
                    <a:ext uri="{FF2B5EF4-FFF2-40B4-BE49-F238E27FC236}">
                      <a16:creationId xmlns:a16="http://schemas.microsoft.com/office/drawing/2014/main" id="{AC2EE274-AF37-40B1-95E5-0C9AB9123981}"/>
                    </a:ext>
                  </a:extLst>
                </p:cNvPr>
                <p:cNvCxnSpPr>
                  <a:cxnSpLocks/>
                  <a:stCxn id="1768" idx="0"/>
                  <a:endCxn id="1768" idx="1"/>
                </p:cNvCxnSpPr>
                <p:nvPr/>
              </p:nvCxnSpPr>
              <p:spPr>
                <a:xfrm flipH="1">
                  <a:off x="3998245" y="2000286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74" name="Pentagon 4">
                  <a:extLst>
                    <a:ext uri="{FF2B5EF4-FFF2-40B4-BE49-F238E27FC236}">
                      <a16:creationId xmlns:a16="http://schemas.microsoft.com/office/drawing/2014/main" id="{F7E5D6A4-1DAA-4BE5-AC5F-B93D08AAA453}"/>
                    </a:ext>
                  </a:extLst>
                </p:cNvPr>
                <p:cNvSpPr/>
                <p:nvPr/>
              </p:nvSpPr>
              <p:spPr>
                <a:xfrm rot="7214139">
                  <a:off x="3790904" y="198443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Pentagon 4">
                  <a:extLst>
                    <a:ext uri="{FF2B5EF4-FFF2-40B4-BE49-F238E27FC236}">
                      <a16:creationId xmlns:a16="http://schemas.microsoft.com/office/drawing/2014/main" id="{20F741BC-9280-4EE0-B19E-8B79E9937924}"/>
                    </a:ext>
                  </a:extLst>
                </p:cNvPr>
                <p:cNvSpPr/>
                <p:nvPr/>
              </p:nvSpPr>
              <p:spPr>
                <a:xfrm rot="1800000">
                  <a:off x="4370871" y="19550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Pentagon 4">
                  <a:extLst>
                    <a:ext uri="{FF2B5EF4-FFF2-40B4-BE49-F238E27FC236}">
                      <a16:creationId xmlns:a16="http://schemas.microsoft.com/office/drawing/2014/main" id="{77DD829F-6177-471F-90C5-814E06114308}"/>
                    </a:ext>
                  </a:extLst>
                </p:cNvPr>
                <p:cNvSpPr/>
                <p:nvPr/>
              </p:nvSpPr>
              <p:spPr>
                <a:xfrm rot="18014139">
                  <a:off x="4633590" y="246429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Pentagon 4">
                  <a:extLst>
                    <a:ext uri="{FF2B5EF4-FFF2-40B4-BE49-F238E27FC236}">
                      <a16:creationId xmlns:a16="http://schemas.microsoft.com/office/drawing/2014/main" id="{27641FE2-F8F9-45F1-B572-81322CD5AA24}"/>
                    </a:ext>
                  </a:extLst>
                </p:cNvPr>
                <p:cNvSpPr/>
                <p:nvPr/>
              </p:nvSpPr>
              <p:spPr>
                <a:xfrm rot="12600000">
                  <a:off x="4053623" y="249364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80" name="Straight Connector 1779">
                  <a:extLst>
                    <a:ext uri="{FF2B5EF4-FFF2-40B4-BE49-F238E27FC236}">
                      <a16:creationId xmlns:a16="http://schemas.microsoft.com/office/drawing/2014/main" id="{1EFA1958-DF2C-475A-B639-682FB43C4673}"/>
                    </a:ext>
                  </a:extLst>
                </p:cNvPr>
                <p:cNvCxnSpPr>
                  <a:cxnSpLocks/>
                  <a:stCxn id="1774" idx="2"/>
                  <a:endCxn id="1774" idx="3"/>
                </p:cNvCxnSpPr>
                <p:nvPr/>
              </p:nvCxnSpPr>
              <p:spPr>
                <a:xfrm flipH="1" flipV="1">
                  <a:off x="3828980" y="2293959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2" name="Straight Connector 1781">
                  <a:extLst>
                    <a:ext uri="{FF2B5EF4-FFF2-40B4-BE49-F238E27FC236}">
                      <a16:creationId xmlns:a16="http://schemas.microsoft.com/office/drawing/2014/main" id="{7BA1340E-BEEA-4934-B241-43CD6538EC35}"/>
                    </a:ext>
                  </a:extLst>
                </p:cNvPr>
                <p:cNvCxnSpPr>
                  <a:cxnSpLocks/>
                  <a:stCxn id="1774" idx="3"/>
                  <a:endCxn id="1774" idx="4"/>
                </p:cNvCxnSpPr>
                <p:nvPr/>
              </p:nvCxnSpPr>
              <p:spPr>
                <a:xfrm flipV="1">
                  <a:off x="3828980" y="2000820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5" name="Straight Connector 1784">
                  <a:extLst>
                    <a:ext uri="{FF2B5EF4-FFF2-40B4-BE49-F238E27FC236}">
                      <a16:creationId xmlns:a16="http://schemas.microsoft.com/office/drawing/2014/main" id="{37AC144A-6037-45ED-BE33-A087565F6A7D}"/>
                    </a:ext>
                  </a:extLst>
                </p:cNvPr>
                <p:cNvCxnSpPr>
                  <a:cxnSpLocks/>
                  <a:stCxn id="1776" idx="4"/>
                  <a:endCxn id="1776" idx="0"/>
                </p:cNvCxnSpPr>
                <p:nvPr/>
              </p:nvCxnSpPr>
              <p:spPr>
                <a:xfrm flipH="1" flipV="1">
                  <a:off x="4759288" y="3090536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6" name="Straight Connector 1785">
                  <a:extLst>
                    <a:ext uri="{FF2B5EF4-FFF2-40B4-BE49-F238E27FC236}">
                      <a16:creationId xmlns:a16="http://schemas.microsoft.com/office/drawing/2014/main" id="{CB5E7479-DE80-4910-B408-9A279A9C0692}"/>
                    </a:ext>
                  </a:extLst>
                </p:cNvPr>
                <p:cNvCxnSpPr>
                  <a:cxnSpLocks/>
                  <a:stCxn id="1777" idx="1"/>
                  <a:endCxn id="1774" idx="2"/>
                </p:cNvCxnSpPr>
                <p:nvPr/>
              </p:nvCxnSpPr>
              <p:spPr>
                <a:xfrm flipH="1" flipV="1">
                  <a:off x="4064125" y="2696669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7" name="Straight Connector 1786">
                  <a:extLst>
                    <a:ext uri="{FF2B5EF4-FFF2-40B4-BE49-F238E27FC236}">
                      <a16:creationId xmlns:a16="http://schemas.microsoft.com/office/drawing/2014/main" id="{5E28BD09-6F88-442A-BF6C-9990F353FEBF}"/>
                    </a:ext>
                  </a:extLst>
                </p:cNvPr>
                <p:cNvCxnSpPr>
                  <a:cxnSpLocks/>
                  <a:stCxn id="1777" idx="0"/>
                  <a:endCxn id="1777" idx="1"/>
                </p:cNvCxnSpPr>
                <p:nvPr/>
              </p:nvCxnSpPr>
              <p:spPr>
                <a:xfrm flipH="1">
                  <a:off x="4296503" y="3090497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88" name="Pentagon 4">
                  <a:extLst>
                    <a:ext uri="{FF2B5EF4-FFF2-40B4-BE49-F238E27FC236}">
                      <a16:creationId xmlns:a16="http://schemas.microsoft.com/office/drawing/2014/main" id="{6BF9D64A-71A3-423B-92CC-A92A22BB7E9E}"/>
                    </a:ext>
                  </a:extLst>
                </p:cNvPr>
                <p:cNvSpPr/>
                <p:nvPr/>
              </p:nvSpPr>
              <p:spPr>
                <a:xfrm rot="7214139">
                  <a:off x="2400447" y="118128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9" name="Pentagon 4">
                  <a:extLst>
                    <a:ext uri="{FF2B5EF4-FFF2-40B4-BE49-F238E27FC236}">
                      <a16:creationId xmlns:a16="http://schemas.microsoft.com/office/drawing/2014/main" id="{46805C47-C42D-441F-A6E1-983021D73299}"/>
                    </a:ext>
                  </a:extLst>
                </p:cNvPr>
                <p:cNvSpPr/>
                <p:nvPr/>
              </p:nvSpPr>
              <p:spPr>
                <a:xfrm rot="1800000">
                  <a:off x="2980414" y="115193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0" name="Pentagon 4">
                  <a:extLst>
                    <a:ext uri="{FF2B5EF4-FFF2-40B4-BE49-F238E27FC236}">
                      <a16:creationId xmlns:a16="http://schemas.microsoft.com/office/drawing/2014/main" id="{5ACE9170-DE51-455F-9056-F000699E3143}"/>
                    </a:ext>
                  </a:extLst>
                </p:cNvPr>
                <p:cNvSpPr/>
                <p:nvPr/>
              </p:nvSpPr>
              <p:spPr>
                <a:xfrm rot="18014139">
                  <a:off x="3243133" y="166114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1" name="Pentagon 4">
                  <a:extLst>
                    <a:ext uri="{FF2B5EF4-FFF2-40B4-BE49-F238E27FC236}">
                      <a16:creationId xmlns:a16="http://schemas.microsoft.com/office/drawing/2014/main" id="{BCA4C9AA-C31F-4FA8-A86D-815C14CA69C6}"/>
                    </a:ext>
                  </a:extLst>
                </p:cNvPr>
                <p:cNvSpPr/>
                <p:nvPr/>
              </p:nvSpPr>
              <p:spPr>
                <a:xfrm rot="12600000">
                  <a:off x="2663166" y="169049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92" name="Straight Connector 1791">
                  <a:extLst>
                    <a:ext uri="{FF2B5EF4-FFF2-40B4-BE49-F238E27FC236}">
                      <a16:creationId xmlns:a16="http://schemas.microsoft.com/office/drawing/2014/main" id="{1258B3E0-B090-4690-BA66-0DDEECB410F2}"/>
                    </a:ext>
                  </a:extLst>
                </p:cNvPr>
                <p:cNvCxnSpPr>
                  <a:cxnSpLocks/>
                  <a:stCxn id="1789" idx="1"/>
                  <a:endCxn id="1788" idx="0"/>
                </p:cNvCxnSpPr>
                <p:nvPr/>
              </p:nvCxnSpPr>
              <p:spPr>
                <a:xfrm flipH="1">
                  <a:off x="3077877" y="1193702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6" name="Straight Connector 1795">
                  <a:extLst>
                    <a:ext uri="{FF2B5EF4-FFF2-40B4-BE49-F238E27FC236}">
                      <a16:creationId xmlns:a16="http://schemas.microsoft.com/office/drawing/2014/main" id="{6338B7E6-6BA6-483D-ADA9-6F884503EFA0}"/>
                    </a:ext>
                  </a:extLst>
                </p:cNvPr>
                <p:cNvCxnSpPr>
                  <a:cxnSpLocks/>
                  <a:stCxn id="1788" idx="2"/>
                  <a:endCxn id="1788" idx="3"/>
                </p:cNvCxnSpPr>
                <p:nvPr/>
              </p:nvCxnSpPr>
              <p:spPr>
                <a:xfrm flipH="1" flipV="1">
                  <a:off x="2438523" y="1490809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7" name="Straight Connector 1796">
                  <a:extLst>
                    <a:ext uri="{FF2B5EF4-FFF2-40B4-BE49-F238E27FC236}">
                      <a16:creationId xmlns:a16="http://schemas.microsoft.com/office/drawing/2014/main" id="{15F08E4F-A6D1-4438-983B-FA511C6874E6}"/>
                    </a:ext>
                  </a:extLst>
                </p:cNvPr>
                <p:cNvCxnSpPr>
                  <a:cxnSpLocks/>
                  <a:stCxn id="1788" idx="0"/>
                  <a:endCxn id="1788" idx="4"/>
                </p:cNvCxnSpPr>
                <p:nvPr/>
              </p:nvCxnSpPr>
              <p:spPr>
                <a:xfrm flipH="1" flipV="1">
                  <a:off x="2607300" y="119767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8" name="Straight Connector 1797">
                  <a:extLst>
                    <a:ext uri="{FF2B5EF4-FFF2-40B4-BE49-F238E27FC236}">
                      <a16:creationId xmlns:a16="http://schemas.microsoft.com/office/drawing/2014/main" id="{41BB04B7-97CC-4807-B184-5D064F3EE63D}"/>
                    </a:ext>
                  </a:extLst>
                </p:cNvPr>
                <p:cNvCxnSpPr>
                  <a:cxnSpLocks/>
                  <a:stCxn id="1788" idx="3"/>
                  <a:endCxn id="1788" idx="4"/>
                </p:cNvCxnSpPr>
                <p:nvPr/>
              </p:nvCxnSpPr>
              <p:spPr>
                <a:xfrm flipV="1">
                  <a:off x="2438523" y="1197670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1" name="Straight Connector 1800">
                  <a:extLst>
                    <a:ext uri="{FF2B5EF4-FFF2-40B4-BE49-F238E27FC236}">
                      <a16:creationId xmlns:a16="http://schemas.microsoft.com/office/drawing/2014/main" id="{FC8AF7DB-5587-4A2B-B604-197E9F641022}"/>
                    </a:ext>
                  </a:extLst>
                </p:cNvPr>
                <p:cNvCxnSpPr>
                  <a:cxnSpLocks/>
                  <a:stCxn id="1790" idx="4"/>
                  <a:endCxn id="1790" idx="0"/>
                </p:cNvCxnSpPr>
                <p:nvPr/>
              </p:nvCxnSpPr>
              <p:spPr>
                <a:xfrm flipH="1" flipV="1">
                  <a:off x="3368831" y="2287386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2" name="Straight Connector 1801">
                  <a:extLst>
                    <a:ext uri="{FF2B5EF4-FFF2-40B4-BE49-F238E27FC236}">
                      <a16:creationId xmlns:a16="http://schemas.microsoft.com/office/drawing/2014/main" id="{AAD04C41-9C60-406C-A44B-696B0FDAEE22}"/>
                    </a:ext>
                  </a:extLst>
                </p:cNvPr>
                <p:cNvCxnSpPr>
                  <a:cxnSpLocks/>
                  <a:stCxn id="1791" idx="1"/>
                  <a:endCxn id="1788" idx="2"/>
                </p:cNvCxnSpPr>
                <p:nvPr/>
              </p:nvCxnSpPr>
              <p:spPr>
                <a:xfrm flipH="1" flipV="1">
                  <a:off x="2673668" y="1893519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3" name="Straight Connector 1802">
                  <a:extLst>
                    <a:ext uri="{FF2B5EF4-FFF2-40B4-BE49-F238E27FC236}">
                      <a16:creationId xmlns:a16="http://schemas.microsoft.com/office/drawing/2014/main" id="{DD76D9DD-55F5-4202-B57C-420CC33E3273}"/>
                    </a:ext>
                  </a:extLst>
                </p:cNvPr>
                <p:cNvCxnSpPr>
                  <a:cxnSpLocks/>
                  <a:stCxn id="1791" idx="0"/>
                  <a:endCxn id="1791" idx="1"/>
                </p:cNvCxnSpPr>
                <p:nvPr/>
              </p:nvCxnSpPr>
              <p:spPr>
                <a:xfrm flipH="1">
                  <a:off x="2906046" y="2287347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04" name="Pentagon 4">
                  <a:extLst>
                    <a:ext uri="{FF2B5EF4-FFF2-40B4-BE49-F238E27FC236}">
                      <a16:creationId xmlns:a16="http://schemas.microsoft.com/office/drawing/2014/main" id="{F32EE93D-C344-403B-BCED-9E171D654BE8}"/>
                    </a:ext>
                  </a:extLst>
                </p:cNvPr>
                <p:cNvSpPr/>
                <p:nvPr/>
              </p:nvSpPr>
              <p:spPr>
                <a:xfrm rot="7214139">
                  <a:off x="2698705" y="227150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Pentagon 4">
                  <a:extLst>
                    <a:ext uri="{FF2B5EF4-FFF2-40B4-BE49-F238E27FC236}">
                      <a16:creationId xmlns:a16="http://schemas.microsoft.com/office/drawing/2014/main" id="{D13382F0-EDDA-4DC4-BB42-527CA93B8865}"/>
                    </a:ext>
                  </a:extLst>
                </p:cNvPr>
                <p:cNvSpPr/>
                <p:nvPr/>
              </p:nvSpPr>
              <p:spPr>
                <a:xfrm rot="1800000">
                  <a:off x="3278672" y="224214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Pentagon 4">
                  <a:extLst>
                    <a:ext uri="{FF2B5EF4-FFF2-40B4-BE49-F238E27FC236}">
                      <a16:creationId xmlns:a16="http://schemas.microsoft.com/office/drawing/2014/main" id="{84D0E4DD-A020-4FCD-B68D-9EAED7EC8375}"/>
                    </a:ext>
                  </a:extLst>
                </p:cNvPr>
                <p:cNvSpPr/>
                <p:nvPr/>
              </p:nvSpPr>
              <p:spPr>
                <a:xfrm rot="18014139">
                  <a:off x="3541391" y="275135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Pentagon 4">
                  <a:extLst>
                    <a:ext uri="{FF2B5EF4-FFF2-40B4-BE49-F238E27FC236}">
                      <a16:creationId xmlns:a16="http://schemas.microsoft.com/office/drawing/2014/main" id="{709B9EE9-9741-4CE6-B2BA-31BCD1609505}"/>
                    </a:ext>
                  </a:extLst>
                </p:cNvPr>
                <p:cNvSpPr/>
                <p:nvPr/>
              </p:nvSpPr>
              <p:spPr>
                <a:xfrm rot="12600000">
                  <a:off x="2961424" y="278070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11" name="Straight Connector 1810">
                  <a:extLst>
                    <a:ext uri="{FF2B5EF4-FFF2-40B4-BE49-F238E27FC236}">
                      <a16:creationId xmlns:a16="http://schemas.microsoft.com/office/drawing/2014/main" id="{2EAC3E06-23BE-492B-969F-4BFAE87A9F14}"/>
                    </a:ext>
                  </a:extLst>
                </p:cNvPr>
                <p:cNvCxnSpPr>
                  <a:cxnSpLocks/>
                  <a:stCxn id="1804" idx="2"/>
                  <a:endCxn id="1804" idx="3"/>
                </p:cNvCxnSpPr>
                <p:nvPr/>
              </p:nvCxnSpPr>
              <p:spPr>
                <a:xfrm flipH="1" flipV="1">
                  <a:off x="2736781" y="2581020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3" name="Straight Connector 1812">
                  <a:extLst>
                    <a:ext uri="{FF2B5EF4-FFF2-40B4-BE49-F238E27FC236}">
                      <a16:creationId xmlns:a16="http://schemas.microsoft.com/office/drawing/2014/main" id="{42020CF6-A3C2-4484-9501-62CDA5A33393}"/>
                    </a:ext>
                  </a:extLst>
                </p:cNvPr>
                <p:cNvCxnSpPr>
                  <a:cxnSpLocks/>
                  <a:stCxn id="1804" idx="3"/>
                  <a:endCxn id="1804" idx="4"/>
                </p:cNvCxnSpPr>
                <p:nvPr/>
              </p:nvCxnSpPr>
              <p:spPr>
                <a:xfrm flipV="1">
                  <a:off x="2736781" y="2287881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6" name="Straight Connector 1815">
                  <a:extLst>
                    <a:ext uri="{FF2B5EF4-FFF2-40B4-BE49-F238E27FC236}">
                      <a16:creationId xmlns:a16="http://schemas.microsoft.com/office/drawing/2014/main" id="{07983CE1-664D-4967-9D03-A4EDCFAEA11C}"/>
                    </a:ext>
                  </a:extLst>
                </p:cNvPr>
                <p:cNvCxnSpPr>
                  <a:cxnSpLocks/>
                  <a:stCxn id="1806" idx="3"/>
                  <a:endCxn id="1806" idx="4"/>
                </p:cNvCxnSpPr>
                <p:nvPr/>
              </p:nvCxnSpPr>
              <p:spPr>
                <a:xfrm flipH="1">
                  <a:off x="4137666" y="3086312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7" name="Straight Connector 1816">
                  <a:extLst>
                    <a:ext uri="{FF2B5EF4-FFF2-40B4-BE49-F238E27FC236}">
                      <a16:creationId xmlns:a16="http://schemas.microsoft.com/office/drawing/2014/main" id="{0614AD3E-7255-4EBE-9F18-EDC6ED081222}"/>
                    </a:ext>
                  </a:extLst>
                </p:cNvPr>
                <p:cNvCxnSpPr>
                  <a:cxnSpLocks/>
                  <a:stCxn id="1806" idx="4"/>
                  <a:endCxn id="1806" idx="0"/>
                </p:cNvCxnSpPr>
                <p:nvPr/>
              </p:nvCxnSpPr>
              <p:spPr>
                <a:xfrm flipH="1" flipV="1">
                  <a:off x="3667089" y="3377597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8" name="Straight Connector 1817">
                  <a:extLst>
                    <a:ext uri="{FF2B5EF4-FFF2-40B4-BE49-F238E27FC236}">
                      <a16:creationId xmlns:a16="http://schemas.microsoft.com/office/drawing/2014/main" id="{C05C2B4C-563F-4406-A320-B72DC8BF403F}"/>
                    </a:ext>
                  </a:extLst>
                </p:cNvPr>
                <p:cNvCxnSpPr>
                  <a:cxnSpLocks/>
                  <a:stCxn id="1807" idx="1"/>
                  <a:endCxn id="1804" idx="2"/>
                </p:cNvCxnSpPr>
                <p:nvPr/>
              </p:nvCxnSpPr>
              <p:spPr>
                <a:xfrm flipH="1" flipV="1">
                  <a:off x="2971926" y="2983730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9" name="Straight Connector 1818">
                  <a:extLst>
                    <a:ext uri="{FF2B5EF4-FFF2-40B4-BE49-F238E27FC236}">
                      <a16:creationId xmlns:a16="http://schemas.microsoft.com/office/drawing/2014/main" id="{A255F62D-7401-46B8-B06C-6EE6EE40DAF8}"/>
                    </a:ext>
                  </a:extLst>
                </p:cNvPr>
                <p:cNvCxnSpPr>
                  <a:cxnSpLocks/>
                  <a:stCxn id="1807" idx="0"/>
                  <a:endCxn id="1807" idx="1"/>
                </p:cNvCxnSpPr>
                <p:nvPr/>
              </p:nvCxnSpPr>
              <p:spPr>
                <a:xfrm flipH="1">
                  <a:off x="3204304" y="3377558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20" name="Pentagon 4">
                  <a:extLst>
                    <a:ext uri="{FF2B5EF4-FFF2-40B4-BE49-F238E27FC236}">
                      <a16:creationId xmlns:a16="http://schemas.microsoft.com/office/drawing/2014/main" id="{1014F99F-9288-40BC-A65D-F4E1F43F2E05}"/>
                    </a:ext>
                  </a:extLst>
                </p:cNvPr>
                <p:cNvSpPr/>
                <p:nvPr/>
              </p:nvSpPr>
              <p:spPr>
                <a:xfrm rot="7214139">
                  <a:off x="1299779" y="146798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Pentagon 4">
                  <a:extLst>
                    <a:ext uri="{FF2B5EF4-FFF2-40B4-BE49-F238E27FC236}">
                      <a16:creationId xmlns:a16="http://schemas.microsoft.com/office/drawing/2014/main" id="{05604101-8E9E-4BBC-97AA-B180D372A5FD}"/>
                    </a:ext>
                  </a:extLst>
                </p:cNvPr>
                <p:cNvSpPr/>
                <p:nvPr/>
              </p:nvSpPr>
              <p:spPr>
                <a:xfrm rot="1800000">
                  <a:off x="1879746" y="143862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Pentagon 4">
                  <a:extLst>
                    <a:ext uri="{FF2B5EF4-FFF2-40B4-BE49-F238E27FC236}">
                      <a16:creationId xmlns:a16="http://schemas.microsoft.com/office/drawing/2014/main" id="{A73969D2-FA59-4677-BF83-40F7701FC9E4}"/>
                    </a:ext>
                  </a:extLst>
                </p:cNvPr>
                <p:cNvSpPr/>
                <p:nvPr/>
              </p:nvSpPr>
              <p:spPr>
                <a:xfrm rot="18014139">
                  <a:off x="2142465" y="194783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Pentagon 4">
                  <a:extLst>
                    <a:ext uri="{FF2B5EF4-FFF2-40B4-BE49-F238E27FC236}">
                      <a16:creationId xmlns:a16="http://schemas.microsoft.com/office/drawing/2014/main" id="{0838A5CD-EC0B-4838-90B5-B954F3704820}"/>
                    </a:ext>
                  </a:extLst>
                </p:cNvPr>
                <p:cNvSpPr/>
                <p:nvPr/>
              </p:nvSpPr>
              <p:spPr>
                <a:xfrm rot="12600000">
                  <a:off x="1562498" y="19771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24" name="Straight Connector 1823">
                  <a:extLst>
                    <a:ext uri="{FF2B5EF4-FFF2-40B4-BE49-F238E27FC236}">
                      <a16:creationId xmlns:a16="http://schemas.microsoft.com/office/drawing/2014/main" id="{C3CFCA94-1547-41C7-BF02-0C78C7E63EA7}"/>
                    </a:ext>
                  </a:extLst>
                </p:cNvPr>
                <p:cNvCxnSpPr>
                  <a:cxnSpLocks/>
                  <a:stCxn id="1821" idx="1"/>
                  <a:endCxn id="1820" idx="0"/>
                </p:cNvCxnSpPr>
                <p:nvPr/>
              </p:nvCxnSpPr>
              <p:spPr>
                <a:xfrm flipH="1">
                  <a:off x="1977209" y="1480395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7" name="Straight Connector 1826">
                  <a:extLst>
                    <a:ext uri="{FF2B5EF4-FFF2-40B4-BE49-F238E27FC236}">
                      <a16:creationId xmlns:a16="http://schemas.microsoft.com/office/drawing/2014/main" id="{5D632D79-4003-402B-8FAE-1ED897084929}"/>
                    </a:ext>
                  </a:extLst>
                </p:cNvPr>
                <p:cNvCxnSpPr>
                  <a:cxnSpLocks/>
                  <a:stCxn id="1820" idx="2"/>
                  <a:endCxn id="1820" idx="3"/>
                </p:cNvCxnSpPr>
                <p:nvPr/>
              </p:nvCxnSpPr>
              <p:spPr>
                <a:xfrm flipH="1" flipV="1">
                  <a:off x="1337855" y="177750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8" name="Straight Connector 1827">
                  <a:extLst>
                    <a:ext uri="{FF2B5EF4-FFF2-40B4-BE49-F238E27FC236}">
                      <a16:creationId xmlns:a16="http://schemas.microsoft.com/office/drawing/2014/main" id="{26C865EC-59AE-41FD-AB44-DE6A8C2EB6A2}"/>
                    </a:ext>
                  </a:extLst>
                </p:cNvPr>
                <p:cNvCxnSpPr>
                  <a:cxnSpLocks/>
                  <a:stCxn id="1820" idx="0"/>
                  <a:endCxn id="1820" idx="4"/>
                </p:cNvCxnSpPr>
                <p:nvPr/>
              </p:nvCxnSpPr>
              <p:spPr>
                <a:xfrm flipH="1" flipV="1">
                  <a:off x="1506632" y="1484363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9" name="Straight Connector 1828">
                  <a:extLst>
                    <a:ext uri="{FF2B5EF4-FFF2-40B4-BE49-F238E27FC236}">
                      <a16:creationId xmlns:a16="http://schemas.microsoft.com/office/drawing/2014/main" id="{86D78C06-5F3F-46C9-A2F7-9AAD1E5F23CF}"/>
                    </a:ext>
                  </a:extLst>
                </p:cNvPr>
                <p:cNvCxnSpPr>
                  <a:cxnSpLocks/>
                  <a:stCxn id="1820" idx="3"/>
                  <a:endCxn id="1820" idx="4"/>
                </p:cNvCxnSpPr>
                <p:nvPr/>
              </p:nvCxnSpPr>
              <p:spPr>
                <a:xfrm flipV="1">
                  <a:off x="1337855" y="1484363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3" name="Straight Connector 1832">
                  <a:extLst>
                    <a:ext uri="{FF2B5EF4-FFF2-40B4-BE49-F238E27FC236}">
                      <a16:creationId xmlns:a16="http://schemas.microsoft.com/office/drawing/2014/main" id="{762509EB-0A47-46C0-BFBE-FE9337A53785}"/>
                    </a:ext>
                  </a:extLst>
                </p:cNvPr>
                <p:cNvCxnSpPr>
                  <a:cxnSpLocks/>
                  <a:stCxn id="1822" idx="4"/>
                  <a:endCxn id="1822" idx="0"/>
                </p:cNvCxnSpPr>
                <p:nvPr/>
              </p:nvCxnSpPr>
              <p:spPr>
                <a:xfrm flipH="1" flipV="1">
                  <a:off x="2268163" y="2574079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4" name="Straight Connector 1833">
                  <a:extLst>
                    <a:ext uri="{FF2B5EF4-FFF2-40B4-BE49-F238E27FC236}">
                      <a16:creationId xmlns:a16="http://schemas.microsoft.com/office/drawing/2014/main" id="{3986F88D-7E36-461E-8B24-A5E7CF4A15A6}"/>
                    </a:ext>
                  </a:extLst>
                </p:cNvPr>
                <p:cNvCxnSpPr>
                  <a:cxnSpLocks/>
                  <a:stCxn id="1823" idx="1"/>
                  <a:endCxn id="1820" idx="2"/>
                </p:cNvCxnSpPr>
                <p:nvPr/>
              </p:nvCxnSpPr>
              <p:spPr>
                <a:xfrm flipH="1" flipV="1">
                  <a:off x="1573000" y="2180212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5" name="Straight Connector 1834">
                  <a:extLst>
                    <a:ext uri="{FF2B5EF4-FFF2-40B4-BE49-F238E27FC236}">
                      <a16:creationId xmlns:a16="http://schemas.microsoft.com/office/drawing/2014/main" id="{EA5BA31A-EF3D-41CF-BFC9-EEC3469ECD08}"/>
                    </a:ext>
                  </a:extLst>
                </p:cNvPr>
                <p:cNvCxnSpPr>
                  <a:cxnSpLocks/>
                  <a:stCxn id="1823" idx="0"/>
                  <a:endCxn id="1823" idx="1"/>
                </p:cNvCxnSpPr>
                <p:nvPr/>
              </p:nvCxnSpPr>
              <p:spPr>
                <a:xfrm flipH="1">
                  <a:off x="1805378" y="2574040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36" name="Pentagon 4">
                  <a:extLst>
                    <a:ext uri="{FF2B5EF4-FFF2-40B4-BE49-F238E27FC236}">
                      <a16:creationId xmlns:a16="http://schemas.microsoft.com/office/drawing/2014/main" id="{2C3A4708-5AEA-40C2-BA23-662000A63A5B}"/>
                    </a:ext>
                  </a:extLst>
                </p:cNvPr>
                <p:cNvSpPr/>
                <p:nvPr/>
              </p:nvSpPr>
              <p:spPr>
                <a:xfrm rot="7214139">
                  <a:off x="1598037" y="255819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Pentagon 4">
                  <a:extLst>
                    <a:ext uri="{FF2B5EF4-FFF2-40B4-BE49-F238E27FC236}">
                      <a16:creationId xmlns:a16="http://schemas.microsoft.com/office/drawing/2014/main" id="{45AE0128-C0FE-48CD-8082-FE2616D71414}"/>
                    </a:ext>
                  </a:extLst>
                </p:cNvPr>
                <p:cNvSpPr/>
                <p:nvPr/>
              </p:nvSpPr>
              <p:spPr>
                <a:xfrm rot="1800000">
                  <a:off x="2178004" y="252884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8" name="Pentagon 4">
                  <a:extLst>
                    <a:ext uri="{FF2B5EF4-FFF2-40B4-BE49-F238E27FC236}">
                      <a16:creationId xmlns:a16="http://schemas.microsoft.com/office/drawing/2014/main" id="{733D1518-6E3B-4706-A7EF-17DAEE6BDD2F}"/>
                    </a:ext>
                  </a:extLst>
                </p:cNvPr>
                <p:cNvSpPr/>
                <p:nvPr/>
              </p:nvSpPr>
              <p:spPr>
                <a:xfrm rot="18014139">
                  <a:off x="2440723" y="303804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Pentagon 4">
                  <a:extLst>
                    <a:ext uri="{FF2B5EF4-FFF2-40B4-BE49-F238E27FC236}">
                      <a16:creationId xmlns:a16="http://schemas.microsoft.com/office/drawing/2014/main" id="{1EED6812-2EEC-4958-B1C9-B4DEA9545C55}"/>
                    </a:ext>
                  </a:extLst>
                </p:cNvPr>
                <p:cNvSpPr/>
                <p:nvPr/>
              </p:nvSpPr>
              <p:spPr>
                <a:xfrm rot="12600000">
                  <a:off x="1860756" y="306739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43" name="Straight Connector 1842">
                  <a:extLst>
                    <a:ext uri="{FF2B5EF4-FFF2-40B4-BE49-F238E27FC236}">
                      <a16:creationId xmlns:a16="http://schemas.microsoft.com/office/drawing/2014/main" id="{33A5745A-B26E-4B7B-BD93-B83BAFF6F3CD}"/>
                    </a:ext>
                  </a:extLst>
                </p:cNvPr>
                <p:cNvCxnSpPr>
                  <a:cxnSpLocks/>
                  <a:stCxn id="1836" idx="2"/>
                  <a:endCxn id="1836" idx="3"/>
                </p:cNvCxnSpPr>
                <p:nvPr/>
              </p:nvCxnSpPr>
              <p:spPr>
                <a:xfrm flipH="1" flipV="1">
                  <a:off x="1636113" y="2867713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4" name="Straight Connector 1843">
                  <a:extLst>
                    <a:ext uri="{FF2B5EF4-FFF2-40B4-BE49-F238E27FC236}">
                      <a16:creationId xmlns:a16="http://schemas.microsoft.com/office/drawing/2014/main" id="{01D921CB-4F52-49BE-99D8-C12B4DFAD5ED}"/>
                    </a:ext>
                  </a:extLst>
                </p:cNvPr>
                <p:cNvCxnSpPr>
                  <a:cxnSpLocks/>
                  <a:stCxn id="1836" idx="3"/>
                  <a:endCxn id="1836" idx="4"/>
                </p:cNvCxnSpPr>
                <p:nvPr/>
              </p:nvCxnSpPr>
              <p:spPr>
                <a:xfrm flipV="1">
                  <a:off x="1636113" y="2574574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8" name="Straight Connector 1847">
                  <a:extLst>
                    <a:ext uri="{FF2B5EF4-FFF2-40B4-BE49-F238E27FC236}">
                      <a16:creationId xmlns:a16="http://schemas.microsoft.com/office/drawing/2014/main" id="{D78B8952-12BC-4BC1-A4DE-3D64E85F9E04}"/>
                    </a:ext>
                  </a:extLst>
                </p:cNvPr>
                <p:cNvCxnSpPr>
                  <a:cxnSpLocks/>
                  <a:stCxn id="1838" idx="3"/>
                  <a:endCxn id="1838" idx="4"/>
                </p:cNvCxnSpPr>
                <p:nvPr/>
              </p:nvCxnSpPr>
              <p:spPr>
                <a:xfrm flipH="1">
                  <a:off x="3036998" y="3373005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9" name="Straight Connector 1848">
                  <a:extLst>
                    <a:ext uri="{FF2B5EF4-FFF2-40B4-BE49-F238E27FC236}">
                      <a16:creationId xmlns:a16="http://schemas.microsoft.com/office/drawing/2014/main" id="{1651C939-FB0F-49BE-AFB1-EF1BF6D0E04F}"/>
                    </a:ext>
                  </a:extLst>
                </p:cNvPr>
                <p:cNvCxnSpPr>
                  <a:cxnSpLocks/>
                  <a:stCxn id="1838" idx="4"/>
                  <a:endCxn id="1838" idx="0"/>
                </p:cNvCxnSpPr>
                <p:nvPr/>
              </p:nvCxnSpPr>
              <p:spPr>
                <a:xfrm flipH="1" flipV="1">
                  <a:off x="2566421" y="366429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0" name="Straight Connector 1849">
                  <a:extLst>
                    <a:ext uri="{FF2B5EF4-FFF2-40B4-BE49-F238E27FC236}">
                      <a16:creationId xmlns:a16="http://schemas.microsoft.com/office/drawing/2014/main" id="{9740F48C-6363-4D84-AB15-24603CE12C27}"/>
                    </a:ext>
                  </a:extLst>
                </p:cNvPr>
                <p:cNvCxnSpPr>
                  <a:cxnSpLocks/>
                  <a:stCxn id="1839" idx="1"/>
                  <a:endCxn id="1836" idx="2"/>
                </p:cNvCxnSpPr>
                <p:nvPr/>
              </p:nvCxnSpPr>
              <p:spPr>
                <a:xfrm flipH="1" flipV="1">
                  <a:off x="1871258" y="3270423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1" name="Straight Connector 1850">
                  <a:extLst>
                    <a:ext uri="{FF2B5EF4-FFF2-40B4-BE49-F238E27FC236}">
                      <a16:creationId xmlns:a16="http://schemas.microsoft.com/office/drawing/2014/main" id="{4DC7BF05-3A36-486F-9CE7-7BFC348F83DD}"/>
                    </a:ext>
                  </a:extLst>
                </p:cNvPr>
                <p:cNvCxnSpPr>
                  <a:cxnSpLocks/>
                  <a:stCxn id="1839" idx="0"/>
                  <a:endCxn id="1839" idx="1"/>
                </p:cNvCxnSpPr>
                <p:nvPr/>
              </p:nvCxnSpPr>
              <p:spPr>
                <a:xfrm flipH="1">
                  <a:off x="2103636" y="3664251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2" name="Pentagon 4">
                  <a:extLst>
                    <a:ext uri="{FF2B5EF4-FFF2-40B4-BE49-F238E27FC236}">
                      <a16:creationId xmlns:a16="http://schemas.microsoft.com/office/drawing/2014/main" id="{6F0586DE-1964-45BB-AE35-C2FF8E29869D}"/>
                    </a:ext>
                  </a:extLst>
                </p:cNvPr>
                <p:cNvSpPr/>
                <p:nvPr/>
              </p:nvSpPr>
              <p:spPr>
                <a:xfrm rot="1800000">
                  <a:off x="787547" y="172569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Pentagon 4">
                  <a:extLst>
                    <a:ext uri="{FF2B5EF4-FFF2-40B4-BE49-F238E27FC236}">
                      <a16:creationId xmlns:a16="http://schemas.microsoft.com/office/drawing/2014/main" id="{579F0595-516D-405C-B720-31D7A892B0CB}"/>
                    </a:ext>
                  </a:extLst>
                </p:cNvPr>
                <p:cNvSpPr/>
                <p:nvPr/>
              </p:nvSpPr>
              <p:spPr>
                <a:xfrm rot="18014139">
                  <a:off x="1050266" y="223489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Pentagon 4">
                  <a:extLst>
                    <a:ext uri="{FF2B5EF4-FFF2-40B4-BE49-F238E27FC236}">
                      <a16:creationId xmlns:a16="http://schemas.microsoft.com/office/drawing/2014/main" id="{265DAD59-7182-40E9-AC0E-DFB8FF2F8799}"/>
                    </a:ext>
                  </a:extLst>
                </p:cNvPr>
                <p:cNvSpPr/>
                <p:nvPr/>
              </p:nvSpPr>
              <p:spPr>
                <a:xfrm rot="12600000">
                  <a:off x="470299" y="226424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55" name="Straight Connector 1854">
                  <a:extLst>
                    <a:ext uri="{FF2B5EF4-FFF2-40B4-BE49-F238E27FC236}">
                      <a16:creationId xmlns:a16="http://schemas.microsoft.com/office/drawing/2014/main" id="{305C3FE6-9791-4B5A-94A5-489DC2478D71}"/>
                    </a:ext>
                  </a:extLst>
                </p:cNvPr>
                <p:cNvCxnSpPr>
                  <a:cxnSpLocks/>
                  <a:stCxn id="1852" idx="1"/>
                </p:cNvCxnSpPr>
                <p:nvPr/>
              </p:nvCxnSpPr>
              <p:spPr>
                <a:xfrm flipH="1">
                  <a:off x="885010" y="1767456"/>
                  <a:ext cx="462785" cy="5822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8" name="Straight Connector 1857">
                  <a:extLst>
                    <a:ext uri="{FF2B5EF4-FFF2-40B4-BE49-F238E27FC236}">
                      <a16:creationId xmlns:a16="http://schemas.microsoft.com/office/drawing/2014/main" id="{AFA932D6-57FB-4708-AC78-49C4DBC7117E}"/>
                    </a:ext>
                  </a:extLst>
                </p:cNvPr>
                <p:cNvCxnSpPr>
                  <a:cxnSpLocks/>
                  <a:stCxn id="1853" idx="4"/>
                  <a:endCxn id="1853" idx="0"/>
                </p:cNvCxnSpPr>
                <p:nvPr/>
              </p:nvCxnSpPr>
              <p:spPr>
                <a:xfrm flipH="1" flipV="1">
                  <a:off x="1175964" y="2861140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9" name="Straight Connector 1858">
                  <a:extLst>
                    <a:ext uri="{FF2B5EF4-FFF2-40B4-BE49-F238E27FC236}">
                      <a16:creationId xmlns:a16="http://schemas.microsoft.com/office/drawing/2014/main" id="{FFFA6348-4F49-4E82-B44B-83BECA3CB567}"/>
                    </a:ext>
                  </a:extLst>
                </p:cNvPr>
                <p:cNvCxnSpPr>
                  <a:cxnSpLocks/>
                  <a:stCxn id="1854" idx="0"/>
                  <a:endCxn id="1854" idx="1"/>
                </p:cNvCxnSpPr>
                <p:nvPr/>
              </p:nvCxnSpPr>
              <p:spPr>
                <a:xfrm flipH="1">
                  <a:off x="713179" y="2861101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0" name="Pentagon 4">
                  <a:extLst>
                    <a:ext uri="{FF2B5EF4-FFF2-40B4-BE49-F238E27FC236}">
                      <a16:creationId xmlns:a16="http://schemas.microsoft.com/office/drawing/2014/main" id="{EE84BB9C-C8D5-40B8-AA19-499E0E850C81}"/>
                    </a:ext>
                  </a:extLst>
                </p:cNvPr>
                <p:cNvSpPr/>
                <p:nvPr/>
              </p:nvSpPr>
              <p:spPr>
                <a:xfrm rot="7214139">
                  <a:off x="505838" y="2845254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Pentagon 4">
                  <a:extLst>
                    <a:ext uri="{FF2B5EF4-FFF2-40B4-BE49-F238E27FC236}">
                      <a16:creationId xmlns:a16="http://schemas.microsoft.com/office/drawing/2014/main" id="{93108DC1-CD6D-490E-8F62-450050F573CB}"/>
                    </a:ext>
                  </a:extLst>
                </p:cNvPr>
                <p:cNvSpPr/>
                <p:nvPr/>
              </p:nvSpPr>
              <p:spPr>
                <a:xfrm rot="1800000">
                  <a:off x="1085805" y="281590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Pentagon 4">
                  <a:extLst>
                    <a:ext uri="{FF2B5EF4-FFF2-40B4-BE49-F238E27FC236}">
                      <a16:creationId xmlns:a16="http://schemas.microsoft.com/office/drawing/2014/main" id="{61B88534-BB7E-427E-9746-115E249D40E4}"/>
                    </a:ext>
                  </a:extLst>
                </p:cNvPr>
                <p:cNvSpPr/>
                <p:nvPr/>
              </p:nvSpPr>
              <p:spPr>
                <a:xfrm rot="18014139">
                  <a:off x="1348524" y="332510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Pentagon 4">
                  <a:extLst>
                    <a:ext uri="{FF2B5EF4-FFF2-40B4-BE49-F238E27FC236}">
                      <a16:creationId xmlns:a16="http://schemas.microsoft.com/office/drawing/2014/main" id="{BC523FB0-2898-41D9-B894-8313956B4A52}"/>
                    </a:ext>
                  </a:extLst>
                </p:cNvPr>
                <p:cNvSpPr/>
                <p:nvPr/>
              </p:nvSpPr>
              <p:spPr>
                <a:xfrm rot="12600000">
                  <a:off x="768557" y="335445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66" name="Straight Connector 1865">
                  <a:extLst>
                    <a:ext uri="{FF2B5EF4-FFF2-40B4-BE49-F238E27FC236}">
                      <a16:creationId xmlns:a16="http://schemas.microsoft.com/office/drawing/2014/main" id="{3F44155C-4828-42B1-AEDF-6C8C941B8369}"/>
                    </a:ext>
                  </a:extLst>
                </p:cNvPr>
                <p:cNvCxnSpPr>
                  <a:cxnSpLocks/>
                  <a:stCxn id="1862" idx="3"/>
                  <a:endCxn id="1862" idx="4"/>
                </p:cNvCxnSpPr>
                <p:nvPr/>
              </p:nvCxnSpPr>
              <p:spPr>
                <a:xfrm flipH="1">
                  <a:off x="1944799" y="3660066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7" name="Straight Connector 1866">
                  <a:extLst>
                    <a:ext uri="{FF2B5EF4-FFF2-40B4-BE49-F238E27FC236}">
                      <a16:creationId xmlns:a16="http://schemas.microsoft.com/office/drawing/2014/main" id="{445758A8-B3F8-4D8D-89F5-B2253D18A505}"/>
                    </a:ext>
                  </a:extLst>
                </p:cNvPr>
                <p:cNvCxnSpPr>
                  <a:cxnSpLocks/>
                  <a:stCxn id="1862" idx="4"/>
                  <a:endCxn id="1862" idx="0"/>
                </p:cNvCxnSpPr>
                <p:nvPr/>
              </p:nvCxnSpPr>
              <p:spPr>
                <a:xfrm flipH="1" flipV="1">
                  <a:off x="1474222" y="3951351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8" name="Straight Connector 1867">
                  <a:extLst>
                    <a:ext uri="{FF2B5EF4-FFF2-40B4-BE49-F238E27FC236}">
                      <a16:creationId xmlns:a16="http://schemas.microsoft.com/office/drawing/2014/main" id="{D28AFE04-9F39-437B-85EE-AE2D3FC6EB83}"/>
                    </a:ext>
                  </a:extLst>
                </p:cNvPr>
                <p:cNvCxnSpPr>
                  <a:cxnSpLocks/>
                  <a:stCxn id="1863" idx="0"/>
                  <a:endCxn id="1863" idx="1"/>
                </p:cNvCxnSpPr>
                <p:nvPr/>
              </p:nvCxnSpPr>
              <p:spPr>
                <a:xfrm flipH="1">
                  <a:off x="1011437" y="3951312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69" name="Pentagon 4">
                  <a:extLst>
                    <a:ext uri="{FF2B5EF4-FFF2-40B4-BE49-F238E27FC236}">
                      <a16:creationId xmlns:a16="http://schemas.microsoft.com/office/drawing/2014/main" id="{48250152-CFB8-4CC0-A476-4079A00D8A6E}"/>
                    </a:ext>
                  </a:extLst>
                </p:cNvPr>
                <p:cNvSpPr/>
                <p:nvPr/>
              </p:nvSpPr>
              <p:spPr>
                <a:xfrm rot="7214139">
                  <a:off x="4076847" y="3070161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Pentagon 4">
                  <a:extLst>
                    <a:ext uri="{FF2B5EF4-FFF2-40B4-BE49-F238E27FC236}">
                      <a16:creationId xmlns:a16="http://schemas.microsoft.com/office/drawing/2014/main" id="{DD56E81D-8A37-44C3-87A1-64602AF75252}"/>
                    </a:ext>
                  </a:extLst>
                </p:cNvPr>
                <p:cNvSpPr/>
                <p:nvPr/>
              </p:nvSpPr>
              <p:spPr>
                <a:xfrm rot="1800000">
                  <a:off x="4656814" y="3040808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Pentagon 4">
                  <a:extLst>
                    <a:ext uri="{FF2B5EF4-FFF2-40B4-BE49-F238E27FC236}">
                      <a16:creationId xmlns:a16="http://schemas.microsoft.com/office/drawing/2014/main" id="{F02A7030-DE6F-40C8-B4DE-B5F59F4830EF}"/>
                    </a:ext>
                  </a:extLst>
                </p:cNvPr>
                <p:cNvSpPr/>
                <p:nvPr/>
              </p:nvSpPr>
              <p:spPr>
                <a:xfrm rot="12600000">
                  <a:off x="4339566" y="357936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73" name="Straight Connector 1872">
                  <a:extLst>
                    <a:ext uri="{FF2B5EF4-FFF2-40B4-BE49-F238E27FC236}">
                      <a16:creationId xmlns:a16="http://schemas.microsoft.com/office/drawing/2014/main" id="{FCE4652B-28AB-4998-A8F2-C6D83ABD2F42}"/>
                    </a:ext>
                  </a:extLst>
                </p:cNvPr>
                <p:cNvCxnSpPr>
                  <a:cxnSpLocks/>
                  <a:stCxn id="1869" idx="2"/>
                  <a:endCxn id="1869" idx="3"/>
                </p:cNvCxnSpPr>
                <p:nvPr/>
              </p:nvCxnSpPr>
              <p:spPr>
                <a:xfrm flipH="1" flipV="1">
                  <a:off x="4114923" y="3379681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5" name="Straight Connector 1874">
                  <a:extLst>
                    <a:ext uri="{FF2B5EF4-FFF2-40B4-BE49-F238E27FC236}">
                      <a16:creationId xmlns:a16="http://schemas.microsoft.com/office/drawing/2014/main" id="{869F1E6E-2D93-48A8-9711-9D9533AF7AD3}"/>
                    </a:ext>
                  </a:extLst>
                </p:cNvPr>
                <p:cNvCxnSpPr>
                  <a:cxnSpLocks/>
                  <a:stCxn id="1871" idx="1"/>
                  <a:endCxn id="1869" idx="2"/>
                </p:cNvCxnSpPr>
                <p:nvPr/>
              </p:nvCxnSpPr>
              <p:spPr>
                <a:xfrm flipH="1" flipV="1">
                  <a:off x="4350068" y="3782391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6" name="Straight Connector 1875">
                  <a:extLst>
                    <a:ext uri="{FF2B5EF4-FFF2-40B4-BE49-F238E27FC236}">
                      <a16:creationId xmlns:a16="http://schemas.microsoft.com/office/drawing/2014/main" id="{B893CC67-4540-4C62-B85E-760FDA349657}"/>
                    </a:ext>
                  </a:extLst>
                </p:cNvPr>
                <p:cNvCxnSpPr>
                  <a:cxnSpLocks/>
                  <a:stCxn id="1871" idx="0"/>
                  <a:endCxn id="1871" idx="1"/>
                </p:cNvCxnSpPr>
                <p:nvPr/>
              </p:nvCxnSpPr>
              <p:spPr>
                <a:xfrm flipH="1">
                  <a:off x="4582446" y="4176219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77" name="Pentagon 4">
                  <a:extLst>
                    <a:ext uri="{FF2B5EF4-FFF2-40B4-BE49-F238E27FC236}">
                      <a16:creationId xmlns:a16="http://schemas.microsoft.com/office/drawing/2014/main" id="{C9213F53-E2C9-4637-80E5-04949BF7B6B9}"/>
                    </a:ext>
                  </a:extLst>
                </p:cNvPr>
                <p:cNvSpPr/>
                <p:nvPr/>
              </p:nvSpPr>
              <p:spPr>
                <a:xfrm rot="7214139">
                  <a:off x="4375105" y="416037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78" name="Straight Connector 1877">
                  <a:extLst>
                    <a:ext uri="{FF2B5EF4-FFF2-40B4-BE49-F238E27FC236}">
                      <a16:creationId xmlns:a16="http://schemas.microsoft.com/office/drawing/2014/main" id="{4C0BB20B-5257-4934-AB48-CC5E45A062D2}"/>
                    </a:ext>
                  </a:extLst>
                </p:cNvPr>
                <p:cNvCxnSpPr>
                  <a:cxnSpLocks/>
                  <a:stCxn id="1877" idx="2"/>
                  <a:endCxn id="1877" idx="3"/>
                </p:cNvCxnSpPr>
                <p:nvPr/>
              </p:nvCxnSpPr>
              <p:spPr>
                <a:xfrm flipH="1" flipV="1">
                  <a:off x="4413181" y="446989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0" name="Straight Connector 1879">
                  <a:extLst>
                    <a:ext uri="{FF2B5EF4-FFF2-40B4-BE49-F238E27FC236}">
                      <a16:creationId xmlns:a16="http://schemas.microsoft.com/office/drawing/2014/main" id="{EA937770-E639-4E36-86B4-42BA27A835EF}"/>
                    </a:ext>
                  </a:extLst>
                </p:cNvPr>
                <p:cNvCxnSpPr>
                  <a:cxnSpLocks/>
                  <a:stCxn id="1877" idx="3"/>
                  <a:endCxn id="1877" idx="4"/>
                </p:cNvCxnSpPr>
                <p:nvPr/>
              </p:nvCxnSpPr>
              <p:spPr>
                <a:xfrm flipV="1">
                  <a:off x="4413181" y="4176753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81" name="Pentagon 4">
                  <a:extLst>
                    <a:ext uri="{FF2B5EF4-FFF2-40B4-BE49-F238E27FC236}">
                      <a16:creationId xmlns:a16="http://schemas.microsoft.com/office/drawing/2014/main" id="{802DD5C6-9238-470A-BAA0-A026404F75A7}"/>
                    </a:ext>
                  </a:extLst>
                </p:cNvPr>
                <p:cNvSpPr/>
                <p:nvPr/>
              </p:nvSpPr>
              <p:spPr>
                <a:xfrm rot="7214139">
                  <a:off x="2984648" y="335722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Pentagon 4">
                  <a:extLst>
                    <a:ext uri="{FF2B5EF4-FFF2-40B4-BE49-F238E27FC236}">
                      <a16:creationId xmlns:a16="http://schemas.microsoft.com/office/drawing/2014/main" id="{D7DBA78C-F5F0-4BD2-BBDC-20BF60B1A60D}"/>
                    </a:ext>
                  </a:extLst>
                </p:cNvPr>
                <p:cNvSpPr/>
                <p:nvPr/>
              </p:nvSpPr>
              <p:spPr>
                <a:xfrm rot="1800000">
                  <a:off x="3564615" y="332786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Pentagon 4">
                  <a:extLst>
                    <a:ext uri="{FF2B5EF4-FFF2-40B4-BE49-F238E27FC236}">
                      <a16:creationId xmlns:a16="http://schemas.microsoft.com/office/drawing/2014/main" id="{0FB98FB7-BE31-4CA0-9CA4-AF7C0AFD6A31}"/>
                    </a:ext>
                  </a:extLst>
                </p:cNvPr>
                <p:cNvSpPr/>
                <p:nvPr/>
              </p:nvSpPr>
              <p:spPr>
                <a:xfrm rot="18014139">
                  <a:off x="3827334" y="383707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4" name="Pentagon 4">
                  <a:extLst>
                    <a:ext uri="{FF2B5EF4-FFF2-40B4-BE49-F238E27FC236}">
                      <a16:creationId xmlns:a16="http://schemas.microsoft.com/office/drawing/2014/main" id="{37D9060A-1FDC-4A02-B8FF-069B150FE6D3}"/>
                    </a:ext>
                  </a:extLst>
                </p:cNvPr>
                <p:cNvSpPr/>
                <p:nvPr/>
              </p:nvSpPr>
              <p:spPr>
                <a:xfrm rot="12600000">
                  <a:off x="3247367" y="386642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85" name="Straight Connector 1884">
                  <a:extLst>
                    <a:ext uri="{FF2B5EF4-FFF2-40B4-BE49-F238E27FC236}">
                      <a16:creationId xmlns:a16="http://schemas.microsoft.com/office/drawing/2014/main" id="{26C9FF67-C9B3-422F-A06E-7690DF8993D8}"/>
                    </a:ext>
                  </a:extLst>
                </p:cNvPr>
                <p:cNvCxnSpPr>
                  <a:cxnSpLocks/>
                  <a:stCxn id="1881" idx="2"/>
                  <a:endCxn id="1881" idx="3"/>
                </p:cNvCxnSpPr>
                <p:nvPr/>
              </p:nvCxnSpPr>
              <p:spPr>
                <a:xfrm flipH="1" flipV="1">
                  <a:off x="3022724" y="3666742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0" name="Straight Connector 1889">
                  <a:extLst>
                    <a:ext uri="{FF2B5EF4-FFF2-40B4-BE49-F238E27FC236}">
                      <a16:creationId xmlns:a16="http://schemas.microsoft.com/office/drawing/2014/main" id="{CB5EE849-1F31-47EC-8F61-46AF2FA713EB}"/>
                    </a:ext>
                  </a:extLst>
                </p:cNvPr>
                <p:cNvCxnSpPr>
                  <a:cxnSpLocks/>
                  <a:stCxn id="1883" idx="4"/>
                  <a:endCxn id="1883" idx="0"/>
                </p:cNvCxnSpPr>
                <p:nvPr/>
              </p:nvCxnSpPr>
              <p:spPr>
                <a:xfrm flipH="1" flipV="1">
                  <a:off x="3953032" y="4463319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1" name="Straight Connector 1890">
                  <a:extLst>
                    <a:ext uri="{FF2B5EF4-FFF2-40B4-BE49-F238E27FC236}">
                      <a16:creationId xmlns:a16="http://schemas.microsoft.com/office/drawing/2014/main" id="{C7D92C9E-DFF2-473B-A5B8-9B3D7D94743F}"/>
                    </a:ext>
                  </a:extLst>
                </p:cNvPr>
                <p:cNvCxnSpPr>
                  <a:cxnSpLocks/>
                  <a:stCxn id="1884" idx="1"/>
                  <a:endCxn id="1881" idx="2"/>
                </p:cNvCxnSpPr>
                <p:nvPr/>
              </p:nvCxnSpPr>
              <p:spPr>
                <a:xfrm flipH="1" flipV="1">
                  <a:off x="3257869" y="4069452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2" name="Straight Connector 1891">
                  <a:extLst>
                    <a:ext uri="{FF2B5EF4-FFF2-40B4-BE49-F238E27FC236}">
                      <a16:creationId xmlns:a16="http://schemas.microsoft.com/office/drawing/2014/main" id="{5483C113-E86F-4E36-B39E-6ABB7DD06830}"/>
                    </a:ext>
                  </a:extLst>
                </p:cNvPr>
                <p:cNvCxnSpPr>
                  <a:cxnSpLocks/>
                  <a:stCxn id="1884" idx="0"/>
                  <a:endCxn id="1884" idx="1"/>
                </p:cNvCxnSpPr>
                <p:nvPr/>
              </p:nvCxnSpPr>
              <p:spPr>
                <a:xfrm flipH="1">
                  <a:off x="3490247" y="4463280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93" name="Pentagon 4">
                  <a:extLst>
                    <a:ext uri="{FF2B5EF4-FFF2-40B4-BE49-F238E27FC236}">
                      <a16:creationId xmlns:a16="http://schemas.microsoft.com/office/drawing/2014/main" id="{2854EF4A-2637-47CD-BDF0-D587F550DCAF}"/>
                    </a:ext>
                  </a:extLst>
                </p:cNvPr>
                <p:cNvSpPr/>
                <p:nvPr/>
              </p:nvSpPr>
              <p:spPr>
                <a:xfrm rot="7214139">
                  <a:off x="3282906" y="444743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Pentagon 4">
                  <a:extLst>
                    <a:ext uri="{FF2B5EF4-FFF2-40B4-BE49-F238E27FC236}">
                      <a16:creationId xmlns:a16="http://schemas.microsoft.com/office/drawing/2014/main" id="{EACC8C1E-23BC-4461-9467-A7B2349402A1}"/>
                    </a:ext>
                  </a:extLst>
                </p:cNvPr>
                <p:cNvSpPr/>
                <p:nvPr/>
              </p:nvSpPr>
              <p:spPr>
                <a:xfrm rot="1800000">
                  <a:off x="3862873" y="441808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896" name="Straight Connector 1895">
                  <a:extLst>
                    <a:ext uri="{FF2B5EF4-FFF2-40B4-BE49-F238E27FC236}">
                      <a16:creationId xmlns:a16="http://schemas.microsoft.com/office/drawing/2014/main" id="{60137223-7C89-4CED-A484-4FDA14CB6ECC}"/>
                    </a:ext>
                  </a:extLst>
                </p:cNvPr>
                <p:cNvCxnSpPr>
                  <a:cxnSpLocks/>
                  <a:stCxn id="1893" idx="2"/>
                  <a:endCxn id="1893" idx="3"/>
                </p:cNvCxnSpPr>
                <p:nvPr/>
              </p:nvCxnSpPr>
              <p:spPr>
                <a:xfrm flipH="1" flipV="1">
                  <a:off x="3320982" y="4756953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8" name="Straight Connector 1897">
                  <a:extLst>
                    <a:ext uri="{FF2B5EF4-FFF2-40B4-BE49-F238E27FC236}">
                      <a16:creationId xmlns:a16="http://schemas.microsoft.com/office/drawing/2014/main" id="{BB01EF58-EC40-4A97-91A4-0A800CD5F2E7}"/>
                    </a:ext>
                  </a:extLst>
                </p:cNvPr>
                <p:cNvCxnSpPr>
                  <a:cxnSpLocks/>
                  <a:stCxn id="1893" idx="3"/>
                  <a:endCxn id="1893" idx="4"/>
                </p:cNvCxnSpPr>
                <p:nvPr/>
              </p:nvCxnSpPr>
              <p:spPr>
                <a:xfrm flipV="1">
                  <a:off x="3320982" y="4463814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99" name="Pentagon 4">
                  <a:extLst>
                    <a:ext uri="{FF2B5EF4-FFF2-40B4-BE49-F238E27FC236}">
                      <a16:creationId xmlns:a16="http://schemas.microsoft.com/office/drawing/2014/main" id="{3F0B74B9-B707-41FF-B067-2C5C3EE3BCE9}"/>
                    </a:ext>
                  </a:extLst>
                </p:cNvPr>
                <p:cNvSpPr/>
                <p:nvPr/>
              </p:nvSpPr>
              <p:spPr>
                <a:xfrm rot="7214139">
                  <a:off x="1883980" y="3643915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Pentagon 4">
                  <a:extLst>
                    <a:ext uri="{FF2B5EF4-FFF2-40B4-BE49-F238E27FC236}">
                      <a16:creationId xmlns:a16="http://schemas.microsoft.com/office/drawing/2014/main" id="{9F485FE1-0E4D-4583-ADAC-D20CBEA52A4D}"/>
                    </a:ext>
                  </a:extLst>
                </p:cNvPr>
                <p:cNvSpPr/>
                <p:nvPr/>
              </p:nvSpPr>
              <p:spPr>
                <a:xfrm rot="1800000">
                  <a:off x="2463947" y="3614562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Pentagon 4">
                  <a:extLst>
                    <a:ext uri="{FF2B5EF4-FFF2-40B4-BE49-F238E27FC236}">
                      <a16:creationId xmlns:a16="http://schemas.microsoft.com/office/drawing/2014/main" id="{12D0D733-0412-406A-B16D-495D66E9C56B}"/>
                    </a:ext>
                  </a:extLst>
                </p:cNvPr>
                <p:cNvSpPr/>
                <p:nvPr/>
              </p:nvSpPr>
              <p:spPr>
                <a:xfrm rot="18014139">
                  <a:off x="2726666" y="412376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Pentagon 4">
                  <a:extLst>
                    <a:ext uri="{FF2B5EF4-FFF2-40B4-BE49-F238E27FC236}">
                      <a16:creationId xmlns:a16="http://schemas.microsoft.com/office/drawing/2014/main" id="{48498F01-EDDC-46CD-BC76-662EA04FC353}"/>
                    </a:ext>
                  </a:extLst>
                </p:cNvPr>
                <p:cNvSpPr/>
                <p:nvPr/>
              </p:nvSpPr>
              <p:spPr>
                <a:xfrm rot="12600000">
                  <a:off x="2146699" y="4153119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06" name="Straight Connector 1905">
                  <a:extLst>
                    <a:ext uri="{FF2B5EF4-FFF2-40B4-BE49-F238E27FC236}">
                      <a16:creationId xmlns:a16="http://schemas.microsoft.com/office/drawing/2014/main" id="{55006F47-DB32-4CFC-A5A3-190A4CD7FD7E}"/>
                    </a:ext>
                  </a:extLst>
                </p:cNvPr>
                <p:cNvCxnSpPr>
                  <a:cxnSpLocks/>
                  <a:stCxn id="1899" idx="2"/>
                  <a:endCxn id="1899" idx="3"/>
                </p:cNvCxnSpPr>
                <p:nvPr/>
              </p:nvCxnSpPr>
              <p:spPr>
                <a:xfrm flipH="1" flipV="1">
                  <a:off x="1922056" y="3953435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0" name="Straight Connector 1909">
                  <a:extLst>
                    <a:ext uri="{FF2B5EF4-FFF2-40B4-BE49-F238E27FC236}">
                      <a16:creationId xmlns:a16="http://schemas.microsoft.com/office/drawing/2014/main" id="{CBE8672E-8CFB-4BBE-B129-6C07A1AC202C}"/>
                    </a:ext>
                  </a:extLst>
                </p:cNvPr>
                <p:cNvCxnSpPr>
                  <a:cxnSpLocks/>
                  <a:stCxn id="1901" idx="4"/>
                  <a:endCxn id="1901" idx="0"/>
                </p:cNvCxnSpPr>
                <p:nvPr/>
              </p:nvCxnSpPr>
              <p:spPr>
                <a:xfrm flipH="1" flipV="1">
                  <a:off x="2852364" y="4750012"/>
                  <a:ext cx="470577" cy="1854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1" name="Straight Connector 1910">
                  <a:extLst>
                    <a:ext uri="{FF2B5EF4-FFF2-40B4-BE49-F238E27FC236}">
                      <a16:creationId xmlns:a16="http://schemas.microsoft.com/office/drawing/2014/main" id="{A24C4E3A-364D-4BBD-9E62-733EF2D82CCF}"/>
                    </a:ext>
                  </a:extLst>
                </p:cNvPr>
                <p:cNvCxnSpPr>
                  <a:cxnSpLocks/>
                  <a:stCxn id="1902" idx="1"/>
                  <a:endCxn id="1899" idx="2"/>
                </p:cNvCxnSpPr>
                <p:nvPr/>
              </p:nvCxnSpPr>
              <p:spPr>
                <a:xfrm flipH="1" flipV="1">
                  <a:off x="2157201" y="4356145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2" name="Straight Connector 1911">
                  <a:extLst>
                    <a:ext uri="{FF2B5EF4-FFF2-40B4-BE49-F238E27FC236}">
                      <a16:creationId xmlns:a16="http://schemas.microsoft.com/office/drawing/2014/main" id="{857727C1-6664-41A8-BD54-55AE2EE16905}"/>
                    </a:ext>
                  </a:extLst>
                </p:cNvPr>
                <p:cNvCxnSpPr>
                  <a:cxnSpLocks/>
                  <a:stCxn id="1902" idx="0"/>
                  <a:endCxn id="1902" idx="1"/>
                </p:cNvCxnSpPr>
                <p:nvPr/>
              </p:nvCxnSpPr>
              <p:spPr>
                <a:xfrm flipH="1">
                  <a:off x="2389579" y="4749973"/>
                  <a:ext cx="463822" cy="5861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13" name="Pentagon 4">
                  <a:extLst>
                    <a:ext uri="{FF2B5EF4-FFF2-40B4-BE49-F238E27FC236}">
                      <a16:creationId xmlns:a16="http://schemas.microsoft.com/office/drawing/2014/main" id="{50054E95-C31A-4C7C-B1C2-9800624A420C}"/>
                    </a:ext>
                  </a:extLst>
                </p:cNvPr>
                <p:cNvSpPr/>
                <p:nvPr/>
              </p:nvSpPr>
              <p:spPr>
                <a:xfrm rot="7214139">
                  <a:off x="2182238" y="473412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4" name="Pentagon 4">
                  <a:extLst>
                    <a:ext uri="{FF2B5EF4-FFF2-40B4-BE49-F238E27FC236}">
                      <a16:creationId xmlns:a16="http://schemas.microsoft.com/office/drawing/2014/main" id="{AAD4F8CA-38AE-4EBC-ABF1-EE3955C69451}"/>
                    </a:ext>
                  </a:extLst>
                </p:cNvPr>
                <p:cNvSpPr/>
                <p:nvPr/>
              </p:nvSpPr>
              <p:spPr>
                <a:xfrm rot="1800000">
                  <a:off x="2762205" y="470477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16" name="Straight Connector 1915">
                  <a:extLst>
                    <a:ext uri="{FF2B5EF4-FFF2-40B4-BE49-F238E27FC236}">
                      <a16:creationId xmlns:a16="http://schemas.microsoft.com/office/drawing/2014/main" id="{56BA6916-D7CA-48D2-9851-CAEEF17AE141}"/>
                    </a:ext>
                  </a:extLst>
                </p:cNvPr>
                <p:cNvCxnSpPr>
                  <a:cxnSpLocks/>
                  <a:stCxn id="1913" idx="3"/>
                  <a:endCxn id="1913" idx="4"/>
                </p:cNvCxnSpPr>
                <p:nvPr/>
              </p:nvCxnSpPr>
              <p:spPr>
                <a:xfrm flipV="1">
                  <a:off x="2220314" y="4750507"/>
                  <a:ext cx="168777" cy="29313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17" name="Pentagon 4">
                  <a:extLst>
                    <a:ext uri="{FF2B5EF4-FFF2-40B4-BE49-F238E27FC236}">
                      <a16:creationId xmlns:a16="http://schemas.microsoft.com/office/drawing/2014/main" id="{44EF1BFB-722D-4A98-98C4-2E5D84065C8F}"/>
                    </a:ext>
                  </a:extLst>
                </p:cNvPr>
                <p:cNvSpPr/>
                <p:nvPr/>
              </p:nvSpPr>
              <p:spPr>
                <a:xfrm rot="7214139">
                  <a:off x="791781" y="393097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Pentagon 4">
                  <a:extLst>
                    <a:ext uri="{FF2B5EF4-FFF2-40B4-BE49-F238E27FC236}">
                      <a16:creationId xmlns:a16="http://schemas.microsoft.com/office/drawing/2014/main" id="{45EACBD0-9355-4176-9515-8FFB04B7B3C0}"/>
                    </a:ext>
                  </a:extLst>
                </p:cNvPr>
                <p:cNvSpPr/>
                <p:nvPr/>
              </p:nvSpPr>
              <p:spPr>
                <a:xfrm rot="1800000">
                  <a:off x="1371748" y="3901623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Pentagon 4">
                  <a:extLst>
                    <a:ext uri="{FF2B5EF4-FFF2-40B4-BE49-F238E27FC236}">
                      <a16:creationId xmlns:a16="http://schemas.microsoft.com/office/drawing/2014/main" id="{04EF047E-9BC4-4BE2-9194-8FB7D571D71B}"/>
                    </a:ext>
                  </a:extLst>
                </p:cNvPr>
                <p:cNvSpPr/>
                <p:nvPr/>
              </p:nvSpPr>
              <p:spPr>
                <a:xfrm rot="18014139">
                  <a:off x="1634467" y="4410827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Pentagon 4">
                  <a:extLst>
                    <a:ext uri="{FF2B5EF4-FFF2-40B4-BE49-F238E27FC236}">
                      <a16:creationId xmlns:a16="http://schemas.microsoft.com/office/drawing/2014/main" id="{EE688192-86CB-4E81-ADA9-BE15E9867CBB}"/>
                    </a:ext>
                  </a:extLst>
                </p:cNvPr>
                <p:cNvSpPr/>
                <p:nvPr/>
              </p:nvSpPr>
              <p:spPr>
                <a:xfrm rot="12600000">
                  <a:off x="1054500" y="4440180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1BAE689D-4462-433D-95DC-1BF193C730DA}"/>
                  </a:ext>
                </a:extLst>
              </p:cNvPr>
              <p:cNvGrpSpPr/>
              <p:nvPr/>
            </p:nvGrpSpPr>
            <p:grpSpPr>
              <a:xfrm>
                <a:off x="861404" y="536248"/>
                <a:ext cx="2838849" cy="1387443"/>
                <a:chOff x="861404" y="536248"/>
                <a:chExt cx="2838849" cy="1387443"/>
              </a:xfrm>
              <a:grpFill/>
            </p:grpSpPr>
            <p:grpSp>
              <p:nvGrpSpPr>
                <p:cNvPr id="1753" name="Group 1752">
                  <a:extLst>
                    <a:ext uri="{FF2B5EF4-FFF2-40B4-BE49-F238E27FC236}">
                      <a16:creationId xmlns:a16="http://schemas.microsoft.com/office/drawing/2014/main" id="{2BA588A6-43D9-47EB-B655-F1E38357DC31}"/>
                    </a:ext>
                  </a:extLst>
                </p:cNvPr>
                <p:cNvGrpSpPr/>
                <p:nvPr/>
              </p:nvGrpSpPr>
              <p:grpSpPr>
                <a:xfrm rot="10800000">
                  <a:off x="1296679" y="827125"/>
                  <a:ext cx="1303772" cy="803128"/>
                  <a:chOff x="6237808" y="2784252"/>
                  <a:chExt cx="1303772" cy="803128"/>
                </a:xfrm>
                <a:grpFill/>
              </p:grpSpPr>
              <p:sp>
                <p:nvSpPr>
                  <p:cNvPr id="1763" name="Pentagon 4">
                    <a:extLst>
                      <a:ext uri="{FF2B5EF4-FFF2-40B4-BE49-F238E27FC236}">
                        <a16:creationId xmlns:a16="http://schemas.microsoft.com/office/drawing/2014/main" id="{C789E0CD-2C0C-4412-A436-13BED4309E16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6158485" y="28635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4" name="Pentagon 4">
                    <a:extLst>
                      <a:ext uri="{FF2B5EF4-FFF2-40B4-BE49-F238E27FC236}">
                        <a16:creationId xmlns:a16="http://schemas.microsoft.com/office/drawing/2014/main" id="{ED518E6D-A755-48C0-9848-3DA8D83BF28D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738452" y="2834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cxnSp>
              <p:nvCxnSpPr>
                <p:cNvPr id="1754" name="Straight Connector 1753">
                  <a:extLst>
                    <a:ext uri="{FF2B5EF4-FFF2-40B4-BE49-F238E27FC236}">
                      <a16:creationId xmlns:a16="http://schemas.microsoft.com/office/drawing/2014/main" id="{4740B2BC-8FCF-47DE-84A1-9909F6639C1A}"/>
                    </a:ext>
                  </a:extLst>
                </p:cNvPr>
                <p:cNvCxnSpPr>
                  <a:cxnSpLocks/>
                  <a:stCxn id="1763" idx="2"/>
                  <a:endCxn id="1763" idx="3"/>
                </p:cNvCxnSpPr>
                <p:nvPr/>
              </p:nvCxnSpPr>
              <p:spPr>
                <a:xfrm>
                  <a:off x="2406553" y="838700"/>
                  <a:ext cx="235145" cy="402710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6" name="Straight Connector 1755">
                  <a:extLst>
                    <a:ext uri="{FF2B5EF4-FFF2-40B4-BE49-F238E27FC236}">
                      <a16:creationId xmlns:a16="http://schemas.microsoft.com/office/drawing/2014/main" id="{741FC786-F705-4881-8CB9-A7CB31A32F34}"/>
                    </a:ext>
                  </a:extLst>
                </p:cNvPr>
                <p:cNvCxnSpPr>
                  <a:cxnSpLocks/>
                  <a:stCxn id="1764" idx="1"/>
                </p:cNvCxnSpPr>
                <p:nvPr/>
              </p:nvCxnSpPr>
              <p:spPr>
                <a:xfrm flipH="1" flipV="1">
                  <a:off x="1307181" y="1138828"/>
                  <a:ext cx="232378" cy="399689"/>
                </a:xfrm>
                <a:prstGeom prst="line">
                  <a:avLst/>
                </a:prstGeom>
                <a:grpFill/>
                <a:ln w="57150" cap="rnd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57" name="Group 1756">
                  <a:extLst>
                    <a:ext uri="{FF2B5EF4-FFF2-40B4-BE49-F238E27FC236}">
                      <a16:creationId xmlns:a16="http://schemas.microsoft.com/office/drawing/2014/main" id="{A1E9B271-42E6-4C20-87BA-C46F77E97894}"/>
                    </a:ext>
                  </a:extLst>
                </p:cNvPr>
                <p:cNvGrpSpPr/>
                <p:nvPr/>
              </p:nvGrpSpPr>
              <p:grpSpPr>
                <a:xfrm rot="10800000">
                  <a:off x="2396481" y="536248"/>
                  <a:ext cx="1303772" cy="803128"/>
                  <a:chOff x="6237808" y="2784252"/>
                  <a:chExt cx="1303772" cy="803128"/>
                </a:xfrm>
                <a:grpFill/>
              </p:grpSpPr>
              <p:sp>
                <p:nvSpPr>
                  <p:cNvPr id="1761" name="Pentagon 4">
                    <a:extLst>
                      <a:ext uri="{FF2B5EF4-FFF2-40B4-BE49-F238E27FC236}">
                        <a16:creationId xmlns:a16="http://schemas.microsoft.com/office/drawing/2014/main" id="{C8EA47C3-C0AE-4FD4-B523-994818399FB7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6158485" y="2863575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2" name="Pentagon 4">
                    <a:extLst>
                      <a:ext uri="{FF2B5EF4-FFF2-40B4-BE49-F238E27FC236}">
                        <a16:creationId xmlns:a16="http://schemas.microsoft.com/office/drawing/2014/main" id="{80973495-EF13-430A-8C60-4FF25C3B65E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738452" y="2834222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760" name="Pentagon 4">
                  <a:extLst>
                    <a:ext uri="{FF2B5EF4-FFF2-40B4-BE49-F238E27FC236}">
                      <a16:creationId xmlns:a16="http://schemas.microsoft.com/office/drawing/2014/main" id="{2869FF69-2262-47BF-9AC7-FFE5A6C55050}"/>
                    </a:ext>
                  </a:extLst>
                </p:cNvPr>
                <p:cNvSpPr/>
                <p:nvPr/>
              </p:nvSpPr>
              <p:spPr>
                <a:xfrm rot="18014139">
                  <a:off x="782081" y="1199886"/>
                  <a:ext cx="803128" cy="644481"/>
                </a:xfrm>
                <a:custGeom>
                  <a:avLst/>
                  <a:gdLst>
                    <a:gd name="connsiteX0" fmla="*/ 1 w 818214"/>
                    <a:gd name="connsiteY0" fmla="*/ 244470 h 640033"/>
                    <a:gd name="connsiteX1" fmla="*/ 409107 w 818214"/>
                    <a:gd name="connsiteY1" fmla="*/ 0 h 640033"/>
                    <a:gd name="connsiteX2" fmla="*/ 818213 w 818214"/>
                    <a:gd name="connsiteY2" fmla="*/ 244470 h 640033"/>
                    <a:gd name="connsiteX3" fmla="*/ 661948 w 818214"/>
                    <a:gd name="connsiteY3" fmla="*/ 640031 h 640033"/>
                    <a:gd name="connsiteX4" fmla="*/ 156266 w 818214"/>
                    <a:gd name="connsiteY4" fmla="*/ 640031 h 640033"/>
                    <a:gd name="connsiteX5" fmla="*/ 1 w 818214"/>
                    <a:gd name="connsiteY5" fmla="*/ 244470 h 640033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6318 w 818212"/>
                    <a:gd name="connsiteY3" fmla="*/ 589441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40031"/>
                    <a:gd name="connsiteX1" fmla="*/ 409106 w 818212"/>
                    <a:gd name="connsiteY1" fmla="*/ 0 h 640031"/>
                    <a:gd name="connsiteX2" fmla="*/ 818212 w 818212"/>
                    <a:gd name="connsiteY2" fmla="*/ 244470 h 640031"/>
                    <a:gd name="connsiteX3" fmla="*/ 578399 w 818212"/>
                    <a:gd name="connsiteY3" fmla="*/ 627018 h 640031"/>
                    <a:gd name="connsiteX4" fmla="*/ 156265 w 818212"/>
                    <a:gd name="connsiteY4" fmla="*/ 640031 h 640031"/>
                    <a:gd name="connsiteX5" fmla="*/ 0 w 818212"/>
                    <a:gd name="connsiteY5" fmla="*/ 244470 h 640031"/>
                    <a:gd name="connsiteX0" fmla="*/ 0 w 818212"/>
                    <a:gd name="connsiteY0" fmla="*/ 244470 h 635655"/>
                    <a:gd name="connsiteX1" fmla="*/ 409106 w 818212"/>
                    <a:gd name="connsiteY1" fmla="*/ 0 h 635655"/>
                    <a:gd name="connsiteX2" fmla="*/ 818212 w 818212"/>
                    <a:gd name="connsiteY2" fmla="*/ 244470 h 635655"/>
                    <a:gd name="connsiteX3" fmla="*/ 578399 w 818212"/>
                    <a:gd name="connsiteY3" fmla="*/ 627018 h 635655"/>
                    <a:gd name="connsiteX4" fmla="*/ 253472 w 818212"/>
                    <a:gd name="connsiteY4" fmla="*/ 635655 h 635655"/>
                    <a:gd name="connsiteX5" fmla="*/ 0 w 818212"/>
                    <a:gd name="connsiteY5" fmla="*/ 244470 h 635655"/>
                    <a:gd name="connsiteX0" fmla="*/ 0 w 813835"/>
                    <a:gd name="connsiteY0" fmla="*/ 236315 h 635655"/>
                    <a:gd name="connsiteX1" fmla="*/ 404729 w 813835"/>
                    <a:gd name="connsiteY1" fmla="*/ 0 h 635655"/>
                    <a:gd name="connsiteX2" fmla="*/ 813835 w 813835"/>
                    <a:gd name="connsiteY2" fmla="*/ 244470 h 635655"/>
                    <a:gd name="connsiteX3" fmla="*/ 574022 w 813835"/>
                    <a:gd name="connsiteY3" fmla="*/ 627018 h 635655"/>
                    <a:gd name="connsiteX4" fmla="*/ 249095 w 813835"/>
                    <a:gd name="connsiteY4" fmla="*/ 635655 h 635655"/>
                    <a:gd name="connsiteX5" fmla="*/ 0 w 813835"/>
                    <a:gd name="connsiteY5" fmla="*/ 236315 h 635655"/>
                    <a:gd name="connsiteX0" fmla="*/ 0 w 813835"/>
                    <a:gd name="connsiteY0" fmla="*/ 236315 h 630464"/>
                    <a:gd name="connsiteX1" fmla="*/ 404729 w 813835"/>
                    <a:gd name="connsiteY1" fmla="*/ 0 h 630464"/>
                    <a:gd name="connsiteX2" fmla="*/ 813835 w 813835"/>
                    <a:gd name="connsiteY2" fmla="*/ 244470 h 630464"/>
                    <a:gd name="connsiteX3" fmla="*/ 574022 w 813835"/>
                    <a:gd name="connsiteY3" fmla="*/ 627018 h 630464"/>
                    <a:gd name="connsiteX4" fmla="*/ 242302 w 813835"/>
                    <a:gd name="connsiteY4" fmla="*/ 630464 h 630464"/>
                    <a:gd name="connsiteX5" fmla="*/ 0 w 813835"/>
                    <a:gd name="connsiteY5" fmla="*/ 236315 h 630464"/>
                    <a:gd name="connsiteX0" fmla="*/ 0 w 811156"/>
                    <a:gd name="connsiteY0" fmla="*/ 236315 h 630464"/>
                    <a:gd name="connsiteX1" fmla="*/ 404729 w 811156"/>
                    <a:gd name="connsiteY1" fmla="*/ 0 h 630464"/>
                    <a:gd name="connsiteX2" fmla="*/ 811156 w 811156"/>
                    <a:gd name="connsiteY2" fmla="*/ 227584 h 630464"/>
                    <a:gd name="connsiteX3" fmla="*/ 574022 w 811156"/>
                    <a:gd name="connsiteY3" fmla="*/ 627018 h 630464"/>
                    <a:gd name="connsiteX4" fmla="*/ 242302 w 811156"/>
                    <a:gd name="connsiteY4" fmla="*/ 630464 h 630464"/>
                    <a:gd name="connsiteX5" fmla="*/ 0 w 811156"/>
                    <a:gd name="connsiteY5" fmla="*/ 236315 h 630464"/>
                    <a:gd name="connsiteX0" fmla="*/ 0 w 811156"/>
                    <a:gd name="connsiteY0" fmla="*/ 238779 h 632928"/>
                    <a:gd name="connsiteX1" fmla="*/ 399563 w 811156"/>
                    <a:gd name="connsiteY1" fmla="*/ 0 h 632928"/>
                    <a:gd name="connsiteX2" fmla="*/ 811156 w 811156"/>
                    <a:gd name="connsiteY2" fmla="*/ 230048 h 632928"/>
                    <a:gd name="connsiteX3" fmla="*/ 574022 w 811156"/>
                    <a:gd name="connsiteY3" fmla="*/ 629482 h 632928"/>
                    <a:gd name="connsiteX4" fmla="*/ 242302 w 811156"/>
                    <a:gd name="connsiteY4" fmla="*/ 632928 h 632928"/>
                    <a:gd name="connsiteX5" fmla="*/ 0 w 811156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4022 w 804363"/>
                    <a:gd name="connsiteY3" fmla="*/ 629482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2928"/>
                    <a:gd name="connsiteX1" fmla="*/ 399563 w 804363"/>
                    <a:gd name="connsiteY1" fmla="*/ 0 h 632928"/>
                    <a:gd name="connsiteX2" fmla="*/ 804363 w 804363"/>
                    <a:gd name="connsiteY2" fmla="*/ 224858 h 632928"/>
                    <a:gd name="connsiteX3" fmla="*/ 579188 w 804363"/>
                    <a:gd name="connsiteY3" fmla="*/ 631946 h 632928"/>
                    <a:gd name="connsiteX4" fmla="*/ 242302 w 804363"/>
                    <a:gd name="connsiteY4" fmla="*/ 632928 h 632928"/>
                    <a:gd name="connsiteX5" fmla="*/ 0 w 804363"/>
                    <a:gd name="connsiteY5" fmla="*/ 238779 h 632928"/>
                    <a:gd name="connsiteX0" fmla="*/ 0 w 804363"/>
                    <a:gd name="connsiteY0" fmla="*/ 238779 h 633741"/>
                    <a:gd name="connsiteX1" fmla="*/ 399563 w 804363"/>
                    <a:gd name="connsiteY1" fmla="*/ 0 h 633741"/>
                    <a:gd name="connsiteX2" fmla="*/ 804363 w 804363"/>
                    <a:gd name="connsiteY2" fmla="*/ 224858 h 633741"/>
                    <a:gd name="connsiteX3" fmla="*/ 579188 w 804363"/>
                    <a:gd name="connsiteY3" fmla="*/ 631946 h 633741"/>
                    <a:gd name="connsiteX4" fmla="*/ 240938 w 804363"/>
                    <a:gd name="connsiteY4" fmla="*/ 633741 h 633741"/>
                    <a:gd name="connsiteX5" fmla="*/ 0 w 804363"/>
                    <a:gd name="connsiteY5" fmla="*/ 238779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6733"/>
                    <a:gd name="connsiteY0" fmla="*/ 236075 h 633741"/>
                    <a:gd name="connsiteX1" fmla="*/ 391933 w 796733"/>
                    <a:gd name="connsiteY1" fmla="*/ 0 h 633741"/>
                    <a:gd name="connsiteX2" fmla="*/ 796733 w 796733"/>
                    <a:gd name="connsiteY2" fmla="*/ 224858 h 633741"/>
                    <a:gd name="connsiteX3" fmla="*/ 571558 w 796733"/>
                    <a:gd name="connsiteY3" fmla="*/ 631946 h 633741"/>
                    <a:gd name="connsiteX4" fmla="*/ 233308 w 796733"/>
                    <a:gd name="connsiteY4" fmla="*/ 633741 h 633741"/>
                    <a:gd name="connsiteX5" fmla="*/ 0 w 796733"/>
                    <a:gd name="connsiteY5" fmla="*/ 236075 h 633741"/>
                    <a:gd name="connsiteX0" fmla="*/ 0 w 798786"/>
                    <a:gd name="connsiteY0" fmla="*/ 226247 h 633741"/>
                    <a:gd name="connsiteX1" fmla="*/ 393986 w 798786"/>
                    <a:gd name="connsiteY1" fmla="*/ 0 h 633741"/>
                    <a:gd name="connsiteX2" fmla="*/ 798786 w 798786"/>
                    <a:gd name="connsiteY2" fmla="*/ 224858 h 633741"/>
                    <a:gd name="connsiteX3" fmla="*/ 573611 w 798786"/>
                    <a:gd name="connsiteY3" fmla="*/ 631946 h 633741"/>
                    <a:gd name="connsiteX4" fmla="*/ 235361 w 798786"/>
                    <a:gd name="connsiteY4" fmla="*/ 633741 h 633741"/>
                    <a:gd name="connsiteX5" fmla="*/ 0 w 798786"/>
                    <a:gd name="connsiteY5" fmla="*/ 226247 h 633741"/>
                    <a:gd name="connsiteX0" fmla="*/ 0 w 798786"/>
                    <a:gd name="connsiteY0" fmla="*/ 231960 h 639454"/>
                    <a:gd name="connsiteX1" fmla="*/ 394331 w 798786"/>
                    <a:gd name="connsiteY1" fmla="*/ 0 h 639454"/>
                    <a:gd name="connsiteX2" fmla="*/ 798786 w 798786"/>
                    <a:gd name="connsiteY2" fmla="*/ 230571 h 639454"/>
                    <a:gd name="connsiteX3" fmla="*/ 573611 w 798786"/>
                    <a:gd name="connsiteY3" fmla="*/ 637659 h 639454"/>
                    <a:gd name="connsiteX4" fmla="*/ 235361 w 798786"/>
                    <a:gd name="connsiteY4" fmla="*/ 639454 h 639454"/>
                    <a:gd name="connsiteX5" fmla="*/ 0 w 798786"/>
                    <a:gd name="connsiteY5" fmla="*/ 231960 h 639454"/>
                    <a:gd name="connsiteX0" fmla="*/ 0 w 803128"/>
                    <a:gd name="connsiteY0" fmla="*/ 231960 h 639454"/>
                    <a:gd name="connsiteX1" fmla="*/ 394331 w 803128"/>
                    <a:gd name="connsiteY1" fmla="*/ 0 h 639454"/>
                    <a:gd name="connsiteX2" fmla="*/ 803128 w 803128"/>
                    <a:gd name="connsiteY2" fmla="*/ 231715 h 639454"/>
                    <a:gd name="connsiteX3" fmla="*/ 573611 w 803128"/>
                    <a:gd name="connsiteY3" fmla="*/ 637659 h 639454"/>
                    <a:gd name="connsiteX4" fmla="*/ 235361 w 803128"/>
                    <a:gd name="connsiteY4" fmla="*/ 639454 h 639454"/>
                    <a:gd name="connsiteX5" fmla="*/ 0 w 803128"/>
                    <a:gd name="connsiteY5" fmla="*/ 231960 h 639454"/>
                    <a:gd name="connsiteX0" fmla="*/ 0 w 803128"/>
                    <a:gd name="connsiteY0" fmla="*/ 236987 h 644481"/>
                    <a:gd name="connsiteX1" fmla="*/ 398751 w 803128"/>
                    <a:gd name="connsiteY1" fmla="*/ 0 h 644481"/>
                    <a:gd name="connsiteX2" fmla="*/ 803128 w 803128"/>
                    <a:gd name="connsiteY2" fmla="*/ 236742 h 644481"/>
                    <a:gd name="connsiteX3" fmla="*/ 573611 w 803128"/>
                    <a:gd name="connsiteY3" fmla="*/ 642686 h 644481"/>
                    <a:gd name="connsiteX4" fmla="*/ 235361 w 803128"/>
                    <a:gd name="connsiteY4" fmla="*/ 644481 h 644481"/>
                    <a:gd name="connsiteX5" fmla="*/ 0 w 803128"/>
                    <a:gd name="connsiteY5" fmla="*/ 236987 h 644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03128" h="644481">
                      <a:moveTo>
                        <a:pt x="0" y="236987"/>
                      </a:moveTo>
                      <a:lnTo>
                        <a:pt x="398751" y="0"/>
                      </a:lnTo>
                      <a:lnTo>
                        <a:pt x="803128" y="236742"/>
                      </a:lnTo>
                      <a:lnTo>
                        <a:pt x="573611" y="642686"/>
                      </a:lnTo>
                      <a:lnTo>
                        <a:pt x="235361" y="644481"/>
                      </a:lnTo>
                      <a:lnTo>
                        <a:pt x="0" y="236987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09" name="Group 2208">
              <a:extLst>
                <a:ext uri="{FF2B5EF4-FFF2-40B4-BE49-F238E27FC236}">
                  <a16:creationId xmlns:a16="http://schemas.microsoft.com/office/drawing/2014/main" id="{F1D323AB-41EB-4CD5-92A2-7E8C5D9DA3E6}"/>
                </a:ext>
              </a:extLst>
            </p:cNvPr>
            <p:cNvGrpSpPr/>
            <p:nvPr/>
          </p:nvGrpSpPr>
          <p:grpSpPr>
            <a:xfrm>
              <a:off x="733015" y="753721"/>
              <a:ext cx="4504371" cy="4429517"/>
              <a:chOff x="733015" y="753721"/>
              <a:chExt cx="4504371" cy="4429517"/>
            </a:xfrm>
          </p:grpSpPr>
          <p:grpSp>
            <p:nvGrpSpPr>
              <p:cNvPr id="2210" name="Group 2209">
                <a:extLst>
                  <a:ext uri="{FF2B5EF4-FFF2-40B4-BE49-F238E27FC236}">
                    <a16:creationId xmlns:a16="http://schemas.microsoft.com/office/drawing/2014/main" id="{6CA21945-5A33-43C6-8BAF-ABF74B6DD9B0}"/>
                  </a:ext>
                </a:extLst>
              </p:cNvPr>
              <p:cNvGrpSpPr/>
              <p:nvPr/>
            </p:nvGrpSpPr>
            <p:grpSpPr>
              <a:xfrm>
                <a:off x="898562" y="1044598"/>
                <a:ext cx="2091844" cy="1962707"/>
                <a:chOff x="898562" y="1044598"/>
                <a:chExt cx="2091844" cy="1962707"/>
              </a:xfrm>
            </p:grpSpPr>
            <p:cxnSp>
              <p:nvCxnSpPr>
                <p:cNvPr id="2276" name="Straight Connector 2275">
                  <a:extLst>
                    <a:ext uri="{FF2B5EF4-FFF2-40B4-BE49-F238E27FC236}">
                      <a16:creationId xmlns:a16="http://schemas.microsoft.com/office/drawing/2014/main" id="{B9806E0F-FD6E-4C44-B3BF-2EA48BB5F1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95612" y="1515742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7" name="Straight Connector 2276">
                  <a:extLst>
                    <a:ext uri="{FF2B5EF4-FFF2-40B4-BE49-F238E27FC236}">
                      <a16:creationId xmlns:a16="http://schemas.microsoft.com/office/drawing/2014/main" id="{3204B590-22C0-4811-9126-D584B97951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89442" y="1909570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8" name="Straight Connector 2277">
                  <a:extLst>
                    <a:ext uri="{FF2B5EF4-FFF2-40B4-BE49-F238E27FC236}">
                      <a16:creationId xmlns:a16="http://schemas.microsoft.com/office/drawing/2014/main" id="{8AD021CA-78B2-4BC3-B63F-4B7BE41AB7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59064" y="2312280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9" name="Straight Connector 2278">
                  <a:extLst>
                    <a:ext uri="{FF2B5EF4-FFF2-40B4-BE49-F238E27FC236}">
                      <a16:creationId xmlns:a16="http://schemas.microsoft.com/office/drawing/2014/main" id="{2E4A4E2D-C6E8-4F0B-92D9-B2354521C7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95791" y="2600092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0" name="Straight Connector 2279">
                  <a:extLst>
                    <a:ext uri="{FF2B5EF4-FFF2-40B4-BE49-F238E27FC236}">
                      <a16:creationId xmlns:a16="http://schemas.microsoft.com/office/drawing/2014/main" id="{F4A87AAC-7DF1-4AB3-B005-A93BABE22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58576" y="260009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1" name="Straight Connector 2280">
                  <a:extLst>
                    <a:ext uri="{FF2B5EF4-FFF2-40B4-BE49-F238E27FC236}">
                      <a16:creationId xmlns:a16="http://schemas.microsoft.com/office/drawing/2014/main" id="{644EA60C-ED98-4592-A1C5-67BD0081D1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68119" y="179694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2" name="Straight Connector 2281">
                  <a:extLst>
                    <a:ext uri="{FF2B5EF4-FFF2-40B4-BE49-F238E27FC236}">
                      <a16:creationId xmlns:a16="http://schemas.microsoft.com/office/drawing/2014/main" id="{D8E559C9-CC38-490A-B71D-A74193D2B0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89173" y="1044598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3" name="Straight Connector 2282">
                  <a:extLst>
                    <a:ext uri="{FF2B5EF4-FFF2-40B4-BE49-F238E27FC236}">
                      <a16:creationId xmlns:a16="http://schemas.microsoft.com/office/drawing/2014/main" id="{CC08B750-CB06-4F08-A106-E2E00F28AD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3127" y="1508440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4" name="Straight Connector 2283">
                  <a:extLst>
                    <a:ext uri="{FF2B5EF4-FFF2-40B4-BE49-F238E27FC236}">
                      <a16:creationId xmlns:a16="http://schemas.microsoft.com/office/drawing/2014/main" id="{806DB548-66E7-4FBF-975A-158B6DFEFA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530342" y="1508401"/>
                  <a:ext cx="463822" cy="586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5" name="Straight Connector 2284">
                  <a:extLst>
                    <a:ext uri="{FF2B5EF4-FFF2-40B4-BE49-F238E27FC236}">
                      <a16:creationId xmlns:a16="http://schemas.microsoft.com/office/drawing/2014/main" id="{981B4BA2-0604-476A-9145-E38971E5F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02771" y="1107882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6" name="Straight Connector 2285">
                  <a:extLst>
                    <a:ext uri="{FF2B5EF4-FFF2-40B4-BE49-F238E27FC236}">
                      <a16:creationId xmlns:a16="http://schemas.microsoft.com/office/drawing/2014/main" id="{9E0B3A1E-9006-4179-ACA5-28C7FC5121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369139" y="1510592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7" name="Straight Connector 2286">
                  <a:extLst>
                    <a:ext uri="{FF2B5EF4-FFF2-40B4-BE49-F238E27FC236}">
                      <a16:creationId xmlns:a16="http://schemas.microsoft.com/office/drawing/2014/main" id="{ABB93E83-0310-4371-A772-DA55DE9369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98562" y="1801877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1" name="Group 2210">
                <a:extLst>
                  <a:ext uri="{FF2B5EF4-FFF2-40B4-BE49-F238E27FC236}">
                    <a16:creationId xmlns:a16="http://schemas.microsoft.com/office/drawing/2014/main" id="{DEE5969B-8023-4F69-89AF-4BA3CF8111FA}"/>
                  </a:ext>
                </a:extLst>
              </p:cNvPr>
              <p:cNvGrpSpPr/>
              <p:nvPr/>
            </p:nvGrpSpPr>
            <p:grpSpPr>
              <a:xfrm>
                <a:off x="3385201" y="941988"/>
                <a:ext cx="1500362" cy="1374845"/>
                <a:chOff x="3385201" y="941988"/>
                <a:chExt cx="1500362" cy="1374845"/>
              </a:xfrm>
            </p:grpSpPr>
            <p:cxnSp>
              <p:nvCxnSpPr>
                <p:cNvPr id="2269" name="Straight Connector 2268">
                  <a:extLst>
                    <a:ext uri="{FF2B5EF4-FFF2-40B4-BE49-F238E27FC236}">
                      <a16:creationId xmlns:a16="http://schemas.microsoft.com/office/drawing/2014/main" id="{9C5656C3-1A39-45FE-8F12-D9566481B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188479" y="941988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0" name="Straight Connector 2269">
                  <a:extLst>
                    <a:ext uri="{FF2B5EF4-FFF2-40B4-BE49-F238E27FC236}">
                      <a16:creationId xmlns:a16="http://schemas.microsoft.com/office/drawing/2014/main" id="{A72A20FF-FBDF-4C35-95FE-752C78CB6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2309" y="1335816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1" name="Straight Connector 2270">
                  <a:extLst>
                    <a:ext uri="{FF2B5EF4-FFF2-40B4-BE49-F238E27FC236}">
                      <a16:creationId xmlns:a16="http://schemas.microsoft.com/office/drawing/2014/main" id="{D2DCD8CA-6742-4700-AD81-A523A54687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188479" y="1391621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2" name="Straight Connector 2271">
                  <a:extLst>
                    <a:ext uri="{FF2B5EF4-FFF2-40B4-BE49-F238E27FC236}">
                      <a16:creationId xmlns:a16="http://schemas.microsoft.com/office/drawing/2014/main" id="{2508433A-E527-4332-B1CF-2B359DD0DC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86739" y="1405791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3" name="Straight Connector 2272">
                  <a:extLst>
                    <a:ext uri="{FF2B5EF4-FFF2-40B4-BE49-F238E27FC236}">
                      <a16:creationId xmlns:a16="http://schemas.microsoft.com/office/drawing/2014/main" id="{EF19490F-6A4D-48F1-BF58-9C1902FCE3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7400" y="1565969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4" name="Straight Connector 2273">
                  <a:extLst>
                    <a:ext uri="{FF2B5EF4-FFF2-40B4-BE49-F238E27FC236}">
                      <a16:creationId xmlns:a16="http://schemas.microsoft.com/office/drawing/2014/main" id="{A4E022F3-DBB6-4E4E-B565-5F2F70FADC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93364" y="1622877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5" name="Straight Connector 2274">
                  <a:extLst>
                    <a:ext uri="{FF2B5EF4-FFF2-40B4-BE49-F238E27FC236}">
                      <a16:creationId xmlns:a16="http://schemas.microsoft.com/office/drawing/2014/main" id="{89A28960-A973-4901-B11A-D5B972C63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85201" y="1853030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2" name="Group 2211">
                <a:extLst>
                  <a:ext uri="{FF2B5EF4-FFF2-40B4-BE49-F238E27FC236}">
                    <a16:creationId xmlns:a16="http://schemas.microsoft.com/office/drawing/2014/main" id="{36F1E5E2-93A1-4D1F-87D6-C379548C74D6}"/>
                  </a:ext>
                </a:extLst>
              </p:cNvPr>
              <p:cNvGrpSpPr/>
              <p:nvPr/>
            </p:nvGrpSpPr>
            <p:grpSpPr>
              <a:xfrm>
                <a:off x="3394538" y="2032199"/>
                <a:ext cx="1842848" cy="1702926"/>
                <a:chOff x="3394538" y="2032199"/>
                <a:chExt cx="1842848" cy="1702926"/>
              </a:xfrm>
            </p:grpSpPr>
            <p:cxnSp>
              <p:nvCxnSpPr>
                <p:cNvPr id="2263" name="Straight Connector 2262">
                  <a:extLst>
                    <a:ext uri="{FF2B5EF4-FFF2-40B4-BE49-F238E27FC236}">
                      <a16:creationId xmlns:a16="http://schemas.microsoft.com/office/drawing/2014/main" id="{82336ADD-C9E7-4C04-9437-883479D3F6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6737" y="2032199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4" name="Straight Connector 2263">
                  <a:extLst>
                    <a:ext uri="{FF2B5EF4-FFF2-40B4-BE49-F238E27FC236}">
                      <a16:creationId xmlns:a16="http://schemas.microsoft.com/office/drawing/2014/main" id="{2A8763E0-6DAA-4CD5-B18B-9FC595AF01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0567" y="2426027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5" name="Straight Connector 2264">
                  <a:extLst>
                    <a:ext uri="{FF2B5EF4-FFF2-40B4-BE49-F238E27FC236}">
                      <a16:creationId xmlns:a16="http://schemas.microsoft.com/office/drawing/2014/main" id="{0CBA9FA1-C87A-463D-AEC1-D05AD95C99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859244" y="2313399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6" name="Straight Connector 2265">
                  <a:extLst>
                    <a:ext uri="{FF2B5EF4-FFF2-40B4-BE49-F238E27FC236}">
                      <a16:creationId xmlns:a16="http://schemas.microsoft.com/office/drawing/2014/main" id="{352843BA-6D37-47E2-9021-AF0904FB04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394538" y="2768893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7" name="Straight Connector 2266">
                  <a:extLst>
                    <a:ext uri="{FF2B5EF4-FFF2-40B4-BE49-F238E27FC236}">
                      <a16:creationId xmlns:a16="http://schemas.microsoft.com/office/drawing/2014/main" id="{542A1281-4B96-481A-AD22-092408D361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774601" y="3112060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8" name="Straight Connector 2267">
                  <a:extLst>
                    <a:ext uri="{FF2B5EF4-FFF2-40B4-BE49-F238E27FC236}">
                      <a16:creationId xmlns:a16="http://schemas.microsoft.com/office/drawing/2014/main" id="{1E8D3DB8-1E84-4AC2-93D1-6B7A5D438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772680" y="3567554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3" name="Group 2212">
                <a:extLst>
                  <a:ext uri="{FF2B5EF4-FFF2-40B4-BE49-F238E27FC236}">
                    <a16:creationId xmlns:a16="http://schemas.microsoft.com/office/drawing/2014/main" id="{1D741457-8D33-4C83-BDC8-9ACD64A0172F}"/>
                  </a:ext>
                </a:extLst>
              </p:cNvPr>
              <p:cNvGrpSpPr/>
              <p:nvPr/>
            </p:nvGrpSpPr>
            <p:grpSpPr>
              <a:xfrm>
                <a:off x="3278741" y="2713088"/>
                <a:ext cx="1495860" cy="1779678"/>
                <a:chOff x="3278741" y="2713088"/>
                <a:chExt cx="1495860" cy="1779678"/>
              </a:xfrm>
            </p:grpSpPr>
            <p:cxnSp>
              <p:nvCxnSpPr>
                <p:cNvPr id="2253" name="Straight Connector 2252">
                  <a:extLst>
                    <a:ext uri="{FF2B5EF4-FFF2-40B4-BE49-F238E27FC236}">
                      <a16:creationId xmlns:a16="http://schemas.microsoft.com/office/drawing/2014/main" id="{74195A7D-6298-40B6-B009-7C20597B1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91622" y="2713088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4" name="Straight Connector 2253">
                  <a:extLst>
                    <a:ext uri="{FF2B5EF4-FFF2-40B4-BE49-F238E27FC236}">
                      <a16:creationId xmlns:a16="http://schemas.microsoft.com/office/drawing/2014/main" id="{A135BE65-DB45-48A3-B44B-E30607B0B4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304024" y="3116028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5" name="Straight Connector 2254">
                  <a:extLst>
                    <a:ext uri="{FF2B5EF4-FFF2-40B4-BE49-F238E27FC236}">
                      <a16:creationId xmlns:a16="http://schemas.microsoft.com/office/drawing/2014/main" id="{0C5C689C-5BFD-40D9-8F16-DF75F07C12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135247" y="3116028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6" name="Straight Connector 2255">
                  <a:extLst>
                    <a:ext uri="{FF2B5EF4-FFF2-40B4-BE49-F238E27FC236}">
                      <a16:creationId xmlns:a16="http://schemas.microsoft.com/office/drawing/2014/main" id="{8427E556-4347-4757-9B1F-E5202F79BA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682402" y="3399121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7" name="Straight Connector 2256">
                  <a:extLst>
                    <a:ext uri="{FF2B5EF4-FFF2-40B4-BE49-F238E27FC236}">
                      <a16:creationId xmlns:a16="http://schemas.microsoft.com/office/drawing/2014/main" id="{9149D22D-97D8-42E2-BB89-88E5223E6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145187" y="3399121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8" name="Straight Connector 2257">
                  <a:extLst>
                    <a:ext uri="{FF2B5EF4-FFF2-40B4-BE49-F238E27FC236}">
                      <a16:creationId xmlns:a16="http://schemas.microsoft.com/office/drawing/2014/main" id="{B414C4D8-FBDC-4CCC-B4E3-A1205EC4B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0481" y="3404982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9" name="Straight Connector 2258">
                  <a:extLst>
                    <a:ext uri="{FF2B5EF4-FFF2-40B4-BE49-F238E27FC236}">
                      <a16:creationId xmlns:a16="http://schemas.microsoft.com/office/drawing/2014/main" id="{E88F191D-2E90-4614-9598-F50BE801E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974311" y="3798810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0" name="Straight Connector 2259">
                  <a:extLst>
                    <a:ext uri="{FF2B5EF4-FFF2-40B4-BE49-F238E27FC236}">
                      <a16:creationId xmlns:a16="http://schemas.microsoft.com/office/drawing/2014/main" id="{72865C10-4F0F-41CB-8D50-5210522F80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80481" y="3854615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1" name="Straight Connector 2260">
                  <a:extLst>
                    <a:ext uri="{FF2B5EF4-FFF2-40B4-BE49-F238E27FC236}">
                      <a16:creationId xmlns:a16="http://schemas.microsoft.com/office/drawing/2014/main" id="{B3E8B0B3-9E3B-48E7-8985-3A113B833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78741" y="3868785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2" name="Straight Connector 2261">
                  <a:extLst>
                    <a:ext uri="{FF2B5EF4-FFF2-40B4-BE49-F238E27FC236}">
                      <a16:creationId xmlns:a16="http://schemas.microsoft.com/office/drawing/2014/main" id="{F7A73093-3FD6-44B4-BD7E-D7070093D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69402" y="4028963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4" name="Group 2213">
                <a:extLst>
                  <a:ext uri="{FF2B5EF4-FFF2-40B4-BE49-F238E27FC236}">
                    <a16:creationId xmlns:a16="http://schemas.microsoft.com/office/drawing/2014/main" id="{6ED9A1FC-0948-46EE-842F-3BB725C61027}"/>
                  </a:ext>
                </a:extLst>
              </p:cNvPr>
              <p:cNvGrpSpPr/>
              <p:nvPr/>
            </p:nvGrpSpPr>
            <p:grpSpPr>
              <a:xfrm>
                <a:off x="2581734" y="3685814"/>
                <a:ext cx="2093541" cy="1497424"/>
                <a:chOff x="2581734" y="3685814"/>
                <a:chExt cx="2093541" cy="1497424"/>
              </a:xfrm>
            </p:grpSpPr>
            <p:cxnSp>
              <p:nvCxnSpPr>
                <p:cNvPr id="2246" name="Straight Connector 2245">
                  <a:extLst>
                    <a:ext uri="{FF2B5EF4-FFF2-40B4-BE49-F238E27FC236}">
                      <a16:creationId xmlns:a16="http://schemas.microsoft.com/office/drawing/2014/main" id="{C5B20420-CCF1-40B6-A18A-982E1A511B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443445" y="4489332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7" name="Straight Connector 2246">
                  <a:extLst>
                    <a:ext uri="{FF2B5EF4-FFF2-40B4-BE49-F238E27FC236}">
                      <a16:creationId xmlns:a16="http://schemas.microsoft.com/office/drawing/2014/main" id="{063F4649-5174-4854-8AC1-AF95192856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978739" y="4495193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8" name="Straight Connector 2247">
                  <a:extLst>
                    <a:ext uri="{FF2B5EF4-FFF2-40B4-BE49-F238E27FC236}">
                      <a16:creationId xmlns:a16="http://schemas.microsoft.com/office/drawing/2014/main" id="{2135D3A6-A620-4822-B621-424584DDF9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581734" y="3685814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9" name="Straight Connector 2248">
                  <a:extLst>
                    <a:ext uri="{FF2B5EF4-FFF2-40B4-BE49-F238E27FC236}">
                      <a16:creationId xmlns:a16="http://schemas.microsoft.com/office/drawing/2014/main" id="{BE34702B-D8A9-4A16-8E2C-37C8E8A81C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3643" y="4085503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0" name="Straight Connector 2249">
                  <a:extLst>
                    <a:ext uri="{FF2B5EF4-FFF2-40B4-BE49-F238E27FC236}">
                      <a16:creationId xmlns:a16="http://schemas.microsoft.com/office/drawing/2014/main" id="{81A89E11-173E-4AC3-ABC0-083AFBBED4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43265" y="4488213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1" name="Straight Connector 2250">
                  <a:extLst>
                    <a:ext uri="{FF2B5EF4-FFF2-40B4-BE49-F238E27FC236}">
                      <a16:creationId xmlns:a16="http://schemas.microsoft.com/office/drawing/2014/main" id="{F50E8321-E73D-4E30-A6DC-8D7E1EB3A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79992" y="4776025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2" name="Straight Connector 2251">
                  <a:extLst>
                    <a:ext uri="{FF2B5EF4-FFF2-40B4-BE49-F238E27FC236}">
                      <a16:creationId xmlns:a16="http://schemas.microsoft.com/office/drawing/2014/main" id="{827727CE-EE4B-4A07-9A7E-D0B530D94E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342777" y="4776025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5" name="Group 2214">
                <a:extLst>
                  <a:ext uri="{FF2B5EF4-FFF2-40B4-BE49-F238E27FC236}">
                    <a16:creationId xmlns:a16="http://schemas.microsoft.com/office/drawing/2014/main" id="{C5CBD4A0-4D8D-4170-8390-BEC5A192A576}"/>
                  </a:ext>
                </a:extLst>
              </p:cNvPr>
              <p:cNvGrpSpPr/>
              <p:nvPr/>
            </p:nvGrpSpPr>
            <p:grpSpPr>
              <a:xfrm>
                <a:off x="1085874" y="3689782"/>
                <a:ext cx="1794118" cy="1378631"/>
                <a:chOff x="1085874" y="3689782"/>
                <a:chExt cx="1794118" cy="1378631"/>
              </a:xfrm>
            </p:grpSpPr>
            <p:cxnSp>
              <p:nvCxnSpPr>
                <p:cNvPr id="2235" name="Straight Connector 2234">
                  <a:extLst>
                    <a:ext uri="{FF2B5EF4-FFF2-40B4-BE49-F238E27FC236}">
                      <a16:creationId xmlns:a16="http://schemas.microsoft.com/office/drawing/2014/main" id="{485FF5B8-5495-4207-9EC2-BD4E6DD588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11157" y="3689782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6" name="Straight Connector 2235">
                  <a:extLst>
                    <a:ext uri="{FF2B5EF4-FFF2-40B4-BE49-F238E27FC236}">
                      <a16:creationId xmlns:a16="http://schemas.microsoft.com/office/drawing/2014/main" id="{D501A0C7-0CBA-4C68-B127-0B5708B5B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78073" y="4155478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7" name="Straight Connector 2236">
                  <a:extLst>
                    <a:ext uri="{FF2B5EF4-FFF2-40B4-BE49-F238E27FC236}">
                      <a16:creationId xmlns:a16="http://schemas.microsoft.com/office/drawing/2014/main" id="{E5094554-28B3-4398-9E1A-391B7DCCC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09415" y="477999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8" name="Straight Connector 2237">
                  <a:extLst>
                    <a:ext uri="{FF2B5EF4-FFF2-40B4-BE49-F238E27FC236}">
                      <a16:creationId xmlns:a16="http://schemas.microsoft.com/office/drawing/2014/main" id="{84381D25-FF1A-4EA7-8FE1-6B96E656C0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52320" y="3972875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9" name="Straight Connector 2238">
                  <a:extLst>
                    <a:ext uri="{FF2B5EF4-FFF2-40B4-BE49-F238E27FC236}">
                      <a16:creationId xmlns:a16="http://schemas.microsoft.com/office/drawing/2014/main" id="{21C930BC-D8CF-413F-B88F-A482688929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87614" y="3978736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0" name="Straight Connector 2239">
                  <a:extLst>
                    <a:ext uri="{FF2B5EF4-FFF2-40B4-BE49-F238E27FC236}">
                      <a16:creationId xmlns:a16="http://schemas.microsoft.com/office/drawing/2014/main" id="{D5C7B3FF-DBC5-40CA-B64D-4D5EA29D90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81444" y="4372564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1" name="Straight Connector 2240">
                  <a:extLst>
                    <a:ext uri="{FF2B5EF4-FFF2-40B4-BE49-F238E27FC236}">
                      <a16:creationId xmlns:a16="http://schemas.microsoft.com/office/drawing/2014/main" id="{AF039D1F-1515-43A7-BB50-E136FDAF7B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487614" y="4428369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2" name="Straight Connector 2241">
                  <a:extLst>
                    <a:ext uri="{FF2B5EF4-FFF2-40B4-BE49-F238E27FC236}">
                      <a16:creationId xmlns:a16="http://schemas.microsoft.com/office/drawing/2014/main" id="{1E7F2BC0-846D-4B41-900D-03E1EEE46B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85874" y="4442539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3" name="Straight Connector 2242">
                  <a:extLst>
                    <a:ext uri="{FF2B5EF4-FFF2-40B4-BE49-F238E27FC236}">
                      <a16:creationId xmlns:a16="http://schemas.microsoft.com/office/drawing/2014/main" id="{0E99DAD8-5974-48EC-A969-6E27466394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84698" y="4372564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4" name="Straight Connector 2243">
                  <a:extLst>
                    <a:ext uri="{FF2B5EF4-FFF2-40B4-BE49-F238E27FC236}">
                      <a16:creationId xmlns:a16="http://schemas.microsoft.com/office/drawing/2014/main" id="{A5EFA50A-32A9-4AE8-A743-BB2BB34A7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76535" y="4602717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5" name="Straight Connector 2244">
                  <a:extLst>
                    <a:ext uri="{FF2B5EF4-FFF2-40B4-BE49-F238E27FC236}">
                      <a16:creationId xmlns:a16="http://schemas.microsoft.com/office/drawing/2014/main" id="{6BF64820-8103-4ABF-A79E-559881EF88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251066" y="4775274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6" name="Group 2215">
                <a:extLst>
                  <a:ext uri="{FF2B5EF4-FFF2-40B4-BE49-F238E27FC236}">
                    <a16:creationId xmlns:a16="http://schemas.microsoft.com/office/drawing/2014/main" id="{CF1381C8-7505-4928-83D9-AC1B6EACCC79}"/>
                  </a:ext>
                </a:extLst>
              </p:cNvPr>
              <p:cNvGrpSpPr/>
              <p:nvPr/>
            </p:nvGrpSpPr>
            <p:grpSpPr>
              <a:xfrm>
                <a:off x="2630144" y="753721"/>
                <a:ext cx="933362" cy="924961"/>
                <a:chOff x="2630144" y="753721"/>
                <a:chExt cx="933362" cy="924961"/>
              </a:xfrm>
            </p:grpSpPr>
            <p:cxnSp>
              <p:nvCxnSpPr>
                <p:cNvPr id="2231" name="Straight Connector 2230">
                  <a:extLst>
                    <a:ext uri="{FF2B5EF4-FFF2-40B4-BE49-F238E27FC236}">
                      <a16:creationId xmlns:a16="http://schemas.microsoft.com/office/drawing/2014/main" id="{224EA277-F248-490E-B1D5-AF0BA0447F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96280" y="1229049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2" name="Straight Connector 2231">
                  <a:extLst>
                    <a:ext uri="{FF2B5EF4-FFF2-40B4-BE49-F238E27FC236}">
                      <a16:creationId xmlns:a16="http://schemas.microsoft.com/office/drawing/2014/main" id="{4B390B00-D409-486A-867A-39AB2B43CA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8975" y="753721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3" name="Straight Connector 2232">
                  <a:extLst>
                    <a:ext uri="{FF2B5EF4-FFF2-40B4-BE49-F238E27FC236}">
                      <a16:creationId xmlns:a16="http://schemas.microsoft.com/office/drawing/2014/main" id="{EE4A275D-972C-43EB-8642-A9A1B204A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2929" y="121756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4" name="Straight Connector 2233">
                  <a:extLst>
                    <a:ext uri="{FF2B5EF4-FFF2-40B4-BE49-F238E27FC236}">
                      <a16:creationId xmlns:a16="http://schemas.microsoft.com/office/drawing/2014/main" id="{B61101FD-6411-444B-B62D-6E0E8839E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30144" y="1217524"/>
                  <a:ext cx="463822" cy="586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17" name="Group 2216">
                <a:extLst>
                  <a:ext uri="{FF2B5EF4-FFF2-40B4-BE49-F238E27FC236}">
                    <a16:creationId xmlns:a16="http://schemas.microsoft.com/office/drawing/2014/main" id="{03D7C303-A39C-48FB-B5B0-2037B6B9B9B7}"/>
                  </a:ext>
                </a:extLst>
              </p:cNvPr>
              <p:cNvGrpSpPr/>
              <p:nvPr/>
            </p:nvGrpSpPr>
            <p:grpSpPr>
              <a:xfrm>
                <a:off x="733015" y="2196631"/>
                <a:ext cx="1562776" cy="1784167"/>
                <a:chOff x="733015" y="2196631"/>
                <a:chExt cx="1562776" cy="1784167"/>
              </a:xfrm>
            </p:grpSpPr>
            <p:grpSp>
              <p:nvGrpSpPr>
                <p:cNvPr id="2218" name="Group 2217">
                  <a:extLst>
                    <a:ext uri="{FF2B5EF4-FFF2-40B4-BE49-F238E27FC236}">
                      <a16:creationId xmlns:a16="http://schemas.microsoft.com/office/drawing/2014/main" id="{FBF3E1FB-AF3B-44B0-86F6-422DD713C64B}"/>
                    </a:ext>
                  </a:extLst>
                </p:cNvPr>
                <p:cNvGrpSpPr/>
                <p:nvPr/>
              </p:nvGrpSpPr>
              <p:grpSpPr>
                <a:xfrm>
                  <a:off x="733015" y="2196631"/>
                  <a:ext cx="1562776" cy="1784167"/>
                  <a:chOff x="733015" y="2196631"/>
                  <a:chExt cx="1562776" cy="1784167"/>
                </a:xfrm>
              </p:grpSpPr>
              <p:cxnSp>
                <p:nvCxnSpPr>
                  <p:cNvPr id="2220" name="Straight Connector 2219">
                    <a:extLst>
                      <a:ext uri="{FF2B5EF4-FFF2-40B4-BE49-F238E27FC236}">
                        <a16:creationId xmlns:a16="http://schemas.microsoft.com/office/drawing/2014/main" id="{4CA48DE3-72E4-4407-BE84-3390B0A52E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825214" y="2604060"/>
                    <a:ext cx="470577" cy="1854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1" name="Straight Connector 2220">
                    <a:extLst>
                      <a:ext uri="{FF2B5EF4-FFF2-40B4-BE49-F238E27FC236}">
                        <a16:creationId xmlns:a16="http://schemas.microsoft.com/office/drawing/2014/main" id="{BCD89781-A37D-47BC-8A25-0A2AF98888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00497" y="2196631"/>
                    <a:ext cx="235145" cy="402710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2" name="Straight Connector 2221">
                    <a:extLst>
                      <a:ext uri="{FF2B5EF4-FFF2-40B4-BE49-F238E27FC236}">
                        <a16:creationId xmlns:a16="http://schemas.microsoft.com/office/drawing/2014/main" id="{BB75B892-DFAC-4A6C-9684-39C31F3E9A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2334" y="2426784"/>
                    <a:ext cx="4991" cy="46380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3" name="Straight Connector 2222">
                    <a:extLst>
                      <a:ext uri="{FF2B5EF4-FFF2-40B4-BE49-F238E27FC236}">
                        <a16:creationId xmlns:a16="http://schemas.microsoft.com/office/drawing/2014/main" id="{AA8ED1FB-D007-421E-8BE2-18800C0932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666865" y="2599341"/>
                    <a:ext cx="168777" cy="293139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4" name="Straight Connector 2223">
                    <a:extLst>
                      <a:ext uri="{FF2B5EF4-FFF2-40B4-BE49-F238E27FC236}">
                        <a16:creationId xmlns:a16="http://schemas.microsoft.com/office/drawing/2014/main" id="{A4219D22-F62C-4F86-8C6C-77729458B4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203592" y="2887153"/>
                    <a:ext cx="462785" cy="5822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5" name="Straight Connector 2224">
                    <a:extLst>
                      <a:ext uri="{FF2B5EF4-FFF2-40B4-BE49-F238E27FC236}">
                        <a16:creationId xmlns:a16="http://schemas.microsoft.com/office/drawing/2014/main" id="{083C1175-6136-4921-BE8A-4F16BBC337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666377" y="2887153"/>
                    <a:ext cx="231830" cy="40721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6" name="Straight Connector 2225">
                    <a:extLst>
                      <a:ext uri="{FF2B5EF4-FFF2-40B4-BE49-F238E27FC236}">
                        <a16:creationId xmlns:a16="http://schemas.microsoft.com/office/drawing/2014/main" id="{0F615898-1C95-4ACA-A52A-924E38F900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201671" y="2893014"/>
                    <a:ext cx="884" cy="44963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7" name="Straight Connector 2226">
                    <a:extLst>
                      <a:ext uri="{FF2B5EF4-FFF2-40B4-BE49-F238E27FC236}">
                        <a16:creationId xmlns:a16="http://schemas.microsoft.com/office/drawing/2014/main" id="{E9263B9A-0166-42DF-B347-E3090B3A0A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201671" y="3342647"/>
                    <a:ext cx="293830" cy="167571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8" name="Straight Connector 2227">
                    <a:extLst>
                      <a:ext uri="{FF2B5EF4-FFF2-40B4-BE49-F238E27FC236}">
                        <a16:creationId xmlns:a16="http://schemas.microsoft.com/office/drawing/2014/main" id="{78DF7D77-20FA-4765-88A1-4B351DE435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733015" y="2891121"/>
                    <a:ext cx="470577" cy="1854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29" name="Straight Connector 2228">
                    <a:extLst>
                      <a:ext uri="{FF2B5EF4-FFF2-40B4-BE49-F238E27FC236}">
                        <a16:creationId xmlns:a16="http://schemas.microsoft.com/office/drawing/2014/main" id="{AAD62E0F-D8E2-4B45-A6FE-698DA009C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9931" y="3356817"/>
                    <a:ext cx="407615" cy="222629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0" name="Straight Connector 2229">
                    <a:extLst>
                      <a:ext uri="{FF2B5EF4-FFF2-40B4-BE49-F238E27FC236}">
                        <a16:creationId xmlns:a16="http://schemas.microsoft.com/office/drawing/2014/main" id="{2B8BF175-1F7D-4E99-BE39-8A75019059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90592" y="3516995"/>
                    <a:ext cx="4991" cy="463803"/>
                  </a:xfrm>
                  <a:prstGeom prst="line">
                    <a:avLst/>
                  </a:prstGeom>
                  <a:solidFill>
                    <a:srgbClr val="33CCFF">
                      <a:alpha val="20000"/>
                    </a:srgbClr>
                  </a:solidFill>
                  <a:ln w="19050" cap="rnd"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219" name="Straight Connector 2218">
                  <a:extLst>
                    <a:ext uri="{FF2B5EF4-FFF2-40B4-BE49-F238E27FC236}">
                      <a16:creationId xmlns:a16="http://schemas.microsoft.com/office/drawing/2014/main" id="{8C979AED-2640-4224-8B8C-033AF1195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95501" y="3286842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19050"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88" name="Group 2287">
              <a:extLst>
                <a:ext uri="{FF2B5EF4-FFF2-40B4-BE49-F238E27FC236}">
                  <a16:creationId xmlns:a16="http://schemas.microsoft.com/office/drawing/2014/main" id="{067A8B99-DB1E-434D-9DDC-CFFF2C3D7549}"/>
                </a:ext>
              </a:extLst>
            </p:cNvPr>
            <p:cNvGrpSpPr/>
            <p:nvPr/>
          </p:nvGrpSpPr>
          <p:grpSpPr>
            <a:xfrm>
              <a:off x="490022" y="507183"/>
              <a:ext cx="4968639" cy="4946731"/>
              <a:chOff x="490022" y="507183"/>
              <a:chExt cx="4968639" cy="4946731"/>
            </a:xfrm>
          </p:grpSpPr>
          <p:grpSp>
            <p:nvGrpSpPr>
              <p:cNvPr id="2289" name="Group 2288">
                <a:extLst>
                  <a:ext uri="{FF2B5EF4-FFF2-40B4-BE49-F238E27FC236}">
                    <a16:creationId xmlns:a16="http://schemas.microsoft.com/office/drawing/2014/main" id="{776F1A03-C64C-459E-A5D2-85F83F52EB1D}"/>
                  </a:ext>
                </a:extLst>
              </p:cNvPr>
              <p:cNvGrpSpPr/>
              <p:nvPr/>
            </p:nvGrpSpPr>
            <p:grpSpPr>
              <a:xfrm>
                <a:off x="490022" y="507183"/>
                <a:ext cx="4968639" cy="4946731"/>
                <a:chOff x="490022" y="507183"/>
                <a:chExt cx="4968639" cy="4946731"/>
              </a:xfrm>
            </p:grpSpPr>
            <p:cxnSp>
              <p:nvCxnSpPr>
                <p:cNvPr id="2342" name="Straight Connector 2341">
                  <a:extLst>
                    <a:ext uri="{FF2B5EF4-FFF2-40B4-BE49-F238E27FC236}">
                      <a16:creationId xmlns:a16="http://schemas.microsoft.com/office/drawing/2014/main" id="{F219DFE3-ED85-4F69-B5D2-8A7C20872E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179297" y="919742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3" name="Straight Connector 2342">
                  <a:extLst>
                    <a:ext uri="{FF2B5EF4-FFF2-40B4-BE49-F238E27FC236}">
                      <a16:creationId xmlns:a16="http://schemas.microsoft.com/office/drawing/2014/main" id="{517BC636-C88B-4D3F-A624-E4D86D1F3C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42082" y="919742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4" name="Straight Connector 2343">
                  <a:extLst>
                    <a:ext uri="{FF2B5EF4-FFF2-40B4-BE49-F238E27FC236}">
                      <a16:creationId xmlns:a16="http://schemas.microsoft.com/office/drawing/2014/main" id="{5C935166-C4A9-4291-98CE-08833F0DF6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08720" y="923710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5" name="Straight Connector 2344">
                  <a:extLst>
                    <a:ext uri="{FF2B5EF4-FFF2-40B4-BE49-F238E27FC236}">
                      <a16:creationId xmlns:a16="http://schemas.microsoft.com/office/drawing/2014/main" id="{ED898C67-658F-435F-9217-C656D876BF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74460" y="1319431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6" name="Straight Connector 2345">
                  <a:extLst>
                    <a:ext uri="{FF2B5EF4-FFF2-40B4-BE49-F238E27FC236}">
                      <a16:creationId xmlns:a16="http://schemas.microsoft.com/office/drawing/2014/main" id="{80B61B9B-5F48-4DE1-AA89-16D0B20520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0828" y="172214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7" name="Straight Connector 2346">
                  <a:extLst>
                    <a:ext uri="{FF2B5EF4-FFF2-40B4-BE49-F238E27FC236}">
                      <a16:creationId xmlns:a16="http://schemas.microsoft.com/office/drawing/2014/main" id="{0E790699-FC9C-4C19-AB93-8688EDB88E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40340" y="200995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8" name="Straight Connector 2347">
                  <a:extLst>
                    <a:ext uri="{FF2B5EF4-FFF2-40B4-BE49-F238E27FC236}">
                      <a16:creationId xmlns:a16="http://schemas.microsoft.com/office/drawing/2014/main" id="{F02721D5-5712-4D45-9D59-C1B21B7091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72718" y="240964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9" name="Straight Connector 2348">
                  <a:extLst>
                    <a:ext uri="{FF2B5EF4-FFF2-40B4-BE49-F238E27FC236}">
                      <a16:creationId xmlns:a16="http://schemas.microsoft.com/office/drawing/2014/main" id="{6E285ED7-AD2C-494C-8A60-4D2EFF05F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239086" y="281235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0" name="Straight Connector 2349">
                  <a:extLst>
                    <a:ext uri="{FF2B5EF4-FFF2-40B4-BE49-F238E27FC236}">
                      <a16:creationId xmlns:a16="http://schemas.microsoft.com/office/drawing/2014/main" id="{C55FD055-09B3-4110-A1F7-90CD0C2B2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2310" y="1786418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1" name="Straight Connector 2350">
                  <a:extLst>
                    <a:ext uri="{FF2B5EF4-FFF2-40B4-BE49-F238E27FC236}">
                      <a16:creationId xmlns:a16="http://schemas.microsoft.com/office/drawing/2014/main" id="{7F439355-2CC3-4612-95CF-1712C755F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570" y="2250221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2" name="Straight Connector 2351">
                  <a:extLst>
                    <a:ext uri="{FF2B5EF4-FFF2-40B4-BE49-F238E27FC236}">
                      <a16:creationId xmlns:a16="http://schemas.microsoft.com/office/drawing/2014/main" id="{638165D2-42A7-4E04-9000-193A55D873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90022" y="2480374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3" name="Straight Connector 2352">
                  <a:extLst>
                    <a:ext uri="{FF2B5EF4-FFF2-40B4-BE49-F238E27FC236}">
                      <a16:creationId xmlns:a16="http://schemas.microsoft.com/office/drawing/2014/main" id="{88A92C8D-90AB-4773-9261-B5AFE5AED5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53135" y="3167875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4" name="Straight Connector 2353">
                  <a:extLst>
                    <a:ext uri="{FF2B5EF4-FFF2-40B4-BE49-F238E27FC236}">
                      <a16:creationId xmlns:a16="http://schemas.microsoft.com/office/drawing/2014/main" id="{ADA6F271-AADC-43E7-9B34-5DA688F4A8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53135" y="2874736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5" name="Straight Connector 2354">
                  <a:extLst>
                    <a:ext uri="{FF2B5EF4-FFF2-40B4-BE49-F238E27FC236}">
                      <a16:creationId xmlns:a16="http://schemas.microsoft.com/office/drawing/2014/main" id="{E94A6765-971E-4086-8510-6F947DCA2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88280" y="3570585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6" name="Straight Connector 2355">
                  <a:extLst>
                    <a:ext uri="{FF2B5EF4-FFF2-40B4-BE49-F238E27FC236}">
                      <a16:creationId xmlns:a16="http://schemas.microsoft.com/office/drawing/2014/main" id="{775259CD-3F7E-4A41-BA33-095E6C8E8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237386" y="3112060"/>
                  <a:ext cx="220728" cy="39083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7" name="Straight Connector 2356">
                  <a:extLst>
                    <a:ext uri="{FF2B5EF4-FFF2-40B4-BE49-F238E27FC236}">
                      <a16:creationId xmlns:a16="http://schemas.microsoft.com/office/drawing/2014/main" id="{F611C216-B56A-4126-8A85-BD1E043D1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5407" y="3495364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8" name="Straight Connector 2357">
                  <a:extLst>
                    <a:ext uri="{FF2B5EF4-FFF2-40B4-BE49-F238E27FC236}">
                      <a16:creationId xmlns:a16="http://schemas.microsoft.com/office/drawing/2014/main" id="{DC7D4508-459B-482D-92D2-F366243344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50498" y="3725517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9" name="Straight Connector 2358">
                  <a:extLst>
                    <a:ext uri="{FF2B5EF4-FFF2-40B4-BE49-F238E27FC236}">
                      <a16:creationId xmlns:a16="http://schemas.microsoft.com/office/drawing/2014/main" id="{E016B4F9-C03F-47D7-8C31-22AED72F1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059835" y="4191747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0" name="Straight Connector 2359">
                  <a:extLst>
                    <a:ext uri="{FF2B5EF4-FFF2-40B4-BE49-F238E27FC236}">
                      <a16:creationId xmlns:a16="http://schemas.microsoft.com/office/drawing/2014/main" id="{EB255642-5529-4E06-819E-C49831519E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61466" y="4872636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1" name="Straight Connector 2360">
                  <a:extLst>
                    <a:ext uri="{FF2B5EF4-FFF2-40B4-BE49-F238E27FC236}">
                      <a16:creationId xmlns:a16="http://schemas.microsoft.com/office/drawing/2014/main" id="{2A3DB13D-5060-4A57-A929-51F742660E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967636" y="4928441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2" name="Straight Connector 2361">
                  <a:extLst>
                    <a:ext uri="{FF2B5EF4-FFF2-40B4-BE49-F238E27FC236}">
                      <a16:creationId xmlns:a16="http://schemas.microsoft.com/office/drawing/2014/main" id="{F307812A-F2B6-4AFB-B475-CC4F9D1CF4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65896" y="4942611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3" name="Straight Connector 2362">
                  <a:extLst>
                    <a:ext uri="{FF2B5EF4-FFF2-40B4-BE49-F238E27FC236}">
                      <a16:creationId xmlns:a16="http://schemas.microsoft.com/office/drawing/2014/main" id="{859B09B9-00B1-471F-A74D-0E22BB8CE1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60798" y="5159329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4" name="Straight Connector 2363">
                  <a:extLst>
                    <a:ext uri="{FF2B5EF4-FFF2-40B4-BE49-F238E27FC236}">
                      <a16:creationId xmlns:a16="http://schemas.microsoft.com/office/drawing/2014/main" id="{613A4EA0-4F37-4900-9A99-BFAB7BEC8E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66968" y="5215134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5" name="Straight Connector 2364">
                  <a:extLst>
                    <a:ext uri="{FF2B5EF4-FFF2-40B4-BE49-F238E27FC236}">
                      <a16:creationId xmlns:a16="http://schemas.microsoft.com/office/drawing/2014/main" id="{FD2CF302-EA33-434B-A184-DE8B297A87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65228" y="5229304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6" name="Straight Connector 2365">
                  <a:extLst>
                    <a:ext uri="{FF2B5EF4-FFF2-40B4-BE49-F238E27FC236}">
                      <a16:creationId xmlns:a16="http://schemas.microsoft.com/office/drawing/2014/main" id="{115B0BBF-6E5A-4EC0-9EED-A7F717E642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39078" y="4253597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7" name="Straight Connector 2366">
                  <a:extLst>
                    <a:ext uri="{FF2B5EF4-FFF2-40B4-BE49-F238E27FC236}">
                      <a16:creationId xmlns:a16="http://schemas.microsoft.com/office/drawing/2014/main" id="{60D99D8C-5D98-4304-929F-F0BC25A6D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9078" y="3960458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8" name="Straight Connector 2367">
                  <a:extLst>
                    <a:ext uri="{FF2B5EF4-FFF2-40B4-BE49-F238E27FC236}">
                      <a16:creationId xmlns:a16="http://schemas.microsoft.com/office/drawing/2014/main" id="{7249D078-36AA-496C-97B8-FB95082D56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74223" y="4656307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9" name="Straight Connector 2368">
                  <a:extLst>
                    <a:ext uri="{FF2B5EF4-FFF2-40B4-BE49-F238E27FC236}">
                      <a16:creationId xmlns:a16="http://schemas.microsoft.com/office/drawing/2014/main" id="{5B087904-7CD6-4A55-ABD1-09678D6A92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76690" y="5046701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0" name="Straight Connector 2369">
                  <a:extLst>
                    <a:ext uri="{FF2B5EF4-FFF2-40B4-BE49-F238E27FC236}">
                      <a16:creationId xmlns:a16="http://schemas.microsoft.com/office/drawing/2014/main" id="{597279A9-CDC4-4385-A1DA-6EBBED7D1F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39475" y="5046701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1" name="Straight Connector 2370">
                  <a:extLst>
                    <a:ext uri="{FF2B5EF4-FFF2-40B4-BE49-F238E27FC236}">
                      <a16:creationId xmlns:a16="http://schemas.microsoft.com/office/drawing/2014/main" id="{297DBCA6-AE08-4A72-940C-D9C639F762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06113" y="5050669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2" name="Straight Connector 2371">
                  <a:extLst>
                    <a:ext uri="{FF2B5EF4-FFF2-40B4-BE49-F238E27FC236}">
                      <a16:creationId xmlns:a16="http://schemas.microsoft.com/office/drawing/2014/main" id="{64E2C2E2-8D24-4B53-BC4F-FCE751ADF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657547" y="4655550"/>
                  <a:ext cx="408163" cy="23015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3" name="Straight Connector 2372">
                  <a:extLst>
                    <a:ext uri="{FF2B5EF4-FFF2-40B4-BE49-F238E27FC236}">
                      <a16:creationId xmlns:a16="http://schemas.microsoft.com/office/drawing/2014/main" id="{4FB639AE-9288-4838-AD5C-973BF8695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82979" y="798060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4" name="Straight Connector 2373">
                  <a:extLst>
                    <a:ext uri="{FF2B5EF4-FFF2-40B4-BE49-F238E27FC236}">
                      <a16:creationId xmlns:a16="http://schemas.microsoft.com/office/drawing/2014/main" id="{9C453F66-F141-4874-A56A-F63F6E1CB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89149" y="853865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5" name="Straight Connector 2374">
                  <a:extLst>
                    <a:ext uri="{FF2B5EF4-FFF2-40B4-BE49-F238E27FC236}">
                      <a16:creationId xmlns:a16="http://schemas.microsoft.com/office/drawing/2014/main" id="{F6359A85-411C-4514-AE27-0A104F305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87409" y="855810"/>
                  <a:ext cx="401740" cy="234855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C27DE241-2A0F-4694-BD9F-72FC31BCFC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2781" y="507183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56A20D29-F6A2-4EC7-9D32-33C3091EBD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788951" y="562988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8" name="Straight Connector 2377">
                  <a:extLst>
                    <a:ext uri="{FF2B5EF4-FFF2-40B4-BE49-F238E27FC236}">
                      <a16:creationId xmlns:a16="http://schemas.microsoft.com/office/drawing/2014/main" id="{485E379F-AE0C-4D57-84E4-1AE99980D7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7211" y="562390"/>
                  <a:ext cx="397505" cy="237398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9" name="Straight Connector 2378">
                  <a:extLst>
                    <a:ext uri="{FF2B5EF4-FFF2-40B4-BE49-F238E27FC236}">
                      <a16:creationId xmlns:a16="http://schemas.microsoft.com/office/drawing/2014/main" id="{D7313C18-834A-4A5F-9A1A-AF25243CC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86035" y="507183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0" name="Straight Connector 2379">
                  <a:extLst>
                    <a:ext uri="{FF2B5EF4-FFF2-40B4-BE49-F238E27FC236}">
                      <a16:creationId xmlns:a16="http://schemas.microsoft.com/office/drawing/2014/main" id="{F1F7DCE9-C44E-4E06-B99F-3D0F2C7125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88414" y="1091497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1" name="Straight Connector 2380">
                  <a:extLst>
                    <a:ext uri="{FF2B5EF4-FFF2-40B4-BE49-F238E27FC236}">
                      <a16:creationId xmlns:a16="http://schemas.microsoft.com/office/drawing/2014/main" id="{998D8646-BA3A-45CC-AB32-FD6C2E57B7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3505" y="1321650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90" name="Group 2289">
                <a:extLst>
                  <a:ext uri="{FF2B5EF4-FFF2-40B4-BE49-F238E27FC236}">
                    <a16:creationId xmlns:a16="http://schemas.microsoft.com/office/drawing/2014/main" id="{FD3C328B-7E52-45E1-BF75-21BB87F85703}"/>
                  </a:ext>
                </a:extLst>
              </p:cNvPr>
              <p:cNvGrpSpPr/>
              <p:nvPr/>
            </p:nvGrpSpPr>
            <p:grpSpPr>
              <a:xfrm>
                <a:off x="903413" y="823696"/>
                <a:ext cx="4169446" cy="4407823"/>
                <a:chOff x="903413" y="823696"/>
                <a:chExt cx="4169446" cy="4407823"/>
              </a:xfrm>
            </p:grpSpPr>
            <p:cxnSp>
              <p:nvCxnSpPr>
                <p:cNvPr id="2291" name="Straight Connector 2290">
                  <a:extLst>
                    <a:ext uri="{FF2B5EF4-FFF2-40B4-BE49-F238E27FC236}">
                      <a16:creationId xmlns:a16="http://schemas.microsoft.com/office/drawing/2014/main" id="{E10D9C5A-C7CC-4590-8F8A-3A272DDF51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88658" y="2026338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2" name="Straight Connector 2291">
                  <a:extLst>
                    <a:ext uri="{FF2B5EF4-FFF2-40B4-BE49-F238E27FC236}">
                      <a16:creationId xmlns:a16="http://schemas.microsoft.com/office/drawing/2014/main" id="{1D0FADB5-7EAE-4CC5-83A9-EF3BF5C36D5A}"/>
                    </a:ext>
                  </a:extLst>
                </p:cNvPr>
                <p:cNvCxnSpPr>
                  <a:cxnSpLocks/>
                  <a:endCxn id="1777" idx="3"/>
                </p:cNvCxnSpPr>
                <p:nvPr/>
              </p:nvCxnSpPr>
              <p:spPr>
                <a:xfrm flipH="1" flipV="1">
                  <a:off x="4486737" y="2481832"/>
                  <a:ext cx="293830" cy="16757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3" name="Straight Connector 2292">
                  <a:extLst>
                    <a:ext uri="{FF2B5EF4-FFF2-40B4-BE49-F238E27FC236}">
                      <a16:creationId xmlns:a16="http://schemas.microsoft.com/office/drawing/2014/main" id="{BE557AE2-E6C9-41CD-9355-E8737B94A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18081" y="2030306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4" name="Straight Connector 2293">
                  <a:extLst>
                    <a:ext uri="{FF2B5EF4-FFF2-40B4-BE49-F238E27FC236}">
                      <a16:creationId xmlns:a16="http://schemas.microsoft.com/office/drawing/2014/main" id="{A17797FC-901F-4B6C-B7A4-25A0FDDA5D61}"/>
                    </a:ext>
                  </a:extLst>
                </p:cNvPr>
                <p:cNvCxnSpPr>
                  <a:cxnSpLocks/>
                  <a:endCxn id="1774" idx="1"/>
                </p:cNvCxnSpPr>
                <p:nvPr/>
              </p:nvCxnSpPr>
              <p:spPr>
                <a:xfrm flipV="1">
                  <a:off x="4084997" y="2496002"/>
                  <a:ext cx="407615" cy="22263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5" name="Straight Connector 2294">
                  <a:extLst>
                    <a:ext uri="{FF2B5EF4-FFF2-40B4-BE49-F238E27FC236}">
                      <a16:creationId xmlns:a16="http://schemas.microsoft.com/office/drawing/2014/main" id="{351EB529-B94A-4901-8526-45C4FB4FC5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75658" y="2656180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6" name="Straight Connector 2295">
                  <a:extLst>
                    <a:ext uri="{FF2B5EF4-FFF2-40B4-BE49-F238E27FC236}">
                      <a16:creationId xmlns:a16="http://schemas.microsoft.com/office/drawing/2014/main" id="{D7CEFC82-DB4D-4E79-A84F-57CCE312F0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60986" y="1223188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7" name="Straight Connector 2296">
                  <a:extLst>
                    <a:ext uri="{FF2B5EF4-FFF2-40B4-BE49-F238E27FC236}">
                      <a16:creationId xmlns:a16="http://schemas.microsoft.com/office/drawing/2014/main" id="{59B68320-1137-4CAD-B346-2A191C443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0110" y="1622877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8" name="Straight Connector 2297">
                  <a:extLst>
                    <a:ext uri="{FF2B5EF4-FFF2-40B4-BE49-F238E27FC236}">
                      <a16:creationId xmlns:a16="http://schemas.microsoft.com/office/drawing/2014/main" id="{8A24AA44-4902-4883-942C-3CA11F69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96280" y="1678682"/>
                  <a:ext cx="293830" cy="16757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9" name="Straight Connector 2298">
                  <a:extLst>
                    <a:ext uri="{FF2B5EF4-FFF2-40B4-BE49-F238E27FC236}">
                      <a16:creationId xmlns:a16="http://schemas.microsoft.com/office/drawing/2014/main" id="{2FB5B96C-2148-4270-A09A-F05A821D09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94540" y="1678682"/>
                  <a:ext cx="401740" cy="23680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0" name="Straight Connector 2299">
                  <a:extLst>
                    <a:ext uri="{FF2B5EF4-FFF2-40B4-BE49-F238E27FC236}">
                      <a16:creationId xmlns:a16="http://schemas.microsoft.com/office/drawing/2014/main" id="{E46C0320-EDB2-4D3C-B20C-23A0A220C0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59732" y="2025587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1" name="Straight Connector 2300">
                  <a:extLst>
                    <a:ext uri="{FF2B5EF4-FFF2-40B4-BE49-F238E27FC236}">
                      <a16:creationId xmlns:a16="http://schemas.microsoft.com/office/drawing/2014/main" id="{52AD1381-76B7-4B68-BC8A-0C25783F1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96459" y="2313399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2" name="Straight Connector 2301">
                  <a:extLst>
                    <a:ext uri="{FF2B5EF4-FFF2-40B4-BE49-F238E27FC236}">
                      <a16:creationId xmlns:a16="http://schemas.microsoft.com/office/drawing/2014/main" id="{D2804C29-158B-48FD-8B03-4F3EED56D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4538" y="2319260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3" name="Straight Connector 2302">
                  <a:extLst>
                    <a:ext uri="{FF2B5EF4-FFF2-40B4-BE49-F238E27FC236}">
                      <a16:creationId xmlns:a16="http://schemas.microsoft.com/office/drawing/2014/main" id="{1B40A731-7C95-4FF1-9EB6-4EF128F6D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8368" y="2713088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4" name="Straight Connector 2303">
                  <a:extLst>
                    <a:ext uri="{FF2B5EF4-FFF2-40B4-BE49-F238E27FC236}">
                      <a16:creationId xmlns:a16="http://schemas.microsoft.com/office/drawing/2014/main" id="{45AE3AC4-B6F4-467D-B9E3-A772FEFF01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25882" y="2317367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5" name="Straight Connector 2304">
                  <a:extLst>
                    <a:ext uri="{FF2B5EF4-FFF2-40B4-BE49-F238E27FC236}">
                      <a16:creationId xmlns:a16="http://schemas.microsoft.com/office/drawing/2014/main" id="{B2329BBB-F29C-435F-AE76-FCE9CB66DD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2798" y="2783063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6" name="Straight Connector 2305">
                  <a:extLst>
                    <a:ext uri="{FF2B5EF4-FFF2-40B4-BE49-F238E27FC236}">
                      <a16:creationId xmlns:a16="http://schemas.microsoft.com/office/drawing/2014/main" id="{D39A6C12-DF3D-4BDD-9CFF-2C21C161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3459" y="2943241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7" name="Straight Connector 2306">
                  <a:extLst>
                    <a:ext uri="{FF2B5EF4-FFF2-40B4-BE49-F238E27FC236}">
                      <a16:creationId xmlns:a16="http://schemas.microsoft.com/office/drawing/2014/main" id="{1B156EE5-FA3A-434A-8D08-AB4F5F5A7E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60318" y="1509881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8" name="Straight Connector 2307">
                  <a:extLst>
                    <a:ext uri="{FF2B5EF4-FFF2-40B4-BE49-F238E27FC236}">
                      <a16:creationId xmlns:a16="http://schemas.microsoft.com/office/drawing/2014/main" id="{F9685B44-9CD6-43B0-A39F-4EA6D06333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95612" y="1965375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9" name="Straight Connector 2308">
                  <a:extLst>
                    <a:ext uri="{FF2B5EF4-FFF2-40B4-BE49-F238E27FC236}">
                      <a16:creationId xmlns:a16="http://schemas.microsoft.com/office/drawing/2014/main" id="{40E3F7E2-E69E-432D-ABCE-0D9EE5E148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593872" y="1979545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0" name="Straight Connector 2309">
                  <a:extLst>
                    <a:ext uri="{FF2B5EF4-FFF2-40B4-BE49-F238E27FC236}">
                      <a16:creationId xmlns:a16="http://schemas.microsoft.com/office/drawing/2014/main" id="{36DEF82C-7A22-4187-BF8E-BBECE2BC9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92696" y="1909570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1" name="Straight Connector 2310">
                  <a:extLst>
                    <a:ext uri="{FF2B5EF4-FFF2-40B4-BE49-F238E27FC236}">
                      <a16:creationId xmlns:a16="http://schemas.microsoft.com/office/drawing/2014/main" id="{D2D050C8-EACA-4C5E-ACF5-188968578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84533" y="2139723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2" name="Straight Connector 2311">
                  <a:extLst>
                    <a:ext uri="{FF2B5EF4-FFF2-40B4-BE49-F238E27FC236}">
                      <a16:creationId xmlns:a16="http://schemas.microsoft.com/office/drawing/2014/main" id="{D0B3B50F-B837-4086-874E-0AA984178D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3870" y="2605953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3" name="Straight Connector 2312">
                  <a:extLst>
                    <a:ext uri="{FF2B5EF4-FFF2-40B4-BE49-F238E27FC236}">
                      <a16:creationId xmlns:a16="http://schemas.microsoft.com/office/drawing/2014/main" id="{1FC32E2D-B28E-4F35-B00A-C0AC61BF1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87700" y="2999781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4" name="Straight Connector 2313">
                  <a:extLst>
                    <a:ext uri="{FF2B5EF4-FFF2-40B4-BE49-F238E27FC236}">
                      <a16:creationId xmlns:a16="http://schemas.microsoft.com/office/drawing/2014/main" id="{8A05A79A-7E5E-4FFA-ABFF-24A1EE2380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293870" y="3055586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5" name="Straight Connector 2314">
                  <a:extLst>
                    <a:ext uri="{FF2B5EF4-FFF2-40B4-BE49-F238E27FC236}">
                      <a16:creationId xmlns:a16="http://schemas.microsoft.com/office/drawing/2014/main" id="{CE22E29F-0E3D-40C1-847E-27BEAE1D4D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92130" y="3069756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6" name="Straight Connector 2315">
                  <a:extLst>
                    <a:ext uri="{FF2B5EF4-FFF2-40B4-BE49-F238E27FC236}">
                      <a16:creationId xmlns:a16="http://schemas.microsoft.com/office/drawing/2014/main" id="{7A9C670D-8D20-4B25-8283-4D6C73297C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0954" y="2999781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7" name="Straight Connector 2316">
                  <a:extLst>
                    <a:ext uri="{FF2B5EF4-FFF2-40B4-BE49-F238E27FC236}">
                      <a16:creationId xmlns:a16="http://schemas.microsoft.com/office/drawing/2014/main" id="{2DC7E70C-7B2A-4AC6-BA74-91CE2F1FA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82791" y="3229934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8" name="Straight Connector 2317">
                  <a:extLst>
                    <a:ext uri="{FF2B5EF4-FFF2-40B4-BE49-F238E27FC236}">
                      <a16:creationId xmlns:a16="http://schemas.microsoft.com/office/drawing/2014/main" id="{648CF368-2617-4CE7-AA4A-DF293758A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97243" y="2196631"/>
                  <a:ext cx="403254" cy="223376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9" name="Straight Connector 2318">
                  <a:extLst>
                    <a:ext uri="{FF2B5EF4-FFF2-40B4-BE49-F238E27FC236}">
                      <a16:creationId xmlns:a16="http://schemas.microsoft.com/office/drawing/2014/main" id="{5552AD11-D7F8-4A9E-A492-76DAA5ECA3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903413" y="2252436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0" name="Straight Connector 2319">
                  <a:extLst>
                    <a:ext uri="{FF2B5EF4-FFF2-40B4-BE49-F238E27FC236}">
                      <a16:creationId xmlns:a16="http://schemas.microsoft.com/office/drawing/2014/main" id="{FFA5F092-C1C4-4CD9-92D2-F6EDEF196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98755" y="3286842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1" name="Straight Connector 2320">
                  <a:extLst>
                    <a:ext uri="{FF2B5EF4-FFF2-40B4-BE49-F238E27FC236}">
                      <a16:creationId xmlns:a16="http://schemas.microsoft.com/office/drawing/2014/main" id="{428C98A5-A500-45A0-B9B3-2AD4045CE2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680" y="3117921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2" name="Straight Connector 2321">
                  <a:extLst>
                    <a:ext uri="{FF2B5EF4-FFF2-40B4-BE49-F238E27FC236}">
                      <a16:creationId xmlns:a16="http://schemas.microsoft.com/office/drawing/2014/main" id="{763B7E65-D181-45C4-8980-FDB471D2B7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70940" y="3581724"/>
                  <a:ext cx="407615" cy="22262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3" name="Straight Connector 2322">
                  <a:extLst>
                    <a:ext uri="{FF2B5EF4-FFF2-40B4-BE49-F238E27FC236}">
                      <a16:creationId xmlns:a16="http://schemas.microsoft.com/office/drawing/2014/main" id="{ED00BB37-3675-48DB-BAD2-EFD232706A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02282" y="4206239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4" name="Straight Connector 2323">
                  <a:extLst>
                    <a:ext uri="{FF2B5EF4-FFF2-40B4-BE49-F238E27FC236}">
                      <a16:creationId xmlns:a16="http://schemas.microsoft.com/office/drawing/2014/main" id="{047F2B33-9485-4F66-BCA1-BC26A133BC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211825" y="3403089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5" name="Straight Connector 2324">
                  <a:extLst>
                    <a:ext uri="{FF2B5EF4-FFF2-40B4-BE49-F238E27FC236}">
                      <a16:creationId xmlns:a16="http://schemas.microsoft.com/office/drawing/2014/main" id="{C06E2BFD-9715-4904-848F-F12781C2C8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43048" y="3403089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6" name="Straight Connector 2325">
                  <a:extLst>
                    <a:ext uri="{FF2B5EF4-FFF2-40B4-BE49-F238E27FC236}">
                      <a16:creationId xmlns:a16="http://schemas.microsoft.com/office/drawing/2014/main" id="{E298CF3A-E292-4DAC-98F2-BC1FFC3692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77565" y="3798810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7" name="Straight Connector 2326">
                  <a:extLst>
                    <a:ext uri="{FF2B5EF4-FFF2-40B4-BE49-F238E27FC236}">
                      <a16:creationId xmlns:a16="http://schemas.microsoft.com/office/drawing/2014/main" id="{768B09C3-1D9C-47D9-93D5-2748D34593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443933" y="4201520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8" name="Straight Connector 2327">
                  <a:extLst>
                    <a:ext uri="{FF2B5EF4-FFF2-40B4-BE49-F238E27FC236}">
                      <a16:creationId xmlns:a16="http://schemas.microsoft.com/office/drawing/2014/main" id="{37A05CE5-CC06-4941-884C-BECE579C6B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80660" y="4489332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29" name="Straight Connector 2328">
                  <a:extLst>
                    <a:ext uri="{FF2B5EF4-FFF2-40B4-BE49-F238E27FC236}">
                      <a16:creationId xmlns:a16="http://schemas.microsoft.com/office/drawing/2014/main" id="{66C3EC15-A66B-4884-BB89-C51DECA4B9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510083" y="4493300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0" name="Straight Connector 2329">
                  <a:extLst>
                    <a:ext uri="{FF2B5EF4-FFF2-40B4-BE49-F238E27FC236}">
                      <a16:creationId xmlns:a16="http://schemas.microsoft.com/office/drawing/2014/main" id="{DC906630-82E9-4CB7-A3A1-3F81778853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4519" y="3685814"/>
                  <a:ext cx="231830" cy="40721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1" name="Straight Connector 2330">
                  <a:extLst>
                    <a:ext uri="{FF2B5EF4-FFF2-40B4-BE49-F238E27FC236}">
                      <a16:creationId xmlns:a16="http://schemas.microsoft.com/office/drawing/2014/main" id="{E7F35A16-E535-4E96-9F8C-91E502BDEE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79813" y="3691675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2" name="Straight Connector 2331">
                  <a:extLst>
                    <a:ext uri="{FF2B5EF4-FFF2-40B4-BE49-F238E27FC236}">
                      <a16:creationId xmlns:a16="http://schemas.microsoft.com/office/drawing/2014/main" id="{63C844ED-FA42-4520-BBCE-DECB79D63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579813" y="4141308"/>
                  <a:ext cx="293830" cy="167571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3" name="Straight Connector 2332">
                  <a:extLst>
                    <a:ext uri="{FF2B5EF4-FFF2-40B4-BE49-F238E27FC236}">
                      <a16:creationId xmlns:a16="http://schemas.microsoft.com/office/drawing/2014/main" id="{DA6CFBB4-6AF9-4C33-814E-61EDFFBB77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42380" y="3689782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4" name="Straight Connector 2333">
                  <a:extLst>
                    <a:ext uri="{FF2B5EF4-FFF2-40B4-BE49-F238E27FC236}">
                      <a16:creationId xmlns:a16="http://schemas.microsoft.com/office/drawing/2014/main" id="{63ED0241-EB81-4E59-941F-408A44C976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76897" y="4085503"/>
                  <a:ext cx="235145" cy="402710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5" name="Straight Connector 2334">
                  <a:extLst>
                    <a:ext uri="{FF2B5EF4-FFF2-40B4-BE49-F238E27FC236}">
                      <a16:creationId xmlns:a16="http://schemas.microsoft.com/office/drawing/2014/main" id="{D119EE81-F4E6-4C65-8A01-46E2E24DE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8734" y="4315656"/>
                  <a:ext cx="4991" cy="46380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6" name="Straight Connector 2335">
                  <a:extLst>
                    <a:ext uri="{FF2B5EF4-FFF2-40B4-BE49-F238E27FC236}">
                      <a16:creationId xmlns:a16="http://schemas.microsoft.com/office/drawing/2014/main" id="{21D2FD05-3F03-4BEB-9596-8671B45F52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78071" y="4781886"/>
                  <a:ext cx="884" cy="449633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7" name="Straight Connector 2336">
                  <a:extLst>
                    <a:ext uri="{FF2B5EF4-FFF2-40B4-BE49-F238E27FC236}">
                      <a16:creationId xmlns:a16="http://schemas.microsoft.com/office/drawing/2014/main" id="{040105DC-85E5-4ACE-8F95-E0FF91E119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489535" y="3972875"/>
                  <a:ext cx="462785" cy="5822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8" name="Straight Connector 2337">
                  <a:extLst>
                    <a:ext uri="{FF2B5EF4-FFF2-40B4-BE49-F238E27FC236}">
                      <a16:creationId xmlns:a16="http://schemas.microsoft.com/office/drawing/2014/main" id="{C1F492B4-68C8-4168-87F0-540605EFD6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18958" y="3976843"/>
                  <a:ext cx="470577" cy="1854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88D17D55-D195-4C90-8CC5-DB082A19A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63704" y="1217155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0FF2506F-8844-47CC-A586-A5FC39350C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3506" y="926278"/>
                  <a:ext cx="168777" cy="29313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1" name="Straight Connector 2340">
                  <a:extLst>
                    <a:ext uri="{FF2B5EF4-FFF2-40B4-BE49-F238E27FC236}">
                      <a16:creationId xmlns:a16="http://schemas.microsoft.com/office/drawing/2014/main" id="{C46BE1B8-C102-494F-BAFB-5F2CD71CD8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397766" y="823696"/>
                  <a:ext cx="232378" cy="399689"/>
                </a:xfrm>
                <a:prstGeom prst="line">
                  <a:avLst/>
                </a:prstGeom>
                <a:solidFill>
                  <a:srgbClr val="33CCFF">
                    <a:alpha val="20000"/>
                  </a:srgbClr>
                </a:solidFill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575" name="Group 2574">
            <a:extLst>
              <a:ext uri="{FF2B5EF4-FFF2-40B4-BE49-F238E27FC236}">
                <a16:creationId xmlns:a16="http://schemas.microsoft.com/office/drawing/2014/main" id="{C87F9702-B41F-43C9-A8D6-CC8ACD033842}"/>
              </a:ext>
            </a:extLst>
          </p:cNvPr>
          <p:cNvGrpSpPr/>
          <p:nvPr/>
        </p:nvGrpSpPr>
        <p:grpSpPr>
          <a:xfrm>
            <a:off x="8678591" y="5451933"/>
            <a:ext cx="2960119" cy="2660250"/>
            <a:chOff x="2493744" y="813730"/>
            <a:chExt cx="2960119" cy="2660250"/>
          </a:xfrm>
        </p:grpSpPr>
        <p:grpSp>
          <p:nvGrpSpPr>
            <p:cNvPr id="2667" name="Group 2666">
              <a:extLst>
                <a:ext uri="{FF2B5EF4-FFF2-40B4-BE49-F238E27FC236}">
                  <a16:creationId xmlns:a16="http://schemas.microsoft.com/office/drawing/2014/main" id="{FED8A34B-3923-47FE-8472-BC58697B9F12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713" name="Group 2712">
                <a:extLst>
                  <a:ext uri="{FF2B5EF4-FFF2-40B4-BE49-F238E27FC236}">
                    <a16:creationId xmlns:a16="http://schemas.microsoft.com/office/drawing/2014/main" id="{9B0C3CCA-62A9-463B-BBA6-DBA5F43B8147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736" name="Group 2735">
                  <a:extLst>
                    <a:ext uri="{FF2B5EF4-FFF2-40B4-BE49-F238E27FC236}">
                      <a16:creationId xmlns:a16="http://schemas.microsoft.com/office/drawing/2014/main" id="{6EAC42FC-89B1-47CC-8D81-00334897CDBA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52" name="Pentagon 4">
                    <a:extLst>
                      <a:ext uri="{FF2B5EF4-FFF2-40B4-BE49-F238E27FC236}">
                        <a16:creationId xmlns:a16="http://schemas.microsoft.com/office/drawing/2014/main" id="{5A3928A8-03AC-4C1E-94F9-C369E9DD406C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53" name="Pentagon 4">
                    <a:extLst>
                      <a:ext uri="{FF2B5EF4-FFF2-40B4-BE49-F238E27FC236}">
                        <a16:creationId xmlns:a16="http://schemas.microsoft.com/office/drawing/2014/main" id="{C4D8F4BE-20D5-4B45-99A5-13F1ABBCF96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54" name="Group 2753">
                    <a:extLst>
                      <a:ext uri="{FF2B5EF4-FFF2-40B4-BE49-F238E27FC236}">
                        <a16:creationId xmlns:a16="http://schemas.microsoft.com/office/drawing/2014/main" id="{1B570DCB-51D5-42F1-827E-9D8CC5FD6A7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55" name="Pentagon 4">
                      <a:extLst>
                        <a:ext uri="{FF2B5EF4-FFF2-40B4-BE49-F238E27FC236}">
                          <a16:creationId xmlns:a16="http://schemas.microsoft.com/office/drawing/2014/main" id="{9E91A6B0-FF25-42E1-9E75-9B3D8B1CB7C2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56" name="Pentagon 4">
                      <a:extLst>
                        <a:ext uri="{FF2B5EF4-FFF2-40B4-BE49-F238E27FC236}">
                          <a16:creationId xmlns:a16="http://schemas.microsoft.com/office/drawing/2014/main" id="{5A653EFA-CD72-4A90-8CE4-29CB6BAAB86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737" name="Straight Connector 2736">
                  <a:extLst>
                    <a:ext uri="{FF2B5EF4-FFF2-40B4-BE49-F238E27FC236}">
                      <a16:creationId xmlns:a16="http://schemas.microsoft.com/office/drawing/2014/main" id="{9795F654-85C5-45C6-AB41-95D0DD4E4E67}"/>
                    </a:ext>
                  </a:extLst>
                </p:cNvPr>
                <p:cNvCxnSpPr>
                  <a:cxnSpLocks/>
                  <a:stCxn id="2753" idx="1"/>
                  <a:endCxn id="2752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8" name="Straight Connector 2737">
                  <a:extLst>
                    <a:ext uri="{FF2B5EF4-FFF2-40B4-BE49-F238E27FC236}">
                      <a16:creationId xmlns:a16="http://schemas.microsoft.com/office/drawing/2014/main" id="{A3EE1F63-8026-4A17-B804-71B8D51FE48F}"/>
                    </a:ext>
                  </a:extLst>
                </p:cNvPr>
                <p:cNvCxnSpPr>
                  <a:cxnSpLocks/>
                  <a:stCxn id="2753" idx="2"/>
                  <a:endCxn id="2753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9" name="Straight Connector 2738">
                  <a:extLst>
                    <a:ext uri="{FF2B5EF4-FFF2-40B4-BE49-F238E27FC236}">
                      <a16:creationId xmlns:a16="http://schemas.microsoft.com/office/drawing/2014/main" id="{DD042B04-3EEB-4A19-80EE-17FE454DA5D4}"/>
                    </a:ext>
                  </a:extLst>
                </p:cNvPr>
                <p:cNvCxnSpPr>
                  <a:cxnSpLocks/>
                  <a:stCxn id="2756" idx="3"/>
                  <a:endCxn id="2753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0" name="Straight Connector 2739">
                  <a:extLst>
                    <a:ext uri="{FF2B5EF4-FFF2-40B4-BE49-F238E27FC236}">
                      <a16:creationId xmlns:a16="http://schemas.microsoft.com/office/drawing/2014/main" id="{4CC7BA59-B817-40E9-8E85-FAE68309D302}"/>
                    </a:ext>
                  </a:extLst>
                </p:cNvPr>
                <p:cNvCxnSpPr>
                  <a:cxnSpLocks/>
                  <a:stCxn id="2756" idx="4"/>
                  <a:endCxn id="2755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1" name="Straight Connector 2740">
                  <a:extLst>
                    <a:ext uri="{FF2B5EF4-FFF2-40B4-BE49-F238E27FC236}">
                      <a16:creationId xmlns:a16="http://schemas.microsoft.com/office/drawing/2014/main" id="{194BA8AF-9327-4429-B729-0F4E04E7FA2C}"/>
                    </a:ext>
                  </a:extLst>
                </p:cNvPr>
                <p:cNvCxnSpPr>
                  <a:cxnSpLocks/>
                  <a:stCxn id="2756" idx="4"/>
                  <a:endCxn id="2756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2" name="Straight Connector 2741">
                  <a:extLst>
                    <a:ext uri="{FF2B5EF4-FFF2-40B4-BE49-F238E27FC236}">
                      <a16:creationId xmlns:a16="http://schemas.microsoft.com/office/drawing/2014/main" id="{AF30B357-C399-40CA-9E26-58370DECC83D}"/>
                    </a:ext>
                  </a:extLst>
                </p:cNvPr>
                <p:cNvCxnSpPr>
                  <a:cxnSpLocks/>
                  <a:stCxn id="2752" idx="2"/>
                  <a:endCxn id="2752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3" name="Straight Connector 2742">
                  <a:extLst>
                    <a:ext uri="{FF2B5EF4-FFF2-40B4-BE49-F238E27FC236}">
                      <a16:creationId xmlns:a16="http://schemas.microsoft.com/office/drawing/2014/main" id="{26F53C3C-EEE9-4F4F-8C22-D680ADD2E7FE}"/>
                    </a:ext>
                  </a:extLst>
                </p:cNvPr>
                <p:cNvCxnSpPr>
                  <a:cxnSpLocks/>
                  <a:stCxn id="2752" idx="0"/>
                  <a:endCxn id="2752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4" name="Straight Connector 2743">
                  <a:extLst>
                    <a:ext uri="{FF2B5EF4-FFF2-40B4-BE49-F238E27FC236}">
                      <a16:creationId xmlns:a16="http://schemas.microsoft.com/office/drawing/2014/main" id="{644F8D89-5783-4944-8FBA-93DEB8D76987}"/>
                    </a:ext>
                  </a:extLst>
                </p:cNvPr>
                <p:cNvCxnSpPr>
                  <a:cxnSpLocks/>
                  <a:stCxn id="2752" idx="3"/>
                  <a:endCxn id="2752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5" name="Straight Connector 2744">
                  <a:extLst>
                    <a:ext uri="{FF2B5EF4-FFF2-40B4-BE49-F238E27FC236}">
                      <a16:creationId xmlns:a16="http://schemas.microsoft.com/office/drawing/2014/main" id="{D7D4A34E-26DB-482E-8FCA-5E82FDD992BC}"/>
                    </a:ext>
                  </a:extLst>
                </p:cNvPr>
                <p:cNvCxnSpPr>
                  <a:cxnSpLocks/>
                  <a:stCxn id="2756" idx="2"/>
                  <a:endCxn id="2752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6" name="Straight Connector 2745">
                  <a:extLst>
                    <a:ext uri="{FF2B5EF4-FFF2-40B4-BE49-F238E27FC236}">
                      <a16:creationId xmlns:a16="http://schemas.microsoft.com/office/drawing/2014/main" id="{265BF3FA-90CC-4B5E-8A97-49F1D3BDEAA5}"/>
                    </a:ext>
                  </a:extLst>
                </p:cNvPr>
                <p:cNvCxnSpPr>
                  <a:cxnSpLocks/>
                  <a:stCxn id="2755" idx="2"/>
                  <a:endCxn id="2755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7" name="Straight Connector 2746">
                  <a:extLst>
                    <a:ext uri="{FF2B5EF4-FFF2-40B4-BE49-F238E27FC236}">
                      <a16:creationId xmlns:a16="http://schemas.microsoft.com/office/drawing/2014/main" id="{5B18D24B-2199-4744-9391-8424594D1678}"/>
                    </a:ext>
                  </a:extLst>
                </p:cNvPr>
                <p:cNvCxnSpPr>
                  <a:cxnSpLocks/>
                  <a:stCxn id="2755" idx="1"/>
                  <a:endCxn id="2756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8" name="Straight Connector 2747">
                  <a:extLst>
                    <a:ext uri="{FF2B5EF4-FFF2-40B4-BE49-F238E27FC236}">
                      <a16:creationId xmlns:a16="http://schemas.microsoft.com/office/drawing/2014/main" id="{431C3E9F-D9E8-452F-B5AE-C7D0933AA09C}"/>
                    </a:ext>
                  </a:extLst>
                </p:cNvPr>
                <p:cNvCxnSpPr>
                  <a:cxnSpLocks/>
                  <a:stCxn id="2755" idx="3"/>
                  <a:endCxn id="2755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9" name="Straight Connector 2748">
                  <a:extLst>
                    <a:ext uri="{FF2B5EF4-FFF2-40B4-BE49-F238E27FC236}">
                      <a16:creationId xmlns:a16="http://schemas.microsoft.com/office/drawing/2014/main" id="{0AE3EE9D-8E34-4E94-9D51-362C49400ADC}"/>
                    </a:ext>
                  </a:extLst>
                </p:cNvPr>
                <p:cNvCxnSpPr>
                  <a:cxnSpLocks/>
                  <a:stCxn id="2755" idx="4"/>
                  <a:endCxn id="2755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0" name="Straight Connector 2749">
                  <a:extLst>
                    <a:ext uri="{FF2B5EF4-FFF2-40B4-BE49-F238E27FC236}">
                      <a16:creationId xmlns:a16="http://schemas.microsoft.com/office/drawing/2014/main" id="{EE3BFA42-6E51-4409-AD32-BF71823C9662}"/>
                    </a:ext>
                  </a:extLst>
                </p:cNvPr>
                <p:cNvCxnSpPr>
                  <a:cxnSpLocks/>
                  <a:stCxn id="2756" idx="1"/>
                  <a:endCxn id="2752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1" name="Straight Connector 2750">
                  <a:extLst>
                    <a:ext uri="{FF2B5EF4-FFF2-40B4-BE49-F238E27FC236}">
                      <a16:creationId xmlns:a16="http://schemas.microsoft.com/office/drawing/2014/main" id="{D93C11FD-881E-4DD8-9BAE-74FF430CA0C7}"/>
                    </a:ext>
                  </a:extLst>
                </p:cNvPr>
                <p:cNvCxnSpPr>
                  <a:cxnSpLocks/>
                  <a:stCxn id="2756" idx="0"/>
                  <a:endCxn id="2756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14" name="Group 2713">
                <a:extLst>
                  <a:ext uri="{FF2B5EF4-FFF2-40B4-BE49-F238E27FC236}">
                    <a16:creationId xmlns:a16="http://schemas.microsoft.com/office/drawing/2014/main" id="{010A79B3-E69F-468C-AAA0-4DA053186356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715" name="Group 2714">
                  <a:extLst>
                    <a:ext uri="{FF2B5EF4-FFF2-40B4-BE49-F238E27FC236}">
                      <a16:creationId xmlns:a16="http://schemas.microsoft.com/office/drawing/2014/main" id="{FC585549-811B-4E86-89C4-4FD490DAA40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31" name="Pentagon 4">
                    <a:extLst>
                      <a:ext uri="{FF2B5EF4-FFF2-40B4-BE49-F238E27FC236}">
                        <a16:creationId xmlns:a16="http://schemas.microsoft.com/office/drawing/2014/main" id="{40B1D6C1-7471-4FBE-AAF9-4815F2E79A2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32" name="Pentagon 4">
                    <a:extLst>
                      <a:ext uri="{FF2B5EF4-FFF2-40B4-BE49-F238E27FC236}">
                        <a16:creationId xmlns:a16="http://schemas.microsoft.com/office/drawing/2014/main" id="{17925281-18E0-4A30-A4EE-4DD1A809FDD5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33" name="Group 2732">
                    <a:extLst>
                      <a:ext uri="{FF2B5EF4-FFF2-40B4-BE49-F238E27FC236}">
                        <a16:creationId xmlns:a16="http://schemas.microsoft.com/office/drawing/2014/main" id="{504EE77A-2947-4029-BE48-378FB3880AD9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34" name="Pentagon 4">
                      <a:extLst>
                        <a:ext uri="{FF2B5EF4-FFF2-40B4-BE49-F238E27FC236}">
                          <a16:creationId xmlns:a16="http://schemas.microsoft.com/office/drawing/2014/main" id="{52E8D164-7624-4437-B812-198C9BA1338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35" name="Pentagon 4">
                      <a:extLst>
                        <a:ext uri="{FF2B5EF4-FFF2-40B4-BE49-F238E27FC236}">
                          <a16:creationId xmlns:a16="http://schemas.microsoft.com/office/drawing/2014/main" id="{026668EE-8C56-429F-8740-E77E6229009F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716" name="Straight Connector 2715">
                  <a:extLst>
                    <a:ext uri="{FF2B5EF4-FFF2-40B4-BE49-F238E27FC236}">
                      <a16:creationId xmlns:a16="http://schemas.microsoft.com/office/drawing/2014/main" id="{9CFBCD50-4FD6-49C7-AA02-D8695EBE7034}"/>
                    </a:ext>
                  </a:extLst>
                </p:cNvPr>
                <p:cNvCxnSpPr>
                  <a:cxnSpLocks/>
                  <a:stCxn id="2732" idx="1"/>
                  <a:endCxn id="2731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7" name="Straight Connector 2716">
                  <a:extLst>
                    <a:ext uri="{FF2B5EF4-FFF2-40B4-BE49-F238E27FC236}">
                      <a16:creationId xmlns:a16="http://schemas.microsoft.com/office/drawing/2014/main" id="{AD9D6AFC-BF4D-4FED-99B6-ECF8129E156F}"/>
                    </a:ext>
                  </a:extLst>
                </p:cNvPr>
                <p:cNvCxnSpPr>
                  <a:cxnSpLocks/>
                  <a:stCxn id="2732" idx="2"/>
                  <a:endCxn id="2732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8" name="Straight Connector 2717">
                  <a:extLst>
                    <a:ext uri="{FF2B5EF4-FFF2-40B4-BE49-F238E27FC236}">
                      <a16:creationId xmlns:a16="http://schemas.microsoft.com/office/drawing/2014/main" id="{330AE968-2311-49B3-AE41-A541AEBEC855}"/>
                    </a:ext>
                  </a:extLst>
                </p:cNvPr>
                <p:cNvCxnSpPr>
                  <a:cxnSpLocks/>
                  <a:stCxn id="2735" idx="3"/>
                  <a:endCxn id="2732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9" name="Straight Connector 2718">
                  <a:extLst>
                    <a:ext uri="{FF2B5EF4-FFF2-40B4-BE49-F238E27FC236}">
                      <a16:creationId xmlns:a16="http://schemas.microsoft.com/office/drawing/2014/main" id="{2CD37527-E326-4FDF-9D99-81F14369C485}"/>
                    </a:ext>
                  </a:extLst>
                </p:cNvPr>
                <p:cNvCxnSpPr>
                  <a:cxnSpLocks/>
                  <a:stCxn id="2735" idx="4"/>
                  <a:endCxn id="2734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0" name="Straight Connector 2719">
                  <a:extLst>
                    <a:ext uri="{FF2B5EF4-FFF2-40B4-BE49-F238E27FC236}">
                      <a16:creationId xmlns:a16="http://schemas.microsoft.com/office/drawing/2014/main" id="{B6180B0D-B055-428C-B33F-B4ED115D5B6E}"/>
                    </a:ext>
                  </a:extLst>
                </p:cNvPr>
                <p:cNvCxnSpPr>
                  <a:cxnSpLocks/>
                  <a:stCxn id="2735" idx="4"/>
                  <a:endCxn id="2735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1" name="Straight Connector 2720">
                  <a:extLst>
                    <a:ext uri="{FF2B5EF4-FFF2-40B4-BE49-F238E27FC236}">
                      <a16:creationId xmlns:a16="http://schemas.microsoft.com/office/drawing/2014/main" id="{B2D2685A-6644-4398-BFDB-F9828597DE18}"/>
                    </a:ext>
                  </a:extLst>
                </p:cNvPr>
                <p:cNvCxnSpPr>
                  <a:cxnSpLocks/>
                  <a:stCxn id="2731" idx="2"/>
                  <a:endCxn id="2731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2" name="Straight Connector 2721">
                  <a:extLst>
                    <a:ext uri="{FF2B5EF4-FFF2-40B4-BE49-F238E27FC236}">
                      <a16:creationId xmlns:a16="http://schemas.microsoft.com/office/drawing/2014/main" id="{D5B415E5-EDBF-4DD9-B8B5-92BF5D6F62E5}"/>
                    </a:ext>
                  </a:extLst>
                </p:cNvPr>
                <p:cNvCxnSpPr>
                  <a:cxnSpLocks/>
                  <a:stCxn id="2731" idx="0"/>
                  <a:endCxn id="2731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3" name="Straight Connector 2722">
                  <a:extLst>
                    <a:ext uri="{FF2B5EF4-FFF2-40B4-BE49-F238E27FC236}">
                      <a16:creationId xmlns:a16="http://schemas.microsoft.com/office/drawing/2014/main" id="{B2100557-10B7-45DF-B446-421C9768B26E}"/>
                    </a:ext>
                  </a:extLst>
                </p:cNvPr>
                <p:cNvCxnSpPr>
                  <a:cxnSpLocks/>
                  <a:stCxn id="2731" idx="3"/>
                  <a:endCxn id="2731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4" name="Straight Connector 2723">
                  <a:extLst>
                    <a:ext uri="{FF2B5EF4-FFF2-40B4-BE49-F238E27FC236}">
                      <a16:creationId xmlns:a16="http://schemas.microsoft.com/office/drawing/2014/main" id="{0FC47387-C21C-4460-B6D1-921239419A0F}"/>
                    </a:ext>
                  </a:extLst>
                </p:cNvPr>
                <p:cNvCxnSpPr>
                  <a:cxnSpLocks/>
                  <a:stCxn id="2735" idx="2"/>
                  <a:endCxn id="2731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5" name="Straight Connector 2724">
                  <a:extLst>
                    <a:ext uri="{FF2B5EF4-FFF2-40B4-BE49-F238E27FC236}">
                      <a16:creationId xmlns:a16="http://schemas.microsoft.com/office/drawing/2014/main" id="{7609B188-E512-415C-A9FB-EB586FF227F6}"/>
                    </a:ext>
                  </a:extLst>
                </p:cNvPr>
                <p:cNvCxnSpPr>
                  <a:cxnSpLocks/>
                  <a:stCxn id="2734" idx="2"/>
                  <a:endCxn id="2734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6" name="Straight Connector 2725">
                  <a:extLst>
                    <a:ext uri="{FF2B5EF4-FFF2-40B4-BE49-F238E27FC236}">
                      <a16:creationId xmlns:a16="http://schemas.microsoft.com/office/drawing/2014/main" id="{5FA20320-804E-4194-B63F-D8C7E4CE1F4B}"/>
                    </a:ext>
                  </a:extLst>
                </p:cNvPr>
                <p:cNvCxnSpPr>
                  <a:cxnSpLocks/>
                  <a:stCxn id="2734" idx="1"/>
                  <a:endCxn id="2735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7" name="Straight Connector 2726">
                  <a:extLst>
                    <a:ext uri="{FF2B5EF4-FFF2-40B4-BE49-F238E27FC236}">
                      <a16:creationId xmlns:a16="http://schemas.microsoft.com/office/drawing/2014/main" id="{DE07FAE1-DB49-45C9-B934-C53A9838D97C}"/>
                    </a:ext>
                  </a:extLst>
                </p:cNvPr>
                <p:cNvCxnSpPr>
                  <a:cxnSpLocks/>
                  <a:stCxn id="2734" idx="3"/>
                  <a:endCxn id="2734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8" name="Straight Connector 2727">
                  <a:extLst>
                    <a:ext uri="{FF2B5EF4-FFF2-40B4-BE49-F238E27FC236}">
                      <a16:creationId xmlns:a16="http://schemas.microsoft.com/office/drawing/2014/main" id="{1169BFE2-60D4-4B69-B302-A2128DCB717C}"/>
                    </a:ext>
                  </a:extLst>
                </p:cNvPr>
                <p:cNvCxnSpPr>
                  <a:cxnSpLocks/>
                  <a:stCxn id="2734" idx="4"/>
                  <a:endCxn id="2734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9" name="Straight Connector 2728">
                  <a:extLst>
                    <a:ext uri="{FF2B5EF4-FFF2-40B4-BE49-F238E27FC236}">
                      <a16:creationId xmlns:a16="http://schemas.microsoft.com/office/drawing/2014/main" id="{0B3361FC-C867-4C99-8BFE-53984B69FC22}"/>
                    </a:ext>
                  </a:extLst>
                </p:cNvPr>
                <p:cNvCxnSpPr>
                  <a:cxnSpLocks/>
                  <a:stCxn id="2735" idx="1"/>
                  <a:endCxn id="2731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0" name="Straight Connector 2729">
                  <a:extLst>
                    <a:ext uri="{FF2B5EF4-FFF2-40B4-BE49-F238E27FC236}">
                      <a16:creationId xmlns:a16="http://schemas.microsoft.com/office/drawing/2014/main" id="{C9335B43-E5A7-4481-AE28-59D4483D7A59}"/>
                    </a:ext>
                  </a:extLst>
                </p:cNvPr>
                <p:cNvCxnSpPr>
                  <a:cxnSpLocks/>
                  <a:stCxn id="2735" idx="0"/>
                  <a:endCxn id="2735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52AEE0A3-0CA3-4522-B9F3-BB182B42CA8A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669" name="Group 2668">
                <a:extLst>
                  <a:ext uri="{FF2B5EF4-FFF2-40B4-BE49-F238E27FC236}">
                    <a16:creationId xmlns:a16="http://schemas.microsoft.com/office/drawing/2014/main" id="{3DE0A85D-5817-4B02-9664-E95DD10CC01E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0A332AC1-3880-47D3-ACCF-889514C03D2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708" name="Pentagon 4">
                    <a:extLst>
                      <a:ext uri="{FF2B5EF4-FFF2-40B4-BE49-F238E27FC236}">
                        <a16:creationId xmlns:a16="http://schemas.microsoft.com/office/drawing/2014/main" id="{54F7A16C-4BD7-4ADB-9D30-3B7757DC778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09" name="Pentagon 4">
                    <a:extLst>
                      <a:ext uri="{FF2B5EF4-FFF2-40B4-BE49-F238E27FC236}">
                        <a16:creationId xmlns:a16="http://schemas.microsoft.com/office/drawing/2014/main" id="{DD6B6C38-5ED6-4FAF-AFE8-97668DADBCED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710" name="Group 2709">
                    <a:extLst>
                      <a:ext uri="{FF2B5EF4-FFF2-40B4-BE49-F238E27FC236}">
                        <a16:creationId xmlns:a16="http://schemas.microsoft.com/office/drawing/2014/main" id="{5E288147-CA1D-49B1-A163-7A206104385B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711" name="Pentagon 4">
                      <a:extLst>
                        <a:ext uri="{FF2B5EF4-FFF2-40B4-BE49-F238E27FC236}">
                          <a16:creationId xmlns:a16="http://schemas.microsoft.com/office/drawing/2014/main" id="{96A03D67-D428-4D30-805D-E0F424AC751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12" name="Pentagon 4">
                      <a:extLst>
                        <a:ext uri="{FF2B5EF4-FFF2-40B4-BE49-F238E27FC236}">
                          <a16:creationId xmlns:a16="http://schemas.microsoft.com/office/drawing/2014/main" id="{0EFE456D-3BC6-4F95-A078-B23E4675534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93" name="Straight Connector 2692">
                  <a:extLst>
                    <a:ext uri="{FF2B5EF4-FFF2-40B4-BE49-F238E27FC236}">
                      <a16:creationId xmlns:a16="http://schemas.microsoft.com/office/drawing/2014/main" id="{C3CA840E-ACA6-47FC-98BC-726B996A3F35}"/>
                    </a:ext>
                  </a:extLst>
                </p:cNvPr>
                <p:cNvCxnSpPr>
                  <a:cxnSpLocks/>
                  <a:stCxn id="2709" idx="1"/>
                  <a:endCxn id="2708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4" name="Straight Connector 2693">
                  <a:extLst>
                    <a:ext uri="{FF2B5EF4-FFF2-40B4-BE49-F238E27FC236}">
                      <a16:creationId xmlns:a16="http://schemas.microsoft.com/office/drawing/2014/main" id="{373B82B3-56D8-44B9-B30C-8272DE878841}"/>
                    </a:ext>
                  </a:extLst>
                </p:cNvPr>
                <p:cNvCxnSpPr>
                  <a:cxnSpLocks/>
                  <a:stCxn id="2709" idx="2"/>
                  <a:endCxn id="2709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5" name="Straight Connector 2694">
                  <a:extLst>
                    <a:ext uri="{FF2B5EF4-FFF2-40B4-BE49-F238E27FC236}">
                      <a16:creationId xmlns:a16="http://schemas.microsoft.com/office/drawing/2014/main" id="{746A1E0F-44F1-4334-B1F1-37F60647C898}"/>
                    </a:ext>
                  </a:extLst>
                </p:cNvPr>
                <p:cNvCxnSpPr>
                  <a:cxnSpLocks/>
                  <a:stCxn id="2712" idx="3"/>
                  <a:endCxn id="2709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6" name="Straight Connector 2695">
                  <a:extLst>
                    <a:ext uri="{FF2B5EF4-FFF2-40B4-BE49-F238E27FC236}">
                      <a16:creationId xmlns:a16="http://schemas.microsoft.com/office/drawing/2014/main" id="{60763805-EF3A-436E-978B-BBA702CC46CA}"/>
                    </a:ext>
                  </a:extLst>
                </p:cNvPr>
                <p:cNvCxnSpPr>
                  <a:cxnSpLocks/>
                  <a:stCxn id="2712" idx="4"/>
                  <a:endCxn id="2711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7" name="Straight Connector 2696">
                  <a:extLst>
                    <a:ext uri="{FF2B5EF4-FFF2-40B4-BE49-F238E27FC236}">
                      <a16:creationId xmlns:a16="http://schemas.microsoft.com/office/drawing/2014/main" id="{A26F88AA-AF34-4451-8619-A2EA5D223E05}"/>
                    </a:ext>
                  </a:extLst>
                </p:cNvPr>
                <p:cNvCxnSpPr>
                  <a:cxnSpLocks/>
                  <a:stCxn id="2712" idx="4"/>
                  <a:endCxn id="2712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8" name="Straight Connector 2697">
                  <a:extLst>
                    <a:ext uri="{FF2B5EF4-FFF2-40B4-BE49-F238E27FC236}">
                      <a16:creationId xmlns:a16="http://schemas.microsoft.com/office/drawing/2014/main" id="{35609F50-B43F-4CC9-8BCB-36716D431ABC}"/>
                    </a:ext>
                  </a:extLst>
                </p:cNvPr>
                <p:cNvCxnSpPr>
                  <a:cxnSpLocks/>
                  <a:stCxn id="2708" idx="2"/>
                  <a:endCxn id="2708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9" name="Straight Connector 2698">
                  <a:extLst>
                    <a:ext uri="{FF2B5EF4-FFF2-40B4-BE49-F238E27FC236}">
                      <a16:creationId xmlns:a16="http://schemas.microsoft.com/office/drawing/2014/main" id="{DBFDDEAE-9FD6-4010-A411-0F7E962C72AD}"/>
                    </a:ext>
                  </a:extLst>
                </p:cNvPr>
                <p:cNvCxnSpPr>
                  <a:cxnSpLocks/>
                  <a:stCxn id="2708" idx="0"/>
                  <a:endCxn id="2708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0" name="Straight Connector 2699">
                  <a:extLst>
                    <a:ext uri="{FF2B5EF4-FFF2-40B4-BE49-F238E27FC236}">
                      <a16:creationId xmlns:a16="http://schemas.microsoft.com/office/drawing/2014/main" id="{C1945181-2099-4862-AC18-FC5A7D59DB9F}"/>
                    </a:ext>
                  </a:extLst>
                </p:cNvPr>
                <p:cNvCxnSpPr>
                  <a:cxnSpLocks/>
                  <a:stCxn id="2708" idx="3"/>
                  <a:endCxn id="2708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1" name="Straight Connector 2700">
                  <a:extLst>
                    <a:ext uri="{FF2B5EF4-FFF2-40B4-BE49-F238E27FC236}">
                      <a16:creationId xmlns:a16="http://schemas.microsoft.com/office/drawing/2014/main" id="{12F64D49-3691-4FAB-AEE0-870B4C518429}"/>
                    </a:ext>
                  </a:extLst>
                </p:cNvPr>
                <p:cNvCxnSpPr>
                  <a:cxnSpLocks/>
                  <a:stCxn id="2712" idx="2"/>
                  <a:endCxn id="2708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2" name="Straight Connector 2701">
                  <a:extLst>
                    <a:ext uri="{FF2B5EF4-FFF2-40B4-BE49-F238E27FC236}">
                      <a16:creationId xmlns:a16="http://schemas.microsoft.com/office/drawing/2014/main" id="{2A1CF30B-D232-4B64-BF46-3AB960720490}"/>
                    </a:ext>
                  </a:extLst>
                </p:cNvPr>
                <p:cNvCxnSpPr>
                  <a:cxnSpLocks/>
                  <a:stCxn id="2711" idx="2"/>
                  <a:endCxn id="2711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3" name="Straight Connector 2702">
                  <a:extLst>
                    <a:ext uri="{FF2B5EF4-FFF2-40B4-BE49-F238E27FC236}">
                      <a16:creationId xmlns:a16="http://schemas.microsoft.com/office/drawing/2014/main" id="{A51D8CDB-70D2-4D25-B631-1662211A1F24}"/>
                    </a:ext>
                  </a:extLst>
                </p:cNvPr>
                <p:cNvCxnSpPr>
                  <a:cxnSpLocks/>
                  <a:stCxn id="2711" idx="1"/>
                  <a:endCxn id="2712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4" name="Straight Connector 2703">
                  <a:extLst>
                    <a:ext uri="{FF2B5EF4-FFF2-40B4-BE49-F238E27FC236}">
                      <a16:creationId xmlns:a16="http://schemas.microsoft.com/office/drawing/2014/main" id="{D4341C4C-1B33-4304-8B37-8D20563547F7}"/>
                    </a:ext>
                  </a:extLst>
                </p:cNvPr>
                <p:cNvCxnSpPr>
                  <a:cxnSpLocks/>
                  <a:stCxn id="2711" idx="3"/>
                  <a:endCxn id="2711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5" name="Straight Connector 2704">
                  <a:extLst>
                    <a:ext uri="{FF2B5EF4-FFF2-40B4-BE49-F238E27FC236}">
                      <a16:creationId xmlns:a16="http://schemas.microsoft.com/office/drawing/2014/main" id="{D2008A5E-A272-4648-BA5B-BB127FF1778E}"/>
                    </a:ext>
                  </a:extLst>
                </p:cNvPr>
                <p:cNvCxnSpPr>
                  <a:cxnSpLocks/>
                  <a:stCxn id="2711" idx="4"/>
                  <a:endCxn id="2711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6" name="Straight Connector 2705">
                  <a:extLst>
                    <a:ext uri="{FF2B5EF4-FFF2-40B4-BE49-F238E27FC236}">
                      <a16:creationId xmlns:a16="http://schemas.microsoft.com/office/drawing/2014/main" id="{1E2E4FB2-2581-4627-B9FF-EB6A84192C45}"/>
                    </a:ext>
                  </a:extLst>
                </p:cNvPr>
                <p:cNvCxnSpPr>
                  <a:cxnSpLocks/>
                  <a:stCxn id="2712" idx="1"/>
                  <a:endCxn id="2708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7" name="Straight Connector 2706">
                  <a:extLst>
                    <a:ext uri="{FF2B5EF4-FFF2-40B4-BE49-F238E27FC236}">
                      <a16:creationId xmlns:a16="http://schemas.microsoft.com/office/drawing/2014/main" id="{BCF5F600-0F6F-41F8-99AC-7F3B8638CB50}"/>
                    </a:ext>
                  </a:extLst>
                </p:cNvPr>
                <p:cNvCxnSpPr>
                  <a:cxnSpLocks/>
                  <a:stCxn id="2712" idx="0"/>
                  <a:endCxn id="2712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70" name="Group 2669">
                <a:extLst>
                  <a:ext uri="{FF2B5EF4-FFF2-40B4-BE49-F238E27FC236}">
                    <a16:creationId xmlns:a16="http://schemas.microsoft.com/office/drawing/2014/main" id="{726AB817-007D-448C-828B-0859B5EE7134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71" name="Group 2670">
                  <a:extLst>
                    <a:ext uri="{FF2B5EF4-FFF2-40B4-BE49-F238E27FC236}">
                      <a16:creationId xmlns:a16="http://schemas.microsoft.com/office/drawing/2014/main" id="{CAFA45DC-7C85-4121-AFED-A8EE59236F4E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87" name="Pentagon 4">
                    <a:extLst>
                      <a:ext uri="{FF2B5EF4-FFF2-40B4-BE49-F238E27FC236}">
                        <a16:creationId xmlns:a16="http://schemas.microsoft.com/office/drawing/2014/main" id="{9CB9A4C1-F45F-404D-B2F8-F017E4E2290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88" name="Pentagon 4">
                    <a:extLst>
                      <a:ext uri="{FF2B5EF4-FFF2-40B4-BE49-F238E27FC236}">
                        <a16:creationId xmlns:a16="http://schemas.microsoft.com/office/drawing/2014/main" id="{111FE4D5-83DF-4744-BDAF-C830203C3A07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89" name="Group 2688">
                    <a:extLst>
                      <a:ext uri="{FF2B5EF4-FFF2-40B4-BE49-F238E27FC236}">
                        <a16:creationId xmlns:a16="http://schemas.microsoft.com/office/drawing/2014/main" id="{9A5B1F23-2A2B-4792-B8D8-ABF119EE73D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90" name="Pentagon 4">
                      <a:extLst>
                        <a:ext uri="{FF2B5EF4-FFF2-40B4-BE49-F238E27FC236}">
                          <a16:creationId xmlns:a16="http://schemas.microsoft.com/office/drawing/2014/main" id="{15246669-55D5-4B74-93A4-6DBE3CA6185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91" name="Pentagon 4">
                      <a:extLst>
                        <a:ext uri="{FF2B5EF4-FFF2-40B4-BE49-F238E27FC236}">
                          <a16:creationId xmlns:a16="http://schemas.microsoft.com/office/drawing/2014/main" id="{45E86010-0FA9-4148-98F6-3E68BC22FBE0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72" name="Straight Connector 2671">
                  <a:extLst>
                    <a:ext uri="{FF2B5EF4-FFF2-40B4-BE49-F238E27FC236}">
                      <a16:creationId xmlns:a16="http://schemas.microsoft.com/office/drawing/2014/main" id="{FA2876EC-D994-4200-BC7D-59C7486F2630}"/>
                    </a:ext>
                  </a:extLst>
                </p:cNvPr>
                <p:cNvCxnSpPr>
                  <a:cxnSpLocks/>
                  <a:stCxn id="2688" idx="1"/>
                  <a:endCxn id="2687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3" name="Straight Connector 2672">
                  <a:extLst>
                    <a:ext uri="{FF2B5EF4-FFF2-40B4-BE49-F238E27FC236}">
                      <a16:creationId xmlns:a16="http://schemas.microsoft.com/office/drawing/2014/main" id="{65DE0D0B-A9D8-4F75-A977-7E1E6E6AE1DE}"/>
                    </a:ext>
                  </a:extLst>
                </p:cNvPr>
                <p:cNvCxnSpPr>
                  <a:cxnSpLocks/>
                  <a:stCxn id="2688" idx="2"/>
                  <a:endCxn id="2688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4" name="Straight Connector 2673">
                  <a:extLst>
                    <a:ext uri="{FF2B5EF4-FFF2-40B4-BE49-F238E27FC236}">
                      <a16:creationId xmlns:a16="http://schemas.microsoft.com/office/drawing/2014/main" id="{A07033CB-C454-42F1-9D73-8F35C2599350}"/>
                    </a:ext>
                  </a:extLst>
                </p:cNvPr>
                <p:cNvCxnSpPr>
                  <a:cxnSpLocks/>
                  <a:stCxn id="2691" idx="3"/>
                  <a:endCxn id="2688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5" name="Straight Connector 2674">
                  <a:extLst>
                    <a:ext uri="{FF2B5EF4-FFF2-40B4-BE49-F238E27FC236}">
                      <a16:creationId xmlns:a16="http://schemas.microsoft.com/office/drawing/2014/main" id="{20C5D65D-D63B-49FF-B433-03D4E296E554}"/>
                    </a:ext>
                  </a:extLst>
                </p:cNvPr>
                <p:cNvCxnSpPr>
                  <a:cxnSpLocks/>
                  <a:stCxn id="2691" idx="4"/>
                  <a:endCxn id="2690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6" name="Straight Connector 2675">
                  <a:extLst>
                    <a:ext uri="{FF2B5EF4-FFF2-40B4-BE49-F238E27FC236}">
                      <a16:creationId xmlns:a16="http://schemas.microsoft.com/office/drawing/2014/main" id="{08BC1670-C61C-4DD8-99C7-866B979888BF}"/>
                    </a:ext>
                  </a:extLst>
                </p:cNvPr>
                <p:cNvCxnSpPr>
                  <a:cxnSpLocks/>
                  <a:stCxn id="2691" idx="4"/>
                  <a:endCxn id="2691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7" name="Straight Connector 2676">
                  <a:extLst>
                    <a:ext uri="{FF2B5EF4-FFF2-40B4-BE49-F238E27FC236}">
                      <a16:creationId xmlns:a16="http://schemas.microsoft.com/office/drawing/2014/main" id="{0C3FFE1C-E478-442D-B866-109FD14540BE}"/>
                    </a:ext>
                  </a:extLst>
                </p:cNvPr>
                <p:cNvCxnSpPr>
                  <a:cxnSpLocks/>
                  <a:stCxn id="2687" idx="2"/>
                  <a:endCxn id="2687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8" name="Straight Connector 2677">
                  <a:extLst>
                    <a:ext uri="{FF2B5EF4-FFF2-40B4-BE49-F238E27FC236}">
                      <a16:creationId xmlns:a16="http://schemas.microsoft.com/office/drawing/2014/main" id="{22DB83CF-851E-4CC7-9B8B-87EB6592A378}"/>
                    </a:ext>
                  </a:extLst>
                </p:cNvPr>
                <p:cNvCxnSpPr>
                  <a:cxnSpLocks/>
                  <a:stCxn id="2687" idx="0"/>
                  <a:endCxn id="2687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9" name="Straight Connector 2678">
                  <a:extLst>
                    <a:ext uri="{FF2B5EF4-FFF2-40B4-BE49-F238E27FC236}">
                      <a16:creationId xmlns:a16="http://schemas.microsoft.com/office/drawing/2014/main" id="{555A9881-E2FD-4A57-8267-562C746D1756}"/>
                    </a:ext>
                  </a:extLst>
                </p:cNvPr>
                <p:cNvCxnSpPr>
                  <a:cxnSpLocks/>
                  <a:stCxn id="2687" idx="3"/>
                  <a:endCxn id="2687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0" name="Straight Connector 2679">
                  <a:extLst>
                    <a:ext uri="{FF2B5EF4-FFF2-40B4-BE49-F238E27FC236}">
                      <a16:creationId xmlns:a16="http://schemas.microsoft.com/office/drawing/2014/main" id="{06873C7C-358B-41A2-9A28-442B05EB2CF3}"/>
                    </a:ext>
                  </a:extLst>
                </p:cNvPr>
                <p:cNvCxnSpPr>
                  <a:cxnSpLocks/>
                  <a:stCxn id="2691" idx="2"/>
                  <a:endCxn id="2687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1" name="Straight Connector 2680">
                  <a:extLst>
                    <a:ext uri="{FF2B5EF4-FFF2-40B4-BE49-F238E27FC236}">
                      <a16:creationId xmlns:a16="http://schemas.microsoft.com/office/drawing/2014/main" id="{1E28C941-CF39-43C6-B655-C595A9C19351}"/>
                    </a:ext>
                  </a:extLst>
                </p:cNvPr>
                <p:cNvCxnSpPr>
                  <a:cxnSpLocks/>
                  <a:stCxn id="2690" idx="2"/>
                  <a:endCxn id="2690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2" name="Straight Connector 2681">
                  <a:extLst>
                    <a:ext uri="{FF2B5EF4-FFF2-40B4-BE49-F238E27FC236}">
                      <a16:creationId xmlns:a16="http://schemas.microsoft.com/office/drawing/2014/main" id="{317D4442-0F48-4BD1-A78F-5950594C9DDD}"/>
                    </a:ext>
                  </a:extLst>
                </p:cNvPr>
                <p:cNvCxnSpPr>
                  <a:cxnSpLocks/>
                  <a:stCxn id="2690" idx="1"/>
                  <a:endCxn id="2691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3" name="Straight Connector 2682">
                  <a:extLst>
                    <a:ext uri="{FF2B5EF4-FFF2-40B4-BE49-F238E27FC236}">
                      <a16:creationId xmlns:a16="http://schemas.microsoft.com/office/drawing/2014/main" id="{F3438682-0400-4326-B5C0-0D1CD4330D47}"/>
                    </a:ext>
                  </a:extLst>
                </p:cNvPr>
                <p:cNvCxnSpPr>
                  <a:cxnSpLocks/>
                  <a:stCxn id="2690" idx="3"/>
                  <a:endCxn id="2690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4" name="Straight Connector 2683">
                  <a:extLst>
                    <a:ext uri="{FF2B5EF4-FFF2-40B4-BE49-F238E27FC236}">
                      <a16:creationId xmlns:a16="http://schemas.microsoft.com/office/drawing/2014/main" id="{C293CAF6-B36B-4F90-BDB7-6E089A9FA0AB}"/>
                    </a:ext>
                  </a:extLst>
                </p:cNvPr>
                <p:cNvCxnSpPr>
                  <a:cxnSpLocks/>
                  <a:stCxn id="2690" idx="4"/>
                  <a:endCxn id="2690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5" name="Straight Connector 2684">
                  <a:extLst>
                    <a:ext uri="{FF2B5EF4-FFF2-40B4-BE49-F238E27FC236}">
                      <a16:creationId xmlns:a16="http://schemas.microsoft.com/office/drawing/2014/main" id="{2393E38B-AE2D-4F7E-8EB0-02A443FF87EE}"/>
                    </a:ext>
                  </a:extLst>
                </p:cNvPr>
                <p:cNvCxnSpPr>
                  <a:cxnSpLocks/>
                  <a:stCxn id="2691" idx="1"/>
                  <a:endCxn id="2687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6" name="Straight Connector 2685">
                  <a:extLst>
                    <a:ext uri="{FF2B5EF4-FFF2-40B4-BE49-F238E27FC236}">
                      <a16:creationId xmlns:a16="http://schemas.microsoft.com/office/drawing/2014/main" id="{7B642FB7-A1AD-4064-9C97-1538302CF547}"/>
                    </a:ext>
                  </a:extLst>
                </p:cNvPr>
                <p:cNvCxnSpPr>
                  <a:cxnSpLocks/>
                  <a:stCxn id="2691" idx="0"/>
                  <a:endCxn id="2691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B3299EE9-46FC-4014-AEB3-6EED66659A5E}"/>
              </a:ext>
            </a:extLst>
          </p:cNvPr>
          <p:cNvGrpSpPr/>
          <p:nvPr/>
        </p:nvGrpSpPr>
        <p:grpSpPr>
          <a:xfrm>
            <a:off x="6485724" y="6025687"/>
            <a:ext cx="2960119" cy="2660250"/>
            <a:chOff x="2493744" y="813730"/>
            <a:chExt cx="2960119" cy="2660250"/>
          </a:xfrm>
        </p:grpSpPr>
        <p:grpSp>
          <p:nvGrpSpPr>
            <p:cNvPr id="2577" name="Group 2576">
              <a:extLst>
                <a:ext uri="{FF2B5EF4-FFF2-40B4-BE49-F238E27FC236}">
                  <a16:creationId xmlns:a16="http://schemas.microsoft.com/office/drawing/2014/main" id="{E7970DAD-4BF3-4E19-887A-729D294932E3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623" name="Group 2622">
                <a:extLst>
                  <a:ext uri="{FF2B5EF4-FFF2-40B4-BE49-F238E27FC236}">
                    <a16:creationId xmlns:a16="http://schemas.microsoft.com/office/drawing/2014/main" id="{A9129EAB-A58D-486C-95C0-67E07E55399D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46" name="Group 2645">
                  <a:extLst>
                    <a:ext uri="{FF2B5EF4-FFF2-40B4-BE49-F238E27FC236}">
                      <a16:creationId xmlns:a16="http://schemas.microsoft.com/office/drawing/2014/main" id="{8CAD20D0-9C1D-486B-ABEC-C32773CA505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62" name="Pentagon 4">
                    <a:extLst>
                      <a:ext uri="{FF2B5EF4-FFF2-40B4-BE49-F238E27FC236}">
                        <a16:creationId xmlns:a16="http://schemas.microsoft.com/office/drawing/2014/main" id="{F6BFEAEB-DEF5-4585-80F7-4A6038772EF3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63" name="Pentagon 4">
                    <a:extLst>
                      <a:ext uri="{FF2B5EF4-FFF2-40B4-BE49-F238E27FC236}">
                        <a16:creationId xmlns:a16="http://schemas.microsoft.com/office/drawing/2014/main" id="{890DF895-2ED7-4362-BD05-68BF1896CE9B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64" name="Group 2663">
                    <a:extLst>
                      <a:ext uri="{FF2B5EF4-FFF2-40B4-BE49-F238E27FC236}">
                        <a16:creationId xmlns:a16="http://schemas.microsoft.com/office/drawing/2014/main" id="{FE6627EB-410C-4CA1-B269-A9EE76A36E81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65" name="Pentagon 4">
                      <a:extLst>
                        <a:ext uri="{FF2B5EF4-FFF2-40B4-BE49-F238E27FC236}">
                          <a16:creationId xmlns:a16="http://schemas.microsoft.com/office/drawing/2014/main" id="{EF733EED-61F5-495C-A5A2-BB0F76149EB7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66" name="Pentagon 4">
                      <a:extLst>
                        <a:ext uri="{FF2B5EF4-FFF2-40B4-BE49-F238E27FC236}">
                          <a16:creationId xmlns:a16="http://schemas.microsoft.com/office/drawing/2014/main" id="{D1B5E642-BA92-48D3-80E1-7DF5C90B7D37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47" name="Straight Connector 2646">
                  <a:extLst>
                    <a:ext uri="{FF2B5EF4-FFF2-40B4-BE49-F238E27FC236}">
                      <a16:creationId xmlns:a16="http://schemas.microsoft.com/office/drawing/2014/main" id="{80E8B60E-62CD-4A4E-9C33-FC797D423E64}"/>
                    </a:ext>
                  </a:extLst>
                </p:cNvPr>
                <p:cNvCxnSpPr>
                  <a:cxnSpLocks/>
                  <a:stCxn id="2663" idx="1"/>
                  <a:endCxn id="2662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8" name="Straight Connector 2647">
                  <a:extLst>
                    <a:ext uri="{FF2B5EF4-FFF2-40B4-BE49-F238E27FC236}">
                      <a16:creationId xmlns:a16="http://schemas.microsoft.com/office/drawing/2014/main" id="{923318F7-DB82-4B60-8342-F8EB62793B31}"/>
                    </a:ext>
                  </a:extLst>
                </p:cNvPr>
                <p:cNvCxnSpPr>
                  <a:cxnSpLocks/>
                  <a:stCxn id="2663" idx="2"/>
                  <a:endCxn id="2663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9" name="Straight Connector 2648">
                  <a:extLst>
                    <a:ext uri="{FF2B5EF4-FFF2-40B4-BE49-F238E27FC236}">
                      <a16:creationId xmlns:a16="http://schemas.microsoft.com/office/drawing/2014/main" id="{370BA67D-DBB3-4AE5-9A1A-1F4A08B53AF9}"/>
                    </a:ext>
                  </a:extLst>
                </p:cNvPr>
                <p:cNvCxnSpPr>
                  <a:cxnSpLocks/>
                  <a:stCxn id="2666" idx="3"/>
                  <a:endCxn id="2663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0" name="Straight Connector 2649">
                  <a:extLst>
                    <a:ext uri="{FF2B5EF4-FFF2-40B4-BE49-F238E27FC236}">
                      <a16:creationId xmlns:a16="http://schemas.microsoft.com/office/drawing/2014/main" id="{6174084B-8BD2-44EC-8534-238E18A55B61}"/>
                    </a:ext>
                  </a:extLst>
                </p:cNvPr>
                <p:cNvCxnSpPr>
                  <a:cxnSpLocks/>
                  <a:stCxn id="2666" idx="4"/>
                  <a:endCxn id="2665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1" name="Straight Connector 2650">
                  <a:extLst>
                    <a:ext uri="{FF2B5EF4-FFF2-40B4-BE49-F238E27FC236}">
                      <a16:creationId xmlns:a16="http://schemas.microsoft.com/office/drawing/2014/main" id="{AD7C0401-B355-4234-B6B2-948B84C4BE5E}"/>
                    </a:ext>
                  </a:extLst>
                </p:cNvPr>
                <p:cNvCxnSpPr>
                  <a:cxnSpLocks/>
                  <a:stCxn id="2666" idx="4"/>
                  <a:endCxn id="2666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2" name="Straight Connector 2651">
                  <a:extLst>
                    <a:ext uri="{FF2B5EF4-FFF2-40B4-BE49-F238E27FC236}">
                      <a16:creationId xmlns:a16="http://schemas.microsoft.com/office/drawing/2014/main" id="{68B06692-4064-460F-96C4-6FB9659D5857}"/>
                    </a:ext>
                  </a:extLst>
                </p:cNvPr>
                <p:cNvCxnSpPr>
                  <a:cxnSpLocks/>
                  <a:stCxn id="2662" idx="2"/>
                  <a:endCxn id="2662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3" name="Straight Connector 2652">
                  <a:extLst>
                    <a:ext uri="{FF2B5EF4-FFF2-40B4-BE49-F238E27FC236}">
                      <a16:creationId xmlns:a16="http://schemas.microsoft.com/office/drawing/2014/main" id="{E44D8147-D38D-4727-AE4B-9CC0ECE128AF}"/>
                    </a:ext>
                  </a:extLst>
                </p:cNvPr>
                <p:cNvCxnSpPr>
                  <a:cxnSpLocks/>
                  <a:stCxn id="2662" idx="0"/>
                  <a:endCxn id="2662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4" name="Straight Connector 2653">
                  <a:extLst>
                    <a:ext uri="{FF2B5EF4-FFF2-40B4-BE49-F238E27FC236}">
                      <a16:creationId xmlns:a16="http://schemas.microsoft.com/office/drawing/2014/main" id="{009AD343-EA78-4C0A-9D6D-3CC4740D05FA}"/>
                    </a:ext>
                  </a:extLst>
                </p:cNvPr>
                <p:cNvCxnSpPr>
                  <a:cxnSpLocks/>
                  <a:stCxn id="2662" idx="3"/>
                  <a:endCxn id="2662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5" name="Straight Connector 2654">
                  <a:extLst>
                    <a:ext uri="{FF2B5EF4-FFF2-40B4-BE49-F238E27FC236}">
                      <a16:creationId xmlns:a16="http://schemas.microsoft.com/office/drawing/2014/main" id="{E64A0D6F-7AEB-45E7-A006-110816651F30}"/>
                    </a:ext>
                  </a:extLst>
                </p:cNvPr>
                <p:cNvCxnSpPr>
                  <a:cxnSpLocks/>
                  <a:stCxn id="2666" idx="2"/>
                  <a:endCxn id="2662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6" name="Straight Connector 2655">
                  <a:extLst>
                    <a:ext uri="{FF2B5EF4-FFF2-40B4-BE49-F238E27FC236}">
                      <a16:creationId xmlns:a16="http://schemas.microsoft.com/office/drawing/2014/main" id="{81E0D4A7-4254-4112-830E-A4A789B28E6A}"/>
                    </a:ext>
                  </a:extLst>
                </p:cNvPr>
                <p:cNvCxnSpPr>
                  <a:cxnSpLocks/>
                  <a:stCxn id="2665" idx="2"/>
                  <a:endCxn id="2665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7" name="Straight Connector 2656">
                  <a:extLst>
                    <a:ext uri="{FF2B5EF4-FFF2-40B4-BE49-F238E27FC236}">
                      <a16:creationId xmlns:a16="http://schemas.microsoft.com/office/drawing/2014/main" id="{35C8B737-0EB7-488C-B1B6-71372ED6534E}"/>
                    </a:ext>
                  </a:extLst>
                </p:cNvPr>
                <p:cNvCxnSpPr>
                  <a:cxnSpLocks/>
                  <a:stCxn id="2665" idx="1"/>
                  <a:endCxn id="2666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8" name="Straight Connector 2657">
                  <a:extLst>
                    <a:ext uri="{FF2B5EF4-FFF2-40B4-BE49-F238E27FC236}">
                      <a16:creationId xmlns:a16="http://schemas.microsoft.com/office/drawing/2014/main" id="{0A8520A5-75FB-4B01-8D69-D463958B3D83}"/>
                    </a:ext>
                  </a:extLst>
                </p:cNvPr>
                <p:cNvCxnSpPr>
                  <a:cxnSpLocks/>
                  <a:stCxn id="2665" idx="3"/>
                  <a:endCxn id="2665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9" name="Straight Connector 2658">
                  <a:extLst>
                    <a:ext uri="{FF2B5EF4-FFF2-40B4-BE49-F238E27FC236}">
                      <a16:creationId xmlns:a16="http://schemas.microsoft.com/office/drawing/2014/main" id="{A63844E3-015E-4E96-B32C-CCDEA2755E85}"/>
                    </a:ext>
                  </a:extLst>
                </p:cNvPr>
                <p:cNvCxnSpPr>
                  <a:cxnSpLocks/>
                  <a:stCxn id="2665" idx="4"/>
                  <a:endCxn id="2665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0" name="Straight Connector 2659">
                  <a:extLst>
                    <a:ext uri="{FF2B5EF4-FFF2-40B4-BE49-F238E27FC236}">
                      <a16:creationId xmlns:a16="http://schemas.microsoft.com/office/drawing/2014/main" id="{E708994C-88A9-4DF4-982A-888BDE5B176E}"/>
                    </a:ext>
                  </a:extLst>
                </p:cNvPr>
                <p:cNvCxnSpPr>
                  <a:cxnSpLocks/>
                  <a:stCxn id="2666" idx="1"/>
                  <a:endCxn id="2662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1" name="Straight Connector 2660">
                  <a:extLst>
                    <a:ext uri="{FF2B5EF4-FFF2-40B4-BE49-F238E27FC236}">
                      <a16:creationId xmlns:a16="http://schemas.microsoft.com/office/drawing/2014/main" id="{32FED7C1-CCC2-4A21-8FE4-90B15A01D465}"/>
                    </a:ext>
                  </a:extLst>
                </p:cNvPr>
                <p:cNvCxnSpPr>
                  <a:cxnSpLocks/>
                  <a:stCxn id="2666" idx="0"/>
                  <a:endCxn id="2666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24" name="Group 2623">
                <a:extLst>
                  <a:ext uri="{FF2B5EF4-FFF2-40B4-BE49-F238E27FC236}">
                    <a16:creationId xmlns:a16="http://schemas.microsoft.com/office/drawing/2014/main" id="{FE6A9AF4-5380-4ED2-A366-94C397687546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25" name="Group 2624">
                  <a:extLst>
                    <a:ext uri="{FF2B5EF4-FFF2-40B4-BE49-F238E27FC236}">
                      <a16:creationId xmlns:a16="http://schemas.microsoft.com/office/drawing/2014/main" id="{5D330EE3-8ADD-4659-B990-BD86A1BB935E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41" name="Pentagon 4">
                    <a:extLst>
                      <a:ext uri="{FF2B5EF4-FFF2-40B4-BE49-F238E27FC236}">
                        <a16:creationId xmlns:a16="http://schemas.microsoft.com/office/drawing/2014/main" id="{64D9CB83-2C63-453F-8F48-2FB9B33E214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42" name="Pentagon 4">
                    <a:extLst>
                      <a:ext uri="{FF2B5EF4-FFF2-40B4-BE49-F238E27FC236}">
                        <a16:creationId xmlns:a16="http://schemas.microsoft.com/office/drawing/2014/main" id="{816D5070-1770-4C5A-A7CF-2B37769B331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43" name="Group 2642">
                    <a:extLst>
                      <a:ext uri="{FF2B5EF4-FFF2-40B4-BE49-F238E27FC236}">
                        <a16:creationId xmlns:a16="http://schemas.microsoft.com/office/drawing/2014/main" id="{60FD4BE5-E40C-45EC-BF19-F846D3A21D11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44" name="Pentagon 4">
                      <a:extLst>
                        <a:ext uri="{FF2B5EF4-FFF2-40B4-BE49-F238E27FC236}">
                          <a16:creationId xmlns:a16="http://schemas.microsoft.com/office/drawing/2014/main" id="{788585A5-A51B-4F19-9F08-354C8A8C251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45" name="Pentagon 4">
                      <a:extLst>
                        <a:ext uri="{FF2B5EF4-FFF2-40B4-BE49-F238E27FC236}">
                          <a16:creationId xmlns:a16="http://schemas.microsoft.com/office/drawing/2014/main" id="{4CFC8FB0-E900-4D7D-A0EE-7543D30B81EF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26" name="Straight Connector 2625">
                  <a:extLst>
                    <a:ext uri="{FF2B5EF4-FFF2-40B4-BE49-F238E27FC236}">
                      <a16:creationId xmlns:a16="http://schemas.microsoft.com/office/drawing/2014/main" id="{A0A5768A-9408-4774-92B4-758E96FF4AC1}"/>
                    </a:ext>
                  </a:extLst>
                </p:cNvPr>
                <p:cNvCxnSpPr>
                  <a:cxnSpLocks/>
                  <a:stCxn id="2642" idx="1"/>
                  <a:endCxn id="2641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7" name="Straight Connector 2626">
                  <a:extLst>
                    <a:ext uri="{FF2B5EF4-FFF2-40B4-BE49-F238E27FC236}">
                      <a16:creationId xmlns:a16="http://schemas.microsoft.com/office/drawing/2014/main" id="{F1FDB33D-CFFB-48A7-80AB-12F530421D57}"/>
                    </a:ext>
                  </a:extLst>
                </p:cNvPr>
                <p:cNvCxnSpPr>
                  <a:cxnSpLocks/>
                  <a:stCxn id="2642" idx="2"/>
                  <a:endCxn id="2642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8" name="Straight Connector 2627">
                  <a:extLst>
                    <a:ext uri="{FF2B5EF4-FFF2-40B4-BE49-F238E27FC236}">
                      <a16:creationId xmlns:a16="http://schemas.microsoft.com/office/drawing/2014/main" id="{24FAB90C-4944-4ABB-8DE1-8A207EEC02C6}"/>
                    </a:ext>
                  </a:extLst>
                </p:cNvPr>
                <p:cNvCxnSpPr>
                  <a:cxnSpLocks/>
                  <a:stCxn id="2645" idx="3"/>
                  <a:endCxn id="2642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29" name="Straight Connector 2628">
                  <a:extLst>
                    <a:ext uri="{FF2B5EF4-FFF2-40B4-BE49-F238E27FC236}">
                      <a16:creationId xmlns:a16="http://schemas.microsoft.com/office/drawing/2014/main" id="{FDBEAA51-6134-4904-A047-0C5E036B96CD}"/>
                    </a:ext>
                  </a:extLst>
                </p:cNvPr>
                <p:cNvCxnSpPr>
                  <a:cxnSpLocks/>
                  <a:stCxn id="2645" idx="4"/>
                  <a:endCxn id="2644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0" name="Straight Connector 2629">
                  <a:extLst>
                    <a:ext uri="{FF2B5EF4-FFF2-40B4-BE49-F238E27FC236}">
                      <a16:creationId xmlns:a16="http://schemas.microsoft.com/office/drawing/2014/main" id="{D0A5A065-E800-4C38-AB9D-20EE3A541F01}"/>
                    </a:ext>
                  </a:extLst>
                </p:cNvPr>
                <p:cNvCxnSpPr>
                  <a:cxnSpLocks/>
                  <a:stCxn id="2645" idx="4"/>
                  <a:endCxn id="2645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1" name="Straight Connector 2630">
                  <a:extLst>
                    <a:ext uri="{FF2B5EF4-FFF2-40B4-BE49-F238E27FC236}">
                      <a16:creationId xmlns:a16="http://schemas.microsoft.com/office/drawing/2014/main" id="{E2D1C40F-AEFF-49E3-B05C-F81759C4D6A3}"/>
                    </a:ext>
                  </a:extLst>
                </p:cNvPr>
                <p:cNvCxnSpPr>
                  <a:cxnSpLocks/>
                  <a:stCxn id="2641" idx="2"/>
                  <a:endCxn id="2641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2" name="Straight Connector 2631">
                  <a:extLst>
                    <a:ext uri="{FF2B5EF4-FFF2-40B4-BE49-F238E27FC236}">
                      <a16:creationId xmlns:a16="http://schemas.microsoft.com/office/drawing/2014/main" id="{836DFFCE-A9FF-4991-AFCF-E2C21D9A6007}"/>
                    </a:ext>
                  </a:extLst>
                </p:cNvPr>
                <p:cNvCxnSpPr>
                  <a:cxnSpLocks/>
                  <a:stCxn id="2641" idx="0"/>
                  <a:endCxn id="2641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3" name="Straight Connector 2632">
                  <a:extLst>
                    <a:ext uri="{FF2B5EF4-FFF2-40B4-BE49-F238E27FC236}">
                      <a16:creationId xmlns:a16="http://schemas.microsoft.com/office/drawing/2014/main" id="{7039B55E-59D4-4F07-A1EE-5FA1C4249552}"/>
                    </a:ext>
                  </a:extLst>
                </p:cNvPr>
                <p:cNvCxnSpPr>
                  <a:cxnSpLocks/>
                  <a:stCxn id="2641" idx="3"/>
                  <a:endCxn id="2641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4" name="Straight Connector 2633">
                  <a:extLst>
                    <a:ext uri="{FF2B5EF4-FFF2-40B4-BE49-F238E27FC236}">
                      <a16:creationId xmlns:a16="http://schemas.microsoft.com/office/drawing/2014/main" id="{E9B81598-1611-444E-988B-E58DA711E957}"/>
                    </a:ext>
                  </a:extLst>
                </p:cNvPr>
                <p:cNvCxnSpPr>
                  <a:cxnSpLocks/>
                  <a:stCxn id="2645" idx="2"/>
                  <a:endCxn id="2641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5" name="Straight Connector 2634">
                  <a:extLst>
                    <a:ext uri="{FF2B5EF4-FFF2-40B4-BE49-F238E27FC236}">
                      <a16:creationId xmlns:a16="http://schemas.microsoft.com/office/drawing/2014/main" id="{0294C2F2-D406-4AAB-B8A3-1D1AB8877792}"/>
                    </a:ext>
                  </a:extLst>
                </p:cNvPr>
                <p:cNvCxnSpPr>
                  <a:cxnSpLocks/>
                  <a:stCxn id="2644" idx="2"/>
                  <a:endCxn id="2644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6" name="Straight Connector 2635">
                  <a:extLst>
                    <a:ext uri="{FF2B5EF4-FFF2-40B4-BE49-F238E27FC236}">
                      <a16:creationId xmlns:a16="http://schemas.microsoft.com/office/drawing/2014/main" id="{273147C4-5323-4679-AFF1-B0EFB6DFB635}"/>
                    </a:ext>
                  </a:extLst>
                </p:cNvPr>
                <p:cNvCxnSpPr>
                  <a:cxnSpLocks/>
                  <a:stCxn id="2644" idx="1"/>
                  <a:endCxn id="2645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7" name="Straight Connector 2636">
                  <a:extLst>
                    <a:ext uri="{FF2B5EF4-FFF2-40B4-BE49-F238E27FC236}">
                      <a16:creationId xmlns:a16="http://schemas.microsoft.com/office/drawing/2014/main" id="{F13679C4-2AAF-42A6-A8F9-FDF442E27004}"/>
                    </a:ext>
                  </a:extLst>
                </p:cNvPr>
                <p:cNvCxnSpPr>
                  <a:cxnSpLocks/>
                  <a:stCxn id="2644" idx="3"/>
                  <a:endCxn id="2644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8" name="Straight Connector 2637">
                  <a:extLst>
                    <a:ext uri="{FF2B5EF4-FFF2-40B4-BE49-F238E27FC236}">
                      <a16:creationId xmlns:a16="http://schemas.microsoft.com/office/drawing/2014/main" id="{CF7D6C6D-49CF-435E-B3F0-D7882269604C}"/>
                    </a:ext>
                  </a:extLst>
                </p:cNvPr>
                <p:cNvCxnSpPr>
                  <a:cxnSpLocks/>
                  <a:stCxn id="2644" idx="4"/>
                  <a:endCxn id="2644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9" name="Straight Connector 2638">
                  <a:extLst>
                    <a:ext uri="{FF2B5EF4-FFF2-40B4-BE49-F238E27FC236}">
                      <a16:creationId xmlns:a16="http://schemas.microsoft.com/office/drawing/2014/main" id="{0003B8AB-CD49-4E19-B069-B97CB094D793}"/>
                    </a:ext>
                  </a:extLst>
                </p:cNvPr>
                <p:cNvCxnSpPr>
                  <a:cxnSpLocks/>
                  <a:stCxn id="2645" idx="1"/>
                  <a:endCxn id="2641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0" name="Straight Connector 2639">
                  <a:extLst>
                    <a:ext uri="{FF2B5EF4-FFF2-40B4-BE49-F238E27FC236}">
                      <a16:creationId xmlns:a16="http://schemas.microsoft.com/office/drawing/2014/main" id="{F6985147-F09E-4B49-8540-6F4E091085AF}"/>
                    </a:ext>
                  </a:extLst>
                </p:cNvPr>
                <p:cNvCxnSpPr>
                  <a:cxnSpLocks/>
                  <a:stCxn id="2645" idx="0"/>
                  <a:endCxn id="2645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8341C175-51D1-48F3-A65B-54FAB150022C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579" name="Group 2578">
                <a:extLst>
                  <a:ext uri="{FF2B5EF4-FFF2-40B4-BE49-F238E27FC236}">
                    <a16:creationId xmlns:a16="http://schemas.microsoft.com/office/drawing/2014/main" id="{16786CDB-29BE-4750-BA55-38E64C736E66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602" name="Group 2601">
                  <a:extLst>
                    <a:ext uri="{FF2B5EF4-FFF2-40B4-BE49-F238E27FC236}">
                      <a16:creationId xmlns:a16="http://schemas.microsoft.com/office/drawing/2014/main" id="{BED150CF-127B-4B97-BDB5-DFA9EFE1EA18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618" name="Pentagon 4">
                    <a:extLst>
                      <a:ext uri="{FF2B5EF4-FFF2-40B4-BE49-F238E27FC236}">
                        <a16:creationId xmlns:a16="http://schemas.microsoft.com/office/drawing/2014/main" id="{2081262F-A255-4F3D-BE54-D554E10E489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19" name="Pentagon 4">
                    <a:extLst>
                      <a:ext uri="{FF2B5EF4-FFF2-40B4-BE49-F238E27FC236}">
                        <a16:creationId xmlns:a16="http://schemas.microsoft.com/office/drawing/2014/main" id="{F12FE0C7-0C7A-428B-BDFC-D0F0F12CB0A1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620" name="Group 2619">
                    <a:extLst>
                      <a:ext uri="{FF2B5EF4-FFF2-40B4-BE49-F238E27FC236}">
                        <a16:creationId xmlns:a16="http://schemas.microsoft.com/office/drawing/2014/main" id="{2393CED3-B002-45A4-B5CF-E9883184FF0D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21" name="Pentagon 4">
                      <a:extLst>
                        <a:ext uri="{FF2B5EF4-FFF2-40B4-BE49-F238E27FC236}">
                          <a16:creationId xmlns:a16="http://schemas.microsoft.com/office/drawing/2014/main" id="{90A4546C-A529-48BF-AAD5-A01F3001FDB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22" name="Pentagon 4">
                      <a:extLst>
                        <a:ext uri="{FF2B5EF4-FFF2-40B4-BE49-F238E27FC236}">
                          <a16:creationId xmlns:a16="http://schemas.microsoft.com/office/drawing/2014/main" id="{255C1584-5CA4-4881-A4ED-B5A4421E2282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603" name="Straight Connector 2602">
                  <a:extLst>
                    <a:ext uri="{FF2B5EF4-FFF2-40B4-BE49-F238E27FC236}">
                      <a16:creationId xmlns:a16="http://schemas.microsoft.com/office/drawing/2014/main" id="{FCD2450C-8422-4FFC-867F-322F1A87BD44}"/>
                    </a:ext>
                  </a:extLst>
                </p:cNvPr>
                <p:cNvCxnSpPr>
                  <a:cxnSpLocks/>
                  <a:stCxn id="2619" idx="1"/>
                  <a:endCxn id="2618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4" name="Straight Connector 2603">
                  <a:extLst>
                    <a:ext uri="{FF2B5EF4-FFF2-40B4-BE49-F238E27FC236}">
                      <a16:creationId xmlns:a16="http://schemas.microsoft.com/office/drawing/2014/main" id="{DD008805-23DA-44AC-BAF5-7F8AF175F6F8}"/>
                    </a:ext>
                  </a:extLst>
                </p:cNvPr>
                <p:cNvCxnSpPr>
                  <a:cxnSpLocks/>
                  <a:stCxn id="2619" idx="2"/>
                  <a:endCxn id="2619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5" name="Straight Connector 2604">
                  <a:extLst>
                    <a:ext uri="{FF2B5EF4-FFF2-40B4-BE49-F238E27FC236}">
                      <a16:creationId xmlns:a16="http://schemas.microsoft.com/office/drawing/2014/main" id="{CFB7EB72-7EA9-47B3-B576-B81E0EDC505E}"/>
                    </a:ext>
                  </a:extLst>
                </p:cNvPr>
                <p:cNvCxnSpPr>
                  <a:cxnSpLocks/>
                  <a:stCxn id="2622" idx="3"/>
                  <a:endCxn id="2619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6" name="Straight Connector 2605">
                  <a:extLst>
                    <a:ext uri="{FF2B5EF4-FFF2-40B4-BE49-F238E27FC236}">
                      <a16:creationId xmlns:a16="http://schemas.microsoft.com/office/drawing/2014/main" id="{74F6D58E-EA02-410F-9AE0-136756F076D5}"/>
                    </a:ext>
                  </a:extLst>
                </p:cNvPr>
                <p:cNvCxnSpPr>
                  <a:cxnSpLocks/>
                  <a:stCxn id="2622" idx="4"/>
                  <a:endCxn id="2621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7" name="Straight Connector 2606">
                  <a:extLst>
                    <a:ext uri="{FF2B5EF4-FFF2-40B4-BE49-F238E27FC236}">
                      <a16:creationId xmlns:a16="http://schemas.microsoft.com/office/drawing/2014/main" id="{C41920F1-0C74-42D5-8621-25531FD13AF8}"/>
                    </a:ext>
                  </a:extLst>
                </p:cNvPr>
                <p:cNvCxnSpPr>
                  <a:cxnSpLocks/>
                  <a:stCxn id="2622" idx="4"/>
                  <a:endCxn id="2622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8" name="Straight Connector 2607">
                  <a:extLst>
                    <a:ext uri="{FF2B5EF4-FFF2-40B4-BE49-F238E27FC236}">
                      <a16:creationId xmlns:a16="http://schemas.microsoft.com/office/drawing/2014/main" id="{2E23A89B-66A8-401B-B3DA-B37E49C944A3}"/>
                    </a:ext>
                  </a:extLst>
                </p:cNvPr>
                <p:cNvCxnSpPr>
                  <a:cxnSpLocks/>
                  <a:stCxn id="2618" idx="2"/>
                  <a:endCxn id="2618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9" name="Straight Connector 2608">
                  <a:extLst>
                    <a:ext uri="{FF2B5EF4-FFF2-40B4-BE49-F238E27FC236}">
                      <a16:creationId xmlns:a16="http://schemas.microsoft.com/office/drawing/2014/main" id="{E53925C2-CF9E-43A8-AFDB-90C33AE5F935}"/>
                    </a:ext>
                  </a:extLst>
                </p:cNvPr>
                <p:cNvCxnSpPr>
                  <a:cxnSpLocks/>
                  <a:stCxn id="2618" idx="0"/>
                  <a:endCxn id="2618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0" name="Straight Connector 2609">
                  <a:extLst>
                    <a:ext uri="{FF2B5EF4-FFF2-40B4-BE49-F238E27FC236}">
                      <a16:creationId xmlns:a16="http://schemas.microsoft.com/office/drawing/2014/main" id="{FDDF6131-280D-4AF8-96AE-CA9541634D0B}"/>
                    </a:ext>
                  </a:extLst>
                </p:cNvPr>
                <p:cNvCxnSpPr>
                  <a:cxnSpLocks/>
                  <a:stCxn id="2618" idx="3"/>
                  <a:endCxn id="2618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1" name="Straight Connector 2610">
                  <a:extLst>
                    <a:ext uri="{FF2B5EF4-FFF2-40B4-BE49-F238E27FC236}">
                      <a16:creationId xmlns:a16="http://schemas.microsoft.com/office/drawing/2014/main" id="{0D746033-BD05-4CBD-8CD8-A2C0C19A3218}"/>
                    </a:ext>
                  </a:extLst>
                </p:cNvPr>
                <p:cNvCxnSpPr>
                  <a:cxnSpLocks/>
                  <a:stCxn id="2622" idx="2"/>
                  <a:endCxn id="2618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2" name="Straight Connector 2611">
                  <a:extLst>
                    <a:ext uri="{FF2B5EF4-FFF2-40B4-BE49-F238E27FC236}">
                      <a16:creationId xmlns:a16="http://schemas.microsoft.com/office/drawing/2014/main" id="{E6430208-0248-41ED-9A44-C364F030E8E9}"/>
                    </a:ext>
                  </a:extLst>
                </p:cNvPr>
                <p:cNvCxnSpPr>
                  <a:cxnSpLocks/>
                  <a:stCxn id="2621" idx="2"/>
                  <a:endCxn id="2621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3" name="Straight Connector 2612">
                  <a:extLst>
                    <a:ext uri="{FF2B5EF4-FFF2-40B4-BE49-F238E27FC236}">
                      <a16:creationId xmlns:a16="http://schemas.microsoft.com/office/drawing/2014/main" id="{874505A2-D684-4C68-B9AF-69905B2AA074}"/>
                    </a:ext>
                  </a:extLst>
                </p:cNvPr>
                <p:cNvCxnSpPr>
                  <a:cxnSpLocks/>
                  <a:stCxn id="2621" idx="1"/>
                  <a:endCxn id="2622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4EFE6A1F-AF8C-42D6-8D43-C6A3CDA5608C}"/>
                    </a:ext>
                  </a:extLst>
                </p:cNvPr>
                <p:cNvCxnSpPr>
                  <a:cxnSpLocks/>
                  <a:stCxn id="2621" idx="3"/>
                  <a:endCxn id="2621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185FE9D9-75F3-41B1-BD53-C3672CF91BAB}"/>
                    </a:ext>
                  </a:extLst>
                </p:cNvPr>
                <p:cNvCxnSpPr>
                  <a:cxnSpLocks/>
                  <a:stCxn id="2621" idx="4"/>
                  <a:endCxn id="2621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6" name="Straight Connector 2615">
                  <a:extLst>
                    <a:ext uri="{FF2B5EF4-FFF2-40B4-BE49-F238E27FC236}">
                      <a16:creationId xmlns:a16="http://schemas.microsoft.com/office/drawing/2014/main" id="{188627E8-8942-4BBC-8453-968F18387C62}"/>
                    </a:ext>
                  </a:extLst>
                </p:cNvPr>
                <p:cNvCxnSpPr>
                  <a:cxnSpLocks/>
                  <a:stCxn id="2622" idx="1"/>
                  <a:endCxn id="2618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7" name="Straight Connector 2616">
                  <a:extLst>
                    <a:ext uri="{FF2B5EF4-FFF2-40B4-BE49-F238E27FC236}">
                      <a16:creationId xmlns:a16="http://schemas.microsoft.com/office/drawing/2014/main" id="{6D5CD7E0-4029-4CB1-AB13-CA67B5A84221}"/>
                    </a:ext>
                  </a:extLst>
                </p:cNvPr>
                <p:cNvCxnSpPr>
                  <a:cxnSpLocks/>
                  <a:stCxn id="2622" idx="0"/>
                  <a:endCxn id="2622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80" name="Group 2579">
                <a:extLst>
                  <a:ext uri="{FF2B5EF4-FFF2-40B4-BE49-F238E27FC236}">
                    <a16:creationId xmlns:a16="http://schemas.microsoft.com/office/drawing/2014/main" id="{43F7FBFA-4DBD-42E5-97D0-AC39F48F34E8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81" name="Group 2580">
                  <a:extLst>
                    <a:ext uri="{FF2B5EF4-FFF2-40B4-BE49-F238E27FC236}">
                      <a16:creationId xmlns:a16="http://schemas.microsoft.com/office/drawing/2014/main" id="{03FF99FC-7F90-44B3-952E-6EF5ACD148E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97" name="Pentagon 4">
                    <a:extLst>
                      <a:ext uri="{FF2B5EF4-FFF2-40B4-BE49-F238E27FC236}">
                        <a16:creationId xmlns:a16="http://schemas.microsoft.com/office/drawing/2014/main" id="{E17827D4-90B8-47C1-A363-E472BA2C04A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8" name="Pentagon 4">
                    <a:extLst>
                      <a:ext uri="{FF2B5EF4-FFF2-40B4-BE49-F238E27FC236}">
                        <a16:creationId xmlns:a16="http://schemas.microsoft.com/office/drawing/2014/main" id="{426D9883-A3BF-4659-8AB7-30E7273F7568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99" name="Group 2598">
                    <a:extLst>
                      <a:ext uri="{FF2B5EF4-FFF2-40B4-BE49-F238E27FC236}">
                        <a16:creationId xmlns:a16="http://schemas.microsoft.com/office/drawing/2014/main" id="{17C1882D-9A18-4D88-9790-D886D7ACE48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600" name="Pentagon 4">
                      <a:extLst>
                        <a:ext uri="{FF2B5EF4-FFF2-40B4-BE49-F238E27FC236}">
                          <a16:creationId xmlns:a16="http://schemas.microsoft.com/office/drawing/2014/main" id="{391C86D9-8224-479A-9CD2-32F29CBCBB16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01" name="Pentagon 4">
                      <a:extLst>
                        <a:ext uri="{FF2B5EF4-FFF2-40B4-BE49-F238E27FC236}">
                          <a16:creationId xmlns:a16="http://schemas.microsoft.com/office/drawing/2014/main" id="{B53B1933-6485-499C-B81D-EF6A21A6D5E4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82" name="Straight Connector 2581">
                  <a:extLst>
                    <a:ext uri="{FF2B5EF4-FFF2-40B4-BE49-F238E27FC236}">
                      <a16:creationId xmlns:a16="http://schemas.microsoft.com/office/drawing/2014/main" id="{3A080B78-DF33-45B7-934F-3ABB66DE5752}"/>
                    </a:ext>
                  </a:extLst>
                </p:cNvPr>
                <p:cNvCxnSpPr>
                  <a:cxnSpLocks/>
                  <a:stCxn id="2598" idx="1"/>
                  <a:endCxn id="2597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3" name="Straight Connector 2582">
                  <a:extLst>
                    <a:ext uri="{FF2B5EF4-FFF2-40B4-BE49-F238E27FC236}">
                      <a16:creationId xmlns:a16="http://schemas.microsoft.com/office/drawing/2014/main" id="{9302D94E-10EA-4DE0-BCBC-F68847404178}"/>
                    </a:ext>
                  </a:extLst>
                </p:cNvPr>
                <p:cNvCxnSpPr>
                  <a:cxnSpLocks/>
                  <a:stCxn id="2598" idx="2"/>
                  <a:endCxn id="2598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4" name="Straight Connector 2583">
                  <a:extLst>
                    <a:ext uri="{FF2B5EF4-FFF2-40B4-BE49-F238E27FC236}">
                      <a16:creationId xmlns:a16="http://schemas.microsoft.com/office/drawing/2014/main" id="{42E98BF2-A360-4425-9836-6A0FFE2B4130}"/>
                    </a:ext>
                  </a:extLst>
                </p:cNvPr>
                <p:cNvCxnSpPr>
                  <a:cxnSpLocks/>
                  <a:stCxn id="2601" idx="3"/>
                  <a:endCxn id="2598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5" name="Straight Connector 2584">
                  <a:extLst>
                    <a:ext uri="{FF2B5EF4-FFF2-40B4-BE49-F238E27FC236}">
                      <a16:creationId xmlns:a16="http://schemas.microsoft.com/office/drawing/2014/main" id="{CEF86DDE-D3FF-47AC-BB21-09D70E86DB77}"/>
                    </a:ext>
                  </a:extLst>
                </p:cNvPr>
                <p:cNvCxnSpPr>
                  <a:cxnSpLocks/>
                  <a:stCxn id="2601" idx="4"/>
                  <a:endCxn id="2600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6" name="Straight Connector 2585">
                  <a:extLst>
                    <a:ext uri="{FF2B5EF4-FFF2-40B4-BE49-F238E27FC236}">
                      <a16:creationId xmlns:a16="http://schemas.microsoft.com/office/drawing/2014/main" id="{DDDCC363-7F2B-462A-8FA5-DF2EA8CD1B51}"/>
                    </a:ext>
                  </a:extLst>
                </p:cNvPr>
                <p:cNvCxnSpPr>
                  <a:cxnSpLocks/>
                  <a:stCxn id="2601" idx="4"/>
                  <a:endCxn id="2601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7" name="Straight Connector 2586">
                  <a:extLst>
                    <a:ext uri="{FF2B5EF4-FFF2-40B4-BE49-F238E27FC236}">
                      <a16:creationId xmlns:a16="http://schemas.microsoft.com/office/drawing/2014/main" id="{18630961-F0A2-4137-BF3D-7A0EF0F8C71B}"/>
                    </a:ext>
                  </a:extLst>
                </p:cNvPr>
                <p:cNvCxnSpPr>
                  <a:cxnSpLocks/>
                  <a:stCxn id="2597" idx="2"/>
                  <a:endCxn id="2597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8" name="Straight Connector 2587">
                  <a:extLst>
                    <a:ext uri="{FF2B5EF4-FFF2-40B4-BE49-F238E27FC236}">
                      <a16:creationId xmlns:a16="http://schemas.microsoft.com/office/drawing/2014/main" id="{239CC523-FD2B-4ED4-829F-106BF1975A19}"/>
                    </a:ext>
                  </a:extLst>
                </p:cNvPr>
                <p:cNvCxnSpPr>
                  <a:cxnSpLocks/>
                  <a:stCxn id="2597" idx="0"/>
                  <a:endCxn id="2597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9" name="Straight Connector 2588">
                  <a:extLst>
                    <a:ext uri="{FF2B5EF4-FFF2-40B4-BE49-F238E27FC236}">
                      <a16:creationId xmlns:a16="http://schemas.microsoft.com/office/drawing/2014/main" id="{3F9BD326-47C5-4C8F-94A7-6713D9827B26}"/>
                    </a:ext>
                  </a:extLst>
                </p:cNvPr>
                <p:cNvCxnSpPr>
                  <a:cxnSpLocks/>
                  <a:stCxn id="2597" idx="3"/>
                  <a:endCxn id="2597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0" name="Straight Connector 2589">
                  <a:extLst>
                    <a:ext uri="{FF2B5EF4-FFF2-40B4-BE49-F238E27FC236}">
                      <a16:creationId xmlns:a16="http://schemas.microsoft.com/office/drawing/2014/main" id="{014958CF-510D-44F2-8DF8-DE48023146D5}"/>
                    </a:ext>
                  </a:extLst>
                </p:cNvPr>
                <p:cNvCxnSpPr>
                  <a:cxnSpLocks/>
                  <a:stCxn id="2601" idx="2"/>
                  <a:endCxn id="2597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1" name="Straight Connector 2590">
                  <a:extLst>
                    <a:ext uri="{FF2B5EF4-FFF2-40B4-BE49-F238E27FC236}">
                      <a16:creationId xmlns:a16="http://schemas.microsoft.com/office/drawing/2014/main" id="{AD8783A4-7D38-4263-A674-359ABAE9F52A}"/>
                    </a:ext>
                  </a:extLst>
                </p:cNvPr>
                <p:cNvCxnSpPr>
                  <a:cxnSpLocks/>
                  <a:stCxn id="2600" idx="2"/>
                  <a:endCxn id="2600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2" name="Straight Connector 2591">
                  <a:extLst>
                    <a:ext uri="{FF2B5EF4-FFF2-40B4-BE49-F238E27FC236}">
                      <a16:creationId xmlns:a16="http://schemas.microsoft.com/office/drawing/2014/main" id="{9A8E5851-3A7B-45B1-844E-401D3C326DCE}"/>
                    </a:ext>
                  </a:extLst>
                </p:cNvPr>
                <p:cNvCxnSpPr>
                  <a:cxnSpLocks/>
                  <a:stCxn id="2600" idx="1"/>
                  <a:endCxn id="2601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3" name="Straight Connector 2592">
                  <a:extLst>
                    <a:ext uri="{FF2B5EF4-FFF2-40B4-BE49-F238E27FC236}">
                      <a16:creationId xmlns:a16="http://schemas.microsoft.com/office/drawing/2014/main" id="{2B25C6CC-7CD4-4143-B9DC-864F493C0B69}"/>
                    </a:ext>
                  </a:extLst>
                </p:cNvPr>
                <p:cNvCxnSpPr>
                  <a:cxnSpLocks/>
                  <a:stCxn id="2600" idx="3"/>
                  <a:endCxn id="2600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4" name="Straight Connector 2593">
                  <a:extLst>
                    <a:ext uri="{FF2B5EF4-FFF2-40B4-BE49-F238E27FC236}">
                      <a16:creationId xmlns:a16="http://schemas.microsoft.com/office/drawing/2014/main" id="{F6185F7E-8C4E-459E-865F-2EC7BC0E7BD6}"/>
                    </a:ext>
                  </a:extLst>
                </p:cNvPr>
                <p:cNvCxnSpPr>
                  <a:cxnSpLocks/>
                  <a:stCxn id="2600" idx="4"/>
                  <a:endCxn id="2600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5" name="Straight Connector 2594">
                  <a:extLst>
                    <a:ext uri="{FF2B5EF4-FFF2-40B4-BE49-F238E27FC236}">
                      <a16:creationId xmlns:a16="http://schemas.microsoft.com/office/drawing/2014/main" id="{A125C268-02B1-4567-8260-D5930FF72E66}"/>
                    </a:ext>
                  </a:extLst>
                </p:cNvPr>
                <p:cNvCxnSpPr>
                  <a:cxnSpLocks/>
                  <a:stCxn id="2601" idx="1"/>
                  <a:endCxn id="2597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6" name="Straight Connector 2595">
                  <a:extLst>
                    <a:ext uri="{FF2B5EF4-FFF2-40B4-BE49-F238E27FC236}">
                      <a16:creationId xmlns:a16="http://schemas.microsoft.com/office/drawing/2014/main" id="{29B87F13-BEFC-4530-8965-F01C56C05BEB}"/>
                    </a:ext>
                  </a:extLst>
                </p:cNvPr>
                <p:cNvCxnSpPr>
                  <a:cxnSpLocks/>
                  <a:stCxn id="2601" idx="0"/>
                  <a:endCxn id="2601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393" name="Group 2392">
            <a:extLst>
              <a:ext uri="{FF2B5EF4-FFF2-40B4-BE49-F238E27FC236}">
                <a16:creationId xmlns:a16="http://schemas.microsoft.com/office/drawing/2014/main" id="{C5A30FA6-8714-41A4-BF9A-E21F7F024A35}"/>
              </a:ext>
            </a:extLst>
          </p:cNvPr>
          <p:cNvGrpSpPr/>
          <p:nvPr/>
        </p:nvGrpSpPr>
        <p:grpSpPr>
          <a:xfrm>
            <a:off x="9262792" y="7627866"/>
            <a:ext cx="2960119" cy="2660250"/>
            <a:chOff x="2493744" y="813730"/>
            <a:chExt cx="2960119" cy="2660250"/>
          </a:xfrm>
        </p:grpSpPr>
        <p:grpSp>
          <p:nvGrpSpPr>
            <p:cNvPr id="2485" name="Group 2484">
              <a:extLst>
                <a:ext uri="{FF2B5EF4-FFF2-40B4-BE49-F238E27FC236}">
                  <a16:creationId xmlns:a16="http://schemas.microsoft.com/office/drawing/2014/main" id="{AE53EC5D-8551-426E-998D-76E3A2D5267F}"/>
                </a:ext>
              </a:extLst>
            </p:cNvPr>
            <p:cNvGrpSpPr/>
            <p:nvPr/>
          </p:nvGrpSpPr>
          <p:grpSpPr>
            <a:xfrm>
              <a:off x="3585943" y="813730"/>
              <a:ext cx="1867920" cy="2373189"/>
              <a:chOff x="9631143" y="872996"/>
              <a:chExt cx="1867920" cy="2373189"/>
            </a:xfrm>
          </p:grpSpPr>
          <p:grpSp>
            <p:nvGrpSpPr>
              <p:cNvPr id="2531" name="Group 2530">
                <a:extLst>
                  <a:ext uri="{FF2B5EF4-FFF2-40B4-BE49-F238E27FC236}">
                    <a16:creationId xmlns:a16="http://schemas.microsoft.com/office/drawing/2014/main" id="{614C95DF-0C2A-43AC-84FC-B34B17270EAE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54" name="Group 2553">
                  <a:extLst>
                    <a:ext uri="{FF2B5EF4-FFF2-40B4-BE49-F238E27FC236}">
                      <a16:creationId xmlns:a16="http://schemas.microsoft.com/office/drawing/2014/main" id="{E3146D9E-5898-4F6C-8F23-64D96CB5BFD8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70" name="Pentagon 4">
                    <a:extLst>
                      <a:ext uri="{FF2B5EF4-FFF2-40B4-BE49-F238E27FC236}">
                        <a16:creationId xmlns:a16="http://schemas.microsoft.com/office/drawing/2014/main" id="{75077D35-FCF3-48EE-BD6F-993F6747244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1" name="Pentagon 4">
                    <a:extLst>
                      <a:ext uri="{FF2B5EF4-FFF2-40B4-BE49-F238E27FC236}">
                        <a16:creationId xmlns:a16="http://schemas.microsoft.com/office/drawing/2014/main" id="{128813B7-34B7-49B6-9C7D-06461021974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72" name="Group 2571">
                    <a:extLst>
                      <a:ext uri="{FF2B5EF4-FFF2-40B4-BE49-F238E27FC236}">
                        <a16:creationId xmlns:a16="http://schemas.microsoft.com/office/drawing/2014/main" id="{E23D8A58-56DA-40FF-9D68-070A5C51DCF9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73" name="Pentagon 4">
                      <a:extLst>
                        <a:ext uri="{FF2B5EF4-FFF2-40B4-BE49-F238E27FC236}">
                          <a16:creationId xmlns:a16="http://schemas.microsoft.com/office/drawing/2014/main" id="{25AA9D7A-310E-4F19-B619-1A5573EEE0CB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74" name="Pentagon 4">
                      <a:extLst>
                        <a:ext uri="{FF2B5EF4-FFF2-40B4-BE49-F238E27FC236}">
                          <a16:creationId xmlns:a16="http://schemas.microsoft.com/office/drawing/2014/main" id="{226827F9-CC60-4867-9C43-50E4EF3D5CC6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55" name="Straight Connector 2554">
                  <a:extLst>
                    <a:ext uri="{FF2B5EF4-FFF2-40B4-BE49-F238E27FC236}">
                      <a16:creationId xmlns:a16="http://schemas.microsoft.com/office/drawing/2014/main" id="{8BC1150E-7C8C-42E9-B433-9D42592B6739}"/>
                    </a:ext>
                  </a:extLst>
                </p:cNvPr>
                <p:cNvCxnSpPr>
                  <a:cxnSpLocks/>
                  <a:stCxn id="2571" idx="1"/>
                  <a:endCxn id="2570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6" name="Straight Connector 2555">
                  <a:extLst>
                    <a:ext uri="{FF2B5EF4-FFF2-40B4-BE49-F238E27FC236}">
                      <a16:creationId xmlns:a16="http://schemas.microsoft.com/office/drawing/2014/main" id="{26CCC59A-1EE3-4EEF-A86D-EEA07773A45E}"/>
                    </a:ext>
                  </a:extLst>
                </p:cNvPr>
                <p:cNvCxnSpPr>
                  <a:cxnSpLocks/>
                  <a:stCxn id="2571" idx="2"/>
                  <a:endCxn id="2571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7" name="Straight Connector 2556">
                  <a:extLst>
                    <a:ext uri="{FF2B5EF4-FFF2-40B4-BE49-F238E27FC236}">
                      <a16:creationId xmlns:a16="http://schemas.microsoft.com/office/drawing/2014/main" id="{E7DA5FCC-4C55-40D7-8184-0FC0059FF171}"/>
                    </a:ext>
                  </a:extLst>
                </p:cNvPr>
                <p:cNvCxnSpPr>
                  <a:cxnSpLocks/>
                  <a:stCxn id="2574" idx="3"/>
                  <a:endCxn id="2571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8" name="Straight Connector 2557">
                  <a:extLst>
                    <a:ext uri="{FF2B5EF4-FFF2-40B4-BE49-F238E27FC236}">
                      <a16:creationId xmlns:a16="http://schemas.microsoft.com/office/drawing/2014/main" id="{40D0CD9C-2052-4F0A-B681-C8D0E968F611}"/>
                    </a:ext>
                  </a:extLst>
                </p:cNvPr>
                <p:cNvCxnSpPr>
                  <a:cxnSpLocks/>
                  <a:stCxn id="2574" idx="4"/>
                  <a:endCxn id="2573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59" name="Straight Connector 2558">
                  <a:extLst>
                    <a:ext uri="{FF2B5EF4-FFF2-40B4-BE49-F238E27FC236}">
                      <a16:creationId xmlns:a16="http://schemas.microsoft.com/office/drawing/2014/main" id="{A147DE4A-52E1-4A32-A7F6-7E22A0B4FEED}"/>
                    </a:ext>
                  </a:extLst>
                </p:cNvPr>
                <p:cNvCxnSpPr>
                  <a:cxnSpLocks/>
                  <a:stCxn id="2574" idx="4"/>
                  <a:endCxn id="2574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0" name="Straight Connector 2559">
                  <a:extLst>
                    <a:ext uri="{FF2B5EF4-FFF2-40B4-BE49-F238E27FC236}">
                      <a16:creationId xmlns:a16="http://schemas.microsoft.com/office/drawing/2014/main" id="{8A16FC78-069E-40EC-904D-AF52CD836A54}"/>
                    </a:ext>
                  </a:extLst>
                </p:cNvPr>
                <p:cNvCxnSpPr>
                  <a:cxnSpLocks/>
                  <a:stCxn id="2570" idx="2"/>
                  <a:endCxn id="2570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1" name="Straight Connector 2560">
                  <a:extLst>
                    <a:ext uri="{FF2B5EF4-FFF2-40B4-BE49-F238E27FC236}">
                      <a16:creationId xmlns:a16="http://schemas.microsoft.com/office/drawing/2014/main" id="{A14D8757-A416-4A65-9C39-A37473A259CD}"/>
                    </a:ext>
                  </a:extLst>
                </p:cNvPr>
                <p:cNvCxnSpPr>
                  <a:cxnSpLocks/>
                  <a:stCxn id="2570" idx="0"/>
                  <a:endCxn id="2570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2" name="Straight Connector 2561">
                  <a:extLst>
                    <a:ext uri="{FF2B5EF4-FFF2-40B4-BE49-F238E27FC236}">
                      <a16:creationId xmlns:a16="http://schemas.microsoft.com/office/drawing/2014/main" id="{3021D0FE-8006-4256-8635-7E73810447DB}"/>
                    </a:ext>
                  </a:extLst>
                </p:cNvPr>
                <p:cNvCxnSpPr>
                  <a:cxnSpLocks/>
                  <a:stCxn id="2570" idx="3"/>
                  <a:endCxn id="2570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3" name="Straight Connector 2562">
                  <a:extLst>
                    <a:ext uri="{FF2B5EF4-FFF2-40B4-BE49-F238E27FC236}">
                      <a16:creationId xmlns:a16="http://schemas.microsoft.com/office/drawing/2014/main" id="{543A491C-8AB6-42DA-A408-6FA2345A0A06}"/>
                    </a:ext>
                  </a:extLst>
                </p:cNvPr>
                <p:cNvCxnSpPr>
                  <a:cxnSpLocks/>
                  <a:stCxn id="2574" idx="2"/>
                  <a:endCxn id="2570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4" name="Straight Connector 2563">
                  <a:extLst>
                    <a:ext uri="{FF2B5EF4-FFF2-40B4-BE49-F238E27FC236}">
                      <a16:creationId xmlns:a16="http://schemas.microsoft.com/office/drawing/2014/main" id="{075D8F16-80CE-4BDA-A06E-D05719CF2075}"/>
                    </a:ext>
                  </a:extLst>
                </p:cNvPr>
                <p:cNvCxnSpPr>
                  <a:cxnSpLocks/>
                  <a:stCxn id="2573" idx="2"/>
                  <a:endCxn id="2573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5" name="Straight Connector 2564">
                  <a:extLst>
                    <a:ext uri="{FF2B5EF4-FFF2-40B4-BE49-F238E27FC236}">
                      <a16:creationId xmlns:a16="http://schemas.microsoft.com/office/drawing/2014/main" id="{04B1D338-0A7B-42BE-A726-0C04727264AD}"/>
                    </a:ext>
                  </a:extLst>
                </p:cNvPr>
                <p:cNvCxnSpPr>
                  <a:cxnSpLocks/>
                  <a:stCxn id="2573" idx="1"/>
                  <a:endCxn id="2574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6" name="Straight Connector 2565">
                  <a:extLst>
                    <a:ext uri="{FF2B5EF4-FFF2-40B4-BE49-F238E27FC236}">
                      <a16:creationId xmlns:a16="http://schemas.microsoft.com/office/drawing/2014/main" id="{1F2159F7-EF4F-4A69-9042-F1FCE450EFDB}"/>
                    </a:ext>
                  </a:extLst>
                </p:cNvPr>
                <p:cNvCxnSpPr>
                  <a:cxnSpLocks/>
                  <a:stCxn id="2573" idx="3"/>
                  <a:endCxn id="2573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7" name="Straight Connector 2566">
                  <a:extLst>
                    <a:ext uri="{FF2B5EF4-FFF2-40B4-BE49-F238E27FC236}">
                      <a16:creationId xmlns:a16="http://schemas.microsoft.com/office/drawing/2014/main" id="{CD0DE269-2E3E-46DC-88E0-3EF10E59F297}"/>
                    </a:ext>
                  </a:extLst>
                </p:cNvPr>
                <p:cNvCxnSpPr>
                  <a:cxnSpLocks/>
                  <a:stCxn id="2573" idx="4"/>
                  <a:endCxn id="2573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8" name="Straight Connector 2567">
                  <a:extLst>
                    <a:ext uri="{FF2B5EF4-FFF2-40B4-BE49-F238E27FC236}">
                      <a16:creationId xmlns:a16="http://schemas.microsoft.com/office/drawing/2014/main" id="{ED9880B0-1BE8-4A5A-BED3-68CA19A39DB5}"/>
                    </a:ext>
                  </a:extLst>
                </p:cNvPr>
                <p:cNvCxnSpPr>
                  <a:cxnSpLocks/>
                  <a:stCxn id="2574" idx="1"/>
                  <a:endCxn id="2570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9" name="Straight Connector 2568">
                  <a:extLst>
                    <a:ext uri="{FF2B5EF4-FFF2-40B4-BE49-F238E27FC236}">
                      <a16:creationId xmlns:a16="http://schemas.microsoft.com/office/drawing/2014/main" id="{2332DEAD-E51B-41B3-9A30-372953B4CFA9}"/>
                    </a:ext>
                  </a:extLst>
                </p:cNvPr>
                <p:cNvCxnSpPr>
                  <a:cxnSpLocks/>
                  <a:stCxn id="2574" idx="0"/>
                  <a:endCxn id="2574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32" name="Group 2531">
                <a:extLst>
                  <a:ext uri="{FF2B5EF4-FFF2-40B4-BE49-F238E27FC236}">
                    <a16:creationId xmlns:a16="http://schemas.microsoft.com/office/drawing/2014/main" id="{AD4968F9-6B9B-43BF-A979-1EBD0DA5B0AA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33" name="Group 2532">
                  <a:extLst>
                    <a:ext uri="{FF2B5EF4-FFF2-40B4-BE49-F238E27FC236}">
                      <a16:creationId xmlns:a16="http://schemas.microsoft.com/office/drawing/2014/main" id="{A64DE439-896D-4A2C-93A6-986354517B3F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49" name="Pentagon 4">
                    <a:extLst>
                      <a:ext uri="{FF2B5EF4-FFF2-40B4-BE49-F238E27FC236}">
                        <a16:creationId xmlns:a16="http://schemas.microsoft.com/office/drawing/2014/main" id="{5655B94B-5B71-41FB-9227-3E9B052B7296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50" name="Pentagon 4">
                    <a:extLst>
                      <a:ext uri="{FF2B5EF4-FFF2-40B4-BE49-F238E27FC236}">
                        <a16:creationId xmlns:a16="http://schemas.microsoft.com/office/drawing/2014/main" id="{BDC6051A-164F-4A90-8AA0-DBC70C3CED96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51" name="Group 2550">
                    <a:extLst>
                      <a:ext uri="{FF2B5EF4-FFF2-40B4-BE49-F238E27FC236}">
                        <a16:creationId xmlns:a16="http://schemas.microsoft.com/office/drawing/2014/main" id="{1E9D518C-6BBB-4993-9367-1FB41D61F38F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52" name="Pentagon 4">
                      <a:extLst>
                        <a:ext uri="{FF2B5EF4-FFF2-40B4-BE49-F238E27FC236}">
                          <a16:creationId xmlns:a16="http://schemas.microsoft.com/office/drawing/2014/main" id="{C88FB658-0A31-46B2-86E3-3A2D8DF67C43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53" name="Pentagon 4">
                      <a:extLst>
                        <a:ext uri="{FF2B5EF4-FFF2-40B4-BE49-F238E27FC236}">
                          <a16:creationId xmlns:a16="http://schemas.microsoft.com/office/drawing/2014/main" id="{D4C3CC29-629D-43F7-8F4A-A84F71C7DA4B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34" name="Straight Connector 2533">
                  <a:extLst>
                    <a:ext uri="{FF2B5EF4-FFF2-40B4-BE49-F238E27FC236}">
                      <a16:creationId xmlns:a16="http://schemas.microsoft.com/office/drawing/2014/main" id="{5A335C24-C12A-4013-86DD-56532338B341}"/>
                    </a:ext>
                  </a:extLst>
                </p:cNvPr>
                <p:cNvCxnSpPr>
                  <a:cxnSpLocks/>
                  <a:stCxn id="2550" idx="1"/>
                  <a:endCxn id="2549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5" name="Straight Connector 2534">
                  <a:extLst>
                    <a:ext uri="{FF2B5EF4-FFF2-40B4-BE49-F238E27FC236}">
                      <a16:creationId xmlns:a16="http://schemas.microsoft.com/office/drawing/2014/main" id="{C3F63498-21E9-4F3B-96D2-6C04E602C5B6}"/>
                    </a:ext>
                  </a:extLst>
                </p:cNvPr>
                <p:cNvCxnSpPr>
                  <a:cxnSpLocks/>
                  <a:stCxn id="2550" idx="2"/>
                  <a:endCxn id="2550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6" name="Straight Connector 2535">
                  <a:extLst>
                    <a:ext uri="{FF2B5EF4-FFF2-40B4-BE49-F238E27FC236}">
                      <a16:creationId xmlns:a16="http://schemas.microsoft.com/office/drawing/2014/main" id="{CBDF9703-9C86-4D58-8FCE-03E3D03AFE3E}"/>
                    </a:ext>
                  </a:extLst>
                </p:cNvPr>
                <p:cNvCxnSpPr>
                  <a:cxnSpLocks/>
                  <a:stCxn id="2553" idx="3"/>
                  <a:endCxn id="2550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7" name="Straight Connector 2536">
                  <a:extLst>
                    <a:ext uri="{FF2B5EF4-FFF2-40B4-BE49-F238E27FC236}">
                      <a16:creationId xmlns:a16="http://schemas.microsoft.com/office/drawing/2014/main" id="{92B3D3C8-946D-4E65-AD31-F2D947A39D6A}"/>
                    </a:ext>
                  </a:extLst>
                </p:cNvPr>
                <p:cNvCxnSpPr>
                  <a:cxnSpLocks/>
                  <a:stCxn id="2553" idx="4"/>
                  <a:endCxn id="2552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8" name="Straight Connector 2537">
                  <a:extLst>
                    <a:ext uri="{FF2B5EF4-FFF2-40B4-BE49-F238E27FC236}">
                      <a16:creationId xmlns:a16="http://schemas.microsoft.com/office/drawing/2014/main" id="{050B0EA8-7B25-4C1F-9D70-F47E025BDCD4}"/>
                    </a:ext>
                  </a:extLst>
                </p:cNvPr>
                <p:cNvCxnSpPr>
                  <a:cxnSpLocks/>
                  <a:stCxn id="2553" idx="4"/>
                  <a:endCxn id="2553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9" name="Straight Connector 2538">
                  <a:extLst>
                    <a:ext uri="{FF2B5EF4-FFF2-40B4-BE49-F238E27FC236}">
                      <a16:creationId xmlns:a16="http://schemas.microsoft.com/office/drawing/2014/main" id="{DD90E77A-C3C2-4855-8CC7-49962E2AAB3D}"/>
                    </a:ext>
                  </a:extLst>
                </p:cNvPr>
                <p:cNvCxnSpPr>
                  <a:cxnSpLocks/>
                  <a:stCxn id="2549" idx="2"/>
                  <a:endCxn id="2549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0" name="Straight Connector 2539">
                  <a:extLst>
                    <a:ext uri="{FF2B5EF4-FFF2-40B4-BE49-F238E27FC236}">
                      <a16:creationId xmlns:a16="http://schemas.microsoft.com/office/drawing/2014/main" id="{052459A7-7A84-450F-8D3A-36FB05EF755C}"/>
                    </a:ext>
                  </a:extLst>
                </p:cNvPr>
                <p:cNvCxnSpPr>
                  <a:cxnSpLocks/>
                  <a:stCxn id="2549" idx="0"/>
                  <a:endCxn id="2549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1" name="Straight Connector 2540">
                  <a:extLst>
                    <a:ext uri="{FF2B5EF4-FFF2-40B4-BE49-F238E27FC236}">
                      <a16:creationId xmlns:a16="http://schemas.microsoft.com/office/drawing/2014/main" id="{486CF39D-0513-44AD-B74B-CDE28657A2ED}"/>
                    </a:ext>
                  </a:extLst>
                </p:cNvPr>
                <p:cNvCxnSpPr>
                  <a:cxnSpLocks/>
                  <a:stCxn id="2549" idx="3"/>
                  <a:endCxn id="2549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2" name="Straight Connector 2541">
                  <a:extLst>
                    <a:ext uri="{FF2B5EF4-FFF2-40B4-BE49-F238E27FC236}">
                      <a16:creationId xmlns:a16="http://schemas.microsoft.com/office/drawing/2014/main" id="{15917F3A-3FF7-48F1-83ED-5C3C884D6AC0}"/>
                    </a:ext>
                  </a:extLst>
                </p:cNvPr>
                <p:cNvCxnSpPr>
                  <a:cxnSpLocks/>
                  <a:stCxn id="2553" idx="2"/>
                  <a:endCxn id="2549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3" name="Straight Connector 2542">
                  <a:extLst>
                    <a:ext uri="{FF2B5EF4-FFF2-40B4-BE49-F238E27FC236}">
                      <a16:creationId xmlns:a16="http://schemas.microsoft.com/office/drawing/2014/main" id="{B107CFD1-95A6-4535-891C-87D599A17CFE}"/>
                    </a:ext>
                  </a:extLst>
                </p:cNvPr>
                <p:cNvCxnSpPr>
                  <a:cxnSpLocks/>
                  <a:stCxn id="2552" idx="2"/>
                  <a:endCxn id="2552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4" name="Straight Connector 2543">
                  <a:extLst>
                    <a:ext uri="{FF2B5EF4-FFF2-40B4-BE49-F238E27FC236}">
                      <a16:creationId xmlns:a16="http://schemas.microsoft.com/office/drawing/2014/main" id="{33E3372D-02E0-430E-8423-D4ACBA8EEED4}"/>
                    </a:ext>
                  </a:extLst>
                </p:cNvPr>
                <p:cNvCxnSpPr>
                  <a:cxnSpLocks/>
                  <a:stCxn id="2552" idx="1"/>
                  <a:endCxn id="2553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5" name="Straight Connector 2544">
                  <a:extLst>
                    <a:ext uri="{FF2B5EF4-FFF2-40B4-BE49-F238E27FC236}">
                      <a16:creationId xmlns:a16="http://schemas.microsoft.com/office/drawing/2014/main" id="{E9C3E616-332F-4263-BA3E-E0E865BEAC4A}"/>
                    </a:ext>
                  </a:extLst>
                </p:cNvPr>
                <p:cNvCxnSpPr>
                  <a:cxnSpLocks/>
                  <a:stCxn id="2552" idx="3"/>
                  <a:endCxn id="2552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A7B0C831-6BA5-42CB-ABBE-D2CC1E1DF7D9}"/>
                    </a:ext>
                  </a:extLst>
                </p:cNvPr>
                <p:cNvCxnSpPr>
                  <a:cxnSpLocks/>
                  <a:stCxn id="2552" idx="4"/>
                  <a:endCxn id="2552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7" name="Straight Connector 2546">
                  <a:extLst>
                    <a:ext uri="{FF2B5EF4-FFF2-40B4-BE49-F238E27FC236}">
                      <a16:creationId xmlns:a16="http://schemas.microsoft.com/office/drawing/2014/main" id="{563CA043-0D97-40A5-9F2E-2A19F91AE40C}"/>
                    </a:ext>
                  </a:extLst>
                </p:cNvPr>
                <p:cNvCxnSpPr>
                  <a:cxnSpLocks/>
                  <a:stCxn id="2553" idx="1"/>
                  <a:endCxn id="2549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8" name="Straight Connector 2547">
                  <a:extLst>
                    <a:ext uri="{FF2B5EF4-FFF2-40B4-BE49-F238E27FC236}">
                      <a16:creationId xmlns:a16="http://schemas.microsoft.com/office/drawing/2014/main" id="{C47E94A5-D5D8-4C34-AD9F-AF35D5E684DE}"/>
                    </a:ext>
                  </a:extLst>
                </p:cNvPr>
                <p:cNvCxnSpPr>
                  <a:cxnSpLocks/>
                  <a:stCxn id="2553" idx="0"/>
                  <a:endCxn id="2553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486" name="Group 2485">
              <a:extLst>
                <a:ext uri="{FF2B5EF4-FFF2-40B4-BE49-F238E27FC236}">
                  <a16:creationId xmlns:a16="http://schemas.microsoft.com/office/drawing/2014/main" id="{F3BFC0EA-F69E-4E0B-8E3C-967B141D6812}"/>
                </a:ext>
              </a:extLst>
            </p:cNvPr>
            <p:cNvGrpSpPr/>
            <p:nvPr/>
          </p:nvGrpSpPr>
          <p:grpSpPr>
            <a:xfrm>
              <a:off x="2493744" y="1100791"/>
              <a:ext cx="1867920" cy="2373189"/>
              <a:chOff x="9631143" y="872996"/>
              <a:chExt cx="1867920" cy="2373189"/>
            </a:xfrm>
          </p:grpSpPr>
          <p:grpSp>
            <p:nvGrpSpPr>
              <p:cNvPr id="2487" name="Group 2486">
                <a:extLst>
                  <a:ext uri="{FF2B5EF4-FFF2-40B4-BE49-F238E27FC236}">
                    <a16:creationId xmlns:a16="http://schemas.microsoft.com/office/drawing/2014/main" id="{13578CAD-2147-4A20-88F7-1B7CF01610B0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510" name="Group 2509">
                  <a:extLst>
                    <a:ext uri="{FF2B5EF4-FFF2-40B4-BE49-F238E27FC236}">
                      <a16:creationId xmlns:a16="http://schemas.microsoft.com/office/drawing/2014/main" id="{81B9681E-C7B2-441F-B444-C9F253A252D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26" name="Pentagon 4">
                    <a:extLst>
                      <a:ext uri="{FF2B5EF4-FFF2-40B4-BE49-F238E27FC236}">
                        <a16:creationId xmlns:a16="http://schemas.microsoft.com/office/drawing/2014/main" id="{1A4435A2-2DD3-43FA-9412-36A6CC246BAF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27" name="Pentagon 4">
                    <a:extLst>
                      <a:ext uri="{FF2B5EF4-FFF2-40B4-BE49-F238E27FC236}">
                        <a16:creationId xmlns:a16="http://schemas.microsoft.com/office/drawing/2014/main" id="{1C5074E8-6830-4776-ABD6-F8993E020D7A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28" name="Group 2527">
                    <a:extLst>
                      <a:ext uri="{FF2B5EF4-FFF2-40B4-BE49-F238E27FC236}">
                        <a16:creationId xmlns:a16="http://schemas.microsoft.com/office/drawing/2014/main" id="{0EAC999C-8CB2-4A66-B2C5-8AC37B441B7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29" name="Pentagon 4">
                      <a:extLst>
                        <a:ext uri="{FF2B5EF4-FFF2-40B4-BE49-F238E27FC236}">
                          <a16:creationId xmlns:a16="http://schemas.microsoft.com/office/drawing/2014/main" id="{5FD9AFC3-6A1A-464F-AF99-FB80D00E0BA4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30" name="Pentagon 4">
                      <a:extLst>
                        <a:ext uri="{FF2B5EF4-FFF2-40B4-BE49-F238E27FC236}">
                          <a16:creationId xmlns:a16="http://schemas.microsoft.com/office/drawing/2014/main" id="{409F9F79-555A-4F34-BD6D-4349EF1DCCD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511" name="Straight Connector 2510">
                  <a:extLst>
                    <a:ext uri="{FF2B5EF4-FFF2-40B4-BE49-F238E27FC236}">
                      <a16:creationId xmlns:a16="http://schemas.microsoft.com/office/drawing/2014/main" id="{F598AC0B-D0F6-493D-BB2F-3D03A4CE87E5}"/>
                    </a:ext>
                  </a:extLst>
                </p:cNvPr>
                <p:cNvCxnSpPr>
                  <a:cxnSpLocks/>
                  <a:stCxn id="2527" idx="1"/>
                  <a:endCxn id="2526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2" name="Straight Connector 2511">
                  <a:extLst>
                    <a:ext uri="{FF2B5EF4-FFF2-40B4-BE49-F238E27FC236}">
                      <a16:creationId xmlns:a16="http://schemas.microsoft.com/office/drawing/2014/main" id="{0363D7D5-A524-4ACF-8F33-EF8F77C4FADC}"/>
                    </a:ext>
                  </a:extLst>
                </p:cNvPr>
                <p:cNvCxnSpPr>
                  <a:cxnSpLocks/>
                  <a:stCxn id="2527" idx="2"/>
                  <a:endCxn id="2527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3" name="Straight Connector 2512">
                  <a:extLst>
                    <a:ext uri="{FF2B5EF4-FFF2-40B4-BE49-F238E27FC236}">
                      <a16:creationId xmlns:a16="http://schemas.microsoft.com/office/drawing/2014/main" id="{B704BFE1-8DD1-46D5-A637-51DA381A1E2B}"/>
                    </a:ext>
                  </a:extLst>
                </p:cNvPr>
                <p:cNvCxnSpPr>
                  <a:cxnSpLocks/>
                  <a:stCxn id="2530" idx="3"/>
                  <a:endCxn id="2527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4" name="Straight Connector 2513">
                  <a:extLst>
                    <a:ext uri="{FF2B5EF4-FFF2-40B4-BE49-F238E27FC236}">
                      <a16:creationId xmlns:a16="http://schemas.microsoft.com/office/drawing/2014/main" id="{2456E9F1-C7A3-4382-9C75-D10B7E367628}"/>
                    </a:ext>
                  </a:extLst>
                </p:cNvPr>
                <p:cNvCxnSpPr>
                  <a:cxnSpLocks/>
                  <a:stCxn id="2530" idx="4"/>
                  <a:endCxn id="2529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5" name="Straight Connector 2514">
                  <a:extLst>
                    <a:ext uri="{FF2B5EF4-FFF2-40B4-BE49-F238E27FC236}">
                      <a16:creationId xmlns:a16="http://schemas.microsoft.com/office/drawing/2014/main" id="{4AE0BD15-C19E-44AD-9D14-EB1FF9824884}"/>
                    </a:ext>
                  </a:extLst>
                </p:cNvPr>
                <p:cNvCxnSpPr>
                  <a:cxnSpLocks/>
                  <a:stCxn id="2530" idx="4"/>
                  <a:endCxn id="2530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6" name="Straight Connector 2515">
                  <a:extLst>
                    <a:ext uri="{FF2B5EF4-FFF2-40B4-BE49-F238E27FC236}">
                      <a16:creationId xmlns:a16="http://schemas.microsoft.com/office/drawing/2014/main" id="{B1EB63F2-7CAB-4E58-AC28-4A9126ADF6C0}"/>
                    </a:ext>
                  </a:extLst>
                </p:cNvPr>
                <p:cNvCxnSpPr>
                  <a:cxnSpLocks/>
                  <a:stCxn id="2526" idx="2"/>
                  <a:endCxn id="2526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7" name="Straight Connector 2516">
                  <a:extLst>
                    <a:ext uri="{FF2B5EF4-FFF2-40B4-BE49-F238E27FC236}">
                      <a16:creationId xmlns:a16="http://schemas.microsoft.com/office/drawing/2014/main" id="{EEF7DEFA-8142-4429-A20E-968267B43570}"/>
                    </a:ext>
                  </a:extLst>
                </p:cNvPr>
                <p:cNvCxnSpPr>
                  <a:cxnSpLocks/>
                  <a:stCxn id="2526" idx="0"/>
                  <a:endCxn id="2526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8" name="Straight Connector 2517">
                  <a:extLst>
                    <a:ext uri="{FF2B5EF4-FFF2-40B4-BE49-F238E27FC236}">
                      <a16:creationId xmlns:a16="http://schemas.microsoft.com/office/drawing/2014/main" id="{15924E49-43ED-4F7D-BE80-CA723C515076}"/>
                    </a:ext>
                  </a:extLst>
                </p:cNvPr>
                <p:cNvCxnSpPr>
                  <a:cxnSpLocks/>
                  <a:stCxn id="2526" idx="3"/>
                  <a:endCxn id="2526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9" name="Straight Connector 2518">
                  <a:extLst>
                    <a:ext uri="{FF2B5EF4-FFF2-40B4-BE49-F238E27FC236}">
                      <a16:creationId xmlns:a16="http://schemas.microsoft.com/office/drawing/2014/main" id="{662853FE-7760-4D80-94AE-B45656F3E18A}"/>
                    </a:ext>
                  </a:extLst>
                </p:cNvPr>
                <p:cNvCxnSpPr>
                  <a:cxnSpLocks/>
                  <a:stCxn id="2530" idx="2"/>
                  <a:endCxn id="2526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0" name="Straight Connector 2519">
                  <a:extLst>
                    <a:ext uri="{FF2B5EF4-FFF2-40B4-BE49-F238E27FC236}">
                      <a16:creationId xmlns:a16="http://schemas.microsoft.com/office/drawing/2014/main" id="{F451AC2C-8B4A-4578-9032-F3226E654CE1}"/>
                    </a:ext>
                  </a:extLst>
                </p:cNvPr>
                <p:cNvCxnSpPr>
                  <a:cxnSpLocks/>
                  <a:stCxn id="2529" idx="2"/>
                  <a:endCxn id="2529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1" name="Straight Connector 2520">
                  <a:extLst>
                    <a:ext uri="{FF2B5EF4-FFF2-40B4-BE49-F238E27FC236}">
                      <a16:creationId xmlns:a16="http://schemas.microsoft.com/office/drawing/2014/main" id="{4996E37D-C82D-4AFF-B601-C6CC303D2D20}"/>
                    </a:ext>
                  </a:extLst>
                </p:cNvPr>
                <p:cNvCxnSpPr>
                  <a:cxnSpLocks/>
                  <a:stCxn id="2529" idx="1"/>
                  <a:endCxn id="2530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2" name="Straight Connector 2521">
                  <a:extLst>
                    <a:ext uri="{FF2B5EF4-FFF2-40B4-BE49-F238E27FC236}">
                      <a16:creationId xmlns:a16="http://schemas.microsoft.com/office/drawing/2014/main" id="{906C9F4E-760C-47FE-9CAC-B46664E84637}"/>
                    </a:ext>
                  </a:extLst>
                </p:cNvPr>
                <p:cNvCxnSpPr>
                  <a:cxnSpLocks/>
                  <a:stCxn id="2529" idx="3"/>
                  <a:endCxn id="2529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3" name="Straight Connector 2522">
                  <a:extLst>
                    <a:ext uri="{FF2B5EF4-FFF2-40B4-BE49-F238E27FC236}">
                      <a16:creationId xmlns:a16="http://schemas.microsoft.com/office/drawing/2014/main" id="{867CD5DA-B4E1-4B65-A32D-A2B1F33F24EB}"/>
                    </a:ext>
                  </a:extLst>
                </p:cNvPr>
                <p:cNvCxnSpPr>
                  <a:cxnSpLocks/>
                  <a:stCxn id="2529" idx="4"/>
                  <a:endCxn id="2529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4" name="Straight Connector 2523">
                  <a:extLst>
                    <a:ext uri="{FF2B5EF4-FFF2-40B4-BE49-F238E27FC236}">
                      <a16:creationId xmlns:a16="http://schemas.microsoft.com/office/drawing/2014/main" id="{1A907D7E-B195-4DA0-AA18-B9C869DF82C7}"/>
                    </a:ext>
                  </a:extLst>
                </p:cNvPr>
                <p:cNvCxnSpPr>
                  <a:cxnSpLocks/>
                  <a:stCxn id="2530" idx="1"/>
                  <a:endCxn id="2526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5" name="Straight Connector 2524">
                  <a:extLst>
                    <a:ext uri="{FF2B5EF4-FFF2-40B4-BE49-F238E27FC236}">
                      <a16:creationId xmlns:a16="http://schemas.microsoft.com/office/drawing/2014/main" id="{9C0468D5-302B-4B68-9812-2B8C6EAC3EF6}"/>
                    </a:ext>
                  </a:extLst>
                </p:cNvPr>
                <p:cNvCxnSpPr>
                  <a:cxnSpLocks/>
                  <a:stCxn id="2530" idx="0"/>
                  <a:endCxn id="2530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88" name="Group 2487">
                <a:extLst>
                  <a:ext uri="{FF2B5EF4-FFF2-40B4-BE49-F238E27FC236}">
                    <a16:creationId xmlns:a16="http://schemas.microsoft.com/office/drawing/2014/main" id="{0F4F91B4-A0ED-447C-8540-EF63062D88FE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89" name="Group 2488">
                  <a:extLst>
                    <a:ext uri="{FF2B5EF4-FFF2-40B4-BE49-F238E27FC236}">
                      <a16:creationId xmlns:a16="http://schemas.microsoft.com/office/drawing/2014/main" id="{4338A9E9-4B74-4D25-A8E0-62AF9CB64FC0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505" name="Pentagon 4">
                    <a:extLst>
                      <a:ext uri="{FF2B5EF4-FFF2-40B4-BE49-F238E27FC236}">
                        <a16:creationId xmlns:a16="http://schemas.microsoft.com/office/drawing/2014/main" id="{6BBBD2C0-D001-48E6-A5C0-778BA2356EBA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6" name="Pentagon 4">
                    <a:extLst>
                      <a:ext uri="{FF2B5EF4-FFF2-40B4-BE49-F238E27FC236}">
                        <a16:creationId xmlns:a16="http://schemas.microsoft.com/office/drawing/2014/main" id="{2221EA00-0C9B-460B-A5D4-322D7EB2EF6B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507" name="Group 2506">
                    <a:extLst>
                      <a:ext uri="{FF2B5EF4-FFF2-40B4-BE49-F238E27FC236}">
                        <a16:creationId xmlns:a16="http://schemas.microsoft.com/office/drawing/2014/main" id="{CA44CE92-03D4-4C3C-9B04-70AAD4B9314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508" name="Pentagon 4">
                      <a:extLst>
                        <a:ext uri="{FF2B5EF4-FFF2-40B4-BE49-F238E27FC236}">
                          <a16:creationId xmlns:a16="http://schemas.microsoft.com/office/drawing/2014/main" id="{198C549B-E22A-4C75-B6D3-75E25B7C3BF9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09" name="Pentagon 4">
                      <a:extLst>
                        <a:ext uri="{FF2B5EF4-FFF2-40B4-BE49-F238E27FC236}">
                          <a16:creationId xmlns:a16="http://schemas.microsoft.com/office/drawing/2014/main" id="{04734DE3-B1F6-4A72-B587-4D6D9E01024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90" name="Straight Connector 2489">
                  <a:extLst>
                    <a:ext uri="{FF2B5EF4-FFF2-40B4-BE49-F238E27FC236}">
                      <a16:creationId xmlns:a16="http://schemas.microsoft.com/office/drawing/2014/main" id="{2C61B1B1-25EF-4240-8660-BA2BA3FEFEB4}"/>
                    </a:ext>
                  </a:extLst>
                </p:cNvPr>
                <p:cNvCxnSpPr>
                  <a:cxnSpLocks/>
                  <a:stCxn id="2506" idx="1"/>
                  <a:endCxn id="2505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1" name="Straight Connector 2490">
                  <a:extLst>
                    <a:ext uri="{FF2B5EF4-FFF2-40B4-BE49-F238E27FC236}">
                      <a16:creationId xmlns:a16="http://schemas.microsoft.com/office/drawing/2014/main" id="{D78856EF-9AFE-435F-A0D8-6D305E378751}"/>
                    </a:ext>
                  </a:extLst>
                </p:cNvPr>
                <p:cNvCxnSpPr>
                  <a:cxnSpLocks/>
                  <a:stCxn id="2506" idx="2"/>
                  <a:endCxn id="2506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2" name="Straight Connector 2491">
                  <a:extLst>
                    <a:ext uri="{FF2B5EF4-FFF2-40B4-BE49-F238E27FC236}">
                      <a16:creationId xmlns:a16="http://schemas.microsoft.com/office/drawing/2014/main" id="{7DF25813-3CA2-4C7F-AE04-D805BF063E7E}"/>
                    </a:ext>
                  </a:extLst>
                </p:cNvPr>
                <p:cNvCxnSpPr>
                  <a:cxnSpLocks/>
                  <a:stCxn id="2509" idx="3"/>
                  <a:endCxn id="2506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3" name="Straight Connector 2492">
                  <a:extLst>
                    <a:ext uri="{FF2B5EF4-FFF2-40B4-BE49-F238E27FC236}">
                      <a16:creationId xmlns:a16="http://schemas.microsoft.com/office/drawing/2014/main" id="{B7CEADED-845C-450B-B479-5A5B47687149}"/>
                    </a:ext>
                  </a:extLst>
                </p:cNvPr>
                <p:cNvCxnSpPr>
                  <a:cxnSpLocks/>
                  <a:stCxn id="2509" idx="4"/>
                  <a:endCxn id="2508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4" name="Straight Connector 2493">
                  <a:extLst>
                    <a:ext uri="{FF2B5EF4-FFF2-40B4-BE49-F238E27FC236}">
                      <a16:creationId xmlns:a16="http://schemas.microsoft.com/office/drawing/2014/main" id="{05860148-9C6C-4415-9984-1C7ADBC2968B}"/>
                    </a:ext>
                  </a:extLst>
                </p:cNvPr>
                <p:cNvCxnSpPr>
                  <a:cxnSpLocks/>
                  <a:stCxn id="2509" idx="4"/>
                  <a:endCxn id="2509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5" name="Straight Connector 2494">
                  <a:extLst>
                    <a:ext uri="{FF2B5EF4-FFF2-40B4-BE49-F238E27FC236}">
                      <a16:creationId xmlns:a16="http://schemas.microsoft.com/office/drawing/2014/main" id="{88E8E3DF-2A66-4A4B-8260-90B480FAF9C9}"/>
                    </a:ext>
                  </a:extLst>
                </p:cNvPr>
                <p:cNvCxnSpPr>
                  <a:cxnSpLocks/>
                  <a:stCxn id="2505" idx="2"/>
                  <a:endCxn id="2505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6" name="Straight Connector 2495">
                  <a:extLst>
                    <a:ext uri="{FF2B5EF4-FFF2-40B4-BE49-F238E27FC236}">
                      <a16:creationId xmlns:a16="http://schemas.microsoft.com/office/drawing/2014/main" id="{EC2364E9-0894-47E2-AFF9-3B6B0C9958C3}"/>
                    </a:ext>
                  </a:extLst>
                </p:cNvPr>
                <p:cNvCxnSpPr>
                  <a:cxnSpLocks/>
                  <a:stCxn id="2505" idx="0"/>
                  <a:endCxn id="2505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7" name="Straight Connector 2496">
                  <a:extLst>
                    <a:ext uri="{FF2B5EF4-FFF2-40B4-BE49-F238E27FC236}">
                      <a16:creationId xmlns:a16="http://schemas.microsoft.com/office/drawing/2014/main" id="{01361EA1-F1D6-45F9-A72D-2A9E56997CDE}"/>
                    </a:ext>
                  </a:extLst>
                </p:cNvPr>
                <p:cNvCxnSpPr>
                  <a:cxnSpLocks/>
                  <a:stCxn id="2505" idx="3"/>
                  <a:endCxn id="2505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8" name="Straight Connector 2497">
                  <a:extLst>
                    <a:ext uri="{FF2B5EF4-FFF2-40B4-BE49-F238E27FC236}">
                      <a16:creationId xmlns:a16="http://schemas.microsoft.com/office/drawing/2014/main" id="{C7018ED2-1D09-48CE-9DBC-C642DA358837}"/>
                    </a:ext>
                  </a:extLst>
                </p:cNvPr>
                <p:cNvCxnSpPr>
                  <a:cxnSpLocks/>
                  <a:stCxn id="2509" idx="2"/>
                  <a:endCxn id="2505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9" name="Straight Connector 2498">
                  <a:extLst>
                    <a:ext uri="{FF2B5EF4-FFF2-40B4-BE49-F238E27FC236}">
                      <a16:creationId xmlns:a16="http://schemas.microsoft.com/office/drawing/2014/main" id="{72DA538C-D599-430E-8A77-951290B8936D}"/>
                    </a:ext>
                  </a:extLst>
                </p:cNvPr>
                <p:cNvCxnSpPr>
                  <a:cxnSpLocks/>
                  <a:stCxn id="2508" idx="2"/>
                  <a:endCxn id="2508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0" name="Straight Connector 2499">
                  <a:extLst>
                    <a:ext uri="{FF2B5EF4-FFF2-40B4-BE49-F238E27FC236}">
                      <a16:creationId xmlns:a16="http://schemas.microsoft.com/office/drawing/2014/main" id="{72B15F06-1D4E-4612-8EED-7E84EDAD3687}"/>
                    </a:ext>
                  </a:extLst>
                </p:cNvPr>
                <p:cNvCxnSpPr>
                  <a:cxnSpLocks/>
                  <a:stCxn id="2508" idx="1"/>
                  <a:endCxn id="2509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1" name="Straight Connector 2500">
                  <a:extLst>
                    <a:ext uri="{FF2B5EF4-FFF2-40B4-BE49-F238E27FC236}">
                      <a16:creationId xmlns:a16="http://schemas.microsoft.com/office/drawing/2014/main" id="{CFAB0E14-3FEE-4562-87B6-22AC2C1123F1}"/>
                    </a:ext>
                  </a:extLst>
                </p:cNvPr>
                <p:cNvCxnSpPr>
                  <a:cxnSpLocks/>
                  <a:stCxn id="2508" idx="3"/>
                  <a:endCxn id="2508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2" name="Straight Connector 2501">
                  <a:extLst>
                    <a:ext uri="{FF2B5EF4-FFF2-40B4-BE49-F238E27FC236}">
                      <a16:creationId xmlns:a16="http://schemas.microsoft.com/office/drawing/2014/main" id="{57EB5FFC-47CE-49E0-8E76-0BC535375C8A}"/>
                    </a:ext>
                  </a:extLst>
                </p:cNvPr>
                <p:cNvCxnSpPr>
                  <a:cxnSpLocks/>
                  <a:stCxn id="2508" idx="4"/>
                  <a:endCxn id="2508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3" name="Straight Connector 2502">
                  <a:extLst>
                    <a:ext uri="{FF2B5EF4-FFF2-40B4-BE49-F238E27FC236}">
                      <a16:creationId xmlns:a16="http://schemas.microsoft.com/office/drawing/2014/main" id="{E7BD2F3D-7BC0-4F0C-AFED-6AF87AA584D2}"/>
                    </a:ext>
                  </a:extLst>
                </p:cNvPr>
                <p:cNvCxnSpPr>
                  <a:cxnSpLocks/>
                  <a:stCxn id="2509" idx="1"/>
                  <a:endCxn id="2505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4" name="Straight Connector 2503">
                  <a:extLst>
                    <a:ext uri="{FF2B5EF4-FFF2-40B4-BE49-F238E27FC236}">
                      <a16:creationId xmlns:a16="http://schemas.microsoft.com/office/drawing/2014/main" id="{C6E00A40-A3A7-4D01-B11B-1DF5E9D0E0E8}"/>
                    </a:ext>
                  </a:extLst>
                </p:cNvPr>
                <p:cNvCxnSpPr>
                  <a:cxnSpLocks/>
                  <a:stCxn id="2509" idx="0"/>
                  <a:endCxn id="2509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394" name="Group 2393">
            <a:extLst>
              <a:ext uri="{FF2B5EF4-FFF2-40B4-BE49-F238E27FC236}">
                <a16:creationId xmlns:a16="http://schemas.microsoft.com/office/drawing/2014/main" id="{7A658707-9175-42FD-8450-8ED97754D84E}"/>
              </a:ext>
            </a:extLst>
          </p:cNvPr>
          <p:cNvGrpSpPr/>
          <p:nvPr/>
        </p:nvGrpSpPr>
        <p:grpSpPr>
          <a:xfrm>
            <a:off x="7069925" y="8201620"/>
            <a:ext cx="2960119" cy="2660250"/>
            <a:chOff x="8136589" y="2929593"/>
            <a:chExt cx="2960119" cy="2660250"/>
          </a:xfrm>
        </p:grpSpPr>
        <p:grpSp>
          <p:nvGrpSpPr>
            <p:cNvPr id="2395" name="Group 2394">
              <a:extLst>
                <a:ext uri="{FF2B5EF4-FFF2-40B4-BE49-F238E27FC236}">
                  <a16:creationId xmlns:a16="http://schemas.microsoft.com/office/drawing/2014/main" id="{AE4ACAA2-030E-4511-A265-BD98A3FB4325}"/>
                </a:ext>
              </a:extLst>
            </p:cNvPr>
            <p:cNvGrpSpPr/>
            <p:nvPr/>
          </p:nvGrpSpPr>
          <p:grpSpPr>
            <a:xfrm>
              <a:off x="9228788" y="2929593"/>
              <a:ext cx="1867920" cy="2373189"/>
              <a:chOff x="9631143" y="872996"/>
              <a:chExt cx="1867920" cy="2373189"/>
            </a:xfrm>
          </p:grpSpPr>
          <p:grpSp>
            <p:nvGrpSpPr>
              <p:cNvPr id="2441" name="Group 2440">
                <a:extLst>
                  <a:ext uri="{FF2B5EF4-FFF2-40B4-BE49-F238E27FC236}">
                    <a16:creationId xmlns:a16="http://schemas.microsoft.com/office/drawing/2014/main" id="{84BE00EC-EF74-40D3-9B81-11C27F7FC0ED}"/>
                  </a:ext>
                </a:extLst>
              </p:cNvPr>
              <p:cNvGrpSpPr/>
              <p:nvPr/>
            </p:nvGrpSpPr>
            <p:grpSpPr>
              <a:xfrm>
                <a:off x="9631143" y="872996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64" name="Group 2463">
                  <a:extLst>
                    <a:ext uri="{FF2B5EF4-FFF2-40B4-BE49-F238E27FC236}">
                      <a16:creationId xmlns:a16="http://schemas.microsoft.com/office/drawing/2014/main" id="{A063D835-0097-4C96-A098-9E59415F44F0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80" name="Pentagon 4">
                    <a:extLst>
                      <a:ext uri="{FF2B5EF4-FFF2-40B4-BE49-F238E27FC236}">
                        <a16:creationId xmlns:a16="http://schemas.microsoft.com/office/drawing/2014/main" id="{6A07294A-4CC0-456E-B735-BD28D419E5FB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81" name="Pentagon 4">
                    <a:extLst>
                      <a:ext uri="{FF2B5EF4-FFF2-40B4-BE49-F238E27FC236}">
                        <a16:creationId xmlns:a16="http://schemas.microsoft.com/office/drawing/2014/main" id="{09269CF0-DC7E-4DC1-BA7C-47FDF7C13CF2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82" name="Group 2481">
                    <a:extLst>
                      <a:ext uri="{FF2B5EF4-FFF2-40B4-BE49-F238E27FC236}">
                        <a16:creationId xmlns:a16="http://schemas.microsoft.com/office/drawing/2014/main" id="{07133A1B-0940-4FB3-88FA-2E2C4DA28C4C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83" name="Pentagon 4">
                      <a:extLst>
                        <a:ext uri="{FF2B5EF4-FFF2-40B4-BE49-F238E27FC236}">
                          <a16:creationId xmlns:a16="http://schemas.microsoft.com/office/drawing/2014/main" id="{59E6B795-DA3A-4889-A03D-7ECD38A6ED45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84" name="Pentagon 4">
                      <a:extLst>
                        <a:ext uri="{FF2B5EF4-FFF2-40B4-BE49-F238E27FC236}">
                          <a16:creationId xmlns:a16="http://schemas.microsoft.com/office/drawing/2014/main" id="{9C4B9B84-47E5-49FD-9F0B-4D7409664945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65" name="Straight Connector 2464">
                  <a:extLst>
                    <a:ext uri="{FF2B5EF4-FFF2-40B4-BE49-F238E27FC236}">
                      <a16:creationId xmlns:a16="http://schemas.microsoft.com/office/drawing/2014/main" id="{5C49DC1B-A101-465D-84AB-B11E9013974A}"/>
                    </a:ext>
                  </a:extLst>
                </p:cNvPr>
                <p:cNvCxnSpPr>
                  <a:cxnSpLocks/>
                  <a:stCxn id="2481" idx="1"/>
                  <a:endCxn id="2480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6" name="Straight Connector 2465">
                  <a:extLst>
                    <a:ext uri="{FF2B5EF4-FFF2-40B4-BE49-F238E27FC236}">
                      <a16:creationId xmlns:a16="http://schemas.microsoft.com/office/drawing/2014/main" id="{6BA2A8A1-D3AF-431B-B163-CD13FCC8DB9C}"/>
                    </a:ext>
                  </a:extLst>
                </p:cNvPr>
                <p:cNvCxnSpPr>
                  <a:cxnSpLocks/>
                  <a:stCxn id="2481" idx="2"/>
                  <a:endCxn id="2481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7" name="Straight Connector 2466">
                  <a:extLst>
                    <a:ext uri="{FF2B5EF4-FFF2-40B4-BE49-F238E27FC236}">
                      <a16:creationId xmlns:a16="http://schemas.microsoft.com/office/drawing/2014/main" id="{BCA1F9FC-EF69-4DE1-8CCB-E6A1AEFA9422}"/>
                    </a:ext>
                  </a:extLst>
                </p:cNvPr>
                <p:cNvCxnSpPr>
                  <a:cxnSpLocks/>
                  <a:stCxn id="2484" idx="3"/>
                  <a:endCxn id="2481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8" name="Straight Connector 2467">
                  <a:extLst>
                    <a:ext uri="{FF2B5EF4-FFF2-40B4-BE49-F238E27FC236}">
                      <a16:creationId xmlns:a16="http://schemas.microsoft.com/office/drawing/2014/main" id="{56B09BF3-0169-4F30-96F6-E5205FCDF540}"/>
                    </a:ext>
                  </a:extLst>
                </p:cNvPr>
                <p:cNvCxnSpPr>
                  <a:cxnSpLocks/>
                  <a:stCxn id="2484" idx="4"/>
                  <a:endCxn id="2483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9" name="Straight Connector 2468">
                  <a:extLst>
                    <a:ext uri="{FF2B5EF4-FFF2-40B4-BE49-F238E27FC236}">
                      <a16:creationId xmlns:a16="http://schemas.microsoft.com/office/drawing/2014/main" id="{2355E6F2-BB2A-4AFF-91A2-AFB71A66B593}"/>
                    </a:ext>
                  </a:extLst>
                </p:cNvPr>
                <p:cNvCxnSpPr>
                  <a:cxnSpLocks/>
                  <a:stCxn id="2484" idx="4"/>
                  <a:endCxn id="2484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0" name="Straight Connector 2469">
                  <a:extLst>
                    <a:ext uri="{FF2B5EF4-FFF2-40B4-BE49-F238E27FC236}">
                      <a16:creationId xmlns:a16="http://schemas.microsoft.com/office/drawing/2014/main" id="{8E4638DB-563E-4EAB-A658-243D0AF65A9D}"/>
                    </a:ext>
                  </a:extLst>
                </p:cNvPr>
                <p:cNvCxnSpPr>
                  <a:cxnSpLocks/>
                  <a:stCxn id="2480" idx="2"/>
                  <a:endCxn id="2480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1" name="Straight Connector 2470">
                  <a:extLst>
                    <a:ext uri="{FF2B5EF4-FFF2-40B4-BE49-F238E27FC236}">
                      <a16:creationId xmlns:a16="http://schemas.microsoft.com/office/drawing/2014/main" id="{CA261F50-3D4D-45F7-A77F-6FE6AA9039C5}"/>
                    </a:ext>
                  </a:extLst>
                </p:cNvPr>
                <p:cNvCxnSpPr>
                  <a:cxnSpLocks/>
                  <a:stCxn id="2480" idx="0"/>
                  <a:endCxn id="2480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2" name="Straight Connector 2471">
                  <a:extLst>
                    <a:ext uri="{FF2B5EF4-FFF2-40B4-BE49-F238E27FC236}">
                      <a16:creationId xmlns:a16="http://schemas.microsoft.com/office/drawing/2014/main" id="{742B2D7D-58C5-4460-AC4E-67596BC46790}"/>
                    </a:ext>
                  </a:extLst>
                </p:cNvPr>
                <p:cNvCxnSpPr>
                  <a:cxnSpLocks/>
                  <a:stCxn id="2480" idx="3"/>
                  <a:endCxn id="2480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3" name="Straight Connector 2472">
                  <a:extLst>
                    <a:ext uri="{FF2B5EF4-FFF2-40B4-BE49-F238E27FC236}">
                      <a16:creationId xmlns:a16="http://schemas.microsoft.com/office/drawing/2014/main" id="{EA843019-0B78-452B-9B38-C0C171950869}"/>
                    </a:ext>
                  </a:extLst>
                </p:cNvPr>
                <p:cNvCxnSpPr>
                  <a:cxnSpLocks/>
                  <a:stCxn id="2484" idx="2"/>
                  <a:endCxn id="2480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4" name="Straight Connector 2473">
                  <a:extLst>
                    <a:ext uri="{FF2B5EF4-FFF2-40B4-BE49-F238E27FC236}">
                      <a16:creationId xmlns:a16="http://schemas.microsoft.com/office/drawing/2014/main" id="{0619F979-353B-4127-B9EC-C73EB5336746}"/>
                    </a:ext>
                  </a:extLst>
                </p:cNvPr>
                <p:cNvCxnSpPr>
                  <a:cxnSpLocks/>
                  <a:stCxn id="2483" idx="2"/>
                  <a:endCxn id="2483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5" name="Straight Connector 2474">
                  <a:extLst>
                    <a:ext uri="{FF2B5EF4-FFF2-40B4-BE49-F238E27FC236}">
                      <a16:creationId xmlns:a16="http://schemas.microsoft.com/office/drawing/2014/main" id="{DA464C90-981C-482E-8803-56B034C21566}"/>
                    </a:ext>
                  </a:extLst>
                </p:cNvPr>
                <p:cNvCxnSpPr>
                  <a:cxnSpLocks/>
                  <a:stCxn id="2483" idx="1"/>
                  <a:endCxn id="2484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6" name="Straight Connector 2475">
                  <a:extLst>
                    <a:ext uri="{FF2B5EF4-FFF2-40B4-BE49-F238E27FC236}">
                      <a16:creationId xmlns:a16="http://schemas.microsoft.com/office/drawing/2014/main" id="{E11D801F-7A71-4DD7-857C-5CF011988A51}"/>
                    </a:ext>
                  </a:extLst>
                </p:cNvPr>
                <p:cNvCxnSpPr>
                  <a:cxnSpLocks/>
                  <a:stCxn id="2483" idx="3"/>
                  <a:endCxn id="2483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7" name="Straight Connector 2476">
                  <a:extLst>
                    <a:ext uri="{FF2B5EF4-FFF2-40B4-BE49-F238E27FC236}">
                      <a16:creationId xmlns:a16="http://schemas.microsoft.com/office/drawing/2014/main" id="{CF8CFB81-B2F0-4A90-9F2B-A4ED0CA1B315}"/>
                    </a:ext>
                  </a:extLst>
                </p:cNvPr>
                <p:cNvCxnSpPr>
                  <a:cxnSpLocks/>
                  <a:stCxn id="2483" idx="4"/>
                  <a:endCxn id="2483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8" name="Straight Connector 2477">
                  <a:extLst>
                    <a:ext uri="{FF2B5EF4-FFF2-40B4-BE49-F238E27FC236}">
                      <a16:creationId xmlns:a16="http://schemas.microsoft.com/office/drawing/2014/main" id="{96BA3A65-E4AA-4EFF-A191-D0D1445E91BF}"/>
                    </a:ext>
                  </a:extLst>
                </p:cNvPr>
                <p:cNvCxnSpPr>
                  <a:cxnSpLocks/>
                  <a:stCxn id="2484" idx="1"/>
                  <a:endCxn id="2480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9" name="Straight Connector 2478">
                  <a:extLst>
                    <a:ext uri="{FF2B5EF4-FFF2-40B4-BE49-F238E27FC236}">
                      <a16:creationId xmlns:a16="http://schemas.microsoft.com/office/drawing/2014/main" id="{92E14570-80AF-486E-B7C8-F93E6E6D8FD2}"/>
                    </a:ext>
                  </a:extLst>
                </p:cNvPr>
                <p:cNvCxnSpPr>
                  <a:cxnSpLocks/>
                  <a:stCxn id="2484" idx="0"/>
                  <a:endCxn id="2484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42" name="Group 2441">
                <a:extLst>
                  <a:ext uri="{FF2B5EF4-FFF2-40B4-BE49-F238E27FC236}">
                    <a16:creationId xmlns:a16="http://schemas.microsoft.com/office/drawing/2014/main" id="{26B58401-1EAC-4CA7-9935-505465C387AA}"/>
                  </a:ext>
                </a:extLst>
              </p:cNvPr>
              <p:cNvGrpSpPr/>
              <p:nvPr/>
            </p:nvGrpSpPr>
            <p:grpSpPr>
              <a:xfrm>
                <a:off x="9929401" y="1963207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43" name="Group 2442">
                  <a:extLst>
                    <a:ext uri="{FF2B5EF4-FFF2-40B4-BE49-F238E27FC236}">
                      <a16:creationId xmlns:a16="http://schemas.microsoft.com/office/drawing/2014/main" id="{9F975E67-37E2-40BF-BFAC-7BDBC99E8997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59" name="Pentagon 4">
                    <a:extLst>
                      <a:ext uri="{FF2B5EF4-FFF2-40B4-BE49-F238E27FC236}">
                        <a16:creationId xmlns:a16="http://schemas.microsoft.com/office/drawing/2014/main" id="{B9800EEF-4163-4CE8-B618-0A3F7CF3F285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0" name="Pentagon 4">
                    <a:extLst>
                      <a:ext uri="{FF2B5EF4-FFF2-40B4-BE49-F238E27FC236}">
                        <a16:creationId xmlns:a16="http://schemas.microsoft.com/office/drawing/2014/main" id="{F1101399-4FFC-487F-BB27-3AF7B0F7550F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61" name="Group 2460">
                    <a:extLst>
                      <a:ext uri="{FF2B5EF4-FFF2-40B4-BE49-F238E27FC236}">
                        <a16:creationId xmlns:a16="http://schemas.microsoft.com/office/drawing/2014/main" id="{305B856B-464C-4455-BA09-5BAD8655483B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62" name="Pentagon 4">
                      <a:extLst>
                        <a:ext uri="{FF2B5EF4-FFF2-40B4-BE49-F238E27FC236}">
                          <a16:creationId xmlns:a16="http://schemas.microsoft.com/office/drawing/2014/main" id="{9060F769-01E0-4B2E-A435-E3C054AFE4E2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63" name="Pentagon 4">
                      <a:extLst>
                        <a:ext uri="{FF2B5EF4-FFF2-40B4-BE49-F238E27FC236}">
                          <a16:creationId xmlns:a16="http://schemas.microsoft.com/office/drawing/2014/main" id="{C7C6C924-3374-4064-B3E1-8F378A76D048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44" name="Straight Connector 2443">
                  <a:extLst>
                    <a:ext uri="{FF2B5EF4-FFF2-40B4-BE49-F238E27FC236}">
                      <a16:creationId xmlns:a16="http://schemas.microsoft.com/office/drawing/2014/main" id="{5D33B7BF-1239-4FC8-8251-57B4C03965E3}"/>
                    </a:ext>
                  </a:extLst>
                </p:cNvPr>
                <p:cNvCxnSpPr>
                  <a:cxnSpLocks/>
                  <a:stCxn id="2460" idx="1"/>
                  <a:endCxn id="2459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5" name="Straight Connector 2444">
                  <a:extLst>
                    <a:ext uri="{FF2B5EF4-FFF2-40B4-BE49-F238E27FC236}">
                      <a16:creationId xmlns:a16="http://schemas.microsoft.com/office/drawing/2014/main" id="{443F0DE7-F818-428D-9F43-8909CFB048B4}"/>
                    </a:ext>
                  </a:extLst>
                </p:cNvPr>
                <p:cNvCxnSpPr>
                  <a:cxnSpLocks/>
                  <a:stCxn id="2460" idx="2"/>
                  <a:endCxn id="2460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6" name="Straight Connector 2445">
                  <a:extLst>
                    <a:ext uri="{FF2B5EF4-FFF2-40B4-BE49-F238E27FC236}">
                      <a16:creationId xmlns:a16="http://schemas.microsoft.com/office/drawing/2014/main" id="{5A020A66-5A1F-4B35-8A76-63A0E71809B1}"/>
                    </a:ext>
                  </a:extLst>
                </p:cNvPr>
                <p:cNvCxnSpPr>
                  <a:cxnSpLocks/>
                  <a:stCxn id="2463" idx="3"/>
                  <a:endCxn id="2460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7" name="Straight Connector 2446">
                  <a:extLst>
                    <a:ext uri="{FF2B5EF4-FFF2-40B4-BE49-F238E27FC236}">
                      <a16:creationId xmlns:a16="http://schemas.microsoft.com/office/drawing/2014/main" id="{3D1FD4A8-463C-4CC8-9296-4461C9D186D1}"/>
                    </a:ext>
                  </a:extLst>
                </p:cNvPr>
                <p:cNvCxnSpPr>
                  <a:cxnSpLocks/>
                  <a:stCxn id="2463" idx="4"/>
                  <a:endCxn id="2462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8" name="Straight Connector 2447">
                  <a:extLst>
                    <a:ext uri="{FF2B5EF4-FFF2-40B4-BE49-F238E27FC236}">
                      <a16:creationId xmlns:a16="http://schemas.microsoft.com/office/drawing/2014/main" id="{ABE0A5BE-A367-48B1-9F5A-91B10D7EF305}"/>
                    </a:ext>
                  </a:extLst>
                </p:cNvPr>
                <p:cNvCxnSpPr>
                  <a:cxnSpLocks/>
                  <a:stCxn id="2463" idx="4"/>
                  <a:endCxn id="2463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9" name="Straight Connector 2448">
                  <a:extLst>
                    <a:ext uri="{FF2B5EF4-FFF2-40B4-BE49-F238E27FC236}">
                      <a16:creationId xmlns:a16="http://schemas.microsoft.com/office/drawing/2014/main" id="{AF0AE38D-91B4-4647-9AB2-70B6E1250A52}"/>
                    </a:ext>
                  </a:extLst>
                </p:cNvPr>
                <p:cNvCxnSpPr>
                  <a:cxnSpLocks/>
                  <a:stCxn id="2459" idx="2"/>
                  <a:endCxn id="2459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0" name="Straight Connector 2449">
                  <a:extLst>
                    <a:ext uri="{FF2B5EF4-FFF2-40B4-BE49-F238E27FC236}">
                      <a16:creationId xmlns:a16="http://schemas.microsoft.com/office/drawing/2014/main" id="{BAF20B32-90F0-4299-A8AF-EC9E6D7347F1}"/>
                    </a:ext>
                  </a:extLst>
                </p:cNvPr>
                <p:cNvCxnSpPr>
                  <a:cxnSpLocks/>
                  <a:stCxn id="2459" idx="0"/>
                  <a:endCxn id="2459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1" name="Straight Connector 2450">
                  <a:extLst>
                    <a:ext uri="{FF2B5EF4-FFF2-40B4-BE49-F238E27FC236}">
                      <a16:creationId xmlns:a16="http://schemas.microsoft.com/office/drawing/2014/main" id="{30F957B8-A320-4080-B39D-B0DFA1D65F4F}"/>
                    </a:ext>
                  </a:extLst>
                </p:cNvPr>
                <p:cNvCxnSpPr>
                  <a:cxnSpLocks/>
                  <a:stCxn id="2459" idx="3"/>
                  <a:endCxn id="2459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2" name="Straight Connector 2451">
                  <a:extLst>
                    <a:ext uri="{FF2B5EF4-FFF2-40B4-BE49-F238E27FC236}">
                      <a16:creationId xmlns:a16="http://schemas.microsoft.com/office/drawing/2014/main" id="{68CBDF40-8EE2-4C0B-AD75-E91CBAC2BD4C}"/>
                    </a:ext>
                  </a:extLst>
                </p:cNvPr>
                <p:cNvCxnSpPr>
                  <a:cxnSpLocks/>
                  <a:stCxn id="2463" idx="2"/>
                  <a:endCxn id="2459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3" name="Straight Connector 2452">
                  <a:extLst>
                    <a:ext uri="{FF2B5EF4-FFF2-40B4-BE49-F238E27FC236}">
                      <a16:creationId xmlns:a16="http://schemas.microsoft.com/office/drawing/2014/main" id="{861A37F4-E108-4F22-914F-2EAFE262B11C}"/>
                    </a:ext>
                  </a:extLst>
                </p:cNvPr>
                <p:cNvCxnSpPr>
                  <a:cxnSpLocks/>
                  <a:stCxn id="2462" idx="2"/>
                  <a:endCxn id="2462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4" name="Straight Connector 2453">
                  <a:extLst>
                    <a:ext uri="{FF2B5EF4-FFF2-40B4-BE49-F238E27FC236}">
                      <a16:creationId xmlns:a16="http://schemas.microsoft.com/office/drawing/2014/main" id="{88785011-4804-4B69-BBE7-38451657E2F6}"/>
                    </a:ext>
                  </a:extLst>
                </p:cNvPr>
                <p:cNvCxnSpPr>
                  <a:cxnSpLocks/>
                  <a:stCxn id="2462" idx="1"/>
                  <a:endCxn id="2463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5" name="Straight Connector 2454">
                  <a:extLst>
                    <a:ext uri="{FF2B5EF4-FFF2-40B4-BE49-F238E27FC236}">
                      <a16:creationId xmlns:a16="http://schemas.microsoft.com/office/drawing/2014/main" id="{B4C95122-D762-4CC1-A522-5533808B5B4E}"/>
                    </a:ext>
                  </a:extLst>
                </p:cNvPr>
                <p:cNvCxnSpPr>
                  <a:cxnSpLocks/>
                  <a:stCxn id="2462" idx="3"/>
                  <a:endCxn id="2462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6" name="Straight Connector 2455">
                  <a:extLst>
                    <a:ext uri="{FF2B5EF4-FFF2-40B4-BE49-F238E27FC236}">
                      <a16:creationId xmlns:a16="http://schemas.microsoft.com/office/drawing/2014/main" id="{275AAD7A-57F9-4492-AAB0-C53407489D85}"/>
                    </a:ext>
                  </a:extLst>
                </p:cNvPr>
                <p:cNvCxnSpPr>
                  <a:cxnSpLocks/>
                  <a:stCxn id="2462" idx="4"/>
                  <a:endCxn id="2462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7" name="Straight Connector 2456">
                  <a:extLst>
                    <a:ext uri="{FF2B5EF4-FFF2-40B4-BE49-F238E27FC236}">
                      <a16:creationId xmlns:a16="http://schemas.microsoft.com/office/drawing/2014/main" id="{8B4099B1-A557-49EF-AA93-6A6F2BF331AA}"/>
                    </a:ext>
                  </a:extLst>
                </p:cNvPr>
                <p:cNvCxnSpPr>
                  <a:cxnSpLocks/>
                  <a:stCxn id="2463" idx="1"/>
                  <a:endCxn id="2459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8" name="Straight Connector 2457">
                  <a:extLst>
                    <a:ext uri="{FF2B5EF4-FFF2-40B4-BE49-F238E27FC236}">
                      <a16:creationId xmlns:a16="http://schemas.microsoft.com/office/drawing/2014/main" id="{36AF84D9-FD72-452D-AB24-9294A7BB6CD2}"/>
                    </a:ext>
                  </a:extLst>
                </p:cNvPr>
                <p:cNvCxnSpPr>
                  <a:cxnSpLocks/>
                  <a:stCxn id="2463" idx="0"/>
                  <a:endCxn id="2463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96" name="Group 2395">
              <a:extLst>
                <a:ext uri="{FF2B5EF4-FFF2-40B4-BE49-F238E27FC236}">
                  <a16:creationId xmlns:a16="http://schemas.microsoft.com/office/drawing/2014/main" id="{036A54E5-B257-49F4-8285-136B84F44F0D}"/>
                </a:ext>
              </a:extLst>
            </p:cNvPr>
            <p:cNvGrpSpPr/>
            <p:nvPr/>
          </p:nvGrpSpPr>
          <p:grpSpPr>
            <a:xfrm>
              <a:off x="8136589" y="3216654"/>
              <a:ext cx="1867920" cy="2373189"/>
              <a:chOff x="8136589" y="3216654"/>
              <a:chExt cx="1867920" cy="2373189"/>
            </a:xfrm>
          </p:grpSpPr>
          <p:grpSp>
            <p:nvGrpSpPr>
              <p:cNvPr id="2397" name="Group 2396">
                <a:extLst>
                  <a:ext uri="{FF2B5EF4-FFF2-40B4-BE49-F238E27FC236}">
                    <a16:creationId xmlns:a16="http://schemas.microsoft.com/office/drawing/2014/main" id="{D19B8255-4336-493D-A6B2-4AAC37DA6549}"/>
                  </a:ext>
                </a:extLst>
              </p:cNvPr>
              <p:cNvGrpSpPr/>
              <p:nvPr/>
            </p:nvGrpSpPr>
            <p:grpSpPr>
              <a:xfrm>
                <a:off x="8136589" y="3216654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420" name="Group 2419">
                  <a:extLst>
                    <a:ext uri="{FF2B5EF4-FFF2-40B4-BE49-F238E27FC236}">
                      <a16:creationId xmlns:a16="http://schemas.microsoft.com/office/drawing/2014/main" id="{92E6FF22-6CD6-4418-8103-07DA51FE47D1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36" name="Pentagon 4">
                    <a:extLst>
                      <a:ext uri="{FF2B5EF4-FFF2-40B4-BE49-F238E27FC236}">
                        <a16:creationId xmlns:a16="http://schemas.microsoft.com/office/drawing/2014/main" id="{58EC4F58-E6B9-4F51-B3D6-7396412D032E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37" name="Pentagon 4">
                    <a:extLst>
                      <a:ext uri="{FF2B5EF4-FFF2-40B4-BE49-F238E27FC236}">
                        <a16:creationId xmlns:a16="http://schemas.microsoft.com/office/drawing/2014/main" id="{1699ED10-E7DE-4243-800E-25099A3EB874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38" name="Group 2437">
                    <a:extLst>
                      <a:ext uri="{FF2B5EF4-FFF2-40B4-BE49-F238E27FC236}">
                        <a16:creationId xmlns:a16="http://schemas.microsoft.com/office/drawing/2014/main" id="{0A48543B-E9BA-4192-A233-BF5F5E16497D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39" name="Pentagon 4">
                      <a:extLst>
                        <a:ext uri="{FF2B5EF4-FFF2-40B4-BE49-F238E27FC236}">
                          <a16:creationId xmlns:a16="http://schemas.microsoft.com/office/drawing/2014/main" id="{61E6DAA2-23D8-4158-9D9C-2AD33371E559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40" name="Pentagon 4">
                      <a:extLst>
                        <a:ext uri="{FF2B5EF4-FFF2-40B4-BE49-F238E27FC236}">
                          <a16:creationId xmlns:a16="http://schemas.microsoft.com/office/drawing/2014/main" id="{049F792B-C007-4D12-8975-01A75EDE62F9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21" name="Straight Connector 2420">
                  <a:extLst>
                    <a:ext uri="{FF2B5EF4-FFF2-40B4-BE49-F238E27FC236}">
                      <a16:creationId xmlns:a16="http://schemas.microsoft.com/office/drawing/2014/main" id="{CF54D3BD-DE41-4B83-86F7-34C1630873BB}"/>
                    </a:ext>
                  </a:extLst>
                </p:cNvPr>
                <p:cNvCxnSpPr>
                  <a:cxnSpLocks/>
                  <a:stCxn id="2437" idx="1"/>
                  <a:endCxn id="2436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2" name="Straight Connector 2421">
                  <a:extLst>
                    <a:ext uri="{FF2B5EF4-FFF2-40B4-BE49-F238E27FC236}">
                      <a16:creationId xmlns:a16="http://schemas.microsoft.com/office/drawing/2014/main" id="{D30142AA-4896-4A6A-9E94-06A946CCB463}"/>
                    </a:ext>
                  </a:extLst>
                </p:cNvPr>
                <p:cNvCxnSpPr>
                  <a:cxnSpLocks/>
                  <a:stCxn id="2437" idx="2"/>
                  <a:endCxn id="2437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3" name="Straight Connector 2422">
                  <a:extLst>
                    <a:ext uri="{FF2B5EF4-FFF2-40B4-BE49-F238E27FC236}">
                      <a16:creationId xmlns:a16="http://schemas.microsoft.com/office/drawing/2014/main" id="{5C4BE2A8-E613-44F6-9BDE-89E758D00D36}"/>
                    </a:ext>
                  </a:extLst>
                </p:cNvPr>
                <p:cNvCxnSpPr>
                  <a:cxnSpLocks/>
                  <a:stCxn id="2440" idx="3"/>
                  <a:endCxn id="2437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4" name="Straight Connector 2423">
                  <a:extLst>
                    <a:ext uri="{FF2B5EF4-FFF2-40B4-BE49-F238E27FC236}">
                      <a16:creationId xmlns:a16="http://schemas.microsoft.com/office/drawing/2014/main" id="{A80A959B-7E35-4CA8-BEF7-B3F90AEC95B3}"/>
                    </a:ext>
                  </a:extLst>
                </p:cNvPr>
                <p:cNvCxnSpPr>
                  <a:cxnSpLocks/>
                  <a:stCxn id="2440" idx="4"/>
                  <a:endCxn id="2439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5" name="Straight Connector 2424">
                  <a:extLst>
                    <a:ext uri="{FF2B5EF4-FFF2-40B4-BE49-F238E27FC236}">
                      <a16:creationId xmlns:a16="http://schemas.microsoft.com/office/drawing/2014/main" id="{23C81A37-1922-4BB0-BC2A-A7ABD8D4393C}"/>
                    </a:ext>
                  </a:extLst>
                </p:cNvPr>
                <p:cNvCxnSpPr>
                  <a:cxnSpLocks/>
                  <a:stCxn id="2440" idx="4"/>
                  <a:endCxn id="2440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6" name="Straight Connector 2425">
                  <a:extLst>
                    <a:ext uri="{FF2B5EF4-FFF2-40B4-BE49-F238E27FC236}">
                      <a16:creationId xmlns:a16="http://schemas.microsoft.com/office/drawing/2014/main" id="{31D2133C-EF7C-48BF-A4D3-F921B2A997C9}"/>
                    </a:ext>
                  </a:extLst>
                </p:cNvPr>
                <p:cNvCxnSpPr>
                  <a:cxnSpLocks/>
                  <a:stCxn id="2436" idx="2"/>
                  <a:endCxn id="2436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7" name="Straight Connector 2426">
                  <a:extLst>
                    <a:ext uri="{FF2B5EF4-FFF2-40B4-BE49-F238E27FC236}">
                      <a16:creationId xmlns:a16="http://schemas.microsoft.com/office/drawing/2014/main" id="{63395410-5AAF-4490-AEC4-A48E36A6A2A8}"/>
                    </a:ext>
                  </a:extLst>
                </p:cNvPr>
                <p:cNvCxnSpPr>
                  <a:cxnSpLocks/>
                  <a:stCxn id="2436" idx="0"/>
                  <a:endCxn id="2436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8" name="Straight Connector 2427">
                  <a:extLst>
                    <a:ext uri="{FF2B5EF4-FFF2-40B4-BE49-F238E27FC236}">
                      <a16:creationId xmlns:a16="http://schemas.microsoft.com/office/drawing/2014/main" id="{50BA97C7-D836-42FF-A843-D88F65E86AC5}"/>
                    </a:ext>
                  </a:extLst>
                </p:cNvPr>
                <p:cNvCxnSpPr>
                  <a:cxnSpLocks/>
                  <a:stCxn id="2436" idx="3"/>
                  <a:endCxn id="2436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29" name="Straight Connector 2428">
                  <a:extLst>
                    <a:ext uri="{FF2B5EF4-FFF2-40B4-BE49-F238E27FC236}">
                      <a16:creationId xmlns:a16="http://schemas.microsoft.com/office/drawing/2014/main" id="{A3B2C003-E949-4B6F-A4D3-68340D714F19}"/>
                    </a:ext>
                  </a:extLst>
                </p:cNvPr>
                <p:cNvCxnSpPr>
                  <a:cxnSpLocks/>
                  <a:stCxn id="2440" idx="2"/>
                  <a:endCxn id="2436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0" name="Straight Connector 2429">
                  <a:extLst>
                    <a:ext uri="{FF2B5EF4-FFF2-40B4-BE49-F238E27FC236}">
                      <a16:creationId xmlns:a16="http://schemas.microsoft.com/office/drawing/2014/main" id="{4695D016-E0C4-439C-92FC-D0310B7586B7}"/>
                    </a:ext>
                  </a:extLst>
                </p:cNvPr>
                <p:cNvCxnSpPr>
                  <a:cxnSpLocks/>
                  <a:stCxn id="2439" idx="2"/>
                  <a:endCxn id="2439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1" name="Straight Connector 2430">
                  <a:extLst>
                    <a:ext uri="{FF2B5EF4-FFF2-40B4-BE49-F238E27FC236}">
                      <a16:creationId xmlns:a16="http://schemas.microsoft.com/office/drawing/2014/main" id="{8B73F651-EA82-48F1-86D3-61454AB28610}"/>
                    </a:ext>
                  </a:extLst>
                </p:cNvPr>
                <p:cNvCxnSpPr>
                  <a:cxnSpLocks/>
                  <a:stCxn id="2439" idx="1"/>
                  <a:endCxn id="2440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2" name="Straight Connector 2431">
                  <a:extLst>
                    <a:ext uri="{FF2B5EF4-FFF2-40B4-BE49-F238E27FC236}">
                      <a16:creationId xmlns:a16="http://schemas.microsoft.com/office/drawing/2014/main" id="{FF36A72E-9759-4E95-9299-F06C061614CF}"/>
                    </a:ext>
                  </a:extLst>
                </p:cNvPr>
                <p:cNvCxnSpPr>
                  <a:cxnSpLocks/>
                  <a:stCxn id="2439" idx="3"/>
                  <a:endCxn id="2439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3" name="Straight Connector 2432">
                  <a:extLst>
                    <a:ext uri="{FF2B5EF4-FFF2-40B4-BE49-F238E27FC236}">
                      <a16:creationId xmlns:a16="http://schemas.microsoft.com/office/drawing/2014/main" id="{269BA247-879D-419E-8E5A-FD809D882AB7}"/>
                    </a:ext>
                  </a:extLst>
                </p:cNvPr>
                <p:cNvCxnSpPr>
                  <a:cxnSpLocks/>
                  <a:stCxn id="2439" idx="4"/>
                  <a:endCxn id="2439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4" name="Straight Connector 2433">
                  <a:extLst>
                    <a:ext uri="{FF2B5EF4-FFF2-40B4-BE49-F238E27FC236}">
                      <a16:creationId xmlns:a16="http://schemas.microsoft.com/office/drawing/2014/main" id="{A7C2ABCC-A661-4A37-A6B3-322AF7810E91}"/>
                    </a:ext>
                  </a:extLst>
                </p:cNvPr>
                <p:cNvCxnSpPr>
                  <a:cxnSpLocks/>
                  <a:stCxn id="2440" idx="1"/>
                  <a:endCxn id="2436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5" name="Straight Connector 2434">
                  <a:extLst>
                    <a:ext uri="{FF2B5EF4-FFF2-40B4-BE49-F238E27FC236}">
                      <a16:creationId xmlns:a16="http://schemas.microsoft.com/office/drawing/2014/main" id="{E5312D8E-1390-41D8-83F6-1E8B1F16F40B}"/>
                    </a:ext>
                  </a:extLst>
                </p:cNvPr>
                <p:cNvCxnSpPr>
                  <a:cxnSpLocks/>
                  <a:stCxn id="2440" idx="0"/>
                  <a:endCxn id="2440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98" name="Group 2397">
                <a:extLst>
                  <a:ext uri="{FF2B5EF4-FFF2-40B4-BE49-F238E27FC236}">
                    <a16:creationId xmlns:a16="http://schemas.microsoft.com/office/drawing/2014/main" id="{1E3BBF5E-BC4F-4354-B336-8831C9E5E7B9}"/>
                  </a:ext>
                </a:extLst>
              </p:cNvPr>
              <p:cNvGrpSpPr/>
              <p:nvPr/>
            </p:nvGrpSpPr>
            <p:grpSpPr>
              <a:xfrm>
                <a:off x="8434847" y="4306865"/>
                <a:ext cx="1569662" cy="1282978"/>
                <a:chOff x="6770932" y="1966297"/>
                <a:chExt cx="1569662" cy="1282978"/>
              </a:xfrm>
            </p:grpSpPr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0149A886-B674-4A02-81D1-1C3C86403634}"/>
                    </a:ext>
                  </a:extLst>
                </p:cNvPr>
                <p:cNvGrpSpPr/>
                <p:nvPr/>
              </p:nvGrpSpPr>
              <p:grpSpPr>
                <a:xfrm>
                  <a:off x="6812179" y="1966297"/>
                  <a:ext cx="1487168" cy="1282978"/>
                  <a:chOff x="5686112" y="2245697"/>
                  <a:chExt cx="1487168" cy="1282978"/>
                </a:xfrm>
              </p:grpSpPr>
              <p:sp>
                <p:nvSpPr>
                  <p:cNvPr id="2415" name="Pentagon 4">
                    <a:extLst>
                      <a:ext uri="{FF2B5EF4-FFF2-40B4-BE49-F238E27FC236}">
                        <a16:creationId xmlns:a16="http://schemas.microsoft.com/office/drawing/2014/main" id="{CBDB0F5F-DBE7-4CDD-862A-CFCF97EF9C08}"/>
                      </a:ext>
                    </a:extLst>
                  </p:cNvPr>
                  <p:cNvSpPr/>
                  <p:nvPr/>
                </p:nvSpPr>
                <p:spPr>
                  <a:xfrm rot="7214139">
                    <a:off x="5606789" y="2325020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16" name="Pentagon 4">
                    <a:extLst>
                      <a:ext uri="{FF2B5EF4-FFF2-40B4-BE49-F238E27FC236}">
                        <a16:creationId xmlns:a16="http://schemas.microsoft.com/office/drawing/2014/main" id="{577B6533-6088-424A-B47E-BEBABE575E5C}"/>
                      </a:ext>
                    </a:extLst>
                  </p:cNvPr>
                  <p:cNvSpPr/>
                  <p:nvPr/>
                </p:nvSpPr>
                <p:spPr>
                  <a:xfrm rot="1800000">
                    <a:off x="6186756" y="2295667"/>
                    <a:ext cx="803128" cy="644481"/>
                  </a:xfrm>
                  <a:custGeom>
                    <a:avLst/>
                    <a:gdLst>
                      <a:gd name="connsiteX0" fmla="*/ 1 w 818214"/>
                      <a:gd name="connsiteY0" fmla="*/ 244470 h 640033"/>
                      <a:gd name="connsiteX1" fmla="*/ 409107 w 818214"/>
                      <a:gd name="connsiteY1" fmla="*/ 0 h 640033"/>
                      <a:gd name="connsiteX2" fmla="*/ 818213 w 818214"/>
                      <a:gd name="connsiteY2" fmla="*/ 244470 h 640033"/>
                      <a:gd name="connsiteX3" fmla="*/ 661948 w 818214"/>
                      <a:gd name="connsiteY3" fmla="*/ 640031 h 640033"/>
                      <a:gd name="connsiteX4" fmla="*/ 156266 w 818214"/>
                      <a:gd name="connsiteY4" fmla="*/ 640031 h 640033"/>
                      <a:gd name="connsiteX5" fmla="*/ 1 w 818214"/>
                      <a:gd name="connsiteY5" fmla="*/ 244470 h 640033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6318 w 818212"/>
                      <a:gd name="connsiteY3" fmla="*/ 589441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40031"/>
                      <a:gd name="connsiteX1" fmla="*/ 409106 w 818212"/>
                      <a:gd name="connsiteY1" fmla="*/ 0 h 640031"/>
                      <a:gd name="connsiteX2" fmla="*/ 818212 w 818212"/>
                      <a:gd name="connsiteY2" fmla="*/ 244470 h 640031"/>
                      <a:gd name="connsiteX3" fmla="*/ 578399 w 818212"/>
                      <a:gd name="connsiteY3" fmla="*/ 627018 h 640031"/>
                      <a:gd name="connsiteX4" fmla="*/ 156265 w 818212"/>
                      <a:gd name="connsiteY4" fmla="*/ 640031 h 640031"/>
                      <a:gd name="connsiteX5" fmla="*/ 0 w 818212"/>
                      <a:gd name="connsiteY5" fmla="*/ 244470 h 640031"/>
                      <a:gd name="connsiteX0" fmla="*/ 0 w 818212"/>
                      <a:gd name="connsiteY0" fmla="*/ 244470 h 635655"/>
                      <a:gd name="connsiteX1" fmla="*/ 409106 w 818212"/>
                      <a:gd name="connsiteY1" fmla="*/ 0 h 635655"/>
                      <a:gd name="connsiteX2" fmla="*/ 818212 w 818212"/>
                      <a:gd name="connsiteY2" fmla="*/ 244470 h 635655"/>
                      <a:gd name="connsiteX3" fmla="*/ 578399 w 818212"/>
                      <a:gd name="connsiteY3" fmla="*/ 627018 h 635655"/>
                      <a:gd name="connsiteX4" fmla="*/ 253472 w 818212"/>
                      <a:gd name="connsiteY4" fmla="*/ 635655 h 635655"/>
                      <a:gd name="connsiteX5" fmla="*/ 0 w 818212"/>
                      <a:gd name="connsiteY5" fmla="*/ 244470 h 635655"/>
                      <a:gd name="connsiteX0" fmla="*/ 0 w 813835"/>
                      <a:gd name="connsiteY0" fmla="*/ 236315 h 635655"/>
                      <a:gd name="connsiteX1" fmla="*/ 404729 w 813835"/>
                      <a:gd name="connsiteY1" fmla="*/ 0 h 635655"/>
                      <a:gd name="connsiteX2" fmla="*/ 813835 w 813835"/>
                      <a:gd name="connsiteY2" fmla="*/ 244470 h 635655"/>
                      <a:gd name="connsiteX3" fmla="*/ 574022 w 813835"/>
                      <a:gd name="connsiteY3" fmla="*/ 627018 h 635655"/>
                      <a:gd name="connsiteX4" fmla="*/ 249095 w 813835"/>
                      <a:gd name="connsiteY4" fmla="*/ 635655 h 635655"/>
                      <a:gd name="connsiteX5" fmla="*/ 0 w 813835"/>
                      <a:gd name="connsiteY5" fmla="*/ 236315 h 635655"/>
                      <a:gd name="connsiteX0" fmla="*/ 0 w 813835"/>
                      <a:gd name="connsiteY0" fmla="*/ 236315 h 630464"/>
                      <a:gd name="connsiteX1" fmla="*/ 404729 w 813835"/>
                      <a:gd name="connsiteY1" fmla="*/ 0 h 630464"/>
                      <a:gd name="connsiteX2" fmla="*/ 813835 w 813835"/>
                      <a:gd name="connsiteY2" fmla="*/ 244470 h 630464"/>
                      <a:gd name="connsiteX3" fmla="*/ 574022 w 813835"/>
                      <a:gd name="connsiteY3" fmla="*/ 627018 h 630464"/>
                      <a:gd name="connsiteX4" fmla="*/ 242302 w 813835"/>
                      <a:gd name="connsiteY4" fmla="*/ 630464 h 630464"/>
                      <a:gd name="connsiteX5" fmla="*/ 0 w 813835"/>
                      <a:gd name="connsiteY5" fmla="*/ 236315 h 630464"/>
                      <a:gd name="connsiteX0" fmla="*/ 0 w 811156"/>
                      <a:gd name="connsiteY0" fmla="*/ 236315 h 630464"/>
                      <a:gd name="connsiteX1" fmla="*/ 404729 w 811156"/>
                      <a:gd name="connsiteY1" fmla="*/ 0 h 630464"/>
                      <a:gd name="connsiteX2" fmla="*/ 811156 w 811156"/>
                      <a:gd name="connsiteY2" fmla="*/ 227584 h 630464"/>
                      <a:gd name="connsiteX3" fmla="*/ 574022 w 811156"/>
                      <a:gd name="connsiteY3" fmla="*/ 627018 h 630464"/>
                      <a:gd name="connsiteX4" fmla="*/ 242302 w 811156"/>
                      <a:gd name="connsiteY4" fmla="*/ 630464 h 630464"/>
                      <a:gd name="connsiteX5" fmla="*/ 0 w 811156"/>
                      <a:gd name="connsiteY5" fmla="*/ 236315 h 630464"/>
                      <a:gd name="connsiteX0" fmla="*/ 0 w 811156"/>
                      <a:gd name="connsiteY0" fmla="*/ 238779 h 632928"/>
                      <a:gd name="connsiteX1" fmla="*/ 399563 w 811156"/>
                      <a:gd name="connsiteY1" fmla="*/ 0 h 632928"/>
                      <a:gd name="connsiteX2" fmla="*/ 811156 w 811156"/>
                      <a:gd name="connsiteY2" fmla="*/ 230048 h 632928"/>
                      <a:gd name="connsiteX3" fmla="*/ 574022 w 811156"/>
                      <a:gd name="connsiteY3" fmla="*/ 629482 h 632928"/>
                      <a:gd name="connsiteX4" fmla="*/ 242302 w 811156"/>
                      <a:gd name="connsiteY4" fmla="*/ 632928 h 632928"/>
                      <a:gd name="connsiteX5" fmla="*/ 0 w 811156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4022 w 804363"/>
                      <a:gd name="connsiteY3" fmla="*/ 629482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2928"/>
                      <a:gd name="connsiteX1" fmla="*/ 399563 w 804363"/>
                      <a:gd name="connsiteY1" fmla="*/ 0 h 632928"/>
                      <a:gd name="connsiteX2" fmla="*/ 804363 w 804363"/>
                      <a:gd name="connsiteY2" fmla="*/ 224858 h 632928"/>
                      <a:gd name="connsiteX3" fmla="*/ 579188 w 804363"/>
                      <a:gd name="connsiteY3" fmla="*/ 631946 h 632928"/>
                      <a:gd name="connsiteX4" fmla="*/ 242302 w 804363"/>
                      <a:gd name="connsiteY4" fmla="*/ 632928 h 632928"/>
                      <a:gd name="connsiteX5" fmla="*/ 0 w 804363"/>
                      <a:gd name="connsiteY5" fmla="*/ 238779 h 632928"/>
                      <a:gd name="connsiteX0" fmla="*/ 0 w 804363"/>
                      <a:gd name="connsiteY0" fmla="*/ 238779 h 633741"/>
                      <a:gd name="connsiteX1" fmla="*/ 399563 w 804363"/>
                      <a:gd name="connsiteY1" fmla="*/ 0 h 633741"/>
                      <a:gd name="connsiteX2" fmla="*/ 804363 w 804363"/>
                      <a:gd name="connsiteY2" fmla="*/ 224858 h 633741"/>
                      <a:gd name="connsiteX3" fmla="*/ 579188 w 804363"/>
                      <a:gd name="connsiteY3" fmla="*/ 631946 h 633741"/>
                      <a:gd name="connsiteX4" fmla="*/ 240938 w 804363"/>
                      <a:gd name="connsiteY4" fmla="*/ 633741 h 633741"/>
                      <a:gd name="connsiteX5" fmla="*/ 0 w 804363"/>
                      <a:gd name="connsiteY5" fmla="*/ 238779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6733"/>
                      <a:gd name="connsiteY0" fmla="*/ 236075 h 633741"/>
                      <a:gd name="connsiteX1" fmla="*/ 391933 w 796733"/>
                      <a:gd name="connsiteY1" fmla="*/ 0 h 633741"/>
                      <a:gd name="connsiteX2" fmla="*/ 796733 w 796733"/>
                      <a:gd name="connsiteY2" fmla="*/ 224858 h 633741"/>
                      <a:gd name="connsiteX3" fmla="*/ 571558 w 796733"/>
                      <a:gd name="connsiteY3" fmla="*/ 631946 h 633741"/>
                      <a:gd name="connsiteX4" fmla="*/ 233308 w 796733"/>
                      <a:gd name="connsiteY4" fmla="*/ 633741 h 633741"/>
                      <a:gd name="connsiteX5" fmla="*/ 0 w 796733"/>
                      <a:gd name="connsiteY5" fmla="*/ 236075 h 633741"/>
                      <a:gd name="connsiteX0" fmla="*/ 0 w 798786"/>
                      <a:gd name="connsiteY0" fmla="*/ 226247 h 633741"/>
                      <a:gd name="connsiteX1" fmla="*/ 393986 w 798786"/>
                      <a:gd name="connsiteY1" fmla="*/ 0 h 633741"/>
                      <a:gd name="connsiteX2" fmla="*/ 798786 w 798786"/>
                      <a:gd name="connsiteY2" fmla="*/ 224858 h 633741"/>
                      <a:gd name="connsiteX3" fmla="*/ 573611 w 798786"/>
                      <a:gd name="connsiteY3" fmla="*/ 631946 h 633741"/>
                      <a:gd name="connsiteX4" fmla="*/ 235361 w 798786"/>
                      <a:gd name="connsiteY4" fmla="*/ 633741 h 633741"/>
                      <a:gd name="connsiteX5" fmla="*/ 0 w 798786"/>
                      <a:gd name="connsiteY5" fmla="*/ 226247 h 633741"/>
                      <a:gd name="connsiteX0" fmla="*/ 0 w 798786"/>
                      <a:gd name="connsiteY0" fmla="*/ 231960 h 639454"/>
                      <a:gd name="connsiteX1" fmla="*/ 394331 w 798786"/>
                      <a:gd name="connsiteY1" fmla="*/ 0 h 639454"/>
                      <a:gd name="connsiteX2" fmla="*/ 798786 w 798786"/>
                      <a:gd name="connsiteY2" fmla="*/ 230571 h 639454"/>
                      <a:gd name="connsiteX3" fmla="*/ 573611 w 798786"/>
                      <a:gd name="connsiteY3" fmla="*/ 637659 h 639454"/>
                      <a:gd name="connsiteX4" fmla="*/ 235361 w 798786"/>
                      <a:gd name="connsiteY4" fmla="*/ 639454 h 639454"/>
                      <a:gd name="connsiteX5" fmla="*/ 0 w 798786"/>
                      <a:gd name="connsiteY5" fmla="*/ 231960 h 639454"/>
                      <a:gd name="connsiteX0" fmla="*/ 0 w 803128"/>
                      <a:gd name="connsiteY0" fmla="*/ 231960 h 639454"/>
                      <a:gd name="connsiteX1" fmla="*/ 394331 w 803128"/>
                      <a:gd name="connsiteY1" fmla="*/ 0 h 639454"/>
                      <a:gd name="connsiteX2" fmla="*/ 803128 w 803128"/>
                      <a:gd name="connsiteY2" fmla="*/ 231715 h 639454"/>
                      <a:gd name="connsiteX3" fmla="*/ 573611 w 803128"/>
                      <a:gd name="connsiteY3" fmla="*/ 637659 h 639454"/>
                      <a:gd name="connsiteX4" fmla="*/ 235361 w 803128"/>
                      <a:gd name="connsiteY4" fmla="*/ 639454 h 639454"/>
                      <a:gd name="connsiteX5" fmla="*/ 0 w 803128"/>
                      <a:gd name="connsiteY5" fmla="*/ 231960 h 639454"/>
                      <a:gd name="connsiteX0" fmla="*/ 0 w 803128"/>
                      <a:gd name="connsiteY0" fmla="*/ 236987 h 644481"/>
                      <a:gd name="connsiteX1" fmla="*/ 398751 w 803128"/>
                      <a:gd name="connsiteY1" fmla="*/ 0 h 644481"/>
                      <a:gd name="connsiteX2" fmla="*/ 803128 w 803128"/>
                      <a:gd name="connsiteY2" fmla="*/ 236742 h 644481"/>
                      <a:gd name="connsiteX3" fmla="*/ 573611 w 803128"/>
                      <a:gd name="connsiteY3" fmla="*/ 642686 h 644481"/>
                      <a:gd name="connsiteX4" fmla="*/ 235361 w 803128"/>
                      <a:gd name="connsiteY4" fmla="*/ 644481 h 644481"/>
                      <a:gd name="connsiteX5" fmla="*/ 0 w 803128"/>
                      <a:gd name="connsiteY5" fmla="*/ 236987 h 6444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803128" h="644481">
                        <a:moveTo>
                          <a:pt x="0" y="236987"/>
                        </a:moveTo>
                        <a:lnTo>
                          <a:pt x="398751" y="0"/>
                        </a:lnTo>
                        <a:lnTo>
                          <a:pt x="803128" y="236742"/>
                        </a:lnTo>
                        <a:lnTo>
                          <a:pt x="573611" y="642686"/>
                        </a:lnTo>
                        <a:lnTo>
                          <a:pt x="235361" y="644481"/>
                        </a:lnTo>
                        <a:lnTo>
                          <a:pt x="0" y="236987"/>
                        </a:lnTo>
                        <a:close/>
                      </a:path>
                    </a:pathLst>
                  </a:cu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2417" name="Group 2416">
                    <a:extLst>
                      <a:ext uri="{FF2B5EF4-FFF2-40B4-BE49-F238E27FC236}">
                        <a16:creationId xmlns:a16="http://schemas.microsoft.com/office/drawing/2014/main" id="{55C09D25-F350-4CC5-A820-CE105A429AC4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5869508" y="2725547"/>
                    <a:ext cx="1303772" cy="803128"/>
                    <a:chOff x="6237808" y="2784252"/>
                    <a:chExt cx="1303772" cy="803128"/>
                  </a:xfrm>
                </p:grpSpPr>
                <p:sp>
                  <p:nvSpPr>
                    <p:cNvPr id="2418" name="Pentagon 4">
                      <a:extLst>
                        <a:ext uri="{FF2B5EF4-FFF2-40B4-BE49-F238E27FC236}">
                          <a16:creationId xmlns:a16="http://schemas.microsoft.com/office/drawing/2014/main" id="{58A04D1B-CDFA-4ACD-9CA0-8DC831A2B690}"/>
                        </a:ext>
                      </a:extLst>
                    </p:cNvPr>
                    <p:cNvSpPr/>
                    <p:nvPr/>
                  </p:nvSpPr>
                  <p:spPr>
                    <a:xfrm rot="7214139">
                      <a:off x="6158485" y="2863575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2">
                        <a:lumMod val="90000"/>
                      </a:schemeClr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419" name="Pentagon 4">
                      <a:extLst>
                        <a:ext uri="{FF2B5EF4-FFF2-40B4-BE49-F238E27FC236}">
                          <a16:creationId xmlns:a16="http://schemas.microsoft.com/office/drawing/2014/main" id="{04D20359-0661-4F4B-883B-80803C1CCD1B}"/>
                        </a:ext>
                      </a:extLst>
                    </p:cNvPr>
                    <p:cNvSpPr/>
                    <p:nvPr/>
                  </p:nvSpPr>
                  <p:spPr>
                    <a:xfrm rot="1800000">
                      <a:off x="6738452" y="2834222"/>
                      <a:ext cx="803128" cy="644481"/>
                    </a:xfrm>
                    <a:custGeom>
                      <a:avLst/>
                      <a:gdLst>
                        <a:gd name="connsiteX0" fmla="*/ 1 w 818214"/>
                        <a:gd name="connsiteY0" fmla="*/ 244470 h 640033"/>
                        <a:gd name="connsiteX1" fmla="*/ 409107 w 818214"/>
                        <a:gd name="connsiteY1" fmla="*/ 0 h 640033"/>
                        <a:gd name="connsiteX2" fmla="*/ 818213 w 818214"/>
                        <a:gd name="connsiteY2" fmla="*/ 244470 h 640033"/>
                        <a:gd name="connsiteX3" fmla="*/ 661948 w 818214"/>
                        <a:gd name="connsiteY3" fmla="*/ 640031 h 640033"/>
                        <a:gd name="connsiteX4" fmla="*/ 156266 w 818214"/>
                        <a:gd name="connsiteY4" fmla="*/ 640031 h 640033"/>
                        <a:gd name="connsiteX5" fmla="*/ 1 w 818214"/>
                        <a:gd name="connsiteY5" fmla="*/ 244470 h 640033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6318 w 818212"/>
                        <a:gd name="connsiteY3" fmla="*/ 589441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40031"/>
                        <a:gd name="connsiteX1" fmla="*/ 409106 w 818212"/>
                        <a:gd name="connsiteY1" fmla="*/ 0 h 640031"/>
                        <a:gd name="connsiteX2" fmla="*/ 818212 w 818212"/>
                        <a:gd name="connsiteY2" fmla="*/ 244470 h 640031"/>
                        <a:gd name="connsiteX3" fmla="*/ 578399 w 818212"/>
                        <a:gd name="connsiteY3" fmla="*/ 627018 h 640031"/>
                        <a:gd name="connsiteX4" fmla="*/ 156265 w 818212"/>
                        <a:gd name="connsiteY4" fmla="*/ 640031 h 640031"/>
                        <a:gd name="connsiteX5" fmla="*/ 0 w 818212"/>
                        <a:gd name="connsiteY5" fmla="*/ 244470 h 640031"/>
                        <a:gd name="connsiteX0" fmla="*/ 0 w 818212"/>
                        <a:gd name="connsiteY0" fmla="*/ 244470 h 635655"/>
                        <a:gd name="connsiteX1" fmla="*/ 409106 w 818212"/>
                        <a:gd name="connsiteY1" fmla="*/ 0 h 635655"/>
                        <a:gd name="connsiteX2" fmla="*/ 818212 w 818212"/>
                        <a:gd name="connsiteY2" fmla="*/ 244470 h 635655"/>
                        <a:gd name="connsiteX3" fmla="*/ 578399 w 818212"/>
                        <a:gd name="connsiteY3" fmla="*/ 627018 h 635655"/>
                        <a:gd name="connsiteX4" fmla="*/ 253472 w 818212"/>
                        <a:gd name="connsiteY4" fmla="*/ 635655 h 635655"/>
                        <a:gd name="connsiteX5" fmla="*/ 0 w 818212"/>
                        <a:gd name="connsiteY5" fmla="*/ 244470 h 635655"/>
                        <a:gd name="connsiteX0" fmla="*/ 0 w 813835"/>
                        <a:gd name="connsiteY0" fmla="*/ 236315 h 635655"/>
                        <a:gd name="connsiteX1" fmla="*/ 404729 w 813835"/>
                        <a:gd name="connsiteY1" fmla="*/ 0 h 635655"/>
                        <a:gd name="connsiteX2" fmla="*/ 813835 w 813835"/>
                        <a:gd name="connsiteY2" fmla="*/ 244470 h 635655"/>
                        <a:gd name="connsiteX3" fmla="*/ 574022 w 813835"/>
                        <a:gd name="connsiteY3" fmla="*/ 627018 h 635655"/>
                        <a:gd name="connsiteX4" fmla="*/ 249095 w 813835"/>
                        <a:gd name="connsiteY4" fmla="*/ 635655 h 635655"/>
                        <a:gd name="connsiteX5" fmla="*/ 0 w 813835"/>
                        <a:gd name="connsiteY5" fmla="*/ 236315 h 635655"/>
                        <a:gd name="connsiteX0" fmla="*/ 0 w 813835"/>
                        <a:gd name="connsiteY0" fmla="*/ 236315 h 630464"/>
                        <a:gd name="connsiteX1" fmla="*/ 404729 w 813835"/>
                        <a:gd name="connsiteY1" fmla="*/ 0 h 630464"/>
                        <a:gd name="connsiteX2" fmla="*/ 813835 w 813835"/>
                        <a:gd name="connsiteY2" fmla="*/ 244470 h 630464"/>
                        <a:gd name="connsiteX3" fmla="*/ 574022 w 813835"/>
                        <a:gd name="connsiteY3" fmla="*/ 627018 h 630464"/>
                        <a:gd name="connsiteX4" fmla="*/ 242302 w 813835"/>
                        <a:gd name="connsiteY4" fmla="*/ 630464 h 630464"/>
                        <a:gd name="connsiteX5" fmla="*/ 0 w 813835"/>
                        <a:gd name="connsiteY5" fmla="*/ 236315 h 630464"/>
                        <a:gd name="connsiteX0" fmla="*/ 0 w 811156"/>
                        <a:gd name="connsiteY0" fmla="*/ 236315 h 630464"/>
                        <a:gd name="connsiteX1" fmla="*/ 404729 w 811156"/>
                        <a:gd name="connsiteY1" fmla="*/ 0 h 630464"/>
                        <a:gd name="connsiteX2" fmla="*/ 811156 w 811156"/>
                        <a:gd name="connsiteY2" fmla="*/ 227584 h 630464"/>
                        <a:gd name="connsiteX3" fmla="*/ 574022 w 811156"/>
                        <a:gd name="connsiteY3" fmla="*/ 627018 h 630464"/>
                        <a:gd name="connsiteX4" fmla="*/ 242302 w 811156"/>
                        <a:gd name="connsiteY4" fmla="*/ 630464 h 630464"/>
                        <a:gd name="connsiteX5" fmla="*/ 0 w 811156"/>
                        <a:gd name="connsiteY5" fmla="*/ 236315 h 630464"/>
                        <a:gd name="connsiteX0" fmla="*/ 0 w 811156"/>
                        <a:gd name="connsiteY0" fmla="*/ 238779 h 632928"/>
                        <a:gd name="connsiteX1" fmla="*/ 399563 w 811156"/>
                        <a:gd name="connsiteY1" fmla="*/ 0 h 632928"/>
                        <a:gd name="connsiteX2" fmla="*/ 811156 w 811156"/>
                        <a:gd name="connsiteY2" fmla="*/ 230048 h 632928"/>
                        <a:gd name="connsiteX3" fmla="*/ 574022 w 811156"/>
                        <a:gd name="connsiteY3" fmla="*/ 629482 h 632928"/>
                        <a:gd name="connsiteX4" fmla="*/ 242302 w 811156"/>
                        <a:gd name="connsiteY4" fmla="*/ 632928 h 632928"/>
                        <a:gd name="connsiteX5" fmla="*/ 0 w 811156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4022 w 804363"/>
                        <a:gd name="connsiteY3" fmla="*/ 629482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2928"/>
                        <a:gd name="connsiteX1" fmla="*/ 399563 w 804363"/>
                        <a:gd name="connsiteY1" fmla="*/ 0 h 632928"/>
                        <a:gd name="connsiteX2" fmla="*/ 804363 w 804363"/>
                        <a:gd name="connsiteY2" fmla="*/ 224858 h 632928"/>
                        <a:gd name="connsiteX3" fmla="*/ 579188 w 804363"/>
                        <a:gd name="connsiteY3" fmla="*/ 631946 h 632928"/>
                        <a:gd name="connsiteX4" fmla="*/ 242302 w 804363"/>
                        <a:gd name="connsiteY4" fmla="*/ 632928 h 632928"/>
                        <a:gd name="connsiteX5" fmla="*/ 0 w 804363"/>
                        <a:gd name="connsiteY5" fmla="*/ 238779 h 632928"/>
                        <a:gd name="connsiteX0" fmla="*/ 0 w 804363"/>
                        <a:gd name="connsiteY0" fmla="*/ 238779 h 633741"/>
                        <a:gd name="connsiteX1" fmla="*/ 399563 w 804363"/>
                        <a:gd name="connsiteY1" fmla="*/ 0 h 633741"/>
                        <a:gd name="connsiteX2" fmla="*/ 804363 w 804363"/>
                        <a:gd name="connsiteY2" fmla="*/ 224858 h 633741"/>
                        <a:gd name="connsiteX3" fmla="*/ 579188 w 804363"/>
                        <a:gd name="connsiteY3" fmla="*/ 631946 h 633741"/>
                        <a:gd name="connsiteX4" fmla="*/ 240938 w 804363"/>
                        <a:gd name="connsiteY4" fmla="*/ 633741 h 633741"/>
                        <a:gd name="connsiteX5" fmla="*/ 0 w 804363"/>
                        <a:gd name="connsiteY5" fmla="*/ 238779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6733"/>
                        <a:gd name="connsiteY0" fmla="*/ 236075 h 633741"/>
                        <a:gd name="connsiteX1" fmla="*/ 391933 w 796733"/>
                        <a:gd name="connsiteY1" fmla="*/ 0 h 633741"/>
                        <a:gd name="connsiteX2" fmla="*/ 796733 w 796733"/>
                        <a:gd name="connsiteY2" fmla="*/ 224858 h 633741"/>
                        <a:gd name="connsiteX3" fmla="*/ 571558 w 796733"/>
                        <a:gd name="connsiteY3" fmla="*/ 631946 h 633741"/>
                        <a:gd name="connsiteX4" fmla="*/ 233308 w 796733"/>
                        <a:gd name="connsiteY4" fmla="*/ 633741 h 633741"/>
                        <a:gd name="connsiteX5" fmla="*/ 0 w 796733"/>
                        <a:gd name="connsiteY5" fmla="*/ 236075 h 633741"/>
                        <a:gd name="connsiteX0" fmla="*/ 0 w 798786"/>
                        <a:gd name="connsiteY0" fmla="*/ 226247 h 633741"/>
                        <a:gd name="connsiteX1" fmla="*/ 393986 w 798786"/>
                        <a:gd name="connsiteY1" fmla="*/ 0 h 633741"/>
                        <a:gd name="connsiteX2" fmla="*/ 798786 w 798786"/>
                        <a:gd name="connsiteY2" fmla="*/ 224858 h 633741"/>
                        <a:gd name="connsiteX3" fmla="*/ 573611 w 798786"/>
                        <a:gd name="connsiteY3" fmla="*/ 631946 h 633741"/>
                        <a:gd name="connsiteX4" fmla="*/ 235361 w 798786"/>
                        <a:gd name="connsiteY4" fmla="*/ 633741 h 633741"/>
                        <a:gd name="connsiteX5" fmla="*/ 0 w 798786"/>
                        <a:gd name="connsiteY5" fmla="*/ 226247 h 633741"/>
                        <a:gd name="connsiteX0" fmla="*/ 0 w 798786"/>
                        <a:gd name="connsiteY0" fmla="*/ 231960 h 639454"/>
                        <a:gd name="connsiteX1" fmla="*/ 394331 w 798786"/>
                        <a:gd name="connsiteY1" fmla="*/ 0 h 639454"/>
                        <a:gd name="connsiteX2" fmla="*/ 798786 w 798786"/>
                        <a:gd name="connsiteY2" fmla="*/ 230571 h 639454"/>
                        <a:gd name="connsiteX3" fmla="*/ 573611 w 798786"/>
                        <a:gd name="connsiteY3" fmla="*/ 637659 h 639454"/>
                        <a:gd name="connsiteX4" fmla="*/ 235361 w 798786"/>
                        <a:gd name="connsiteY4" fmla="*/ 639454 h 639454"/>
                        <a:gd name="connsiteX5" fmla="*/ 0 w 798786"/>
                        <a:gd name="connsiteY5" fmla="*/ 231960 h 639454"/>
                        <a:gd name="connsiteX0" fmla="*/ 0 w 803128"/>
                        <a:gd name="connsiteY0" fmla="*/ 231960 h 639454"/>
                        <a:gd name="connsiteX1" fmla="*/ 394331 w 803128"/>
                        <a:gd name="connsiteY1" fmla="*/ 0 h 639454"/>
                        <a:gd name="connsiteX2" fmla="*/ 803128 w 803128"/>
                        <a:gd name="connsiteY2" fmla="*/ 231715 h 639454"/>
                        <a:gd name="connsiteX3" fmla="*/ 573611 w 803128"/>
                        <a:gd name="connsiteY3" fmla="*/ 637659 h 639454"/>
                        <a:gd name="connsiteX4" fmla="*/ 235361 w 803128"/>
                        <a:gd name="connsiteY4" fmla="*/ 639454 h 639454"/>
                        <a:gd name="connsiteX5" fmla="*/ 0 w 803128"/>
                        <a:gd name="connsiteY5" fmla="*/ 231960 h 639454"/>
                        <a:gd name="connsiteX0" fmla="*/ 0 w 803128"/>
                        <a:gd name="connsiteY0" fmla="*/ 236987 h 644481"/>
                        <a:gd name="connsiteX1" fmla="*/ 398751 w 803128"/>
                        <a:gd name="connsiteY1" fmla="*/ 0 h 644481"/>
                        <a:gd name="connsiteX2" fmla="*/ 803128 w 803128"/>
                        <a:gd name="connsiteY2" fmla="*/ 236742 h 644481"/>
                        <a:gd name="connsiteX3" fmla="*/ 573611 w 803128"/>
                        <a:gd name="connsiteY3" fmla="*/ 642686 h 644481"/>
                        <a:gd name="connsiteX4" fmla="*/ 235361 w 803128"/>
                        <a:gd name="connsiteY4" fmla="*/ 644481 h 644481"/>
                        <a:gd name="connsiteX5" fmla="*/ 0 w 803128"/>
                        <a:gd name="connsiteY5" fmla="*/ 236987 h 64448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803128" h="644481">
                          <a:moveTo>
                            <a:pt x="0" y="236987"/>
                          </a:moveTo>
                          <a:lnTo>
                            <a:pt x="398751" y="0"/>
                          </a:lnTo>
                          <a:lnTo>
                            <a:pt x="803128" y="236742"/>
                          </a:lnTo>
                          <a:lnTo>
                            <a:pt x="573611" y="642686"/>
                          </a:lnTo>
                          <a:lnTo>
                            <a:pt x="235361" y="644481"/>
                          </a:lnTo>
                          <a:lnTo>
                            <a:pt x="0" y="236987"/>
                          </a:ln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>
                      <a:solidFill>
                        <a:schemeClr val="bg1">
                          <a:lumMod val="8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cxnSp>
              <p:nvCxnSpPr>
                <p:cNvPr id="2400" name="Straight Connector 2399">
                  <a:extLst>
                    <a:ext uri="{FF2B5EF4-FFF2-40B4-BE49-F238E27FC236}">
                      <a16:creationId xmlns:a16="http://schemas.microsoft.com/office/drawing/2014/main" id="{0F9755B3-8DB6-442C-A0C6-9A01A8F87019}"/>
                    </a:ext>
                  </a:extLst>
                </p:cNvPr>
                <p:cNvCxnSpPr>
                  <a:cxnSpLocks/>
                  <a:stCxn id="2416" idx="1"/>
                  <a:endCxn id="2415" idx="0"/>
                </p:cNvCxnSpPr>
                <p:nvPr/>
              </p:nvCxnSpPr>
              <p:spPr>
                <a:xfrm flipH="1">
                  <a:off x="7410286" y="2058033"/>
                  <a:ext cx="462785" cy="5822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1" name="Straight Connector 2400">
                  <a:extLst>
                    <a:ext uri="{FF2B5EF4-FFF2-40B4-BE49-F238E27FC236}">
                      <a16:creationId xmlns:a16="http://schemas.microsoft.com/office/drawing/2014/main" id="{C377D4EE-2560-4A94-B8BF-BE7F62D8E86D}"/>
                    </a:ext>
                  </a:extLst>
                </p:cNvPr>
                <p:cNvCxnSpPr>
                  <a:cxnSpLocks/>
                  <a:stCxn id="2416" idx="2"/>
                  <a:endCxn id="2416" idx="1"/>
                </p:cNvCxnSpPr>
                <p:nvPr/>
              </p:nvCxnSpPr>
              <p:spPr>
                <a:xfrm flipH="1" flipV="1">
                  <a:off x="7873071" y="2058033"/>
                  <a:ext cx="231830" cy="40721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2" name="Straight Connector 2401">
                  <a:extLst>
                    <a:ext uri="{FF2B5EF4-FFF2-40B4-BE49-F238E27FC236}">
                      <a16:creationId xmlns:a16="http://schemas.microsoft.com/office/drawing/2014/main" id="{6C18347C-BDCC-40F7-8AA8-B660C6288D7F}"/>
                    </a:ext>
                  </a:extLst>
                </p:cNvPr>
                <p:cNvCxnSpPr>
                  <a:cxnSpLocks/>
                  <a:stCxn id="2419" idx="3"/>
                  <a:endCxn id="2416" idx="0"/>
                </p:cNvCxnSpPr>
                <p:nvPr/>
              </p:nvCxnSpPr>
              <p:spPr>
                <a:xfrm flipV="1">
                  <a:off x="7408365" y="2063894"/>
                  <a:ext cx="884" cy="44963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3" name="Straight Connector 2402">
                  <a:extLst>
                    <a:ext uri="{FF2B5EF4-FFF2-40B4-BE49-F238E27FC236}">
                      <a16:creationId xmlns:a16="http://schemas.microsoft.com/office/drawing/2014/main" id="{9C707ED1-0243-4BE6-A17A-C451FF3BD098}"/>
                    </a:ext>
                  </a:extLst>
                </p:cNvPr>
                <p:cNvCxnSpPr>
                  <a:cxnSpLocks/>
                  <a:stCxn id="2419" idx="4"/>
                  <a:endCxn id="2418" idx="2"/>
                </p:cNvCxnSpPr>
                <p:nvPr/>
              </p:nvCxnSpPr>
              <p:spPr>
                <a:xfrm flipV="1">
                  <a:off x="7702195" y="2457722"/>
                  <a:ext cx="403254" cy="223376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4" name="Straight Connector 2403">
                  <a:extLst>
                    <a:ext uri="{FF2B5EF4-FFF2-40B4-BE49-F238E27FC236}">
                      <a16:creationId xmlns:a16="http://schemas.microsoft.com/office/drawing/2014/main" id="{FC3DE929-6A5B-42C3-BA31-5C14CFD63CD8}"/>
                    </a:ext>
                  </a:extLst>
                </p:cNvPr>
                <p:cNvCxnSpPr>
                  <a:cxnSpLocks/>
                  <a:stCxn id="2419" idx="4"/>
                  <a:endCxn id="2419" idx="3"/>
                </p:cNvCxnSpPr>
                <p:nvPr/>
              </p:nvCxnSpPr>
              <p:spPr>
                <a:xfrm flipH="1" flipV="1">
                  <a:off x="7408365" y="2513527"/>
                  <a:ext cx="293830" cy="16757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5" name="Straight Connector 2404">
                  <a:extLst>
                    <a:ext uri="{FF2B5EF4-FFF2-40B4-BE49-F238E27FC236}">
                      <a16:creationId xmlns:a16="http://schemas.microsoft.com/office/drawing/2014/main" id="{8F11B5E9-F56E-4C39-B10B-68B592133BC9}"/>
                    </a:ext>
                  </a:extLst>
                </p:cNvPr>
                <p:cNvCxnSpPr>
                  <a:cxnSpLocks/>
                  <a:stCxn id="2415" idx="2"/>
                  <a:endCxn id="2415" idx="3"/>
                </p:cNvCxnSpPr>
                <p:nvPr/>
              </p:nvCxnSpPr>
              <p:spPr>
                <a:xfrm flipH="1" flipV="1">
                  <a:off x="6770932" y="2355140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6" name="Straight Connector 2405">
                  <a:extLst>
                    <a:ext uri="{FF2B5EF4-FFF2-40B4-BE49-F238E27FC236}">
                      <a16:creationId xmlns:a16="http://schemas.microsoft.com/office/drawing/2014/main" id="{616FA074-390F-4112-B18D-40D8DF480200}"/>
                    </a:ext>
                  </a:extLst>
                </p:cNvPr>
                <p:cNvCxnSpPr>
                  <a:cxnSpLocks/>
                  <a:stCxn id="2415" idx="0"/>
                  <a:endCxn id="2415" idx="4"/>
                </p:cNvCxnSpPr>
                <p:nvPr/>
              </p:nvCxnSpPr>
              <p:spPr>
                <a:xfrm flipH="1" flipV="1">
                  <a:off x="6939709" y="2062001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7" name="Straight Connector 2406">
                  <a:extLst>
                    <a:ext uri="{FF2B5EF4-FFF2-40B4-BE49-F238E27FC236}">
                      <a16:creationId xmlns:a16="http://schemas.microsoft.com/office/drawing/2014/main" id="{B9517A1C-8BC8-4708-B2F0-3B44CE4C1427}"/>
                    </a:ext>
                  </a:extLst>
                </p:cNvPr>
                <p:cNvCxnSpPr>
                  <a:cxnSpLocks/>
                  <a:stCxn id="2415" idx="3"/>
                  <a:endCxn id="2415" idx="4"/>
                </p:cNvCxnSpPr>
                <p:nvPr/>
              </p:nvCxnSpPr>
              <p:spPr>
                <a:xfrm flipV="1">
                  <a:off x="6770932" y="2062001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8" name="Straight Connector 2407">
                  <a:extLst>
                    <a:ext uri="{FF2B5EF4-FFF2-40B4-BE49-F238E27FC236}">
                      <a16:creationId xmlns:a16="http://schemas.microsoft.com/office/drawing/2014/main" id="{7DA4A351-B7E5-4DF3-9392-A656626120D2}"/>
                    </a:ext>
                  </a:extLst>
                </p:cNvPr>
                <p:cNvCxnSpPr>
                  <a:cxnSpLocks/>
                  <a:stCxn id="2419" idx="2"/>
                  <a:endCxn id="2415" idx="1"/>
                </p:cNvCxnSpPr>
                <p:nvPr/>
              </p:nvCxnSpPr>
              <p:spPr>
                <a:xfrm flipV="1">
                  <a:off x="7006625" y="2527697"/>
                  <a:ext cx="407615" cy="22262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9" name="Straight Connector 2408">
                  <a:extLst>
                    <a:ext uri="{FF2B5EF4-FFF2-40B4-BE49-F238E27FC236}">
                      <a16:creationId xmlns:a16="http://schemas.microsoft.com/office/drawing/2014/main" id="{D1744D24-B3E4-4D15-815D-E9361C28FA5E}"/>
                    </a:ext>
                  </a:extLst>
                </p:cNvPr>
                <p:cNvCxnSpPr>
                  <a:cxnSpLocks/>
                  <a:stCxn id="2418" idx="2"/>
                  <a:endCxn id="2418" idx="3"/>
                </p:cNvCxnSpPr>
                <p:nvPr/>
              </p:nvCxnSpPr>
              <p:spPr>
                <a:xfrm>
                  <a:off x="8105449" y="2457722"/>
                  <a:ext cx="235145" cy="402710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0" name="Straight Connector 2409">
                  <a:extLst>
                    <a:ext uri="{FF2B5EF4-FFF2-40B4-BE49-F238E27FC236}">
                      <a16:creationId xmlns:a16="http://schemas.microsoft.com/office/drawing/2014/main" id="{FEABEA88-8D7A-48A1-AFC6-5D48F14E2E12}"/>
                    </a:ext>
                  </a:extLst>
                </p:cNvPr>
                <p:cNvCxnSpPr>
                  <a:cxnSpLocks/>
                  <a:stCxn id="2418" idx="1"/>
                  <a:endCxn id="2419" idx="0"/>
                </p:cNvCxnSpPr>
                <p:nvPr/>
              </p:nvCxnSpPr>
              <p:spPr>
                <a:xfrm>
                  <a:off x="7697286" y="2687875"/>
                  <a:ext cx="4991" cy="463803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1" name="Straight Connector 2410">
                  <a:extLst>
                    <a:ext uri="{FF2B5EF4-FFF2-40B4-BE49-F238E27FC236}">
                      <a16:creationId xmlns:a16="http://schemas.microsoft.com/office/drawing/2014/main" id="{DB3823E6-4CD2-453A-92A6-5B1BE9C7878E}"/>
                    </a:ext>
                  </a:extLst>
                </p:cNvPr>
                <p:cNvCxnSpPr>
                  <a:cxnSpLocks/>
                  <a:stCxn id="2418" idx="3"/>
                  <a:endCxn id="2418" idx="4"/>
                </p:cNvCxnSpPr>
                <p:nvPr/>
              </p:nvCxnSpPr>
              <p:spPr>
                <a:xfrm flipH="1">
                  <a:off x="8171817" y="2860432"/>
                  <a:ext cx="168777" cy="29313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2" name="Straight Connector 2411">
                  <a:extLst>
                    <a:ext uri="{FF2B5EF4-FFF2-40B4-BE49-F238E27FC236}">
                      <a16:creationId xmlns:a16="http://schemas.microsoft.com/office/drawing/2014/main" id="{A7582E4C-B6F4-4F6F-B808-AD7CA416E666}"/>
                    </a:ext>
                  </a:extLst>
                </p:cNvPr>
                <p:cNvCxnSpPr>
                  <a:cxnSpLocks/>
                  <a:stCxn id="2418" idx="4"/>
                  <a:endCxn id="2418" idx="0"/>
                </p:cNvCxnSpPr>
                <p:nvPr/>
              </p:nvCxnSpPr>
              <p:spPr>
                <a:xfrm flipH="1" flipV="1">
                  <a:off x="7701240" y="3151717"/>
                  <a:ext cx="470577" cy="1854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3" name="Straight Connector 2412">
                  <a:extLst>
                    <a:ext uri="{FF2B5EF4-FFF2-40B4-BE49-F238E27FC236}">
                      <a16:creationId xmlns:a16="http://schemas.microsoft.com/office/drawing/2014/main" id="{853A2D8E-B6A6-4F82-86E0-DE41BB0DD2BC}"/>
                    </a:ext>
                  </a:extLst>
                </p:cNvPr>
                <p:cNvCxnSpPr>
                  <a:cxnSpLocks/>
                  <a:stCxn id="2419" idx="1"/>
                  <a:endCxn id="2415" idx="2"/>
                </p:cNvCxnSpPr>
                <p:nvPr/>
              </p:nvCxnSpPr>
              <p:spPr>
                <a:xfrm flipH="1" flipV="1">
                  <a:off x="7006077" y="2757850"/>
                  <a:ext cx="232378" cy="399689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4" name="Straight Connector 2413">
                  <a:extLst>
                    <a:ext uri="{FF2B5EF4-FFF2-40B4-BE49-F238E27FC236}">
                      <a16:creationId xmlns:a16="http://schemas.microsoft.com/office/drawing/2014/main" id="{B99E8663-9BA7-464F-BC9D-82A23DB7950B}"/>
                    </a:ext>
                  </a:extLst>
                </p:cNvPr>
                <p:cNvCxnSpPr>
                  <a:cxnSpLocks/>
                  <a:stCxn id="2419" idx="0"/>
                  <a:endCxn id="2419" idx="1"/>
                </p:cNvCxnSpPr>
                <p:nvPr/>
              </p:nvCxnSpPr>
              <p:spPr>
                <a:xfrm flipH="1">
                  <a:off x="7238455" y="3151678"/>
                  <a:ext cx="463822" cy="5861"/>
                </a:xfrm>
                <a:prstGeom prst="line">
                  <a:avLst/>
                </a:prstGeom>
                <a:ln w="5715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014527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A792A-56E6-4B80-B623-9975EC36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205B-EF7A-4875-9421-15188EF7E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1AC83D-B750-4C63-B254-43B65A2E1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0" y="199891"/>
            <a:ext cx="6013759" cy="5213618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4CADEFE2-FFC4-415B-AF6B-12CFD7E352F9}"/>
              </a:ext>
            </a:extLst>
          </p:cNvPr>
          <p:cNvGrpSpPr/>
          <p:nvPr/>
        </p:nvGrpSpPr>
        <p:grpSpPr>
          <a:xfrm>
            <a:off x="1148998" y="824821"/>
            <a:ext cx="4351722" cy="4302060"/>
            <a:chOff x="1964777" y="662261"/>
            <a:chExt cx="4351722" cy="43020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ABABB3-0841-43D4-BF88-4F1B10602C34}"/>
                </a:ext>
              </a:extLst>
            </p:cNvPr>
            <p:cNvGrpSpPr/>
            <p:nvPr/>
          </p:nvGrpSpPr>
          <p:grpSpPr>
            <a:xfrm>
              <a:off x="1964777" y="1007376"/>
              <a:ext cx="2620570" cy="3956945"/>
              <a:chOff x="1964777" y="1007376"/>
              <a:chExt cx="2620570" cy="395694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E274FCF-18E7-4CB6-8800-FDFF268CA8C3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34C13DF-D986-4B38-8B7A-5092626DD8D8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B756079-D98F-41BC-BB52-CA15E38F936F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919AD784-BDFE-4435-9C0E-9F995F8410DD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43A75EA-7F57-4130-9ABF-21840B232CBE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ECBC450-9136-436E-8F68-E174FA3EFFA6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B18E83D-1A37-40F7-B1E9-40DFF3E240B3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88F1D36-E09D-4B99-98EB-733ADB6C8776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B0997D65-A64B-4C19-8840-F9C5409EFC88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3AC4CC-5F18-421B-9765-1D7A6D0AB3E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4C8F1A0-4757-4502-B5F4-6182DFCA10B9}"/>
                </a:ext>
              </a:extLst>
            </p:cNvPr>
            <p:cNvGrpSpPr/>
            <p:nvPr/>
          </p:nvGrpSpPr>
          <p:grpSpPr>
            <a:xfrm>
              <a:off x="3726409" y="662261"/>
              <a:ext cx="2590090" cy="3956945"/>
              <a:chOff x="1964777" y="1007376"/>
              <a:chExt cx="2590090" cy="395694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E20E274-FB9E-49FE-BB41-90525A6C16C4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A0E2222-D9D6-4B4E-B8C5-0C44248984F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C496B288-A5EF-443F-9E77-3571ED293741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1AEA0D7-ADF4-4BE6-87BA-5CE4202CC290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914A585-5F3F-4877-8B8D-B0646AF51AB4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80CDB487-4289-4BD1-B854-CF131A2CC477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43050" cy="2198861"/>
                <a:chOff x="1964777" y="1007376"/>
                <a:chExt cx="2143050" cy="2198861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A7A0845-633E-45DD-8177-23DBCBD6CF8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3DDAD56-2464-4C9F-A18C-0F0BF8314127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701E81ED-6866-41A5-B2D3-688E725DBF29}"/>
                    </a:ext>
                  </a:extLst>
                </p:cNvPr>
                <p:cNvSpPr/>
                <p:nvPr/>
              </p:nvSpPr>
              <p:spPr>
                <a:xfrm rot="19853748">
                  <a:off x="3043958" y="183814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4D11858-F1F4-4B5E-9A50-1AFE519D004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C78CDE42-D860-4850-AEC0-301173BDB90B}"/>
              </a:ext>
            </a:extLst>
          </p:cNvPr>
          <p:cNvSpPr/>
          <p:nvPr/>
        </p:nvSpPr>
        <p:spPr>
          <a:xfrm>
            <a:off x="7487920" y="1190466"/>
            <a:ext cx="213360" cy="1672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F8F099D-6FED-40FA-A02D-A6ECE2551B4F}"/>
              </a:ext>
            </a:extLst>
          </p:cNvPr>
          <p:cNvSpPr/>
          <p:nvPr/>
        </p:nvSpPr>
        <p:spPr>
          <a:xfrm>
            <a:off x="3990376" y="1017087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E4EE2FA-9B8D-44C8-8320-BA18462DBCFB}"/>
              </a:ext>
            </a:extLst>
          </p:cNvPr>
          <p:cNvSpPr/>
          <p:nvPr/>
        </p:nvSpPr>
        <p:spPr>
          <a:xfrm>
            <a:off x="3340099" y="206188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114C16E-31EF-4D47-A3B4-38361888866C}"/>
              </a:ext>
            </a:extLst>
          </p:cNvPr>
          <p:cNvSpPr/>
          <p:nvPr/>
        </p:nvSpPr>
        <p:spPr>
          <a:xfrm>
            <a:off x="5092484" y="3649812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52A7645-BF20-41B3-BF60-742ED5CD9084}"/>
              </a:ext>
            </a:extLst>
          </p:cNvPr>
          <p:cNvSpPr/>
          <p:nvPr/>
        </p:nvSpPr>
        <p:spPr>
          <a:xfrm>
            <a:off x="3945536" y="3046089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EBC1C31-7EA2-4A13-8DBC-DE50FCCA7B39}"/>
              </a:ext>
            </a:extLst>
          </p:cNvPr>
          <p:cNvSpPr/>
          <p:nvPr/>
        </p:nvSpPr>
        <p:spPr>
          <a:xfrm>
            <a:off x="3075022" y="3673443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87914A2-BC48-4977-BD49-87EA3CAC9222}"/>
              </a:ext>
            </a:extLst>
          </p:cNvPr>
          <p:cNvSpPr/>
          <p:nvPr/>
        </p:nvSpPr>
        <p:spPr>
          <a:xfrm>
            <a:off x="2476462" y="474165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096995D-84A2-4934-9A5C-04DB7E82D4E0}"/>
              </a:ext>
            </a:extLst>
          </p:cNvPr>
          <p:cNvSpPr/>
          <p:nvPr/>
        </p:nvSpPr>
        <p:spPr>
          <a:xfrm>
            <a:off x="2448242" y="276059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54EA19E-B360-4BE3-802C-619307A16918}"/>
              </a:ext>
            </a:extLst>
          </p:cNvPr>
          <p:cNvSpPr/>
          <p:nvPr/>
        </p:nvSpPr>
        <p:spPr>
          <a:xfrm>
            <a:off x="1286647" y="170663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398AFF57-FA5D-4BA1-84A3-11B29714274A}"/>
              </a:ext>
            </a:extLst>
          </p:cNvPr>
          <p:cNvGrpSpPr/>
          <p:nvPr/>
        </p:nvGrpSpPr>
        <p:grpSpPr>
          <a:xfrm>
            <a:off x="3378953" y="724785"/>
            <a:ext cx="5469416" cy="5477043"/>
            <a:chOff x="3378953" y="724785"/>
            <a:chExt cx="5469416" cy="5477043"/>
          </a:xfrm>
        </p:grpSpPr>
        <p:grpSp>
          <p:nvGrpSpPr>
            <p:cNvPr id="432" name="Group 431">
              <a:extLst>
                <a:ext uri="{FF2B5EF4-FFF2-40B4-BE49-F238E27FC236}">
                  <a16:creationId xmlns:a16="http://schemas.microsoft.com/office/drawing/2014/main" id="{76E7FA20-A568-42F7-9740-D1E335713BA3}"/>
                </a:ext>
              </a:extLst>
            </p:cNvPr>
            <p:cNvGrpSpPr/>
            <p:nvPr/>
          </p:nvGrpSpPr>
          <p:grpSpPr>
            <a:xfrm>
              <a:off x="3378953" y="936637"/>
              <a:ext cx="5469416" cy="5078738"/>
              <a:chOff x="3378953" y="936637"/>
              <a:chExt cx="5469416" cy="5078738"/>
            </a:xfrm>
          </p:grpSpPr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87D3A0D6-B1D6-45F5-AC0E-00843C0DD1D4}"/>
                  </a:ext>
                </a:extLst>
              </p:cNvPr>
              <p:cNvSpPr/>
              <p:nvPr/>
            </p:nvSpPr>
            <p:spPr>
              <a:xfrm rot="5400000" flipH="1">
                <a:off x="5724507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62BFF67A-C301-4F49-8127-77FDFAF6D2E4}"/>
                  </a:ext>
                </a:extLst>
              </p:cNvPr>
              <p:cNvSpPr/>
              <p:nvPr/>
            </p:nvSpPr>
            <p:spPr>
              <a:xfrm rot="5400000" flipH="1">
                <a:off x="6440283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711DB182-C9FD-439D-B444-9109A9E81AD7}"/>
                  </a:ext>
                </a:extLst>
              </p:cNvPr>
              <p:cNvSpPr/>
              <p:nvPr/>
            </p:nvSpPr>
            <p:spPr>
              <a:xfrm rot="5400000" flipH="1">
                <a:off x="5724507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0839F7E5-99D1-4D72-B329-6EF1EC368F11}"/>
                  </a:ext>
                </a:extLst>
              </p:cNvPr>
              <p:cNvSpPr/>
              <p:nvPr/>
            </p:nvSpPr>
            <p:spPr>
              <a:xfrm rot="5400000" flipH="1">
                <a:off x="6440283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C9F4D4C4-AA7D-4C6B-A8CB-81C02F888C39}"/>
                  </a:ext>
                </a:extLst>
              </p:cNvPr>
              <p:cNvSpPr/>
              <p:nvPr/>
            </p:nvSpPr>
            <p:spPr>
              <a:xfrm rot="5400000" flipH="1">
                <a:off x="7154209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FAA103E4-63F3-467C-8EC8-6B51EF9FBE8A}"/>
                  </a:ext>
                </a:extLst>
              </p:cNvPr>
              <p:cNvSpPr/>
              <p:nvPr/>
            </p:nvSpPr>
            <p:spPr>
              <a:xfrm rot="5400000" flipH="1">
                <a:off x="786998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EC837E74-FDB1-4473-9462-D7C0BFE252A5}"/>
                  </a:ext>
                </a:extLst>
              </p:cNvPr>
              <p:cNvSpPr/>
              <p:nvPr/>
            </p:nvSpPr>
            <p:spPr>
              <a:xfrm rot="5400000" flipH="1">
                <a:off x="7154209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30B44F4C-2F68-47A7-A733-C9E010F2FC47}"/>
                  </a:ext>
                </a:extLst>
              </p:cNvPr>
              <p:cNvSpPr/>
              <p:nvPr/>
            </p:nvSpPr>
            <p:spPr>
              <a:xfrm rot="5400000" flipH="1">
                <a:off x="786998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1BD86571-3065-4B12-AE33-805F0B3FBE47}"/>
                  </a:ext>
                </a:extLst>
              </p:cNvPr>
              <p:cNvSpPr/>
              <p:nvPr/>
            </p:nvSpPr>
            <p:spPr>
              <a:xfrm rot="5400000" flipH="1">
                <a:off x="8593299" y="217196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F1307622-2A00-44F9-B9E4-BEAAA761E386}"/>
                  </a:ext>
                </a:extLst>
              </p:cNvPr>
              <p:cNvSpPr/>
              <p:nvPr/>
            </p:nvSpPr>
            <p:spPr>
              <a:xfrm rot="5400000" flipH="1">
                <a:off x="357810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2E98B051-BB71-4A7D-9CEA-AAA8D721F336}"/>
                  </a:ext>
                </a:extLst>
              </p:cNvPr>
              <p:cNvSpPr/>
              <p:nvPr/>
            </p:nvSpPr>
            <p:spPr>
              <a:xfrm rot="5400000" flipH="1">
                <a:off x="8593299" y="73748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CBE05ABD-3226-4FAB-AE28-5317C986910B}"/>
                  </a:ext>
                </a:extLst>
              </p:cNvPr>
              <p:cNvSpPr/>
              <p:nvPr/>
            </p:nvSpPr>
            <p:spPr>
              <a:xfrm rot="5400000" flipH="1">
                <a:off x="357810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08036B70-3A84-4626-B780-F475BEAF5C98}"/>
                  </a:ext>
                </a:extLst>
              </p:cNvPr>
              <p:cNvSpPr/>
              <p:nvPr/>
            </p:nvSpPr>
            <p:spPr>
              <a:xfrm rot="5400000" flipH="1">
                <a:off x="4292031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731C14ED-DE1A-4244-8536-B58460779943}"/>
                  </a:ext>
                </a:extLst>
              </p:cNvPr>
              <p:cNvSpPr/>
              <p:nvPr/>
            </p:nvSpPr>
            <p:spPr>
              <a:xfrm rot="5400000" flipH="1">
                <a:off x="5007807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9367E0F3-6893-46B0-BEB2-9B44C3388471}"/>
                  </a:ext>
                </a:extLst>
              </p:cNvPr>
              <p:cNvSpPr/>
              <p:nvPr/>
            </p:nvSpPr>
            <p:spPr>
              <a:xfrm rot="5400000" flipH="1">
                <a:off x="4292031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3C221D3E-E66D-4364-AA94-E141C611D1C8}"/>
                  </a:ext>
                </a:extLst>
              </p:cNvPr>
              <p:cNvSpPr/>
              <p:nvPr/>
            </p:nvSpPr>
            <p:spPr>
              <a:xfrm rot="5400000" flipH="1">
                <a:off x="5007807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32DFCC6B-7245-4335-A797-41E32C6DD252}"/>
                  </a:ext>
                </a:extLst>
              </p:cNvPr>
              <p:cNvSpPr/>
              <p:nvPr/>
            </p:nvSpPr>
            <p:spPr>
              <a:xfrm rot="5400000" flipH="1">
                <a:off x="5724507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448E5FDB-BCAC-45F4-9109-94B095F6B93E}"/>
                  </a:ext>
                </a:extLst>
              </p:cNvPr>
              <p:cNvSpPr/>
              <p:nvPr/>
            </p:nvSpPr>
            <p:spPr>
              <a:xfrm rot="5400000" flipH="1">
                <a:off x="6440283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EF264BAA-CCED-4837-B1C2-357068152426}"/>
                  </a:ext>
                </a:extLst>
              </p:cNvPr>
              <p:cNvSpPr/>
              <p:nvPr/>
            </p:nvSpPr>
            <p:spPr>
              <a:xfrm rot="5400000" flipH="1">
                <a:off x="5724507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34D2A85-BF02-4B22-A998-C520AC0F783D}"/>
                  </a:ext>
                </a:extLst>
              </p:cNvPr>
              <p:cNvSpPr/>
              <p:nvPr/>
            </p:nvSpPr>
            <p:spPr>
              <a:xfrm rot="5400000" flipH="1">
                <a:off x="6440283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9D045FDE-2169-4CB6-9765-65D280375078}"/>
                  </a:ext>
                </a:extLst>
              </p:cNvPr>
              <p:cNvSpPr/>
              <p:nvPr/>
            </p:nvSpPr>
            <p:spPr>
              <a:xfrm rot="5400000" flipH="1">
                <a:off x="7154209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C5B1A8FF-B2A8-47FC-98B3-1A789C32D64A}"/>
                  </a:ext>
                </a:extLst>
              </p:cNvPr>
              <p:cNvSpPr/>
              <p:nvPr/>
            </p:nvSpPr>
            <p:spPr>
              <a:xfrm rot="5400000" flipH="1">
                <a:off x="786998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5F5A0801-517C-4B1F-94E7-A8B015139E2F}"/>
                  </a:ext>
                </a:extLst>
              </p:cNvPr>
              <p:cNvSpPr/>
              <p:nvPr/>
            </p:nvSpPr>
            <p:spPr>
              <a:xfrm rot="5400000" flipH="1">
                <a:off x="7154209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37EB1D4F-6297-4CE3-97A1-CC42BFB1135B}"/>
                  </a:ext>
                </a:extLst>
              </p:cNvPr>
              <p:cNvSpPr/>
              <p:nvPr/>
            </p:nvSpPr>
            <p:spPr>
              <a:xfrm rot="5400000" flipH="1">
                <a:off x="786998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BB62A068-F9BD-42C7-B3FA-88F5BB954049}"/>
                  </a:ext>
                </a:extLst>
              </p:cNvPr>
              <p:cNvSpPr/>
              <p:nvPr/>
            </p:nvSpPr>
            <p:spPr>
              <a:xfrm rot="5400000" flipH="1">
                <a:off x="8593299" y="5042462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D72E4174-3747-47EF-A161-6A1B8EF65E13}"/>
                  </a:ext>
                </a:extLst>
              </p:cNvPr>
              <p:cNvSpPr/>
              <p:nvPr/>
            </p:nvSpPr>
            <p:spPr>
              <a:xfrm rot="5400000" flipH="1">
                <a:off x="357810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1CC5CC88-C9F9-4B50-896B-A43CC23E9B1E}"/>
                  </a:ext>
                </a:extLst>
              </p:cNvPr>
              <p:cNvSpPr/>
              <p:nvPr/>
            </p:nvSpPr>
            <p:spPr>
              <a:xfrm rot="5400000" flipH="1">
                <a:off x="8593299" y="360798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D9DB1086-A9D1-4BC0-B50D-3EC1307BE9B4}"/>
                  </a:ext>
                </a:extLst>
              </p:cNvPr>
              <p:cNvSpPr/>
              <p:nvPr/>
            </p:nvSpPr>
            <p:spPr>
              <a:xfrm rot="5400000" flipH="1">
                <a:off x="357810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86FF0B8F-2643-4916-958E-06674ECFBB06}"/>
                  </a:ext>
                </a:extLst>
              </p:cNvPr>
              <p:cNvSpPr/>
              <p:nvPr/>
            </p:nvSpPr>
            <p:spPr>
              <a:xfrm rot="5400000" flipH="1">
                <a:off x="4292031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55A8C2A7-7D76-4DC8-B6AD-D59941CD1D23}"/>
                  </a:ext>
                </a:extLst>
              </p:cNvPr>
              <p:cNvSpPr/>
              <p:nvPr/>
            </p:nvSpPr>
            <p:spPr>
              <a:xfrm rot="5400000" flipH="1">
                <a:off x="5007807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6DF39130-A98E-45B9-99D8-678E0B25A9C0}"/>
                  </a:ext>
                </a:extLst>
              </p:cNvPr>
              <p:cNvSpPr/>
              <p:nvPr/>
            </p:nvSpPr>
            <p:spPr>
              <a:xfrm rot="5400000" flipH="1">
                <a:off x="4292031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0663CF6E-CC4C-43A2-BE7C-C2F13C6197A0}"/>
                  </a:ext>
                </a:extLst>
              </p:cNvPr>
              <p:cNvSpPr/>
              <p:nvPr/>
            </p:nvSpPr>
            <p:spPr>
              <a:xfrm rot="5400000" flipH="1">
                <a:off x="5007807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AE6EAA3C-9E61-4CC9-933A-504CFBE44C23}"/>
                </a:ext>
              </a:extLst>
            </p:cNvPr>
            <p:cNvGrpSpPr/>
            <p:nvPr/>
          </p:nvGrpSpPr>
          <p:grpSpPr>
            <a:xfrm>
              <a:off x="3564095" y="724785"/>
              <a:ext cx="5063573" cy="5477043"/>
              <a:chOff x="3257982" y="677334"/>
              <a:chExt cx="5857758" cy="6336079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A4F1C76-B9A3-4DD2-8075-459C3E435D28}"/>
                  </a:ext>
                </a:extLst>
              </p:cNvPr>
              <p:cNvSpPr/>
              <p:nvPr/>
            </p:nvSpPr>
            <p:spPr>
              <a:xfrm flipH="1">
                <a:off x="656907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ED64E01-2A20-4B2D-8641-6BF24C2E3F36}"/>
                  </a:ext>
                </a:extLst>
              </p:cNvPr>
              <p:cNvSpPr/>
              <p:nvPr/>
            </p:nvSpPr>
            <p:spPr>
              <a:xfrm flipH="1">
                <a:off x="739711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C9C35B6-95A1-4FD5-BF90-0E0F8831AA35}"/>
                  </a:ext>
                </a:extLst>
              </p:cNvPr>
              <p:cNvSpPr/>
              <p:nvPr/>
            </p:nvSpPr>
            <p:spPr>
              <a:xfrm flipH="1">
                <a:off x="656907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402B6D5-B022-4FDA-8AB6-E85F5A227302}"/>
                  </a:ext>
                </a:extLst>
              </p:cNvPr>
              <p:cNvSpPr/>
              <p:nvPr/>
            </p:nvSpPr>
            <p:spPr>
              <a:xfrm flipH="1">
                <a:off x="739711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60D8474-F6B5-4F63-BC6B-1E5B4A9FE6D8}"/>
                  </a:ext>
                </a:extLst>
              </p:cNvPr>
              <p:cNvSpPr/>
              <p:nvPr/>
            </p:nvSpPr>
            <p:spPr>
              <a:xfrm flipH="1">
                <a:off x="822301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9F80FC3-1E74-43F2-95B8-0E59307B9C33}"/>
                  </a:ext>
                </a:extLst>
              </p:cNvPr>
              <p:cNvSpPr/>
              <p:nvPr/>
            </p:nvSpPr>
            <p:spPr>
              <a:xfrm flipH="1">
                <a:off x="905105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4C866B0-57EB-4D5F-8174-38504FBB441C}"/>
                  </a:ext>
                </a:extLst>
              </p:cNvPr>
              <p:cNvSpPr/>
              <p:nvPr/>
            </p:nvSpPr>
            <p:spPr>
              <a:xfrm flipH="1">
                <a:off x="822301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39A4ACE-12D5-416A-A430-7C946FE626EE}"/>
                  </a:ext>
                </a:extLst>
              </p:cNvPr>
              <p:cNvSpPr/>
              <p:nvPr/>
            </p:nvSpPr>
            <p:spPr>
              <a:xfrm flipH="1">
                <a:off x="905105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0C01F9B-3841-4A76-912E-1586757A40C2}"/>
                  </a:ext>
                </a:extLst>
              </p:cNvPr>
              <p:cNvSpPr/>
              <p:nvPr/>
            </p:nvSpPr>
            <p:spPr>
              <a:xfrm flipH="1">
                <a:off x="325798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9ED74D76-F48B-40CF-9FF5-51C7287BEF37}"/>
                  </a:ext>
                </a:extLst>
              </p:cNvPr>
              <p:cNvSpPr/>
              <p:nvPr/>
            </p:nvSpPr>
            <p:spPr>
              <a:xfrm flipH="1">
                <a:off x="408602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926F0D0-5B25-455B-A550-819BAD2A7C8A}"/>
                  </a:ext>
                </a:extLst>
              </p:cNvPr>
              <p:cNvSpPr/>
              <p:nvPr/>
            </p:nvSpPr>
            <p:spPr>
              <a:xfrm flipH="1">
                <a:off x="325798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34C1894-149D-4729-A4DC-40DB6F7BBFF5}"/>
                  </a:ext>
                </a:extLst>
              </p:cNvPr>
              <p:cNvSpPr/>
              <p:nvPr/>
            </p:nvSpPr>
            <p:spPr>
              <a:xfrm flipH="1">
                <a:off x="408602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CAD5FE5C-3BD4-4F90-9F4C-FE72FF483ADB}"/>
                  </a:ext>
                </a:extLst>
              </p:cNvPr>
              <p:cNvSpPr/>
              <p:nvPr/>
            </p:nvSpPr>
            <p:spPr>
              <a:xfrm flipH="1">
                <a:off x="491192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1FF33DA0-FE54-4C67-9D52-28E43C52B42F}"/>
                  </a:ext>
                </a:extLst>
              </p:cNvPr>
              <p:cNvSpPr/>
              <p:nvPr/>
            </p:nvSpPr>
            <p:spPr>
              <a:xfrm flipH="1">
                <a:off x="573996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6C452F3B-FC6D-43F3-9494-92063A9B97D7}"/>
                  </a:ext>
                </a:extLst>
              </p:cNvPr>
              <p:cNvSpPr/>
              <p:nvPr/>
            </p:nvSpPr>
            <p:spPr>
              <a:xfrm flipH="1">
                <a:off x="491192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AD1E58C-EF57-4063-A3F0-9B5C7D1E86D2}"/>
                  </a:ext>
                </a:extLst>
              </p:cNvPr>
              <p:cNvSpPr/>
              <p:nvPr/>
            </p:nvSpPr>
            <p:spPr>
              <a:xfrm flipH="1">
                <a:off x="573996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6A41F72-317E-4F3C-906F-752CA9CFAE6F}"/>
                  </a:ext>
                </a:extLst>
              </p:cNvPr>
              <p:cNvSpPr/>
              <p:nvPr/>
            </p:nvSpPr>
            <p:spPr>
              <a:xfrm flipH="1">
                <a:off x="656907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A2B0B53-4800-4CB2-8ACA-3A7A20D653C9}"/>
                  </a:ext>
                </a:extLst>
              </p:cNvPr>
              <p:cNvSpPr/>
              <p:nvPr/>
            </p:nvSpPr>
            <p:spPr>
              <a:xfrm flipH="1">
                <a:off x="739711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55D7FCB-7D8D-4357-918B-160EF6B2047F}"/>
                  </a:ext>
                </a:extLst>
              </p:cNvPr>
              <p:cNvSpPr/>
              <p:nvPr/>
            </p:nvSpPr>
            <p:spPr>
              <a:xfrm flipH="1">
                <a:off x="656907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A4023E6-F475-4C09-A150-EE32BB26CFD6}"/>
                  </a:ext>
                </a:extLst>
              </p:cNvPr>
              <p:cNvSpPr/>
              <p:nvPr/>
            </p:nvSpPr>
            <p:spPr>
              <a:xfrm flipH="1">
                <a:off x="739711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5BC7C3F-0899-47AF-9D40-B67A85DA2DC0}"/>
                  </a:ext>
                </a:extLst>
              </p:cNvPr>
              <p:cNvSpPr/>
              <p:nvPr/>
            </p:nvSpPr>
            <p:spPr>
              <a:xfrm flipH="1">
                <a:off x="822301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3EC5F86-EAD6-4ACA-8929-EC97751892BD}"/>
                  </a:ext>
                </a:extLst>
              </p:cNvPr>
              <p:cNvSpPr/>
              <p:nvPr/>
            </p:nvSpPr>
            <p:spPr>
              <a:xfrm flipH="1">
                <a:off x="905105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868C0BF-1E59-4B9F-93A4-7B765806FBC0}"/>
                  </a:ext>
                </a:extLst>
              </p:cNvPr>
              <p:cNvSpPr/>
              <p:nvPr/>
            </p:nvSpPr>
            <p:spPr>
              <a:xfrm flipH="1">
                <a:off x="822301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3243CF3-1DA0-49E5-8A73-BB416EFB4389}"/>
                  </a:ext>
                </a:extLst>
              </p:cNvPr>
              <p:cNvSpPr/>
              <p:nvPr/>
            </p:nvSpPr>
            <p:spPr>
              <a:xfrm flipH="1">
                <a:off x="905105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9CEBEF50-1F51-43D7-A9FF-DB2CF60B3C37}"/>
                  </a:ext>
                </a:extLst>
              </p:cNvPr>
              <p:cNvSpPr/>
              <p:nvPr/>
            </p:nvSpPr>
            <p:spPr>
              <a:xfrm flipH="1">
                <a:off x="325798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000E8D3-5CBF-4E17-BFDF-6885406C2A61}"/>
                  </a:ext>
                </a:extLst>
              </p:cNvPr>
              <p:cNvSpPr/>
              <p:nvPr/>
            </p:nvSpPr>
            <p:spPr>
              <a:xfrm flipH="1">
                <a:off x="408602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F2ACA87D-A714-454D-A84A-548ED625EDA1}"/>
                  </a:ext>
                </a:extLst>
              </p:cNvPr>
              <p:cNvSpPr/>
              <p:nvPr/>
            </p:nvSpPr>
            <p:spPr>
              <a:xfrm flipH="1">
                <a:off x="325798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FA7B6E44-3282-432E-9F58-65DD9E0E7EAD}"/>
                  </a:ext>
                </a:extLst>
              </p:cNvPr>
              <p:cNvSpPr/>
              <p:nvPr/>
            </p:nvSpPr>
            <p:spPr>
              <a:xfrm flipH="1">
                <a:off x="408602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DE8FBDC4-713D-476D-A91F-53B9ED069990}"/>
                  </a:ext>
                </a:extLst>
              </p:cNvPr>
              <p:cNvSpPr/>
              <p:nvPr/>
            </p:nvSpPr>
            <p:spPr>
              <a:xfrm flipH="1">
                <a:off x="491192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BF6C95FB-CC5F-4B01-BB7F-2E4A03D7D214}"/>
                  </a:ext>
                </a:extLst>
              </p:cNvPr>
              <p:cNvSpPr/>
              <p:nvPr/>
            </p:nvSpPr>
            <p:spPr>
              <a:xfrm flipH="1">
                <a:off x="573996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57878ABF-5AF1-4791-B576-12FC2F4263C9}"/>
                  </a:ext>
                </a:extLst>
              </p:cNvPr>
              <p:cNvSpPr/>
              <p:nvPr/>
            </p:nvSpPr>
            <p:spPr>
              <a:xfrm flipH="1">
                <a:off x="491192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E92D07D7-6AD3-4000-ADF0-76C075A9D60B}"/>
                  </a:ext>
                </a:extLst>
              </p:cNvPr>
              <p:cNvSpPr/>
              <p:nvPr/>
            </p:nvSpPr>
            <p:spPr>
              <a:xfrm flipH="1">
                <a:off x="573996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9FD2C141-8FAC-45AD-A063-C4BFC8F9F432}"/>
              </a:ext>
            </a:extLst>
          </p:cNvPr>
          <p:cNvGrpSpPr/>
          <p:nvPr/>
        </p:nvGrpSpPr>
        <p:grpSpPr>
          <a:xfrm>
            <a:off x="3089084" y="257947"/>
            <a:ext cx="6014276" cy="6423370"/>
            <a:chOff x="2708296" y="134076"/>
            <a:chExt cx="6957574" cy="7430833"/>
          </a:xfrm>
          <a:solidFill>
            <a:schemeClr val="bg1"/>
          </a:solidFill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ED0DB6-E617-4CAB-B6B1-EF50BD25E422}"/>
                </a:ext>
              </a:extLst>
            </p:cNvPr>
            <p:cNvGrpSpPr/>
            <p:nvPr/>
          </p:nvGrpSpPr>
          <p:grpSpPr>
            <a:xfrm>
              <a:off x="601938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" name="Pentagon 5">
                <a:extLst>
                  <a:ext uri="{FF2B5EF4-FFF2-40B4-BE49-F238E27FC236}">
                    <a16:creationId xmlns:a16="http://schemas.microsoft.com/office/drawing/2014/main" id="{A1949E36-8640-4416-9137-CAD216A3920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Pentagon 5">
                <a:extLst>
                  <a:ext uri="{FF2B5EF4-FFF2-40B4-BE49-F238E27FC236}">
                    <a16:creationId xmlns:a16="http://schemas.microsoft.com/office/drawing/2014/main" id="{731531F6-DED2-48C5-B700-AB2E833D943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Pentagon 5">
                <a:extLst>
                  <a:ext uri="{FF2B5EF4-FFF2-40B4-BE49-F238E27FC236}">
                    <a16:creationId xmlns:a16="http://schemas.microsoft.com/office/drawing/2014/main" id="{14500D52-F1FE-489E-8651-236ABCC2B4F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Pentagon 5">
                <a:extLst>
                  <a:ext uri="{FF2B5EF4-FFF2-40B4-BE49-F238E27FC236}">
                    <a16:creationId xmlns:a16="http://schemas.microsoft.com/office/drawing/2014/main" id="{BF229E65-242B-45DD-B5D1-1E7AA4B28AD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E923799-685B-4AC6-9649-4B1E586EB202}"/>
                </a:ext>
              </a:extLst>
            </p:cNvPr>
            <p:cNvGrpSpPr/>
            <p:nvPr/>
          </p:nvGrpSpPr>
          <p:grpSpPr>
            <a:xfrm>
              <a:off x="684742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" name="Pentagon 5">
                <a:extLst>
                  <a:ext uri="{FF2B5EF4-FFF2-40B4-BE49-F238E27FC236}">
                    <a16:creationId xmlns:a16="http://schemas.microsoft.com/office/drawing/2014/main" id="{91158786-3D5C-4B8C-8764-C62297350DA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Pentagon 5">
                <a:extLst>
                  <a:ext uri="{FF2B5EF4-FFF2-40B4-BE49-F238E27FC236}">
                    <a16:creationId xmlns:a16="http://schemas.microsoft.com/office/drawing/2014/main" id="{6177388B-1FE7-4BBD-BE8D-BB80B0F8E1E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Pentagon 5">
                <a:extLst>
                  <a:ext uri="{FF2B5EF4-FFF2-40B4-BE49-F238E27FC236}">
                    <a16:creationId xmlns:a16="http://schemas.microsoft.com/office/drawing/2014/main" id="{D210CD39-F575-4913-8DAF-7D5A69C2B0E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Pentagon 5">
                <a:extLst>
                  <a:ext uri="{FF2B5EF4-FFF2-40B4-BE49-F238E27FC236}">
                    <a16:creationId xmlns:a16="http://schemas.microsoft.com/office/drawing/2014/main" id="{06639DD0-AE0B-4741-92D4-C065839D3CD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F685DE-494B-4517-AFAD-33CFBFD1A61A}"/>
                </a:ext>
              </a:extLst>
            </p:cNvPr>
            <p:cNvGrpSpPr/>
            <p:nvPr/>
          </p:nvGrpSpPr>
          <p:grpSpPr>
            <a:xfrm>
              <a:off x="601938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3" name="Pentagon 5">
                <a:extLst>
                  <a:ext uri="{FF2B5EF4-FFF2-40B4-BE49-F238E27FC236}">
                    <a16:creationId xmlns:a16="http://schemas.microsoft.com/office/drawing/2014/main" id="{856FF399-80ED-465F-9EBE-B18A889EBDF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" name="Pentagon 5">
                <a:extLst>
                  <a:ext uri="{FF2B5EF4-FFF2-40B4-BE49-F238E27FC236}">
                    <a16:creationId xmlns:a16="http://schemas.microsoft.com/office/drawing/2014/main" id="{BC5ED290-9CC4-494F-A424-81639BF9291D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Pentagon 5">
                <a:extLst>
                  <a:ext uri="{FF2B5EF4-FFF2-40B4-BE49-F238E27FC236}">
                    <a16:creationId xmlns:a16="http://schemas.microsoft.com/office/drawing/2014/main" id="{98771985-6A8B-4140-9801-1C5DE460A5E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" name="Pentagon 5">
                <a:extLst>
                  <a:ext uri="{FF2B5EF4-FFF2-40B4-BE49-F238E27FC236}">
                    <a16:creationId xmlns:a16="http://schemas.microsoft.com/office/drawing/2014/main" id="{6E00C0C9-D2B3-49BB-BF86-4921C4C27E0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E21F232-7D39-4560-908C-8809AA809594}"/>
                </a:ext>
              </a:extLst>
            </p:cNvPr>
            <p:cNvGrpSpPr/>
            <p:nvPr/>
          </p:nvGrpSpPr>
          <p:grpSpPr>
            <a:xfrm>
              <a:off x="684742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0" name="Pentagon 5">
                <a:extLst>
                  <a:ext uri="{FF2B5EF4-FFF2-40B4-BE49-F238E27FC236}">
                    <a16:creationId xmlns:a16="http://schemas.microsoft.com/office/drawing/2014/main" id="{7CCEEB24-730D-4644-B406-3FBB57833CE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Pentagon 5">
                <a:extLst>
                  <a:ext uri="{FF2B5EF4-FFF2-40B4-BE49-F238E27FC236}">
                    <a16:creationId xmlns:a16="http://schemas.microsoft.com/office/drawing/2014/main" id="{12B242AB-1776-4C7C-A2D2-E2AE6190957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Pentagon 5">
                <a:extLst>
                  <a:ext uri="{FF2B5EF4-FFF2-40B4-BE49-F238E27FC236}">
                    <a16:creationId xmlns:a16="http://schemas.microsoft.com/office/drawing/2014/main" id="{53944C4C-7D43-4EB4-9E61-98282676969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Pentagon 5">
                <a:extLst>
                  <a:ext uri="{FF2B5EF4-FFF2-40B4-BE49-F238E27FC236}">
                    <a16:creationId xmlns:a16="http://schemas.microsoft.com/office/drawing/2014/main" id="{00CC0585-7743-402C-82D1-F6EDC0ABA51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CB59C0-42E0-47CB-83B4-49521746DA7F}"/>
                </a:ext>
              </a:extLst>
            </p:cNvPr>
            <p:cNvGrpSpPr/>
            <p:nvPr/>
          </p:nvGrpSpPr>
          <p:grpSpPr>
            <a:xfrm>
              <a:off x="767332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7" name="Pentagon 5">
                <a:extLst>
                  <a:ext uri="{FF2B5EF4-FFF2-40B4-BE49-F238E27FC236}">
                    <a16:creationId xmlns:a16="http://schemas.microsoft.com/office/drawing/2014/main" id="{8010DEF8-0D03-4CB8-8518-0A79AABCBFF3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Pentagon 5">
                <a:extLst>
                  <a:ext uri="{FF2B5EF4-FFF2-40B4-BE49-F238E27FC236}">
                    <a16:creationId xmlns:a16="http://schemas.microsoft.com/office/drawing/2014/main" id="{EDDE9B89-C3D6-47DF-BF1A-1B64038E01A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Pentagon 5">
                <a:extLst>
                  <a:ext uri="{FF2B5EF4-FFF2-40B4-BE49-F238E27FC236}">
                    <a16:creationId xmlns:a16="http://schemas.microsoft.com/office/drawing/2014/main" id="{784C19FA-C200-482E-AFFC-A192D2499C1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Pentagon 5">
                <a:extLst>
                  <a:ext uri="{FF2B5EF4-FFF2-40B4-BE49-F238E27FC236}">
                    <a16:creationId xmlns:a16="http://schemas.microsoft.com/office/drawing/2014/main" id="{D3012E7D-5B5A-4E46-8EAB-D4220FE10D7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6BEA8F1-2EF3-4A73-B718-C2B94E0409E8}"/>
                </a:ext>
              </a:extLst>
            </p:cNvPr>
            <p:cNvGrpSpPr/>
            <p:nvPr/>
          </p:nvGrpSpPr>
          <p:grpSpPr>
            <a:xfrm>
              <a:off x="850136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44" name="Pentagon 5">
                <a:extLst>
                  <a:ext uri="{FF2B5EF4-FFF2-40B4-BE49-F238E27FC236}">
                    <a16:creationId xmlns:a16="http://schemas.microsoft.com/office/drawing/2014/main" id="{7B99867E-500B-48D7-82F8-906FF228C07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Pentagon 5">
                <a:extLst>
                  <a:ext uri="{FF2B5EF4-FFF2-40B4-BE49-F238E27FC236}">
                    <a16:creationId xmlns:a16="http://schemas.microsoft.com/office/drawing/2014/main" id="{2658D835-6EA8-4349-BDFE-88F78F0CAE2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6" name="Pentagon 5">
                <a:extLst>
                  <a:ext uri="{FF2B5EF4-FFF2-40B4-BE49-F238E27FC236}">
                    <a16:creationId xmlns:a16="http://schemas.microsoft.com/office/drawing/2014/main" id="{45E91910-123A-4E1A-8B6F-EA1D50AC4A1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7" name="Pentagon 5">
                <a:extLst>
                  <a:ext uri="{FF2B5EF4-FFF2-40B4-BE49-F238E27FC236}">
                    <a16:creationId xmlns:a16="http://schemas.microsoft.com/office/drawing/2014/main" id="{7A1B9586-0AAD-4A41-9D09-95B11156D2C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A1B9BE0-C73C-4A1B-8946-64B84B5D2BF5}"/>
                </a:ext>
              </a:extLst>
            </p:cNvPr>
            <p:cNvGrpSpPr/>
            <p:nvPr/>
          </p:nvGrpSpPr>
          <p:grpSpPr>
            <a:xfrm>
              <a:off x="767332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1" name="Pentagon 5">
                <a:extLst>
                  <a:ext uri="{FF2B5EF4-FFF2-40B4-BE49-F238E27FC236}">
                    <a16:creationId xmlns:a16="http://schemas.microsoft.com/office/drawing/2014/main" id="{AD782DB4-74C8-4961-8AEC-0BFECD61BA3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" name="Pentagon 5">
                <a:extLst>
                  <a:ext uri="{FF2B5EF4-FFF2-40B4-BE49-F238E27FC236}">
                    <a16:creationId xmlns:a16="http://schemas.microsoft.com/office/drawing/2014/main" id="{959A38D0-5945-47C6-85F2-1BBB8BF1AD1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Pentagon 5">
                <a:extLst>
                  <a:ext uri="{FF2B5EF4-FFF2-40B4-BE49-F238E27FC236}">
                    <a16:creationId xmlns:a16="http://schemas.microsoft.com/office/drawing/2014/main" id="{929431D8-2D32-4C54-8A3F-107F88479DD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" name="Pentagon 5">
                <a:extLst>
                  <a:ext uri="{FF2B5EF4-FFF2-40B4-BE49-F238E27FC236}">
                    <a16:creationId xmlns:a16="http://schemas.microsoft.com/office/drawing/2014/main" id="{406C9AC0-146A-4A14-87C0-10C5CBA6A04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5C982DC-C0F1-42FE-98C0-051CB6B02428}"/>
                </a:ext>
              </a:extLst>
            </p:cNvPr>
            <p:cNvGrpSpPr/>
            <p:nvPr/>
          </p:nvGrpSpPr>
          <p:grpSpPr>
            <a:xfrm>
              <a:off x="850136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8" name="Pentagon 5">
                <a:extLst>
                  <a:ext uri="{FF2B5EF4-FFF2-40B4-BE49-F238E27FC236}">
                    <a16:creationId xmlns:a16="http://schemas.microsoft.com/office/drawing/2014/main" id="{5A8A8C8F-7AF4-4EC1-B835-0DDDCF7EB9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" name="Pentagon 5">
                <a:extLst>
                  <a:ext uri="{FF2B5EF4-FFF2-40B4-BE49-F238E27FC236}">
                    <a16:creationId xmlns:a16="http://schemas.microsoft.com/office/drawing/2014/main" id="{28429379-C40D-4433-9176-F6BC820B943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" name="Pentagon 5">
                <a:extLst>
                  <a:ext uri="{FF2B5EF4-FFF2-40B4-BE49-F238E27FC236}">
                    <a16:creationId xmlns:a16="http://schemas.microsoft.com/office/drawing/2014/main" id="{A91F428C-0E7D-488B-B0ED-ED0AB5D82E9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Pentagon 5">
                <a:extLst>
                  <a:ext uri="{FF2B5EF4-FFF2-40B4-BE49-F238E27FC236}">
                    <a16:creationId xmlns:a16="http://schemas.microsoft.com/office/drawing/2014/main" id="{75705E84-04D9-498E-81C7-646AB1E7EC4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EFF71AE4-659F-4B4A-A02A-9D49984B8528}"/>
                </a:ext>
              </a:extLst>
            </p:cNvPr>
            <p:cNvGrpSpPr/>
            <p:nvPr/>
          </p:nvGrpSpPr>
          <p:grpSpPr>
            <a:xfrm>
              <a:off x="270829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5" name="Pentagon 5">
                <a:extLst>
                  <a:ext uri="{FF2B5EF4-FFF2-40B4-BE49-F238E27FC236}">
                    <a16:creationId xmlns:a16="http://schemas.microsoft.com/office/drawing/2014/main" id="{6ABB1187-ECEF-4588-BDF7-5A34EA0E485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" name="Pentagon 5">
                <a:extLst>
                  <a:ext uri="{FF2B5EF4-FFF2-40B4-BE49-F238E27FC236}">
                    <a16:creationId xmlns:a16="http://schemas.microsoft.com/office/drawing/2014/main" id="{7C3CAB76-008A-4524-86FA-10723441C35C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Pentagon 5">
                <a:extLst>
                  <a:ext uri="{FF2B5EF4-FFF2-40B4-BE49-F238E27FC236}">
                    <a16:creationId xmlns:a16="http://schemas.microsoft.com/office/drawing/2014/main" id="{26748177-A09D-41C4-9426-5FECC6AD6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" name="Pentagon 5">
                <a:extLst>
                  <a:ext uri="{FF2B5EF4-FFF2-40B4-BE49-F238E27FC236}">
                    <a16:creationId xmlns:a16="http://schemas.microsoft.com/office/drawing/2014/main" id="{77736AA0-CE8E-4909-950F-DBB2644FDBD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8EF99FE-300B-4208-8A73-3E2F28B628BB}"/>
                </a:ext>
              </a:extLst>
            </p:cNvPr>
            <p:cNvGrpSpPr/>
            <p:nvPr/>
          </p:nvGrpSpPr>
          <p:grpSpPr>
            <a:xfrm>
              <a:off x="353633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2" name="Pentagon 5">
                <a:extLst>
                  <a:ext uri="{FF2B5EF4-FFF2-40B4-BE49-F238E27FC236}">
                    <a16:creationId xmlns:a16="http://schemas.microsoft.com/office/drawing/2014/main" id="{B042BE78-7492-4BF8-A247-97CD159F481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3" name="Pentagon 5">
                <a:extLst>
                  <a:ext uri="{FF2B5EF4-FFF2-40B4-BE49-F238E27FC236}">
                    <a16:creationId xmlns:a16="http://schemas.microsoft.com/office/drawing/2014/main" id="{6314DC72-E063-4213-B604-7B6760F3C02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Pentagon 5">
                <a:extLst>
                  <a:ext uri="{FF2B5EF4-FFF2-40B4-BE49-F238E27FC236}">
                    <a16:creationId xmlns:a16="http://schemas.microsoft.com/office/drawing/2014/main" id="{D7BDF2C6-88A1-4C37-8177-BC890364E2E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Pentagon 5">
                <a:extLst>
                  <a:ext uri="{FF2B5EF4-FFF2-40B4-BE49-F238E27FC236}">
                    <a16:creationId xmlns:a16="http://schemas.microsoft.com/office/drawing/2014/main" id="{A3353D1D-8233-474B-AA0A-B48369B5D15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169F13A3-3049-4D0A-AC3E-6F5924D35064}"/>
                </a:ext>
              </a:extLst>
            </p:cNvPr>
            <p:cNvGrpSpPr/>
            <p:nvPr/>
          </p:nvGrpSpPr>
          <p:grpSpPr>
            <a:xfrm>
              <a:off x="270829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9" name="Pentagon 5">
                <a:extLst>
                  <a:ext uri="{FF2B5EF4-FFF2-40B4-BE49-F238E27FC236}">
                    <a16:creationId xmlns:a16="http://schemas.microsoft.com/office/drawing/2014/main" id="{EB458A16-9024-4B7F-A0C4-2A5B446B4582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" name="Pentagon 5">
                <a:extLst>
                  <a:ext uri="{FF2B5EF4-FFF2-40B4-BE49-F238E27FC236}">
                    <a16:creationId xmlns:a16="http://schemas.microsoft.com/office/drawing/2014/main" id="{D79B131A-C453-408F-B5C0-9D7DCA04A82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1" name="Pentagon 5">
                <a:extLst>
                  <a:ext uri="{FF2B5EF4-FFF2-40B4-BE49-F238E27FC236}">
                    <a16:creationId xmlns:a16="http://schemas.microsoft.com/office/drawing/2014/main" id="{3F0859E6-25E3-4484-B662-91B8022C571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2" name="Pentagon 5">
                <a:extLst>
                  <a:ext uri="{FF2B5EF4-FFF2-40B4-BE49-F238E27FC236}">
                    <a16:creationId xmlns:a16="http://schemas.microsoft.com/office/drawing/2014/main" id="{376B893C-584B-46F7-B48A-3E628A2C214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C786C27-FAD3-4018-9A6B-27D771F26B75}"/>
                </a:ext>
              </a:extLst>
            </p:cNvPr>
            <p:cNvGrpSpPr/>
            <p:nvPr/>
          </p:nvGrpSpPr>
          <p:grpSpPr>
            <a:xfrm>
              <a:off x="353633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86" name="Pentagon 5">
                <a:extLst>
                  <a:ext uri="{FF2B5EF4-FFF2-40B4-BE49-F238E27FC236}">
                    <a16:creationId xmlns:a16="http://schemas.microsoft.com/office/drawing/2014/main" id="{0B0950BB-CDF2-4DF7-BF61-67F8E2325AB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Pentagon 5">
                <a:extLst>
                  <a:ext uri="{FF2B5EF4-FFF2-40B4-BE49-F238E27FC236}">
                    <a16:creationId xmlns:a16="http://schemas.microsoft.com/office/drawing/2014/main" id="{351D5256-4B7D-4971-8198-6D2F7C92AF47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Pentagon 5">
                <a:extLst>
                  <a:ext uri="{FF2B5EF4-FFF2-40B4-BE49-F238E27FC236}">
                    <a16:creationId xmlns:a16="http://schemas.microsoft.com/office/drawing/2014/main" id="{2776A0E8-F3A2-42D6-A732-902B83B2289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Pentagon 5">
                <a:extLst>
                  <a:ext uri="{FF2B5EF4-FFF2-40B4-BE49-F238E27FC236}">
                    <a16:creationId xmlns:a16="http://schemas.microsoft.com/office/drawing/2014/main" id="{3B6D9977-6385-42F2-A872-9BD61F5E27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9F5CCF5-AF39-4C65-8438-C495D4B70D9B}"/>
                </a:ext>
              </a:extLst>
            </p:cNvPr>
            <p:cNvGrpSpPr/>
            <p:nvPr/>
          </p:nvGrpSpPr>
          <p:grpSpPr>
            <a:xfrm>
              <a:off x="436223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93" name="Pentagon 5">
                <a:extLst>
                  <a:ext uri="{FF2B5EF4-FFF2-40B4-BE49-F238E27FC236}">
                    <a16:creationId xmlns:a16="http://schemas.microsoft.com/office/drawing/2014/main" id="{97618FB9-4957-4DCA-A2AD-A58086D9C90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Pentagon 5">
                <a:extLst>
                  <a:ext uri="{FF2B5EF4-FFF2-40B4-BE49-F238E27FC236}">
                    <a16:creationId xmlns:a16="http://schemas.microsoft.com/office/drawing/2014/main" id="{62326705-0E76-4155-BEB3-A9AEC216C43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Pentagon 5">
                <a:extLst>
                  <a:ext uri="{FF2B5EF4-FFF2-40B4-BE49-F238E27FC236}">
                    <a16:creationId xmlns:a16="http://schemas.microsoft.com/office/drawing/2014/main" id="{92C728CA-B368-433D-8EA2-9480BE86AC77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Pentagon 5">
                <a:extLst>
                  <a:ext uri="{FF2B5EF4-FFF2-40B4-BE49-F238E27FC236}">
                    <a16:creationId xmlns:a16="http://schemas.microsoft.com/office/drawing/2014/main" id="{FDEFE1B4-4A92-4A45-8DE7-B9602743D10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1E15F99-11AC-4AC6-92AB-21EF1B05ED6E}"/>
                </a:ext>
              </a:extLst>
            </p:cNvPr>
            <p:cNvGrpSpPr/>
            <p:nvPr/>
          </p:nvGrpSpPr>
          <p:grpSpPr>
            <a:xfrm>
              <a:off x="519027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0" name="Pentagon 5">
                <a:extLst>
                  <a:ext uri="{FF2B5EF4-FFF2-40B4-BE49-F238E27FC236}">
                    <a16:creationId xmlns:a16="http://schemas.microsoft.com/office/drawing/2014/main" id="{45B1031C-17F8-48A4-9EF3-3515DE9629F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Pentagon 5">
                <a:extLst>
                  <a:ext uri="{FF2B5EF4-FFF2-40B4-BE49-F238E27FC236}">
                    <a16:creationId xmlns:a16="http://schemas.microsoft.com/office/drawing/2014/main" id="{B033400D-595A-4B9F-88C9-FCD6F17F7264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Pentagon 5">
                <a:extLst>
                  <a:ext uri="{FF2B5EF4-FFF2-40B4-BE49-F238E27FC236}">
                    <a16:creationId xmlns:a16="http://schemas.microsoft.com/office/drawing/2014/main" id="{059CB38B-DBF7-420C-BD86-2F19337BE6C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Pentagon 5">
                <a:extLst>
                  <a:ext uri="{FF2B5EF4-FFF2-40B4-BE49-F238E27FC236}">
                    <a16:creationId xmlns:a16="http://schemas.microsoft.com/office/drawing/2014/main" id="{D37A7DD5-7AFE-47B4-BE20-E470C81F705E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9E6605B2-4801-4F10-9368-3CC35609BC4B}"/>
                </a:ext>
              </a:extLst>
            </p:cNvPr>
            <p:cNvGrpSpPr/>
            <p:nvPr/>
          </p:nvGrpSpPr>
          <p:grpSpPr>
            <a:xfrm>
              <a:off x="436223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7" name="Pentagon 5">
                <a:extLst>
                  <a:ext uri="{FF2B5EF4-FFF2-40B4-BE49-F238E27FC236}">
                    <a16:creationId xmlns:a16="http://schemas.microsoft.com/office/drawing/2014/main" id="{188617A7-3F34-4BEA-835F-29A6849AF59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Pentagon 5">
                <a:extLst>
                  <a:ext uri="{FF2B5EF4-FFF2-40B4-BE49-F238E27FC236}">
                    <a16:creationId xmlns:a16="http://schemas.microsoft.com/office/drawing/2014/main" id="{4E4B0B4F-3808-40DD-934D-D973E42C520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Pentagon 5">
                <a:extLst>
                  <a:ext uri="{FF2B5EF4-FFF2-40B4-BE49-F238E27FC236}">
                    <a16:creationId xmlns:a16="http://schemas.microsoft.com/office/drawing/2014/main" id="{28EEF145-A0C1-4771-A30D-A3B78A0C67A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Pentagon 5">
                <a:extLst>
                  <a:ext uri="{FF2B5EF4-FFF2-40B4-BE49-F238E27FC236}">
                    <a16:creationId xmlns:a16="http://schemas.microsoft.com/office/drawing/2014/main" id="{44E96F48-6A91-4187-A64D-156BDA427EB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F51320E6-A864-4045-B936-0AE052E89C58}"/>
                </a:ext>
              </a:extLst>
            </p:cNvPr>
            <p:cNvGrpSpPr/>
            <p:nvPr/>
          </p:nvGrpSpPr>
          <p:grpSpPr>
            <a:xfrm>
              <a:off x="519027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14" name="Pentagon 5">
                <a:extLst>
                  <a:ext uri="{FF2B5EF4-FFF2-40B4-BE49-F238E27FC236}">
                    <a16:creationId xmlns:a16="http://schemas.microsoft.com/office/drawing/2014/main" id="{CBCF77B2-6A40-432D-B091-7346181F9FB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Pentagon 5">
                <a:extLst>
                  <a:ext uri="{FF2B5EF4-FFF2-40B4-BE49-F238E27FC236}">
                    <a16:creationId xmlns:a16="http://schemas.microsoft.com/office/drawing/2014/main" id="{36202C15-40E6-4AD4-AB19-13CC5A2AF44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Pentagon 5">
                <a:extLst>
                  <a:ext uri="{FF2B5EF4-FFF2-40B4-BE49-F238E27FC236}">
                    <a16:creationId xmlns:a16="http://schemas.microsoft.com/office/drawing/2014/main" id="{57972DA7-8E8E-4EB5-9120-FAEB0D95AF7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Pentagon 5">
                <a:extLst>
                  <a:ext uri="{FF2B5EF4-FFF2-40B4-BE49-F238E27FC236}">
                    <a16:creationId xmlns:a16="http://schemas.microsoft.com/office/drawing/2014/main" id="{CEB293FC-8E94-4B10-82E3-7AAE3D8FC0E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C2B8959-15F7-411B-98C9-AEE2AC65E804}"/>
                </a:ext>
              </a:extLst>
            </p:cNvPr>
            <p:cNvGrpSpPr/>
            <p:nvPr/>
          </p:nvGrpSpPr>
          <p:grpSpPr>
            <a:xfrm>
              <a:off x="601938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1" name="Pentagon 5">
                <a:extLst>
                  <a:ext uri="{FF2B5EF4-FFF2-40B4-BE49-F238E27FC236}">
                    <a16:creationId xmlns:a16="http://schemas.microsoft.com/office/drawing/2014/main" id="{B89DCCBE-C367-40A2-88A9-B675FEB6D1F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Pentagon 5">
                <a:extLst>
                  <a:ext uri="{FF2B5EF4-FFF2-40B4-BE49-F238E27FC236}">
                    <a16:creationId xmlns:a16="http://schemas.microsoft.com/office/drawing/2014/main" id="{1BA569E3-5278-4A4A-9816-C170322A7BE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Pentagon 5">
                <a:extLst>
                  <a:ext uri="{FF2B5EF4-FFF2-40B4-BE49-F238E27FC236}">
                    <a16:creationId xmlns:a16="http://schemas.microsoft.com/office/drawing/2014/main" id="{E9CB1538-1BF2-41F3-AD3B-D7156E934CE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Pentagon 5">
                <a:extLst>
                  <a:ext uri="{FF2B5EF4-FFF2-40B4-BE49-F238E27FC236}">
                    <a16:creationId xmlns:a16="http://schemas.microsoft.com/office/drawing/2014/main" id="{180DDB0F-7D45-40CE-BE89-F5C7931C17E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DE17855-99F3-47F6-B6F0-718DB83788EF}"/>
                </a:ext>
              </a:extLst>
            </p:cNvPr>
            <p:cNvGrpSpPr/>
            <p:nvPr/>
          </p:nvGrpSpPr>
          <p:grpSpPr>
            <a:xfrm>
              <a:off x="684742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8" name="Pentagon 5">
                <a:extLst>
                  <a:ext uri="{FF2B5EF4-FFF2-40B4-BE49-F238E27FC236}">
                    <a16:creationId xmlns:a16="http://schemas.microsoft.com/office/drawing/2014/main" id="{D651D607-E806-4589-9FAD-527C876AFE8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Pentagon 5">
                <a:extLst>
                  <a:ext uri="{FF2B5EF4-FFF2-40B4-BE49-F238E27FC236}">
                    <a16:creationId xmlns:a16="http://schemas.microsoft.com/office/drawing/2014/main" id="{22210014-1E8B-475D-9CBB-9DB39B0BFA1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Pentagon 5">
                <a:extLst>
                  <a:ext uri="{FF2B5EF4-FFF2-40B4-BE49-F238E27FC236}">
                    <a16:creationId xmlns:a16="http://schemas.microsoft.com/office/drawing/2014/main" id="{EAAC7856-CB64-471F-9C7C-5684B6B5F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Pentagon 5">
                <a:extLst>
                  <a:ext uri="{FF2B5EF4-FFF2-40B4-BE49-F238E27FC236}">
                    <a16:creationId xmlns:a16="http://schemas.microsoft.com/office/drawing/2014/main" id="{0AFD9E15-BCA8-45ED-A891-787BF8E9E8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C0869F3A-E9F8-4684-9453-8DABC331E36C}"/>
                </a:ext>
              </a:extLst>
            </p:cNvPr>
            <p:cNvGrpSpPr/>
            <p:nvPr/>
          </p:nvGrpSpPr>
          <p:grpSpPr>
            <a:xfrm>
              <a:off x="601938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35" name="Pentagon 5">
                <a:extLst>
                  <a:ext uri="{FF2B5EF4-FFF2-40B4-BE49-F238E27FC236}">
                    <a16:creationId xmlns:a16="http://schemas.microsoft.com/office/drawing/2014/main" id="{893C065F-52C1-450D-B1A9-638CECD5BAA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Pentagon 5">
                <a:extLst>
                  <a:ext uri="{FF2B5EF4-FFF2-40B4-BE49-F238E27FC236}">
                    <a16:creationId xmlns:a16="http://schemas.microsoft.com/office/drawing/2014/main" id="{32CDE199-5734-4577-B2BF-4A6037065CE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Pentagon 5">
                <a:extLst>
                  <a:ext uri="{FF2B5EF4-FFF2-40B4-BE49-F238E27FC236}">
                    <a16:creationId xmlns:a16="http://schemas.microsoft.com/office/drawing/2014/main" id="{0B6918A9-D2A8-45AF-B07D-0A32F578358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Pentagon 5">
                <a:extLst>
                  <a:ext uri="{FF2B5EF4-FFF2-40B4-BE49-F238E27FC236}">
                    <a16:creationId xmlns:a16="http://schemas.microsoft.com/office/drawing/2014/main" id="{5955EAFA-1C3C-4B1E-84D6-0C078D4A733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D2035BB-6ADA-41A2-9670-31FD8E93C746}"/>
                </a:ext>
              </a:extLst>
            </p:cNvPr>
            <p:cNvGrpSpPr/>
            <p:nvPr/>
          </p:nvGrpSpPr>
          <p:grpSpPr>
            <a:xfrm>
              <a:off x="684742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2" name="Pentagon 5">
                <a:extLst>
                  <a:ext uri="{FF2B5EF4-FFF2-40B4-BE49-F238E27FC236}">
                    <a16:creationId xmlns:a16="http://schemas.microsoft.com/office/drawing/2014/main" id="{F125682A-EBE4-4192-906E-6BCA20C18A8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Pentagon 5">
                <a:extLst>
                  <a:ext uri="{FF2B5EF4-FFF2-40B4-BE49-F238E27FC236}">
                    <a16:creationId xmlns:a16="http://schemas.microsoft.com/office/drawing/2014/main" id="{9415E469-EA42-4167-878A-DE114881F4D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Pentagon 5">
                <a:extLst>
                  <a:ext uri="{FF2B5EF4-FFF2-40B4-BE49-F238E27FC236}">
                    <a16:creationId xmlns:a16="http://schemas.microsoft.com/office/drawing/2014/main" id="{29B69F89-B04D-472F-8366-031EDDA57E00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Pentagon 5">
                <a:extLst>
                  <a:ext uri="{FF2B5EF4-FFF2-40B4-BE49-F238E27FC236}">
                    <a16:creationId xmlns:a16="http://schemas.microsoft.com/office/drawing/2014/main" id="{C0FA5DA0-E375-4435-92D1-9E2A699DD79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84A4B168-201B-423D-B406-6CF7F24540D4}"/>
                </a:ext>
              </a:extLst>
            </p:cNvPr>
            <p:cNvGrpSpPr/>
            <p:nvPr/>
          </p:nvGrpSpPr>
          <p:grpSpPr>
            <a:xfrm>
              <a:off x="767332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9" name="Pentagon 5">
                <a:extLst>
                  <a:ext uri="{FF2B5EF4-FFF2-40B4-BE49-F238E27FC236}">
                    <a16:creationId xmlns:a16="http://schemas.microsoft.com/office/drawing/2014/main" id="{CD01F27F-1435-4B33-ADD8-11F5B19C70F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Pentagon 5">
                <a:extLst>
                  <a:ext uri="{FF2B5EF4-FFF2-40B4-BE49-F238E27FC236}">
                    <a16:creationId xmlns:a16="http://schemas.microsoft.com/office/drawing/2014/main" id="{E296D1B0-EE83-4C20-B48C-838B912A345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Pentagon 5">
                <a:extLst>
                  <a:ext uri="{FF2B5EF4-FFF2-40B4-BE49-F238E27FC236}">
                    <a16:creationId xmlns:a16="http://schemas.microsoft.com/office/drawing/2014/main" id="{807444A8-0F11-4829-B47E-B6A3AD6BB5E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Pentagon 5">
                <a:extLst>
                  <a:ext uri="{FF2B5EF4-FFF2-40B4-BE49-F238E27FC236}">
                    <a16:creationId xmlns:a16="http://schemas.microsoft.com/office/drawing/2014/main" id="{110CE206-C893-4241-88F1-29EDC66F758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767CA9-D386-4475-8B4A-667AABA9FFC2}"/>
                </a:ext>
              </a:extLst>
            </p:cNvPr>
            <p:cNvGrpSpPr/>
            <p:nvPr/>
          </p:nvGrpSpPr>
          <p:grpSpPr>
            <a:xfrm>
              <a:off x="850136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56" name="Pentagon 5">
                <a:extLst>
                  <a:ext uri="{FF2B5EF4-FFF2-40B4-BE49-F238E27FC236}">
                    <a16:creationId xmlns:a16="http://schemas.microsoft.com/office/drawing/2014/main" id="{55959429-63CC-41B3-BD08-37D0146135F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Pentagon 5">
                <a:extLst>
                  <a:ext uri="{FF2B5EF4-FFF2-40B4-BE49-F238E27FC236}">
                    <a16:creationId xmlns:a16="http://schemas.microsoft.com/office/drawing/2014/main" id="{397EB5D1-143B-4C88-A2C1-652E758495C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Pentagon 5">
                <a:extLst>
                  <a:ext uri="{FF2B5EF4-FFF2-40B4-BE49-F238E27FC236}">
                    <a16:creationId xmlns:a16="http://schemas.microsoft.com/office/drawing/2014/main" id="{FC7330C4-2F59-42B5-8C8E-24FE33DD2D8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Pentagon 5">
                <a:extLst>
                  <a:ext uri="{FF2B5EF4-FFF2-40B4-BE49-F238E27FC236}">
                    <a16:creationId xmlns:a16="http://schemas.microsoft.com/office/drawing/2014/main" id="{58FCD01F-BDFD-4087-921F-CEC0B5FA9C8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80194DF2-1A24-48EF-AB88-51B020FE5B2F}"/>
                </a:ext>
              </a:extLst>
            </p:cNvPr>
            <p:cNvGrpSpPr/>
            <p:nvPr/>
          </p:nvGrpSpPr>
          <p:grpSpPr>
            <a:xfrm>
              <a:off x="767332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3" name="Pentagon 5">
                <a:extLst>
                  <a:ext uri="{FF2B5EF4-FFF2-40B4-BE49-F238E27FC236}">
                    <a16:creationId xmlns:a16="http://schemas.microsoft.com/office/drawing/2014/main" id="{0DD8D64E-6EEB-4382-AECE-32276B0D447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Pentagon 5">
                <a:extLst>
                  <a:ext uri="{FF2B5EF4-FFF2-40B4-BE49-F238E27FC236}">
                    <a16:creationId xmlns:a16="http://schemas.microsoft.com/office/drawing/2014/main" id="{C51ABBF7-E2B0-467E-BBE2-82BC2FB27E4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Pentagon 5">
                <a:extLst>
                  <a:ext uri="{FF2B5EF4-FFF2-40B4-BE49-F238E27FC236}">
                    <a16:creationId xmlns:a16="http://schemas.microsoft.com/office/drawing/2014/main" id="{C3DD2445-E8A5-4B34-A48D-8F169FB3C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Pentagon 5">
                <a:extLst>
                  <a:ext uri="{FF2B5EF4-FFF2-40B4-BE49-F238E27FC236}">
                    <a16:creationId xmlns:a16="http://schemas.microsoft.com/office/drawing/2014/main" id="{CEFA8F5B-F431-4151-AE6D-9F368362F06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8A503D4A-5BD4-48C6-8B6A-BB76D80060BC}"/>
                </a:ext>
              </a:extLst>
            </p:cNvPr>
            <p:cNvGrpSpPr/>
            <p:nvPr/>
          </p:nvGrpSpPr>
          <p:grpSpPr>
            <a:xfrm>
              <a:off x="850136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0" name="Pentagon 5">
                <a:extLst>
                  <a:ext uri="{FF2B5EF4-FFF2-40B4-BE49-F238E27FC236}">
                    <a16:creationId xmlns:a16="http://schemas.microsoft.com/office/drawing/2014/main" id="{FF036538-C9C0-411E-A778-93B07D5BCDC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Pentagon 5">
                <a:extLst>
                  <a:ext uri="{FF2B5EF4-FFF2-40B4-BE49-F238E27FC236}">
                    <a16:creationId xmlns:a16="http://schemas.microsoft.com/office/drawing/2014/main" id="{949A7464-B7FA-448D-A739-33D456BDB45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Pentagon 5">
                <a:extLst>
                  <a:ext uri="{FF2B5EF4-FFF2-40B4-BE49-F238E27FC236}">
                    <a16:creationId xmlns:a16="http://schemas.microsoft.com/office/drawing/2014/main" id="{D4D184F7-C23C-43BB-8350-C1D2735BC012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Pentagon 5">
                <a:extLst>
                  <a:ext uri="{FF2B5EF4-FFF2-40B4-BE49-F238E27FC236}">
                    <a16:creationId xmlns:a16="http://schemas.microsoft.com/office/drawing/2014/main" id="{34205AEA-AF3C-494E-99E3-AD72E85203C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4C954250-BAB9-4BCA-9D3C-8424CD5D3C63}"/>
                </a:ext>
              </a:extLst>
            </p:cNvPr>
            <p:cNvGrpSpPr/>
            <p:nvPr/>
          </p:nvGrpSpPr>
          <p:grpSpPr>
            <a:xfrm>
              <a:off x="270829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7" name="Pentagon 5">
                <a:extLst>
                  <a:ext uri="{FF2B5EF4-FFF2-40B4-BE49-F238E27FC236}">
                    <a16:creationId xmlns:a16="http://schemas.microsoft.com/office/drawing/2014/main" id="{B354F116-CFE0-4AFA-A7D5-03E4E803F30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Pentagon 5">
                <a:extLst>
                  <a:ext uri="{FF2B5EF4-FFF2-40B4-BE49-F238E27FC236}">
                    <a16:creationId xmlns:a16="http://schemas.microsoft.com/office/drawing/2014/main" id="{096D9C97-BBB3-43E7-858E-3571F650B3F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Pentagon 5">
                <a:extLst>
                  <a:ext uri="{FF2B5EF4-FFF2-40B4-BE49-F238E27FC236}">
                    <a16:creationId xmlns:a16="http://schemas.microsoft.com/office/drawing/2014/main" id="{8E5B2C1A-9CD0-4029-A348-35E0126EE21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Pentagon 5">
                <a:extLst>
                  <a:ext uri="{FF2B5EF4-FFF2-40B4-BE49-F238E27FC236}">
                    <a16:creationId xmlns:a16="http://schemas.microsoft.com/office/drawing/2014/main" id="{DC5B0E3E-FAB2-45FF-B168-B1C444C267C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0329FFC3-100A-40E2-BC33-A7933B2CF6DE}"/>
                </a:ext>
              </a:extLst>
            </p:cNvPr>
            <p:cNvGrpSpPr/>
            <p:nvPr/>
          </p:nvGrpSpPr>
          <p:grpSpPr>
            <a:xfrm>
              <a:off x="353633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84" name="Pentagon 5">
                <a:extLst>
                  <a:ext uri="{FF2B5EF4-FFF2-40B4-BE49-F238E27FC236}">
                    <a16:creationId xmlns:a16="http://schemas.microsoft.com/office/drawing/2014/main" id="{D51D8C20-BBDD-4E2E-BA8D-57FD6CA901B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Pentagon 5">
                <a:extLst>
                  <a:ext uri="{FF2B5EF4-FFF2-40B4-BE49-F238E27FC236}">
                    <a16:creationId xmlns:a16="http://schemas.microsoft.com/office/drawing/2014/main" id="{29BCEB2B-F4F4-42EA-8E48-B1C06BE1EA1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Pentagon 5">
                <a:extLst>
                  <a:ext uri="{FF2B5EF4-FFF2-40B4-BE49-F238E27FC236}">
                    <a16:creationId xmlns:a16="http://schemas.microsoft.com/office/drawing/2014/main" id="{9A90FABD-30D5-4358-B9FD-F3E6F0B0A7D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Pentagon 5">
                <a:extLst>
                  <a:ext uri="{FF2B5EF4-FFF2-40B4-BE49-F238E27FC236}">
                    <a16:creationId xmlns:a16="http://schemas.microsoft.com/office/drawing/2014/main" id="{CD1C7B0F-1F41-4808-9DC7-35BEF03A5A5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39BB0496-7CCC-4BBC-96F3-67D52769B7F2}"/>
                </a:ext>
              </a:extLst>
            </p:cNvPr>
            <p:cNvGrpSpPr/>
            <p:nvPr/>
          </p:nvGrpSpPr>
          <p:grpSpPr>
            <a:xfrm>
              <a:off x="270829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1" name="Pentagon 5">
                <a:extLst>
                  <a:ext uri="{FF2B5EF4-FFF2-40B4-BE49-F238E27FC236}">
                    <a16:creationId xmlns:a16="http://schemas.microsoft.com/office/drawing/2014/main" id="{DDAF0F73-5C7E-42D9-8F72-ADAF78F63E8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Pentagon 5">
                <a:extLst>
                  <a:ext uri="{FF2B5EF4-FFF2-40B4-BE49-F238E27FC236}">
                    <a16:creationId xmlns:a16="http://schemas.microsoft.com/office/drawing/2014/main" id="{4F4B9CFA-B989-493E-8870-40013EF76128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Pentagon 5">
                <a:extLst>
                  <a:ext uri="{FF2B5EF4-FFF2-40B4-BE49-F238E27FC236}">
                    <a16:creationId xmlns:a16="http://schemas.microsoft.com/office/drawing/2014/main" id="{979559FC-0E56-4978-8448-44567F912A5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Pentagon 5">
                <a:extLst>
                  <a:ext uri="{FF2B5EF4-FFF2-40B4-BE49-F238E27FC236}">
                    <a16:creationId xmlns:a16="http://schemas.microsoft.com/office/drawing/2014/main" id="{688EFC52-DFCA-4133-B997-2C40266B50D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3B386BD0-222C-46A7-BB22-72B65D5BEB15}"/>
                </a:ext>
              </a:extLst>
            </p:cNvPr>
            <p:cNvGrpSpPr/>
            <p:nvPr/>
          </p:nvGrpSpPr>
          <p:grpSpPr>
            <a:xfrm>
              <a:off x="353633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8" name="Pentagon 5">
                <a:extLst>
                  <a:ext uri="{FF2B5EF4-FFF2-40B4-BE49-F238E27FC236}">
                    <a16:creationId xmlns:a16="http://schemas.microsoft.com/office/drawing/2014/main" id="{9285A729-EABC-4AEA-B0A6-B72552D33C9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Pentagon 5">
                <a:extLst>
                  <a:ext uri="{FF2B5EF4-FFF2-40B4-BE49-F238E27FC236}">
                    <a16:creationId xmlns:a16="http://schemas.microsoft.com/office/drawing/2014/main" id="{56EE4EDB-CCE9-40C2-AE44-26C361222A7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0" name="Pentagon 5">
                <a:extLst>
                  <a:ext uri="{FF2B5EF4-FFF2-40B4-BE49-F238E27FC236}">
                    <a16:creationId xmlns:a16="http://schemas.microsoft.com/office/drawing/2014/main" id="{9F57CB48-C9CE-43DB-962F-E2CA67CFC45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Pentagon 5">
                <a:extLst>
                  <a:ext uri="{FF2B5EF4-FFF2-40B4-BE49-F238E27FC236}">
                    <a16:creationId xmlns:a16="http://schemas.microsoft.com/office/drawing/2014/main" id="{80105198-C940-4C60-94BF-A3A6C3151CF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91529C89-4E59-4838-A1F3-23EE8A79453E}"/>
                </a:ext>
              </a:extLst>
            </p:cNvPr>
            <p:cNvGrpSpPr/>
            <p:nvPr/>
          </p:nvGrpSpPr>
          <p:grpSpPr>
            <a:xfrm>
              <a:off x="436223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05" name="Pentagon 5">
                <a:extLst>
                  <a:ext uri="{FF2B5EF4-FFF2-40B4-BE49-F238E27FC236}">
                    <a16:creationId xmlns:a16="http://schemas.microsoft.com/office/drawing/2014/main" id="{01427E9D-15B9-4AB5-9044-B6252B635A1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6" name="Pentagon 5">
                <a:extLst>
                  <a:ext uri="{FF2B5EF4-FFF2-40B4-BE49-F238E27FC236}">
                    <a16:creationId xmlns:a16="http://schemas.microsoft.com/office/drawing/2014/main" id="{0FE363FB-D3A4-40CB-9ED4-A0E50A19EE4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7" name="Pentagon 5">
                <a:extLst>
                  <a:ext uri="{FF2B5EF4-FFF2-40B4-BE49-F238E27FC236}">
                    <a16:creationId xmlns:a16="http://schemas.microsoft.com/office/drawing/2014/main" id="{038DB974-CF28-4D85-B523-17002D146F8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8" name="Pentagon 5">
                <a:extLst>
                  <a:ext uri="{FF2B5EF4-FFF2-40B4-BE49-F238E27FC236}">
                    <a16:creationId xmlns:a16="http://schemas.microsoft.com/office/drawing/2014/main" id="{23D7C023-C1F8-4AEC-BA2A-69C0CBB61A5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2A795ABA-833F-40FD-BEC4-ACA85C361BDE}"/>
                </a:ext>
              </a:extLst>
            </p:cNvPr>
            <p:cNvGrpSpPr/>
            <p:nvPr/>
          </p:nvGrpSpPr>
          <p:grpSpPr>
            <a:xfrm>
              <a:off x="519027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2" name="Pentagon 5">
                <a:extLst>
                  <a:ext uri="{FF2B5EF4-FFF2-40B4-BE49-F238E27FC236}">
                    <a16:creationId xmlns:a16="http://schemas.microsoft.com/office/drawing/2014/main" id="{7E5F4744-540B-44B7-BC7F-34F02D2D9BA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" name="Pentagon 5">
                <a:extLst>
                  <a:ext uri="{FF2B5EF4-FFF2-40B4-BE49-F238E27FC236}">
                    <a16:creationId xmlns:a16="http://schemas.microsoft.com/office/drawing/2014/main" id="{CC04F698-06BE-4B35-B99B-A99982ECCC6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" name="Pentagon 5">
                <a:extLst>
                  <a:ext uri="{FF2B5EF4-FFF2-40B4-BE49-F238E27FC236}">
                    <a16:creationId xmlns:a16="http://schemas.microsoft.com/office/drawing/2014/main" id="{ABC46D10-687D-49A1-8CEA-825A5A65A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" name="Pentagon 5">
                <a:extLst>
                  <a:ext uri="{FF2B5EF4-FFF2-40B4-BE49-F238E27FC236}">
                    <a16:creationId xmlns:a16="http://schemas.microsoft.com/office/drawing/2014/main" id="{307B728D-BF0D-49D9-A6BB-033F58FEFF11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318CC09A-D872-4CA0-A377-904A75F4AE33}"/>
                </a:ext>
              </a:extLst>
            </p:cNvPr>
            <p:cNvGrpSpPr/>
            <p:nvPr/>
          </p:nvGrpSpPr>
          <p:grpSpPr>
            <a:xfrm>
              <a:off x="436223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9" name="Pentagon 5">
                <a:extLst>
                  <a:ext uri="{FF2B5EF4-FFF2-40B4-BE49-F238E27FC236}">
                    <a16:creationId xmlns:a16="http://schemas.microsoft.com/office/drawing/2014/main" id="{03B60316-1BD0-4FA0-BBD5-7C24733AD8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0" name="Pentagon 5">
                <a:extLst>
                  <a:ext uri="{FF2B5EF4-FFF2-40B4-BE49-F238E27FC236}">
                    <a16:creationId xmlns:a16="http://schemas.microsoft.com/office/drawing/2014/main" id="{9C5611BF-1947-4983-AB24-2C44E013138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1" name="Pentagon 5">
                <a:extLst>
                  <a:ext uri="{FF2B5EF4-FFF2-40B4-BE49-F238E27FC236}">
                    <a16:creationId xmlns:a16="http://schemas.microsoft.com/office/drawing/2014/main" id="{1901F714-40DF-4806-B81D-93BCD021091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2" name="Pentagon 5">
                <a:extLst>
                  <a:ext uri="{FF2B5EF4-FFF2-40B4-BE49-F238E27FC236}">
                    <a16:creationId xmlns:a16="http://schemas.microsoft.com/office/drawing/2014/main" id="{E12F0EAE-1E0F-4893-A655-386315D7532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C394B80D-431F-41F3-BF7C-EF6750D924F1}"/>
                </a:ext>
              </a:extLst>
            </p:cNvPr>
            <p:cNvGrpSpPr/>
            <p:nvPr/>
          </p:nvGrpSpPr>
          <p:grpSpPr>
            <a:xfrm>
              <a:off x="519027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26" name="Pentagon 5">
                <a:extLst>
                  <a:ext uri="{FF2B5EF4-FFF2-40B4-BE49-F238E27FC236}">
                    <a16:creationId xmlns:a16="http://schemas.microsoft.com/office/drawing/2014/main" id="{87B9BB04-8C22-4F78-A531-64C8DBF1FA4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7" name="Pentagon 5">
                <a:extLst>
                  <a:ext uri="{FF2B5EF4-FFF2-40B4-BE49-F238E27FC236}">
                    <a16:creationId xmlns:a16="http://schemas.microsoft.com/office/drawing/2014/main" id="{9A479F9D-ACED-45C2-80FA-4B0B1ED7758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8" name="Pentagon 5">
                <a:extLst>
                  <a:ext uri="{FF2B5EF4-FFF2-40B4-BE49-F238E27FC236}">
                    <a16:creationId xmlns:a16="http://schemas.microsoft.com/office/drawing/2014/main" id="{FD97EE1A-D065-4B2B-ABA3-158D54D216C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Pentagon 5">
                <a:extLst>
                  <a:ext uri="{FF2B5EF4-FFF2-40B4-BE49-F238E27FC236}">
                    <a16:creationId xmlns:a16="http://schemas.microsoft.com/office/drawing/2014/main" id="{5420450B-9FC5-4737-A6B6-F9BE7C09CEA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0280" y="660587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93525" y="5280649"/>
            <a:ext cx="4432528" cy="4654789"/>
          </a:xfrm>
          <a:prstGeom prst="rect">
            <a:avLst/>
          </a:prstGeom>
        </p:spPr>
      </p:pic>
      <p:sp>
        <p:nvSpPr>
          <p:cNvPr id="234" name="Rectangle 233">
            <a:extLst>
              <a:ext uri="{FF2B5EF4-FFF2-40B4-BE49-F238E27FC236}">
                <a16:creationId xmlns:a16="http://schemas.microsoft.com/office/drawing/2014/main" id="{8008CCD6-DB44-47F4-A989-1BFA788A58B3}"/>
              </a:ext>
            </a:extLst>
          </p:cNvPr>
          <p:cNvSpPr/>
          <p:nvPr/>
        </p:nvSpPr>
        <p:spPr>
          <a:xfrm>
            <a:off x="-1182772" y="-9775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 the list of geometries, find </a:t>
            </a:r>
            <a:r>
              <a:rPr lang="en-US" dirty="0" err="1"/>
              <a:t>archimedean</a:t>
            </a:r>
            <a:r>
              <a:rPr lang="en-US" dirty="0"/>
              <a:t>, filter to Euclidean, and find "(3,3,4,3,4) (0,4)(1)(2,3)", and variation to "dual"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722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A1949E36-8640-4416-9137-CAD216A39204}"/>
              </a:ext>
            </a:extLst>
          </p:cNvPr>
          <p:cNvSpPr/>
          <p:nvPr/>
        </p:nvSpPr>
        <p:spPr>
          <a:xfrm>
            <a:off x="6113164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Pentagon 5">
            <a:extLst>
              <a:ext uri="{FF2B5EF4-FFF2-40B4-BE49-F238E27FC236}">
                <a16:creationId xmlns:a16="http://schemas.microsoft.com/office/drawing/2014/main" id="{731531F6-DED2-48C5-B700-AB2E833D9433}"/>
              </a:ext>
            </a:extLst>
          </p:cNvPr>
          <p:cNvSpPr/>
          <p:nvPr/>
        </p:nvSpPr>
        <p:spPr>
          <a:xfrm rot="10800000">
            <a:off x="6113164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14500D52-F1FE-489E-8651-236ABCC2B4F6}"/>
              </a:ext>
            </a:extLst>
          </p:cNvPr>
          <p:cNvSpPr/>
          <p:nvPr/>
        </p:nvSpPr>
        <p:spPr>
          <a:xfrm rot="5400000">
            <a:off x="6370693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Pentagon 5">
            <a:extLst>
              <a:ext uri="{FF2B5EF4-FFF2-40B4-BE49-F238E27FC236}">
                <a16:creationId xmlns:a16="http://schemas.microsoft.com/office/drawing/2014/main" id="{BF229E65-242B-45DD-B5D1-1E7AA4B28ADC}"/>
              </a:ext>
            </a:extLst>
          </p:cNvPr>
          <p:cNvSpPr/>
          <p:nvPr/>
        </p:nvSpPr>
        <p:spPr>
          <a:xfrm rot="16200000">
            <a:off x="5855630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" name="Pentagon 5">
            <a:extLst>
              <a:ext uri="{FF2B5EF4-FFF2-40B4-BE49-F238E27FC236}">
                <a16:creationId xmlns:a16="http://schemas.microsoft.com/office/drawing/2014/main" id="{91158786-3D5C-4B8C-8764-C62297350DAC}"/>
              </a:ext>
            </a:extLst>
          </p:cNvPr>
          <p:cNvSpPr/>
          <p:nvPr/>
        </p:nvSpPr>
        <p:spPr>
          <a:xfrm>
            <a:off x="6828940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Pentagon 5">
            <a:extLst>
              <a:ext uri="{FF2B5EF4-FFF2-40B4-BE49-F238E27FC236}">
                <a16:creationId xmlns:a16="http://schemas.microsoft.com/office/drawing/2014/main" id="{6177388B-1FE7-4BBD-BE8D-BB80B0F8E1E0}"/>
              </a:ext>
            </a:extLst>
          </p:cNvPr>
          <p:cNvSpPr/>
          <p:nvPr/>
        </p:nvSpPr>
        <p:spPr>
          <a:xfrm rot="10800000">
            <a:off x="6828940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8" name="Pentagon 5">
            <a:extLst>
              <a:ext uri="{FF2B5EF4-FFF2-40B4-BE49-F238E27FC236}">
                <a16:creationId xmlns:a16="http://schemas.microsoft.com/office/drawing/2014/main" id="{D210CD39-F575-4913-8DAF-7D5A69C2B0EE}"/>
              </a:ext>
            </a:extLst>
          </p:cNvPr>
          <p:cNvSpPr/>
          <p:nvPr/>
        </p:nvSpPr>
        <p:spPr>
          <a:xfrm rot="5400000">
            <a:off x="7086469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" name="Pentagon 5">
            <a:extLst>
              <a:ext uri="{FF2B5EF4-FFF2-40B4-BE49-F238E27FC236}">
                <a16:creationId xmlns:a16="http://schemas.microsoft.com/office/drawing/2014/main" id="{06639DD0-AE0B-4741-92D4-C065839D3CDD}"/>
              </a:ext>
            </a:extLst>
          </p:cNvPr>
          <p:cNvSpPr/>
          <p:nvPr/>
        </p:nvSpPr>
        <p:spPr>
          <a:xfrm rot="16200000">
            <a:off x="6571406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3" name="Pentagon 5">
            <a:extLst>
              <a:ext uri="{FF2B5EF4-FFF2-40B4-BE49-F238E27FC236}">
                <a16:creationId xmlns:a16="http://schemas.microsoft.com/office/drawing/2014/main" id="{856FF399-80ED-465F-9EBE-B18A889EBDF5}"/>
              </a:ext>
            </a:extLst>
          </p:cNvPr>
          <p:cNvSpPr/>
          <p:nvPr/>
        </p:nvSpPr>
        <p:spPr>
          <a:xfrm>
            <a:off x="6113164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" name="Pentagon 5">
            <a:extLst>
              <a:ext uri="{FF2B5EF4-FFF2-40B4-BE49-F238E27FC236}">
                <a16:creationId xmlns:a16="http://schemas.microsoft.com/office/drawing/2014/main" id="{7CCEEB24-730D-4644-B406-3FBB57833CE9}"/>
              </a:ext>
            </a:extLst>
          </p:cNvPr>
          <p:cNvSpPr/>
          <p:nvPr/>
        </p:nvSpPr>
        <p:spPr>
          <a:xfrm>
            <a:off x="6828940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2" name="Pentagon 5">
            <a:extLst>
              <a:ext uri="{FF2B5EF4-FFF2-40B4-BE49-F238E27FC236}">
                <a16:creationId xmlns:a16="http://schemas.microsoft.com/office/drawing/2014/main" id="{53944C4C-7D43-4EB4-9E61-982826769696}"/>
              </a:ext>
            </a:extLst>
          </p:cNvPr>
          <p:cNvSpPr/>
          <p:nvPr/>
        </p:nvSpPr>
        <p:spPr>
          <a:xfrm rot="5400000">
            <a:off x="7086469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3" name="Pentagon 5">
            <a:extLst>
              <a:ext uri="{FF2B5EF4-FFF2-40B4-BE49-F238E27FC236}">
                <a16:creationId xmlns:a16="http://schemas.microsoft.com/office/drawing/2014/main" id="{00CC0585-7743-402C-82D1-F6EDC0ABA519}"/>
              </a:ext>
            </a:extLst>
          </p:cNvPr>
          <p:cNvSpPr/>
          <p:nvPr/>
        </p:nvSpPr>
        <p:spPr>
          <a:xfrm rot="16200000">
            <a:off x="6571406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7" name="Pentagon 5">
            <a:extLst>
              <a:ext uri="{FF2B5EF4-FFF2-40B4-BE49-F238E27FC236}">
                <a16:creationId xmlns:a16="http://schemas.microsoft.com/office/drawing/2014/main" id="{8010DEF8-0D03-4CB8-8518-0A79AABCBFF3}"/>
              </a:ext>
            </a:extLst>
          </p:cNvPr>
          <p:cNvSpPr/>
          <p:nvPr/>
        </p:nvSpPr>
        <p:spPr>
          <a:xfrm>
            <a:off x="7542866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8" name="Pentagon 5">
            <a:extLst>
              <a:ext uri="{FF2B5EF4-FFF2-40B4-BE49-F238E27FC236}">
                <a16:creationId xmlns:a16="http://schemas.microsoft.com/office/drawing/2014/main" id="{EDDE9B89-C3D6-47DF-BF1A-1B64038E01A2}"/>
              </a:ext>
            </a:extLst>
          </p:cNvPr>
          <p:cNvSpPr/>
          <p:nvPr/>
        </p:nvSpPr>
        <p:spPr>
          <a:xfrm rot="10800000">
            <a:off x="7542866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" name="Pentagon 5">
            <a:extLst>
              <a:ext uri="{FF2B5EF4-FFF2-40B4-BE49-F238E27FC236}">
                <a16:creationId xmlns:a16="http://schemas.microsoft.com/office/drawing/2014/main" id="{784C19FA-C200-482E-AFFC-A192D2499C1E}"/>
              </a:ext>
            </a:extLst>
          </p:cNvPr>
          <p:cNvSpPr/>
          <p:nvPr/>
        </p:nvSpPr>
        <p:spPr>
          <a:xfrm rot="5400000">
            <a:off x="7800395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" name="Pentagon 5">
            <a:extLst>
              <a:ext uri="{FF2B5EF4-FFF2-40B4-BE49-F238E27FC236}">
                <a16:creationId xmlns:a16="http://schemas.microsoft.com/office/drawing/2014/main" id="{D3012E7D-5B5A-4E46-8EAB-D4220FE10D7D}"/>
              </a:ext>
            </a:extLst>
          </p:cNvPr>
          <p:cNvSpPr/>
          <p:nvPr/>
        </p:nvSpPr>
        <p:spPr>
          <a:xfrm rot="16200000">
            <a:off x="7285332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51" name="Pentagon 5">
            <a:extLst>
              <a:ext uri="{FF2B5EF4-FFF2-40B4-BE49-F238E27FC236}">
                <a16:creationId xmlns:a16="http://schemas.microsoft.com/office/drawing/2014/main" id="{AD782DB4-74C8-4961-8AEC-0BFECD61BA3D}"/>
              </a:ext>
            </a:extLst>
          </p:cNvPr>
          <p:cNvSpPr/>
          <p:nvPr/>
        </p:nvSpPr>
        <p:spPr>
          <a:xfrm>
            <a:off x="7542866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2" name="Pentagon 5">
            <a:extLst>
              <a:ext uri="{FF2B5EF4-FFF2-40B4-BE49-F238E27FC236}">
                <a16:creationId xmlns:a16="http://schemas.microsoft.com/office/drawing/2014/main" id="{B042BE78-7492-4BF8-A247-97CD159F4819}"/>
              </a:ext>
            </a:extLst>
          </p:cNvPr>
          <p:cNvSpPr/>
          <p:nvPr/>
        </p:nvSpPr>
        <p:spPr>
          <a:xfrm>
            <a:off x="3966763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" name="Pentagon 5">
            <a:extLst>
              <a:ext uri="{FF2B5EF4-FFF2-40B4-BE49-F238E27FC236}">
                <a16:creationId xmlns:a16="http://schemas.microsoft.com/office/drawing/2014/main" id="{6314DC72-E063-4213-B604-7B6760F3C021}"/>
              </a:ext>
            </a:extLst>
          </p:cNvPr>
          <p:cNvSpPr/>
          <p:nvPr/>
        </p:nvSpPr>
        <p:spPr>
          <a:xfrm rot="10800000">
            <a:off x="3966763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Pentagon 5">
            <a:extLst>
              <a:ext uri="{FF2B5EF4-FFF2-40B4-BE49-F238E27FC236}">
                <a16:creationId xmlns:a16="http://schemas.microsoft.com/office/drawing/2014/main" id="{D7BDF2C6-88A1-4C37-8177-BC890364E2E1}"/>
              </a:ext>
            </a:extLst>
          </p:cNvPr>
          <p:cNvSpPr/>
          <p:nvPr/>
        </p:nvSpPr>
        <p:spPr>
          <a:xfrm rot="5400000">
            <a:off x="4224292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5" name="Pentagon 5">
            <a:extLst>
              <a:ext uri="{FF2B5EF4-FFF2-40B4-BE49-F238E27FC236}">
                <a16:creationId xmlns:a16="http://schemas.microsoft.com/office/drawing/2014/main" id="{A3353D1D-8233-474B-AA0A-B48369B5D15A}"/>
              </a:ext>
            </a:extLst>
          </p:cNvPr>
          <p:cNvSpPr/>
          <p:nvPr/>
        </p:nvSpPr>
        <p:spPr>
          <a:xfrm rot="16200000">
            <a:off x="3709229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6" name="Pentagon 5">
            <a:extLst>
              <a:ext uri="{FF2B5EF4-FFF2-40B4-BE49-F238E27FC236}">
                <a16:creationId xmlns:a16="http://schemas.microsoft.com/office/drawing/2014/main" id="{0B0950BB-CDF2-4DF7-BF61-67F8E2325ABE}"/>
              </a:ext>
            </a:extLst>
          </p:cNvPr>
          <p:cNvSpPr/>
          <p:nvPr/>
        </p:nvSpPr>
        <p:spPr>
          <a:xfrm>
            <a:off x="3966763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8" name="Pentagon 5">
            <a:extLst>
              <a:ext uri="{FF2B5EF4-FFF2-40B4-BE49-F238E27FC236}">
                <a16:creationId xmlns:a16="http://schemas.microsoft.com/office/drawing/2014/main" id="{2776A0E8-F3A2-42D6-A732-902B83B2289D}"/>
              </a:ext>
            </a:extLst>
          </p:cNvPr>
          <p:cNvSpPr/>
          <p:nvPr/>
        </p:nvSpPr>
        <p:spPr>
          <a:xfrm rot="5400000">
            <a:off x="4224292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9" name="Pentagon 5">
            <a:extLst>
              <a:ext uri="{FF2B5EF4-FFF2-40B4-BE49-F238E27FC236}">
                <a16:creationId xmlns:a16="http://schemas.microsoft.com/office/drawing/2014/main" id="{3B6D9977-6385-42F2-A872-9BD61F5E27D6}"/>
              </a:ext>
            </a:extLst>
          </p:cNvPr>
          <p:cNvSpPr/>
          <p:nvPr/>
        </p:nvSpPr>
        <p:spPr>
          <a:xfrm rot="16200000">
            <a:off x="3709229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3" name="Pentagon 5">
            <a:extLst>
              <a:ext uri="{FF2B5EF4-FFF2-40B4-BE49-F238E27FC236}">
                <a16:creationId xmlns:a16="http://schemas.microsoft.com/office/drawing/2014/main" id="{97618FB9-4957-4DCA-A2AD-A58086D9C900}"/>
              </a:ext>
            </a:extLst>
          </p:cNvPr>
          <p:cNvSpPr/>
          <p:nvPr/>
        </p:nvSpPr>
        <p:spPr>
          <a:xfrm>
            <a:off x="4680689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4" name="Pentagon 5">
            <a:extLst>
              <a:ext uri="{FF2B5EF4-FFF2-40B4-BE49-F238E27FC236}">
                <a16:creationId xmlns:a16="http://schemas.microsoft.com/office/drawing/2014/main" id="{62326705-0E76-4155-BEB3-A9AEC216C430}"/>
              </a:ext>
            </a:extLst>
          </p:cNvPr>
          <p:cNvSpPr/>
          <p:nvPr/>
        </p:nvSpPr>
        <p:spPr>
          <a:xfrm rot="10800000">
            <a:off x="4680689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5" name="Pentagon 5">
            <a:extLst>
              <a:ext uri="{FF2B5EF4-FFF2-40B4-BE49-F238E27FC236}">
                <a16:creationId xmlns:a16="http://schemas.microsoft.com/office/drawing/2014/main" id="{92C728CA-B368-433D-8EA2-9480BE86AC77}"/>
              </a:ext>
            </a:extLst>
          </p:cNvPr>
          <p:cNvSpPr/>
          <p:nvPr/>
        </p:nvSpPr>
        <p:spPr>
          <a:xfrm rot="5400000">
            <a:off x="4938218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6" name="Pentagon 5">
            <a:extLst>
              <a:ext uri="{FF2B5EF4-FFF2-40B4-BE49-F238E27FC236}">
                <a16:creationId xmlns:a16="http://schemas.microsoft.com/office/drawing/2014/main" id="{FDEFE1B4-4A92-4A45-8DE7-B9602743D10D}"/>
              </a:ext>
            </a:extLst>
          </p:cNvPr>
          <p:cNvSpPr/>
          <p:nvPr/>
        </p:nvSpPr>
        <p:spPr>
          <a:xfrm rot="16200000">
            <a:off x="4423155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0" name="Pentagon 5">
            <a:extLst>
              <a:ext uri="{FF2B5EF4-FFF2-40B4-BE49-F238E27FC236}">
                <a16:creationId xmlns:a16="http://schemas.microsoft.com/office/drawing/2014/main" id="{45B1031C-17F8-48A4-9EF3-3515DE9629F6}"/>
              </a:ext>
            </a:extLst>
          </p:cNvPr>
          <p:cNvSpPr/>
          <p:nvPr/>
        </p:nvSpPr>
        <p:spPr>
          <a:xfrm>
            <a:off x="5396465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1" name="Pentagon 5">
            <a:extLst>
              <a:ext uri="{FF2B5EF4-FFF2-40B4-BE49-F238E27FC236}">
                <a16:creationId xmlns:a16="http://schemas.microsoft.com/office/drawing/2014/main" id="{B033400D-595A-4B9F-88C9-FCD6F17F7264}"/>
              </a:ext>
            </a:extLst>
          </p:cNvPr>
          <p:cNvSpPr/>
          <p:nvPr/>
        </p:nvSpPr>
        <p:spPr>
          <a:xfrm rot="10800000">
            <a:off x="5396465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2" name="Pentagon 5">
            <a:extLst>
              <a:ext uri="{FF2B5EF4-FFF2-40B4-BE49-F238E27FC236}">
                <a16:creationId xmlns:a16="http://schemas.microsoft.com/office/drawing/2014/main" id="{059CB38B-DBF7-420C-BD86-2F19337BE6C1}"/>
              </a:ext>
            </a:extLst>
          </p:cNvPr>
          <p:cNvSpPr/>
          <p:nvPr/>
        </p:nvSpPr>
        <p:spPr>
          <a:xfrm rot="5400000">
            <a:off x="5653994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Pentagon 5">
            <a:extLst>
              <a:ext uri="{FF2B5EF4-FFF2-40B4-BE49-F238E27FC236}">
                <a16:creationId xmlns:a16="http://schemas.microsoft.com/office/drawing/2014/main" id="{D37A7DD5-7AFE-47B4-BE20-E470C81F705E}"/>
              </a:ext>
            </a:extLst>
          </p:cNvPr>
          <p:cNvSpPr/>
          <p:nvPr/>
        </p:nvSpPr>
        <p:spPr>
          <a:xfrm rot="16200000">
            <a:off x="5138931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7" name="Pentagon 5">
            <a:extLst>
              <a:ext uri="{FF2B5EF4-FFF2-40B4-BE49-F238E27FC236}">
                <a16:creationId xmlns:a16="http://schemas.microsoft.com/office/drawing/2014/main" id="{188617A7-3F34-4BEA-835F-29A6849AF598}"/>
              </a:ext>
            </a:extLst>
          </p:cNvPr>
          <p:cNvSpPr/>
          <p:nvPr/>
        </p:nvSpPr>
        <p:spPr>
          <a:xfrm>
            <a:off x="4680689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4" name="Pentagon 5">
            <a:extLst>
              <a:ext uri="{FF2B5EF4-FFF2-40B4-BE49-F238E27FC236}">
                <a16:creationId xmlns:a16="http://schemas.microsoft.com/office/drawing/2014/main" id="{CBCF77B2-6A40-432D-B091-7346181F9FB7}"/>
              </a:ext>
            </a:extLst>
          </p:cNvPr>
          <p:cNvSpPr/>
          <p:nvPr/>
        </p:nvSpPr>
        <p:spPr>
          <a:xfrm>
            <a:off x="5396465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6" name="Pentagon 5">
            <a:extLst>
              <a:ext uri="{FF2B5EF4-FFF2-40B4-BE49-F238E27FC236}">
                <a16:creationId xmlns:a16="http://schemas.microsoft.com/office/drawing/2014/main" id="{57972DA7-8E8E-4EB5-9120-FAEB0D95AF74}"/>
              </a:ext>
            </a:extLst>
          </p:cNvPr>
          <p:cNvSpPr/>
          <p:nvPr/>
        </p:nvSpPr>
        <p:spPr>
          <a:xfrm rot="5400000">
            <a:off x="5653994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7" name="Pentagon 5">
            <a:extLst>
              <a:ext uri="{FF2B5EF4-FFF2-40B4-BE49-F238E27FC236}">
                <a16:creationId xmlns:a16="http://schemas.microsoft.com/office/drawing/2014/main" id="{CEB293FC-8E94-4B10-82E3-7AAE3D8FC0E7}"/>
              </a:ext>
            </a:extLst>
          </p:cNvPr>
          <p:cNvSpPr/>
          <p:nvPr/>
        </p:nvSpPr>
        <p:spPr>
          <a:xfrm rot="16200000">
            <a:off x="5138931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2" name="Pentagon 5">
            <a:extLst>
              <a:ext uri="{FF2B5EF4-FFF2-40B4-BE49-F238E27FC236}">
                <a16:creationId xmlns:a16="http://schemas.microsoft.com/office/drawing/2014/main" id="{1BA569E3-5278-4A4A-9816-C170322A7BE5}"/>
              </a:ext>
            </a:extLst>
          </p:cNvPr>
          <p:cNvSpPr/>
          <p:nvPr/>
        </p:nvSpPr>
        <p:spPr>
          <a:xfrm rot="10800000">
            <a:off x="6113164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3" name="Pentagon 5">
            <a:extLst>
              <a:ext uri="{FF2B5EF4-FFF2-40B4-BE49-F238E27FC236}">
                <a16:creationId xmlns:a16="http://schemas.microsoft.com/office/drawing/2014/main" id="{E9CB1538-1BF2-41F3-AD3B-D7156E934CEA}"/>
              </a:ext>
            </a:extLst>
          </p:cNvPr>
          <p:cNvSpPr/>
          <p:nvPr/>
        </p:nvSpPr>
        <p:spPr>
          <a:xfrm rot="5400000">
            <a:off x="6370693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4" name="Pentagon 5">
            <a:extLst>
              <a:ext uri="{FF2B5EF4-FFF2-40B4-BE49-F238E27FC236}">
                <a16:creationId xmlns:a16="http://schemas.microsoft.com/office/drawing/2014/main" id="{180DDB0F-7D45-40CE-BE89-F5C7931C17E4}"/>
              </a:ext>
            </a:extLst>
          </p:cNvPr>
          <p:cNvSpPr/>
          <p:nvPr/>
        </p:nvSpPr>
        <p:spPr>
          <a:xfrm rot="16200000">
            <a:off x="5855630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9" name="Pentagon 5">
            <a:extLst>
              <a:ext uri="{FF2B5EF4-FFF2-40B4-BE49-F238E27FC236}">
                <a16:creationId xmlns:a16="http://schemas.microsoft.com/office/drawing/2014/main" id="{22210014-1E8B-475D-9CBB-9DB39B0BFA15}"/>
              </a:ext>
            </a:extLst>
          </p:cNvPr>
          <p:cNvSpPr/>
          <p:nvPr/>
        </p:nvSpPr>
        <p:spPr>
          <a:xfrm rot="10800000">
            <a:off x="6828940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5" name="Pentagon 5">
            <a:extLst>
              <a:ext uri="{FF2B5EF4-FFF2-40B4-BE49-F238E27FC236}">
                <a16:creationId xmlns:a16="http://schemas.microsoft.com/office/drawing/2014/main" id="{893C065F-52C1-450D-B1A9-638CECD5BAA4}"/>
              </a:ext>
            </a:extLst>
          </p:cNvPr>
          <p:cNvSpPr/>
          <p:nvPr/>
        </p:nvSpPr>
        <p:spPr>
          <a:xfrm>
            <a:off x="6113164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6" name="Pentagon 5">
            <a:extLst>
              <a:ext uri="{FF2B5EF4-FFF2-40B4-BE49-F238E27FC236}">
                <a16:creationId xmlns:a16="http://schemas.microsoft.com/office/drawing/2014/main" id="{32CDE199-5734-4577-B2BF-4A6037065CEF}"/>
              </a:ext>
            </a:extLst>
          </p:cNvPr>
          <p:cNvSpPr/>
          <p:nvPr/>
        </p:nvSpPr>
        <p:spPr>
          <a:xfrm rot="10800000">
            <a:off x="6113164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Pentagon 5">
            <a:extLst>
              <a:ext uri="{FF2B5EF4-FFF2-40B4-BE49-F238E27FC236}">
                <a16:creationId xmlns:a16="http://schemas.microsoft.com/office/drawing/2014/main" id="{0B6918A9-D2A8-45AF-B07D-0A32F578358C}"/>
              </a:ext>
            </a:extLst>
          </p:cNvPr>
          <p:cNvSpPr/>
          <p:nvPr/>
        </p:nvSpPr>
        <p:spPr>
          <a:xfrm rot="5400000">
            <a:off x="6370693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8" name="Pentagon 5">
            <a:extLst>
              <a:ext uri="{FF2B5EF4-FFF2-40B4-BE49-F238E27FC236}">
                <a16:creationId xmlns:a16="http://schemas.microsoft.com/office/drawing/2014/main" id="{5955EAFA-1C3C-4B1E-84D6-0C078D4A7330}"/>
              </a:ext>
            </a:extLst>
          </p:cNvPr>
          <p:cNvSpPr/>
          <p:nvPr/>
        </p:nvSpPr>
        <p:spPr>
          <a:xfrm rot="16200000">
            <a:off x="5855630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42" name="Pentagon 5">
            <a:extLst>
              <a:ext uri="{FF2B5EF4-FFF2-40B4-BE49-F238E27FC236}">
                <a16:creationId xmlns:a16="http://schemas.microsoft.com/office/drawing/2014/main" id="{F125682A-EBE4-4192-906E-6BCA20C18A85}"/>
              </a:ext>
            </a:extLst>
          </p:cNvPr>
          <p:cNvSpPr/>
          <p:nvPr/>
        </p:nvSpPr>
        <p:spPr>
          <a:xfrm>
            <a:off x="6828940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3" name="Pentagon 5">
            <a:extLst>
              <a:ext uri="{FF2B5EF4-FFF2-40B4-BE49-F238E27FC236}">
                <a16:creationId xmlns:a16="http://schemas.microsoft.com/office/drawing/2014/main" id="{9415E469-EA42-4167-878A-DE114881F4D3}"/>
              </a:ext>
            </a:extLst>
          </p:cNvPr>
          <p:cNvSpPr/>
          <p:nvPr/>
        </p:nvSpPr>
        <p:spPr>
          <a:xfrm rot="10800000">
            <a:off x="6828940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4" name="Pentagon 5">
            <a:extLst>
              <a:ext uri="{FF2B5EF4-FFF2-40B4-BE49-F238E27FC236}">
                <a16:creationId xmlns:a16="http://schemas.microsoft.com/office/drawing/2014/main" id="{29B69F89-B04D-472F-8366-031EDDA57E00}"/>
              </a:ext>
            </a:extLst>
          </p:cNvPr>
          <p:cNvSpPr/>
          <p:nvPr/>
        </p:nvSpPr>
        <p:spPr>
          <a:xfrm rot="5400000">
            <a:off x="7086469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5" name="Pentagon 5">
            <a:extLst>
              <a:ext uri="{FF2B5EF4-FFF2-40B4-BE49-F238E27FC236}">
                <a16:creationId xmlns:a16="http://schemas.microsoft.com/office/drawing/2014/main" id="{C0FA5DA0-E375-4435-92D1-9E2A699DD79A}"/>
              </a:ext>
            </a:extLst>
          </p:cNvPr>
          <p:cNvSpPr/>
          <p:nvPr/>
        </p:nvSpPr>
        <p:spPr>
          <a:xfrm rot="16200000">
            <a:off x="6571406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0" name="Pentagon 5">
            <a:extLst>
              <a:ext uri="{FF2B5EF4-FFF2-40B4-BE49-F238E27FC236}">
                <a16:creationId xmlns:a16="http://schemas.microsoft.com/office/drawing/2014/main" id="{E296D1B0-EE83-4C20-B48C-838B912A3450}"/>
              </a:ext>
            </a:extLst>
          </p:cNvPr>
          <p:cNvSpPr/>
          <p:nvPr/>
        </p:nvSpPr>
        <p:spPr>
          <a:xfrm rot="10800000">
            <a:off x="7542866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1" name="Pentagon 5">
            <a:extLst>
              <a:ext uri="{FF2B5EF4-FFF2-40B4-BE49-F238E27FC236}">
                <a16:creationId xmlns:a16="http://schemas.microsoft.com/office/drawing/2014/main" id="{807444A8-0F11-4829-B47E-B6A3AD6BB5E8}"/>
              </a:ext>
            </a:extLst>
          </p:cNvPr>
          <p:cNvSpPr/>
          <p:nvPr/>
        </p:nvSpPr>
        <p:spPr>
          <a:xfrm rot="5400000">
            <a:off x="7800395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2" name="Pentagon 5">
            <a:extLst>
              <a:ext uri="{FF2B5EF4-FFF2-40B4-BE49-F238E27FC236}">
                <a16:creationId xmlns:a16="http://schemas.microsoft.com/office/drawing/2014/main" id="{110CE206-C893-4241-88F1-29EDC66F7586}"/>
              </a:ext>
            </a:extLst>
          </p:cNvPr>
          <p:cNvSpPr/>
          <p:nvPr/>
        </p:nvSpPr>
        <p:spPr>
          <a:xfrm rot="16200000">
            <a:off x="7285332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3" name="Pentagon 5">
            <a:extLst>
              <a:ext uri="{FF2B5EF4-FFF2-40B4-BE49-F238E27FC236}">
                <a16:creationId xmlns:a16="http://schemas.microsoft.com/office/drawing/2014/main" id="{0DD8D64E-6EEB-4382-AECE-32276B0D4471}"/>
              </a:ext>
            </a:extLst>
          </p:cNvPr>
          <p:cNvSpPr/>
          <p:nvPr/>
        </p:nvSpPr>
        <p:spPr>
          <a:xfrm>
            <a:off x="7542866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4" name="Pentagon 5">
            <a:extLst>
              <a:ext uri="{FF2B5EF4-FFF2-40B4-BE49-F238E27FC236}">
                <a16:creationId xmlns:a16="http://schemas.microsoft.com/office/drawing/2014/main" id="{C51ABBF7-E2B0-467E-BBE2-82BC2FB27E4B}"/>
              </a:ext>
            </a:extLst>
          </p:cNvPr>
          <p:cNvSpPr/>
          <p:nvPr/>
        </p:nvSpPr>
        <p:spPr>
          <a:xfrm rot="10800000">
            <a:off x="7542866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5" name="Pentagon 5">
            <a:extLst>
              <a:ext uri="{FF2B5EF4-FFF2-40B4-BE49-F238E27FC236}">
                <a16:creationId xmlns:a16="http://schemas.microsoft.com/office/drawing/2014/main" id="{C3DD2445-E8A5-4B34-A48D-8F169FB3C095}"/>
              </a:ext>
            </a:extLst>
          </p:cNvPr>
          <p:cNvSpPr/>
          <p:nvPr/>
        </p:nvSpPr>
        <p:spPr>
          <a:xfrm rot="5400000">
            <a:off x="7800395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6" name="Pentagon 5">
            <a:extLst>
              <a:ext uri="{FF2B5EF4-FFF2-40B4-BE49-F238E27FC236}">
                <a16:creationId xmlns:a16="http://schemas.microsoft.com/office/drawing/2014/main" id="{CEFA8F5B-F431-4151-AE6D-9F368362F067}"/>
              </a:ext>
            </a:extLst>
          </p:cNvPr>
          <p:cNvSpPr/>
          <p:nvPr/>
        </p:nvSpPr>
        <p:spPr>
          <a:xfrm rot="16200000">
            <a:off x="7285332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5" name="Pentagon 5">
            <a:extLst>
              <a:ext uri="{FF2B5EF4-FFF2-40B4-BE49-F238E27FC236}">
                <a16:creationId xmlns:a16="http://schemas.microsoft.com/office/drawing/2014/main" id="{29BCEB2B-F4F4-42EA-8E48-B1C06BE1EA19}"/>
              </a:ext>
            </a:extLst>
          </p:cNvPr>
          <p:cNvSpPr/>
          <p:nvPr/>
        </p:nvSpPr>
        <p:spPr>
          <a:xfrm rot="10800000">
            <a:off x="3966763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8" name="Pentagon 5">
            <a:extLst>
              <a:ext uri="{FF2B5EF4-FFF2-40B4-BE49-F238E27FC236}">
                <a16:creationId xmlns:a16="http://schemas.microsoft.com/office/drawing/2014/main" id="{9285A729-EABC-4AEA-B0A6-B72552D33C9C}"/>
              </a:ext>
            </a:extLst>
          </p:cNvPr>
          <p:cNvSpPr/>
          <p:nvPr/>
        </p:nvSpPr>
        <p:spPr>
          <a:xfrm>
            <a:off x="3966762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Pentagon 5">
            <a:extLst>
              <a:ext uri="{FF2B5EF4-FFF2-40B4-BE49-F238E27FC236}">
                <a16:creationId xmlns:a16="http://schemas.microsoft.com/office/drawing/2014/main" id="{56EE4EDB-CCE9-40C2-AE44-26C361222A7A}"/>
              </a:ext>
            </a:extLst>
          </p:cNvPr>
          <p:cNvSpPr/>
          <p:nvPr/>
        </p:nvSpPr>
        <p:spPr>
          <a:xfrm rot="10800000">
            <a:off x="3966762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Pentagon 5">
            <a:extLst>
              <a:ext uri="{FF2B5EF4-FFF2-40B4-BE49-F238E27FC236}">
                <a16:creationId xmlns:a16="http://schemas.microsoft.com/office/drawing/2014/main" id="{9F57CB48-C9CE-43DB-962F-E2CA67CFC458}"/>
              </a:ext>
            </a:extLst>
          </p:cNvPr>
          <p:cNvSpPr/>
          <p:nvPr/>
        </p:nvSpPr>
        <p:spPr>
          <a:xfrm rot="5400000">
            <a:off x="4224291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1" name="Pentagon 5">
            <a:extLst>
              <a:ext uri="{FF2B5EF4-FFF2-40B4-BE49-F238E27FC236}">
                <a16:creationId xmlns:a16="http://schemas.microsoft.com/office/drawing/2014/main" id="{80105198-C940-4C60-94BF-A3A6C3151CF6}"/>
              </a:ext>
            </a:extLst>
          </p:cNvPr>
          <p:cNvSpPr/>
          <p:nvPr/>
        </p:nvSpPr>
        <p:spPr>
          <a:xfrm rot="16200000">
            <a:off x="3709228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06" name="Pentagon 5">
            <a:extLst>
              <a:ext uri="{FF2B5EF4-FFF2-40B4-BE49-F238E27FC236}">
                <a16:creationId xmlns:a16="http://schemas.microsoft.com/office/drawing/2014/main" id="{0FE363FB-D3A4-40CB-9ED4-A0E50A19EE45}"/>
              </a:ext>
            </a:extLst>
          </p:cNvPr>
          <p:cNvSpPr/>
          <p:nvPr/>
        </p:nvSpPr>
        <p:spPr>
          <a:xfrm rot="10800000">
            <a:off x="4680688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7" name="Pentagon 5">
            <a:extLst>
              <a:ext uri="{FF2B5EF4-FFF2-40B4-BE49-F238E27FC236}">
                <a16:creationId xmlns:a16="http://schemas.microsoft.com/office/drawing/2014/main" id="{038DB974-CF28-4D85-B523-17002D146F89}"/>
              </a:ext>
            </a:extLst>
          </p:cNvPr>
          <p:cNvSpPr/>
          <p:nvPr/>
        </p:nvSpPr>
        <p:spPr>
          <a:xfrm rot="5400000">
            <a:off x="4938217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8" name="Pentagon 5">
            <a:extLst>
              <a:ext uri="{FF2B5EF4-FFF2-40B4-BE49-F238E27FC236}">
                <a16:creationId xmlns:a16="http://schemas.microsoft.com/office/drawing/2014/main" id="{23D7C023-C1F8-4AEC-BA2A-69C0CBB61A50}"/>
              </a:ext>
            </a:extLst>
          </p:cNvPr>
          <p:cNvSpPr/>
          <p:nvPr/>
        </p:nvSpPr>
        <p:spPr>
          <a:xfrm rot="16200000">
            <a:off x="4423154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13" name="Pentagon 5">
            <a:extLst>
              <a:ext uri="{FF2B5EF4-FFF2-40B4-BE49-F238E27FC236}">
                <a16:creationId xmlns:a16="http://schemas.microsoft.com/office/drawing/2014/main" id="{CC04F698-06BE-4B35-B99B-A99982ECCC62}"/>
              </a:ext>
            </a:extLst>
          </p:cNvPr>
          <p:cNvSpPr/>
          <p:nvPr/>
        </p:nvSpPr>
        <p:spPr>
          <a:xfrm rot="10800000">
            <a:off x="5396465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Pentagon 5">
            <a:extLst>
              <a:ext uri="{FF2B5EF4-FFF2-40B4-BE49-F238E27FC236}">
                <a16:creationId xmlns:a16="http://schemas.microsoft.com/office/drawing/2014/main" id="{03B60316-1BD0-4FA0-BBD5-7C24733AD82F}"/>
              </a:ext>
            </a:extLst>
          </p:cNvPr>
          <p:cNvSpPr/>
          <p:nvPr/>
        </p:nvSpPr>
        <p:spPr>
          <a:xfrm>
            <a:off x="4680688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0" name="Pentagon 5">
            <a:extLst>
              <a:ext uri="{FF2B5EF4-FFF2-40B4-BE49-F238E27FC236}">
                <a16:creationId xmlns:a16="http://schemas.microsoft.com/office/drawing/2014/main" id="{9C5611BF-1947-4983-AB24-2C44E0131381}"/>
              </a:ext>
            </a:extLst>
          </p:cNvPr>
          <p:cNvSpPr/>
          <p:nvPr/>
        </p:nvSpPr>
        <p:spPr>
          <a:xfrm rot="10800000">
            <a:off x="4680688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1" name="Pentagon 5">
            <a:extLst>
              <a:ext uri="{FF2B5EF4-FFF2-40B4-BE49-F238E27FC236}">
                <a16:creationId xmlns:a16="http://schemas.microsoft.com/office/drawing/2014/main" id="{1901F714-40DF-4806-B81D-93BCD021091B}"/>
              </a:ext>
            </a:extLst>
          </p:cNvPr>
          <p:cNvSpPr/>
          <p:nvPr/>
        </p:nvSpPr>
        <p:spPr>
          <a:xfrm rot="5400000">
            <a:off x="4938217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2" name="Pentagon 5">
            <a:extLst>
              <a:ext uri="{FF2B5EF4-FFF2-40B4-BE49-F238E27FC236}">
                <a16:creationId xmlns:a16="http://schemas.microsoft.com/office/drawing/2014/main" id="{E12F0EAE-1E0F-4893-A655-386315D75325}"/>
              </a:ext>
            </a:extLst>
          </p:cNvPr>
          <p:cNvSpPr/>
          <p:nvPr/>
        </p:nvSpPr>
        <p:spPr>
          <a:xfrm rot="16200000">
            <a:off x="4423154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6" name="Pentagon 5">
            <a:extLst>
              <a:ext uri="{FF2B5EF4-FFF2-40B4-BE49-F238E27FC236}">
                <a16:creationId xmlns:a16="http://schemas.microsoft.com/office/drawing/2014/main" id="{87B9BB04-8C22-4F78-A531-64C8DBF1FA4D}"/>
              </a:ext>
            </a:extLst>
          </p:cNvPr>
          <p:cNvSpPr/>
          <p:nvPr/>
        </p:nvSpPr>
        <p:spPr>
          <a:xfrm>
            <a:off x="5396464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7" name="Pentagon 5">
            <a:extLst>
              <a:ext uri="{FF2B5EF4-FFF2-40B4-BE49-F238E27FC236}">
                <a16:creationId xmlns:a16="http://schemas.microsoft.com/office/drawing/2014/main" id="{9A479F9D-ACED-45C2-80FA-4B0B1ED7758E}"/>
              </a:ext>
            </a:extLst>
          </p:cNvPr>
          <p:cNvSpPr/>
          <p:nvPr/>
        </p:nvSpPr>
        <p:spPr>
          <a:xfrm rot="10800000">
            <a:off x="5396464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8" name="Pentagon 5">
            <a:extLst>
              <a:ext uri="{FF2B5EF4-FFF2-40B4-BE49-F238E27FC236}">
                <a16:creationId xmlns:a16="http://schemas.microsoft.com/office/drawing/2014/main" id="{FD97EE1A-D065-4B2B-ABA3-158D54D216CD}"/>
              </a:ext>
            </a:extLst>
          </p:cNvPr>
          <p:cNvSpPr/>
          <p:nvPr/>
        </p:nvSpPr>
        <p:spPr>
          <a:xfrm rot="5400000">
            <a:off x="5653993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9" name="Pentagon 5">
            <a:extLst>
              <a:ext uri="{FF2B5EF4-FFF2-40B4-BE49-F238E27FC236}">
                <a16:creationId xmlns:a16="http://schemas.microsoft.com/office/drawing/2014/main" id="{5420450B-9FC5-4737-A6B6-F9BE7C09CEA5}"/>
              </a:ext>
            </a:extLst>
          </p:cNvPr>
          <p:cNvSpPr/>
          <p:nvPr/>
        </p:nvSpPr>
        <p:spPr>
          <a:xfrm rot="16200000">
            <a:off x="5138930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21444" y="503726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1828" y="4092068"/>
            <a:ext cx="4432528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769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1142</TotalTime>
  <Words>155</Words>
  <Application>Microsoft Office PowerPoint</Application>
  <PresentationFormat>Widescreen</PresentationFormat>
  <Paragraphs>88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41</cp:revision>
  <dcterms:created xsi:type="dcterms:W3CDTF">2020-09-21T20:59:15Z</dcterms:created>
  <dcterms:modified xsi:type="dcterms:W3CDTF">2021-03-06T09:11:46Z</dcterms:modified>
</cp:coreProperties>
</file>