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40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648" y="600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BCF5D-45C8-416C-BC84-F1BDF47BA1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86A5DE-5C4C-4846-BDCF-E444BB0A2F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4B565-F135-4221-AF17-8DA184585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087D-B594-43AD-97F7-D3DB49A238A1}" type="datetimeFigureOut">
              <a:rPr lang="pt-PT" smtClean="0"/>
              <a:t>12/12/2020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E5FCA-8397-488F-9664-2BF675E6D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93356-5783-4EFE-8BD6-77AA3F90A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67122-3001-447E-9DC6-543468E51910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75161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E7C74-76A2-4140-AC38-7034683F4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7204B-990D-4153-B900-42959015C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EE764-7EE1-490D-8E58-228A8DB42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087D-B594-43AD-97F7-D3DB49A238A1}" type="datetimeFigureOut">
              <a:rPr lang="pt-PT" smtClean="0"/>
              <a:t>12/12/2020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1DED0-B544-4E44-9CDC-0DDED86BB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A6974-B497-49A0-B425-55B2BEFFC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67122-3001-447E-9DC6-543468E51910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88202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FBE3B-F584-4024-9D7F-799728B95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4CA5A-39AB-43B1-91FD-01130C795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03B37-253C-4104-8634-62FAD3E7E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087D-B594-43AD-97F7-D3DB49A238A1}" type="datetimeFigureOut">
              <a:rPr lang="pt-PT" smtClean="0"/>
              <a:t>12/12/2020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08447-6217-4E4E-9776-321D39680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29A19-7788-4CED-A41F-A2FB4F981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67122-3001-447E-9DC6-543468E51910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15095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BD81C-E5A2-4912-80F1-64D2A4640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88FC0-45E8-42CD-A181-41CFF3DE2B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DAACE7-97AE-47D6-AE01-857B90D2F4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DB652A-5C05-4AC3-B92D-824C791A7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087D-B594-43AD-97F7-D3DB49A238A1}" type="datetimeFigureOut">
              <a:rPr lang="pt-PT" smtClean="0"/>
              <a:t>12/12/2020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58C107-E4ED-4E4A-A50A-3CB07D659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ACBC03-A54C-47EC-A444-1D2AE2159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67122-3001-447E-9DC6-543468E51910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16284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17DFC-266D-4130-A74F-FDEA0E5BD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1DD4F-0DC5-47F1-9328-D4FECBE4D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4594FB-BE15-4944-A0B0-4A21D02A7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2812B7-CC90-4575-BE2F-8B6E308EF7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75DE3A-7388-42F1-B5CD-D42547045A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9E2B5A-6A83-466C-91A9-B6DD12C73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087D-B594-43AD-97F7-D3DB49A238A1}" type="datetimeFigureOut">
              <a:rPr lang="pt-PT" smtClean="0"/>
              <a:t>12/12/2020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23A6AA-39F7-4241-9D06-EA2EBE690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A54A62-BD99-44F7-B1A3-0F1154466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67122-3001-447E-9DC6-543468E51910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85194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30CE6-6316-48D1-9C12-89AF09774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DD7F93-A9F1-4551-BCD8-B986D63D8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087D-B594-43AD-97F7-D3DB49A238A1}" type="datetimeFigureOut">
              <a:rPr lang="pt-PT" smtClean="0"/>
              <a:t>12/12/2020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783FD-63FC-4A91-9A2B-CF6C0FBFF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75D394-34BE-407A-A499-6DE2CC773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67122-3001-447E-9DC6-543468E51910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61906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D63E7B-67E8-4CD1-A947-09EDB8AB8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087D-B594-43AD-97F7-D3DB49A238A1}" type="datetimeFigureOut">
              <a:rPr lang="pt-PT" smtClean="0"/>
              <a:t>12/12/2020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217026-6ACF-4EE2-AE5A-480BD7D43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9B7EB-A8F2-4F54-A559-C2CB7CC13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67122-3001-447E-9DC6-543468E51910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14604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EF6C2-C9E3-4EEC-886D-69CEB97B5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9ED51-4A9A-4BAD-9AEE-48B02F8B4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E71295-AD6A-49C5-B826-65A3778FDE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40D89D-265A-40FF-BC79-FE5658BE0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087D-B594-43AD-97F7-D3DB49A238A1}" type="datetimeFigureOut">
              <a:rPr lang="pt-PT" smtClean="0"/>
              <a:t>12/12/2020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96135B-AC83-4B82-9FE2-3E05AFE2E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CCD92-D200-4FFA-8E57-41DF897A5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67122-3001-447E-9DC6-543468E51910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34915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4A4D9-3618-4256-8B65-8D0ADD50B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04A2C0-1343-439D-A129-75ACC97553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015077-EF8F-4F9A-A5F4-41CAA300B4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161B7C-B6F4-449C-A63B-D280EF8FE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087D-B594-43AD-97F7-D3DB49A238A1}" type="datetimeFigureOut">
              <a:rPr lang="pt-PT" smtClean="0"/>
              <a:t>12/12/2020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2863F-84C7-480A-B496-5999B49D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8D4D90-D9AA-41C9-90C4-568A5A512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67122-3001-447E-9DC6-543468E51910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57713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11ED2-E790-4A8F-A17A-34C296976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D9913E-5DA7-4D1A-A6E8-789ADA4A46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2893D-1531-41F2-90AD-C792A777B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087D-B594-43AD-97F7-D3DB49A238A1}" type="datetimeFigureOut">
              <a:rPr lang="pt-PT" smtClean="0"/>
              <a:t>12/12/2020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7BC51-2676-4D47-A4A3-2534BFF3D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6F73B-F01F-46F3-AC76-76CD8C3E4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67122-3001-447E-9DC6-543468E51910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24664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6FBCA9-8BEE-40D8-AA07-AB8AA34D79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BC4729-8E17-4D2D-9304-D902E8E0BF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E22A7-FF04-41AF-98D6-110F3BB22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D087D-B594-43AD-97F7-D3DB49A238A1}" type="datetimeFigureOut">
              <a:rPr lang="pt-PT" smtClean="0"/>
              <a:t>12/12/2020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51414-893C-45CC-BA9C-026937C8E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E20A7-C2E4-476A-8837-6AFBA9F4E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67122-3001-447E-9DC6-543468E51910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61569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B6A2C9-B8FA-473C-83D8-F8DFF20C3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C9038E-D97D-416E-B4A8-A6FE20672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49307-43CE-41E5-8A96-BE8AF372BC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3D087D-B594-43AD-97F7-D3DB49A238A1}" type="datetimeFigureOut">
              <a:rPr lang="pt-PT" smtClean="0"/>
              <a:t>12/12/2020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0048A-75BF-46B5-8F8C-CDD4AD3717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6E360-A6CC-43C2-861F-6269EBC29E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67122-3001-447E-9DC6-543468E51910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9620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Rectangle 235">
            <a:extLst>
              <a:ext uri="{FF2B5EF4-FFF2-40B4-BE49-F238E27FC236}">
                <a16:creationId xmlns:a16="http://schemas.microsoft.com/office/drawing/2014/main" id="{4C302E6A-7EDA-4E86-8BBC-BC849AF294D8}"/>
              </a:ext>
            </a:extLst>
          </p:cNvPr>
          <p:cNvSpPr/>
          <p:nvPr/>
        </p:nvSpPr>
        <p:spPr>
          <a:xfrm>
            <a:off x="2794000" y="0"/>
            <a:ext cx="6616700" cy="68199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433" name="Group 432">
            <a:extLst>
              <a:ext uri="{FF2B5EF4-FFF2-40B4-BE49-F238E27FC236}">
                <a16:creationId xmlns:a16="http://schemas.microsoft.com/office/drawing/2014/main" id="{398AFF57-FA5D-4BA1-84A3-11B29714274A}"/>
              </a:ext>
            </a:extLst>
          </p:cNvPr>
          <p:cNvGrpSpPr/>
          <p:nvPr/>
        </p:nvGrpSpPr>
        <p:grpSpPr>
          <a:xfrm>
            <a:off x="3378953" y="724785"/>
            <a:ext cx="5469416" cy="5477043"/>
            <a:chOff x="3378953" y="724785"/>
            <a:chExt cx="5469416" cy="5477043"/>
          </a:xfrm>
        </p:grpSpPr>
        <p:grpSp>
          <p:nvGrpSpPr>
            <p:cNvPr id="432" name="Group 431">
              <a:extLst>
                <a:ext uri="{FF2B5EF4-FFF2-40B4-BE49-F238E27FC236}">
                  <a16:creationId xmlns:a16="http://schemas.microsoft.com/office/drawing/2014/main" id="{76E7FA20-A568-42F7-9740-D1E335713BA3}"/>
                </a:ext>
              </a:extLst>
            </p:cNvPr>
            <p:cNvGrpSpPr/>
            <p:nvPr/>
          </p:nvGrpSpPr>
          <p:grpSpPr>
            <a:xfrm>
              <a:off x="3378953" y="936637"/>
              <a:ext cx="5469416" cy="5078738"/>
              <a:chOff x="3378953" y="936637"/>
              <a:chExt cx="5469416" cy="5078738"/>
            </a:xfrm>
          </p:grpSpPr>
          <p:sp>
            <p:nvSpPr>
              <p:cNvPr id="399" name="Rectangle 398">
                <a:extLst>
                  <a:ext uri="{FF2B5EF4-FFF2-40B4-BE49-F238E27FC236}">
                    <a16:creationId xmlns:a16="http://schemas.microsoft.com/office/drawing/2014/main" id="{87D3A0D6-B1D6-45F5-AC0E-00843C0DD1D4}"/>
                  </a:ext>
                </a:extLst>
              </p:cNvPr>
              <p:cNvSpPr/>
              <p:nvPr/>
            </p:nvSpPr>
            <p:spPr>
              <a:xfrm rot="5400000" flipH="1">
                <a:off x="5724507" y="2171963"/>
                <a:ext cx="55917" cy="454222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0" name="Rectangle 399">
                <a:extLst>
                  <a:ext uri="{FF2B5EF4-FFF2-40B4-BE49-F238E27FC236}">
                    <a16:creationId xmlns:a16="http://schemas.microsoft.com/office/drawing/2014/main" id="{62BFF67A-C301-4F49-8127-77FDFAF6D2E4}"/>
                  </a:ext>
                </a:extLst>
              </p:cNvPr>
              <p:cNvSpPr/>
              <p:nvPr/>
            </p:nvSpPr>
            <p:spPr>
              <a:xfrm rot="5400000" flipH="1">
                <a:off x="6440283" y="2889807"/>
                <a:ext cx="55917" cy="454222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1" name="Rectangle 400">
                <a:extLst>
                  <a:ext uri="{FF2B5EF4-FFF2-40B4-BE49-F238E27FC236}">
                    <a16:creationId xmlns:a16="http://schemas.microsoft.com/office/drawing/2014/main" id="{711DB182-C9FD-439D-B444-9109A9E81AD7}"/>
                  </a:ext>
                </a:extLst>
              </p:cNvPr>
              <p:cNvSpPr/>
              <p:nvPr/>
            </p:nvSpPr>
            <p:spPr>
              <a:xfrm rot="5400000" flipH="1">
                <a:off x="5724507" y="737485"/>
                <a:ext cx="55917" cy="454222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2" name="Rectangle 401">
                <a:extLst>
                  <a:ext uri="{FF2B5EF4-FFF2-40B4-BE49-F238E27FC236}">
                    <a16:creationId xmlns:a16="http://schemas.microsoft.com/office/drawing/2014/main" id="{0839F7E5-99D1-4D72-B329-6EF1EC368F11}"/>
                  </a:ext>
                </a:extLst>
              </p:cNvPr>
              <p:cNvSpPr/>
              <p:nvPr/>
            </p:nvSpPr>
            <p:spPr>
              <a:xfrm rot="5400000" flipH="1">
                <a:off x="6440283" y="1455329"/>
                <a:ext cx="55917" cy="454222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3" name="Rectangle 402">
                <a:extLst>
                  <a:ext uri="{FF2B5EF4-FFF2-40B4-BE49-F238E27FC236}">
                    <a16:creationId xmlns:a16="http://schemas.microsoft.com/office/drawing/2014/main" id="{C9F4D4C4-AA7D-4C6B-A8CB-81C02F888C39}"/>
                  </a:ext>
                </a:extLst>
              </p:cNvPr>
              <p:cNvSpPr/>
              <p:nvPr/>
            </p:nvSpPr>
            <p:spPr>
              <a:xfrm rot="5400000" flipH="1">
                <a:off x="7154209" y="2171963"/>
                <a:ext cx="55917" cy="454222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4" name="Rectangle 403">
                <a:extLst>
                  <a:ext uri="{FF2B5EF4-FFF2-40B4-BE49-F238E27FC236}">
                    <a16:creationId xmlns:a16="http://schemas.microsoft.com/office/drawing/2014/main" id="{FAA103E4-63F3-467C-8EC8-6B51EF9FBE8A}"/>
                  </a:ext>
                </a:extLst>
              </p:cNvPr>
              <p:cNvSpPr/>
              <p:nvPr/>
            </p:nvSpPr>
            <p:spPr>
              <a:xfrm rot="5400000" flipH="1">
                <a:off x="7869985" y="2889807"/>
                <a:ext cx="55917" cy="454222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5" name="Rectangle 404">
                <a:extLst>
                  <a:ext uri="{FF2B5EF4-FFF2-40B4-BE49-F238E27FC236}">
                    <a16:creationId xmlns:a16="http://schemas.microsoft.com/office/drawing/2014/main" id="{EC837E74-FDB1-4473-9462-D7C0BFE252A5}"/>
                  </a:ext>
                </a:extLst>
              </p:cNvPr>
              <p:cNvSpPr/>
              <p:nvPr/>
            </p:nvSpPr>
            <p:spPr>
              <a:xfrm rot="5400000" flipH="1">
                <a:off x="7154209" y="737485"/>
                <a:ext cx="55917" cy="454222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6" name="Rectangle 405">
                <a:extLst>
                  <a:ext uri="{FF2B5EF4-FFF2-40B4-BE49-F238E27FC236}">
                    <a16:creationId xmlns:a16="http://schemas.microsoft.com/office/drawing/2014/main" id="{30B44F4C-2F68-47A7-A733-C9E010F2FC47}"/>
                  </a:ext>
                </a:extLst>
              </p:cNvPr>
              <p:cNvSpPr/>
              <p:nvPr/>
            </p:nvSpPr>
            <p:spPr>
              <a:xfrm rot="5400000" flipH="1">
                <a:off x="7869985" y="1455329"/>
                <a:ext cx="55917" cy="454222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7" name="Rectangle 406">
                <a:extLst>
                  <a:ext uri="{FF2B5EF4-FFF2-40B4-BE49-F238E27FC236}">
                    <a16:creationId xmlns:a16="http://schemas.microsoft.com/office/drawing/2014/main" id="{1BD86571-3065-4B12-AE33-805F0B3FBE47}"/>
                  </a:ext>
                </a:extLst>
              </p:cNvPr>
              <p:cNvSpPr/>
              <p:nvPr/>
            </p:nvSpPr>
            <p:spPr>
              <a:xfrm rot="5400000" flipH="1">
                <a:off x="8593299" y="2171964"/>
                <a:ext cx="55917" cy="454222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8" name="Rectangle 407">
                <a:extLst>
                  <a:ext uri="{FF2B5EF4-FFF2-40B4-BE49-F238E27FC236}">
                    <a16:creationId xmlns:a16="http://schemas.microsoft.com/office/drawing/2014/main" id="{F1307622-2A00-44F9-B9E4-BEAAA761E386}"/>
                  </a:ext>
                </a:extLst>
              </p:cNvPr>
              <p:cNvSpPr/>
              <p:nvPr/>
            </p:nvSpPr>
            <p:spPr>
              <a:xfrm rot="5400000" flipH="1">
                <a:off x="3578105" y="2889807"/>
                <a:ext cx="55917" cy="454222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9" name="Rectangle 408">
                <a:extLst>
                  <a:ext uri="{FF2B5EF4-FFF2-40B4-BE49-F238E27FC236}">
                    <a16:creationId xmlns:a16="http://schemas.microsoft.com/office/drawing/2014/main" id="{2E98B051-BB71-4A7D-9CEA-AAA8D721F336}"/>
                  </a:ext>
                </a:extLst>
              </p:cNvPr>
              <p:cNvSpPr/>
              <p:nvPr/>
            </p:nvSpPr>
            <p:spPr>
              <a:xfrm rot="5400000" flipH="1">
                <a:off x="8593299" y="737486"/>
                <a:ext cx="55917" cy="454222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0" name="Rectangle 409">
                <a:extLst>
                  <a:ext uri="{FF2B5EF4-FFF2-40B4-BE49-F238E27FC236}">
                    <a16:creationId xmlns:a16="http://schemas.microsoft.com/office/drawing/2014/main" id="{CBE05ABD-3226-4FAB-AE28-5317C986910B}"/>
                  </a:ext>
                </a:extLst>
              </p:cNvPr>
              <p:cNvSpPr/>
              <p:nvPr/>
            </p:nvSpPr>
            <p:spPr>
              <a:xfrm rot="5400000" flipH="1">
                <a:off x="3578105" y="1455329"/>
                <a:ext cx="55917" cy="454222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1" name="Rectangle 410">
                <a:extLst>
                  <a:ext uri="{FF2B5EF4-FFF2-40B4-BE49-F238E27FC236}">
                    <a16:creationId xmlns:a16="http://schemas.microsoft.com/office/drawing/2014/main" id="{08036B70-3A84-4626-B780-F475BEAF5C98}"/>
                  </a:ext>
                </a:extLst>
              </p:cNvPr>
              <p:cNvSpPr/>
              <p:nvPr/>
            </p:nvSpPr>
            <p:spPr>
              <a:xfrm rot="5400000" flipH="1">
                <a:off x="4292031" y="2171963"/>
                <a:ext cx="55917" cy="454222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2" name="Rectangle 411">
                <a:extLst>
                  <a:ext uri="{FF2B5EF4-FFF2-40B4-BE49-F238E27FC236}">
                    <a16:creationId xmlns:a16="http://schemas.microsoft.com/office/drawing/2014/main" id="{731C14ED-DE1A-4244-8536-B58460779943}"/>
                  </a:ext>
                </a:extLst>
              </p:cNvPr>
              <p:cNvSpPr/>
              <p:nvPr/>
            </p:nvSpPr>
            <p:spPr>
              <a:xfrm rot="5400000" flipH="1">
                <a:off x="5007807" y="2889807"/>
                <a:ext cx="55917" cy="454222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3" name="Rectangle 412">
                <a:extLst>
                  <a:ext uri="{FF2B5EF4-FFF2-40B4-BE49-F238E27FC236}">
                    <a16:creationId xmlns:a16="http://schemas.microsoft.com/office/drawing/2014/main" id="{9367E0F3-6893-46B0-BEB2-9B44C3388471}"/>
                  </a:ext>
                </a:extLst>
              </p:cNvPr>
              <p:cNvSpPr/>
              <p:nvPr/>
            </p:nvSpPr>
            <p:spPr>
              <a:xfrm rot="5400000" flipH="1">
                <a:off x="4292031" y="737485"/>
                <a:ext cx="55917" cy="454222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4" name="Rectangle 413">
                <a:extLst>
                  <a:ext uri="{FF2B5EF4-FFF2-40B4-BE49-F238E27FC236}">
                    <a16:creationId xmlns:a16="http://schemas.microsoft.com/office/drawing/2014/main" id="{3C221D3E-E66D-4364-AA94-E141C611D1C8}"/>
                  </a:ext>
                </a:extLst>
              </p:cNvPr>
              <p:cNvSpPr/>
              <p:nvPr/>
            </p:nvSpPr>
            <p:spPr>
              <a:xfrm rot="5400000" flipH="1">
                <a:off x="5007807" y="1455329"/>
                <a:ext cx="55917" cy="454222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5" name="Rectangle 414">
                <a:extLst>
                  <a:ext uri="{FF2B5EF4-FFF2-40B4-BE49-F238E27FC236}">
                    <a16:creationId xmlns:a16="http://schemas.microsoft.com/office/drawing/2014/main" id="{32DFCC6B-7245-4335-A797-41E32C6DD252}"/>
                  </a:ext>
                </a:extLst>
              </p:cNvPr>
              <p:cNvSpPr/>
              <p:nvPr/>
            </p:nvSpPr>
            <p:spPr>
              <a:xfrm rot="5400000" flipH="1">
                <a:off x="5724507" y="5042461"/>
                <a:ext cx="55917" cy="454222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6" name="Rectangle 415">
                <a:extLst>
                  <a:ext uri="{FF2B5EF4-FFF2-40B4-BE49-F238E27FC236}">
                    <a16:creationId xmlns:a16="http://schemas.microsoft.com/office/drawing/2014/main" id="{448E5FDB-BCAC-45F4-9109-94B095F6B93E}"/>
                  </a:ext>
                </a:extLst>
              </p:cNvPr>
              <p:cNvSpPr/>
              <p:nvPr/>
            </p:nvSpPr>
            <p:spPr>
              <a:xfrm rot="5400000" flipH="1">
                <a:off x="6440283" y="5760306"/>
                <a:ext cx="55917" cy="454222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7" name="Rectangle 416">
                <a:extLst>
                  <a:ext uri="{FF2B5EF4-FFF2-40B4-BE49-F238E27FC236}">
                    <a16:creationId xmlns:a16="http://schemas.microsoft.com/office/drawing/2014/main" id="{EF264BAA-CCED-4837-B1C2-357068152426}"/>
                  </a:ext>
                </a:extLst>
              </p:cNvPr>
              <p:cNvSpPr/>
              <p:nvPr/>
            </p:nvSpPr>
            <p:spPr>
              <a:xfrm rot="5400000" flipH="1">
                <a:off x="5724507" y="3607983"/>
                <a:ext cx="55917" cy="454222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8" name="Rectangle 417">
                <a:extLst>
                  <a:ext uri="{FF2B5EF4-FFF2-40B4-BE49-F238E27FC236}">
                    <a16:creationId xmlns:a16="http://schemas.microsoft.com/office/drawing/2014/main" id="{F34D2A85-BF02-4B22-A998-C520AC0F783D}"/>
                  </a:ext>
                </a:extLst>
              </p:cNvPr>
              <p:cNvSpPr/>
              <p:nvPr/>
            </p:nvSpPr>
            <p:spPr>
              <a:xfrm rot="5400000" flipH="1">
                <a:off x="6440283" y="4325828"/>
                <a:ext cx="55917" cy="454222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9" name="Rectangle 418">
                <a:extLst>
                  <a:ext uri="{FF2B5EF4-FFF2-40B4-BE49-F238E27FC236}">
                    <a16:creationId xmlns:a16="http://schemas.microsoft.com/office/drawing/2014/main" id="{9D045FDE-2169-4CB6-9765-65D280375078}"/>
                  </a:ext>
                </a:extLst>
              </p:cNvPr>
              <p:cNvSpPr/>
              <p:nvPr/>
            </p:nvSpPr>
            <p:spPr>
              <a:xfrm rot="5400000" flipH="1">
                <a:off x="7154209" y="5042461"/>
                <a:ext cx="55917" cy="454222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20" name="Rectangle 419">
                <a:extLst>
                  <a:ext uri="{FF2B5EF4-FFF2-40B4-BE49-F238E27FC236}">
                    <a16:creationId xmlns:a16="http://schemas.microsoft.com/office/drawing/2014/main" id="{C5B1A8FF-B2A8-47FC-98B3-1A789C32D64A}"/>
                  </a:ext>
                </a:extLst>
              </p:cNvPr>
              <p:cNvSpPr/>
              <p:nvPr/>
            </p:nvSpPr>
            <p:spPr>
              <a:xfrm rot="5400000" flipH="1">
                <a:off x="7869985" y="5760306"/>
                <a:ext cx="55917" cy="454222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21" name="Rectangle 420">
                <a:extLst>
                  <a:ext uri="{FF2B5EF4-FFF2-40B4-BE49-F238E27FC236}">
                    <a16:creationId xmlns:a16="http://schemas.microsoft.com/office/drawing/2014/main" id="{5F5A0801-517C-4B1F-94E7-A8B015139E2F}"/>
                  </a:ext>
                </a:extLst>
              </p:cNvPr>
              <p:cNvSpPr/>
              <p:nvPr/>
            </p:nvSpPr>
            <p:spPr>
              <a:xfrm rot="5400000" flipH="1">
                <a:off x="7154209" y="3607983"/>
                <a:ext cx="55917" cy="454222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22" name="Rectangle 421">
                <a:extLst>
                  <a:ext uri="{FF2B5EF4-FFF2-40B4-BE49-F238E27FC236}">
                    <a16:creationId xmlns:a16="http://schemas.microsoft.com/office/drawing/2014/main" id="{37EB1D4F-6297-4CE3-97A1-CC42BFB1135B}"/>
                  </a:ext>
                </a:extLst>
              </p:cNvPr>
              <p:cNvSpPr/>
              <p:nvPr/>
            </p:nvSpPr>
            <p:spPr>
              <a:xfrm rot="5400000" flipH="1">
                <a:off x="7869985" y="4325828"/>
                <a:ext cx="55917" cy="454222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23" name="Rectangle 422">
                <a:extLst>
                  <a:ext uri="{FF2B5EF4-FFF2-40B4-BE49-F238E27FC236}">
                    <a16:creationId xmlns:a16="http://schemas.microsoft.com/office/drawing/2014/main" id="{BB62A068-F9BD-42C7-B3FA-88F5BB954049}"/>
                  </a:ext>
                </a:extLst>
              </p:cNvPr>
              <p:cNvSpPr/>
              <p:nvPr/>
            </p:nvSpPr>
            <p:spPr>
              <a:xfrm rot="5400000" flipH="1">
                <a:off x="8593299" y="5042462"/>
                <a:ext cx="55917" cy="454222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24" name="Rectangle 423">
                <a:extLst>
                  <a:ext uri="{FF2B5EF4-FFF2-40B4-BE49-F238E27FC236}">
                    <a16:creationId xmlns:a16="http://schemas.microsoft.com/office/drawing/2014/main" id="{D72E4174-3747-47EF-A161-6A1B8EF65E13}"/>
                  </a:ext>
                </a:extLst>
              </p:cNvPr>
              <p:cNvSpPr/>
              <p:nvPr/>
            </p:nvSpPr>
            <p:spPr>
              <a:xfrm rot="5400000" flipH="1">
                <a:off x="3578105" y="5760306"/>
                <a:ext cx="55917" cy="454222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25" name="Rectangle 424">
                <a:extLst>
                  <a:ext uri="{FF2B5EF4-FFF2-40B4-BE49-F238E27FC236}">
                    <a16:creationId xmlns:a16="http://schemas.microsoft.com/office/drawing/2014/main" id="{1CC5CC88-C9F9-4B50-896B-A43CC23E9B1E}"/>
                  </a:ext>
                </a:extLst>
              </p:cNvPr>
              <p:cNvSpPr/>
              <p:nvPr/>
            </p:nvSpPr>
            <p:spPr>
              <a:xfrm rot="5400000" flipH="1">
                <a:off x="8593299" y="3607984"/>
                <a:ext cx="55917" cy="454222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26" name="Rectangle 425">
                <a:extLst>
                  <a:ext uri="{FF2B5EF4-FFF2-40B4-BE49-F238E27FC236}">
                    <a16:creationId xmlns:a16="http://schemas.microsoft.com/office/drawing/2014/main" id="{D9DB1086-A9D1-4BC0-B50D-3EC1307BE9B4}"/>
                  </a:ext>
                </a:extLst>
              </p:cNvPr>
              <p:cNvSpPr/>
              <p:nvPr/>
            </p:nvSpPr>
            <p:spPr>
              <a:xfrm rot="5400000" flipH="1">
                <a:off x="3578105" y="4325828"/>
                <a:ext cx="55917" cy="454222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27" name="Rectangle 426">
                <a:extLst>
                  <a:ext uri="{FF2B5EF4-FFF2-40B4-BE49-F238E27FC236}">
                    <a16:creationId xmlns:a16="http://schemas.microsoft.com/office/drawing/2014/main" id="{86FF0B8F-2643-4916-958E-06674ECFBB06}"/>
                  </a:ext>
                </a:extLst>
              </p:cNvPr>
              <p:cNvSpPr/>
              <p:nvPr/>
            </p:nvSpPr>
            <p:spPr>
              <a:xfrm rot="5400000" flipH="1">
                <a:off x="4292031" y="5042461"/>
                <a:ext cx="55917" cy="454222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28" name="Rectangle 427">
                <a:extLst>
                  <a:ext uri="{FF2B5EF4-FFF2-40B4-BE49-F238E27FC236}">
                    <a16:creationId xmlns:a16="http://schemas.microsoft.com/office/drawing/2014/main" id="{55A8C2A7-7D76-4DC8-B6AD-D59941CD1D23}"/>
                  </a:ext>
                </a:extLst>
              </p:cNvPr>
              <p:cNvSpPr/>
              <p:nvPr/>
            </p:nvSpPr>
            <p:spPr>
              <a:xfrm rot="5400000" flipH="1">
                <a:off x="5007807" y="5760306"/>
                <a:ext cx="55917" cy="454222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29" name="Rectangle 428">
                <a:extLst>
                  <a:ext uri="{FF2B5EF4-FFF2-40B4-BE49-F238E27FC236}">
                    <a16:creationId xmlns:a16="http://schemas.microsoft.com/office/drawing/2014/main" id="{6DF39130-A98E-45B9-99D8-678E0B25A9C0}"/>
                  </a:ext>
                </a:extLst>
              </p:cNvPr>
              <p:cNvSpPr/>
              <p:nvPr/>
            </p:nvSpPr>
            <p:spPr>
              <a:xfrm rot="5400000" flipH="1">
                <a:off x="4292031" y="3607983"/>
                <a:ext cx="55917" cy="454222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30" name="Rectangle 429">
                <a:extLst>
                  <a:ext uri="{FF2B5EF4-FFF2-40B4-BE49-F238E27FC236}">
                    <a16:creationId xmlns:a16="http://schemas.microsoft.com/office/drawing/2014/main" id="{0663CF6E-CC4C-43A2-BE7C-C2F13C6197A0}"/>
                  </a:ext>
                </a:extLst>
              </p:cNvPr>
              <p:cNvSpPr/>
              <p:nvPr/>
            </p:nvSpPr>
            <p:spPr>
              <a:xfrm rot="5400000" flipH="1">
                <a:off x="5007807" y="4325828"/>
                <a:ext cx="55917" cy="454222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AE6EAA3C-9E61-4CC9-933A-504CFBE44C23}"/>
                </a:ext>
              </a:extLst>
            </p:cNvPr>
            <p:cNvGrpSpPr/>
            <p:nvPr/>
          </p:nvGrpSpPr>
          <p:grpSpPr>
            <a:xfrm>
              <a:off x="3564095" y="724785"/>
              <a:ext cx="5063573" cy="5477043"/>
              <a:chOff x="3257982" y="677334"/>
              <a:chExt cx="5857758" cy="6336079"/>
            </a:xfrm>
            <a:solidFill>
              <a:schemeClr val="tx1">
                <a:lumMod val="95000"/>
                <a:lumOff val="5000"/>
              </a:schemeClr>
            </a:solidFill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A4F1C76-B9A3-4DD2-8075-459C3E435D28}"/>
                  </a:ext>
                </a:extLst>
              </p:cNvPr>
              <p:cNvSpPr/>
              <p:nvPr/>
            </p:nvSpPr>
            <p:spPr>
              <a:xfrm flipH="1">
                <a:off x="6569072" y="2336800"/>
                <a:ext cx="64687" cy="5254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ED64E01-2A20-4B2D-8641-6BF24C2E3F36}"/>
                  </a:ext>
                </a:extLst>
              </p:cNvPr>
              <p:cNvSpPr/>
              <p:nvPr/>
            </p:nvSpPr>
            <p:spPr>
              <a:xfrm flipH="1">
                <a:off x="7397112" y="3167233"/>
                <a:ext cx="64687" cy="5254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C9C35B6-95A1-4FD5-BF90-0E0F8831AA35}"/>
                  </a:ext>
                </a:extLst>
              </p:cNvPr>
              <p:cNvSpPr/>
              <p:nvPr/>
            </p:nvSpPr>
            <p:spPr>
              <a:xfrm flipH="1">
                <a:off x="6569072" y="677334"/>
                <a:ext cx="64687" cy="5254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C402B6D5-B022-4FDA-8AB6-E85F5A227302}"/>
                  </a:ext>
                </a:extLst>
              </p:cNvPr>
              <p:cNvSpPr/>
              <p:nvPr/>
            </p:nvSpPr>
            <p:spPr>
              <a:xfrm flipH="1">
                <a:off x="7397112" y="1507767"/>
                <a:ext cx="64687" cy="5254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260D8474-F6B5-4F63-BC6B-1E5B4A9FE6D8}"/>
                  </a:ext>
                </a:extLst>
              </p:cNvPr>
              <p:cNvSpPr/>
              <p:nvPr/>
            </p:nvSpPr>
            <p:spPr>
              <a:xfrm flipH="1">
                <a:off x="8223013" y="2336800"/>
                <a:ext cx="64687" cy="5254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69F80FC3-1E74-43F2-95B8-0E59307B9C33}"/>
                  </a:ext>
                </a:extLst>
              </p:cNvPr>
              <p:cNvSpPr/>
              <p:nvPr/>
            </p:nvSpPr>
            <p:spPr>
              <a:xfrm flipH="1">
                <a:off x="9051053" y="3167233"/>
                <a:ext cx="64687" cy="5254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F4C866B0-57EB-4D5F-8174-38504FBB441C}"/>
                  </a:ext>
                </a:extLst>
              </p:cNvPr>
              <p:cNvSpPr/>
              <p:nvPr/>
            </p:nvSpPr>
            <p:spPr>
              <a:xfrm flipH="1">
                <a:off x="8223013" y="677334"/>
                <a:ext cx="64687" cy="5254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E39A4ACE-12D5-416A-A430-7C946FE626EE}"/>
                  </a:ext>
                </a:extLst>
              </p:cNvPr>
              <p:cNvSpPr/>
              <p:nvPr/>
            </p:nvSpPr>
            <p:spPr>
              <a:xfrm flipH="1">
                <a:off x="9051053" y="1507767"/>
                <a:ext cx="64687" cy="5254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0C01F9B-3841-4A76-912E-1586757A40C2}"/>
                  </a:ext>
                </a:extLst>
              </p:cNvPr>
              <p:cNvSpPr/>
              <p:nvPr/>
            </p:nvSpPr>
            <p:spPr>
              <a:xfrm flipH="1">
                <a:off x="3257982" y="2336800"/>
                <a:ext cx="64687" cy="5254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9ED74D76-F48B-40CF-9FF5-51C7287BEF37}"/>
                  </a:ext>
                </a:extLst>
              </p:cNvPr>
              <p:cNvSpPr/>
              <p:nvPr/>
            </p:nvSpPr>
            <p:spPr>
              <a:xfrm flipH="1">
                <a:off x="4086022" y="3167233"/>
                <a:ext cx="64687" cy="5254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D926F0D0-5B25-455B-A550-819BAD2A7C8A}"/>
                  </a:ext>
                </a:extLst>
              </p:cNvPr>
              <p:cNvSpPr/>
              <p:nvPr/>
            </p:nvSpPr>
            <p:spPr>
              <a:xfrm flipH="1">
                <a:off x="3257982" y="677334"/>
                <a:ext cx="64687" cy="5254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234C1894-149D-4729-A4DC-40DB6F7BBFF5}"/>
                  </a:ext>
                </a:extLst>
              </p:cNvPr>
              <p:cNvSpPr/>
              <p:nvPr/>
            </p:nvSpPr>
            <p:spPr>
              <a:xfrm flipH="1">
                <a:off x="4086022" y="1507767"/>
                <a:ext cx="64687" cy="5254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CAD5FE5C-3BD4-4F90-9F4C-FE72FF483ADB}"/>
                  </a:ext>
                </a:extLst>
              </p:cNvPr>
              <p:cNvSpPr/>
              <p:nvPr/>
            </p:nvSpPr>
            <p:spPr>
              <a:xfrm flipH="1">
                <a:off x="4911923" y="2336800"/>
                <a:ext cx="64687" cy="5254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1FF33DA0-FE54-4C67-9D52-28E43C52B42F}"/>
                  </a:ext>
                </a:extLst>
              </p:cNvPr>
              <p:cNvSpPr/>
              <p:nvPr/>
            </p:nvSpPr>
            <p:spPr>
              <a:xfrm flipH="1">
                <a:off x="5739963" y="3167233"/>
                <a:ext cx="64687" cy="5254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6C452F3B-FC6D-43F3-9494-92063A9B97D7}"/>
                  </a:ext>
                </a:extLst>
              </p:cNvPr>
              <p:cNvSpPr/>
              <p:nvPr/>
            </p:nvSpPr>
            <p:spPr>
              <a:xfrm flipH="1">
                <a:off x="4911923" y="677334"/>
                <a:ext cx="64687" cy="5254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9AD1E58C-EF57-4063-A3F0-9B5C7D1E86D2}"/>
                  </a:ext>
                </a:extLst>
              </p:cNvPr>
              <p:cNvSpPr/>
              <p:nvPr/>
            </p:nvSpPr>
            <p:spPr>
              <a:xfrm flipH="1">
                <a:off x="5739963" y="1507767"/>
                <a:ext cx="64687" cy="5254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76A41F72-317E-4F3C-906F-752CA9CFAE6F}"/>
                  </a:ext>
                </a:extLst>
              </p:cNvPr>
              <p:cNvSpPr/>
              <p:nvPr/>
            </p:nvSpPr>
            <p:spPr>
              <a:xfrm flipH="1">
                <a:off x="6569072" y="5657516"/>
                <a:ext cx="64687" cy="5254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7A2B0B53-4800-4CB2-8ACA-3A7A20D653C9}"/>
                  </a:ext>
                </a:extLst>
              </p:cNvPr>
              <p:cNvSpPr/>
              <p:nvPr/>
            </p:nvSpPr>
            <p:spPr>
              <a:xfrm flipH="1">
                <a:off x="7397112" y="6487949"/>
                <a:ext cx="64687" cy="5254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855D7FCB-7D8D-4357-918B-160EF6B2047F}"/>
                  </a:ext>
                </a:extLst>
              </p:cNvPr>
              <p:cNvSpPr/>
              <p:nvPr/>
            </p:nvSpPr>
            <p:spPr>
              <a:xfrm flipH="1">
                <a:off x="6569072" y="3998050"/>
                <a:ext cx="64687" cy="5254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BA4023E6-F475-4C09-A150-EE32BB26CFD6}"/>
                  </a:ext>
                </a:extLst>
              </p:cNvPr>
              <p:cNvSpPr/>
              <p:nvPr/>
            </p:nvSpPr>
            <p:spPr>
              <a:xfrm flipH="1">
                <a:off x="7397112" y="4828483"/>
                <a:ext cx="64687" cy="5254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05BC7C3F-0899-47AF-9D40-B67A85DA2DC0}"/>
                  </a:ext>
                </a:extLst>
              </p:cNvPr>
              <p:cNvSpPr/>
              <p:nvPr/>
            </p:nvSpPr>
            <p:spPr>
              <a:xfrm flipH="1">
                <a:off x="8223013" y="5657516"/>
                <a:ext cx="64687" cy="5254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53EC5F86-EAD6-4ACA-8929-EC97751892BD}"/>
                  </a:ext>
                </a:extLst>
              </p:cNvPr>
              <p:cNvSpPr/>
              <p:nvPr/>
            </p:nvSpPr>
            <p:spPr>
              <a:xfrm flipH="1">
                <a:off x="9051053" y="6487949"/>
                <a:ext cx="64687" cy="5254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5868C0BF-1E59-4B9F-93A4-7B765806FBC0}"/>
                  </a:ext>
                </a:extLst>
              </p:cNvPr>
              <p:cNvSpPr/>
              <p:nvPr/>
            </p:nvSpPr>
            <p:spPr>
              <a:xfrm flipH="1">
                <a:off x="8223013" y="3998050"/>
                <a:ext cx="64687" cy="5254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13243CF3-1DA0-49E5-8A73-BB416EFB4389}"/>
                  </a:ext>
                </a:extLst>
              </p:cNvPr>
              <p:cNvSpPr/>
              <p:nvPr/>
            </p:nvSpPr>
            <p:spPr>
              <a:xfrm flipH="1">
                <a:off x="9051053" y="4828483"/>
                <a:ext cx="64687" cy="5254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9CEBEF50-1F51-43D7-A9FF-DB2CF60B3C37}"/>
                  </a:ext>
                </a:extLst>
              </p:cNvPr>
              <p:cNvSpPr/>
              <p:nvPr/>
            </p:nvSpPr>
            <p:spPr>
              <a:xfrm flipH="1">
                <a:off x="3257982" y="5657516"/>
                <a:ext cx="64687" cy="5254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B000E8D3-5CBF-4E17-BFDF-6885406C2A61}"/>
                  </a:ext>
                </a:extLst>
              </p:cNvPr>
              <p:cNvSpPr/>
              <p:nvPr/>
            </p:nvSpPr>
            <p:spPr>
              <a:xfrm flipH="1">
                <a:off x="4086022" y="6487949"/>
                <a:ext cx="64687" cy="5254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F2ACA87D-A714-454D-A84A-548ED625EDA1}"/>
                  </a:ext>
                </a:extLst>
              </p:cNvPr>
              <p:cNvSpPr/>
              <p:nvPr/>
            </p:nvSpPr>
            <p:spPr>
              <a:xfrm flipH="1">
                <a:off x="3257982" y="3998050"/>
                <a:ext cx="64687" cy="5254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FA7B6E44-3282-432E-9F58-65DD9E0E7EAD}"/>
                  </a:ext>
                </a:extLst>
              </p:cNvPr>
              <p:cNvSpPr/>
              <p:nvPr/>
            </p:nvSpPr>
            <p:spPr>
              <a:xfrm flipH="1">
                <a:off x="4086022" y="4828483"/>
                <a:ext cx="64687" cy="5254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DE8FBDC4-713D-476D-A91F-53B9ED069990}"/>
                  </a:ext>
                </a:extLst>
              </p:cNvPr>
              <p:cNvSpPr/>
              <p:nvPr/>
            </p:nvSpPr>
            <p:spPr>
              <a:xfrm flipH="1">
                <a:off x="4911923" y="5657516"/>
                <a:ext cx="64687" cy="5254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BF6C95FB-CC5F-4B01-BB7F-2E4A03D7D214}"/>
                  </a:ext>
                </a:extLst>
              </p:cNvPr>
              <p:cNvSpPr/>
              <p:nvPr/>
            </p:nvSpPr>
            <p:spPr>
              <a:xfrm flipH="1">
                <a:off x="5739963" y="6487949"/>
                <a:ext cx="64687" cy="5254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57878ABF-5AF1-4791-B576-12FC2F4263C9}"/>
                  </a:ext>
                </a:extLst>
              </p:cNvPr>
              <p:cNvSpPr/>
              <p:nvPr/>
            </p:nvSpPr>
            <p:spPr>
              <a:xfrm flipH="1">
                <a:off x="4911923" y="3998050"/>
                <a:ext cx="64687" cy="5254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E92D07D7-6AD3-4000-ADF0-76C075A9D60B}"/>
                  </a:ext>
                </a:extLst>
              </p:cNvPr>
              <p:cNvSpPr/>
              <p:nvPr/>
            </p:nvSpPr>
            <p:spPr>
              <a:xfrm flipH="1">
                <a:off x="5739963" y="4828483"/>
                <a:ext cx="64687" cy="5254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9FD2C141-8FAC-45AD-A063-C4BFC8F9F432}"/>
              </a:ext>
            </a:extLst>
          </p:cNvPr>
          <p:cNvGrpSpPr/>
          <p:nvPr/>
        </p:nvGrpSpPr>
        <p:grpSpPr>
          <a:xfrm>
            <a:off x="3089084" y="257947"/>
            <a:ext cx="6014276" cy="6423370"/>
            <a:chOff x="2708296" y="134076"/>
            <a:chExt cx="6957574" cy="7430833"/>
          </a:xfrm>
          <a:solidFill>
            <a:schemeClr val="bg1"/>
          </a:solidFill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0ED0DB6-E617-4CAB-B6B1-EF50BD25E422}"/>
                </a:ext>
              </a:extLst>
            </p:cNvPr>
            <p:cNvGrpSpPr/>
            <p:nvPr/>
          </p:nvGrpSpPr>
          <p:grpSpPr>
            <a:xfrm>
              <a:off x="6019386" y="1793542"/>
              <a:ext cx="1164503" cy="1620218"/>
              <a:chOff x="6514686" y="2961942"/>
              <a:chExt cx="1164503" cy="1620218"/>
            </a:xfrm>
            <a:grpFill/>
          </p:grpSpPr>
          <p:sp>
            <p:nvSpPr>
              <p:cNvPr id="6" name="Pentagon 5">
                <a:extLst>
                  <a:ext uri="{FF2B5EF4-FFF2-40B4-BE49-F238E27FC236}">
                    <a16:creationId xmlns:a16="http://schemas.microsoft.com/office/drawing/2014/main" id="{A1949E36-8640-4416-9137-CAD216A39204}"/>
                  </a:ext>
                </a:extLst>
              </p:cNvPr>
              <p:cNvSpPr/>
              <p:nvPr/>
            </p:nvSpPr>
            <p:spPr>
              <a:xfrm>
                <a:off x="6701982" y="4013504"/>
                <a:ext cx="789914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" name="Pentagon 5">
                <a:extLst>
                  <a:ext uri="{FF2B5EF4-FFF2-40B4-BE49-F238E27FC236}">
                    <a16:creationId xmlns:a16="http://schemas.microsoft.com/office/drawing/2014/main" id="{731531F6-DED2-48C5-B700-AB2E833D9433}"/>
                  </a:ext>
                </a:extLst>
              </p:cNvPr>
              <p:cNvSpPr/>
              <p:nvPr/>
            </p:nvSpPr>
            <p:spPr>
              <a:xfrm rot="10800000">
                <a:off x="6701982" y="2961942"/>
                <a:ext cx="789912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" name="Pentagon 5">
                <a:extLst>
                  <a:ext uri="{FF2B5EF4-FFF2-40B4-BE49-F238E27FC236}">
                    <a16:creationId xmlns:a16="http://schemas.microsoft.com/office/drawing/2014/main" id="{14500D52-F1FE-489E-8651-236ABCC2B4F6}"/>
                  </a:ext>
                </a:extLst>
              </p:cNvPr>
              <p:cNvSpPr/>
              <p:nvPr/>
            </p:nvSpPr>
            <p:spPr>
              <a:xfrm rot="5400000">
                <a:off x="6999903" y="3497885"/>
                <a:ext cx="789916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" name="Pentagon 5">
                <a:extLst>
                  <a:ext uri="{FF2B5EF4-FFF2-40B4-BE49-F238E27FC236}">
                    <a16:creationId xmlns:a16="http://schemas.microsoft.com/office/drawing/2014/main" id="{BF229E65-242B-45DD-B5D1-1E7AA4B28ADC}"/>
                  </a:ext>
                </a:extLst>
              </p:cNvPr>
              <p:cNvSpPr/>
              <p:nvPr/>
            </p:nvSpPr>
            <p:spPr>
              <a:xfrm rot="16200000">
                <a:off x="6404056" y="3485183"/>
                <a:ext cx="789918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E923799-685B-4AC6-9649-4B1E586EB202}"/>
                </a:ext>
              </a:extLst>
            </p:cNvPr>
            <p:cNvGrpSpPr/>
            <p:nvPr/>
          </p:nvGrpSpPr>
          <p:grpSpPr>
            <a:xfrm>
              <a:off x="6847426" y="2623975"/>
              <a:ext cx="1164503" cy="1620218"/>
              <a:chOff x="6514686" y="2961942"/>
              <a:chExt cx="1164503" cy="1620218"/>
            </a:xfrm>
            <a:grpFill/>
          </p:grpSpPr>
          <p:sp>
            <p:nvSpPr>
              <p:cNvPr id="16" name="Pentagon 5">
                <a:extLst>
                  <a:ext uri="{FF2B5EF4-FFF2-40B4-BE49-F238E27FC236}">
                    <a16:creationId xmlns:a16="http://schemas.microsoft.com/office/drawing/2014/main" id="{91158786-3D5C-4B8C-8764-C62297350DAC}"/>
                  </a:ext>
                </a:extLst>
              </p:cNvPr>
              <p:cNvSpPr/>
              <p:nvPr/>
            </p:nvSpPr>
            <p:spPr>
              <a:xfrm>
                <a:off x="6701982" y="4013504"/>
                <a:ext cx="789914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" name="Pentagon 5">
                <a:extLst>
                  <a:ext uri="{FF2B5EF4-FFF2-40B4-BE49-F238E27FC236}">
                    <a16:creationId xmlns:a16="http://schemas.microsoft.com/office/drawing/2014/main" id="{6177388B-1FE7-4BBD-BE8D-BB80B0F8E1E0}"/>
                  </a:ext>
                </a:extLst>
              </p:cNvPr>
              <p:cNvSpPr/>
              <p:nvPr/>
            </p:nvSpPr>
            <p:spPr>
              <a:xfrm rot="10800000">
                <a:off x="6701982" y="2961942"/>
                <a:ext cx="789912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" name="Pentagon 5">
                <a:extLst>
                  <a:ext uri="{FF2B5EF4-FFF2-40B4-BE49-F238E27FC236}">
                    <a16:creationId xmlns:a16="http://schemas.microsoft.com/office/drawing/2014/main" id="{D210CD39-F575-4913-8DAF-7D5A69C2B0EE}"/>
                  </a:ext>
                </a:extLst>
              </p:cNvPr>
              <p:cNvSpPr/>
              <p:nvPr/>
            </p:nvSpPr>
            <p:spPr>
              <a:xfrm rot="5400000">
                <a:off x="6999903" y="3497885"/>
                <a:ext cx="789916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" name="Pentagon 5">
                <a:extLst>
                  <a:ext uri="{FF2B5EF4-FFF2-40B4-BE49-F238E27FC236}">
                    <a16:creationId xmlns:a16="http://schemas.microsoft.com/office/drawing/2014/main" id="{06639DD0-AE0B-4741-92D4-C065839D3CDD}"/>
                  </a:ext>
                </a:extLst>
              </p:cNvPr>
              <p:cNvSpPr/>
              <p:nvPr/>
            </p:nvSpPr>
            <p:spPr>
              <a:xfrm rot="16200000">
                <a:off x="6404056" y="3485183"/>
                <a:ext cx="789918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BF685DE-494B-4517-AFAD-33CFBFD1A61A}"/>
                </a:ext>
              </a:extLst>
            </p:cNvPr>
            <p:cNvGrpSpPr/>
            <p:nvPr/>
          </p:nvGrpSpPr>
          <p:grpSpPr>
            <a:xfrm>
              <a:off x="6019386" y="134076"/>
              <a:ext cx="1164503" cy="1620218"/>
              <a:chOff x="6514686" y="2961942"/>
              <a:chExt cx="1164503" cy="1620218"/>
            </a:xfrm>
            <a:grpFill/>
          </p:grpSpPr>
          <p:sp>
            <p:nvSpPr>
              <p:cNvPr id="23" name="Pentagon 5">
                <a:extLst>
                  <a:ext uri="{FF2B5EF4-FFF2-40B4-BE49-F238E27FC236}">
                    <a16:creationId xmlns:a16="http://schemas.microsoft.com/office/drawing/2014/main" id="{856FF399-80ED-465F-9EBE-B18A889EBDF5}"/>
                  </a:ext>
                </a:extLst>
              </p:cNvPr>
              <p:cNvSpPr/>
              <p:nvPr/>
            </p:nvSpPr>
            <p:spPr>
              <a:xfrm>
                <a:off x="6701982" y="4013504"/>
                <a:ext cx="789914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" name="Pentagon 5">
                <a:extLst>
                  <a:ext uri="{FF2B5EF4-FFF2-40B4-BE49-F238E27FC236}">
                    <a16:creationId xmlns:a16="http://schemas.microsoft.com/office/drawing/2014/main" id="{BC5ED290-9CC4-494F-A424-81639BF9291D}"/>
                  </a:ext>
                </a:extLst>
              </p:cNvPr>
              <p:cNvSpPr/>
              <p:nvPr/>
            </p:nvSpPr>
            <p:spPr>
              <a:xfrm rot="10800000">
                <a:off x="6701982" y="2961942"/>
                <a:ext cx="789912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5" name="Pentagon 5">
                <a:extLst>
                  <a:ext uri="{FF2B5EF4-FFF2-40B4-BE49-F238E27FC236}">
                    <a16:creationId xmlns:a16="http://schemas.microsoft.com/office/drawing/2014/main" id="{98771985-6A8B-4140-9801-1C5DE460A5EB}"/>
                  </a:ext>
                </a:extLst>
              </p:cNvPr>
              <p:cNvSpPr/>
              <p:nvPr/>
            </p:nvSpPr>
            <p:spPr>
              <a:xfrm rot="5400000">
                <a:off x="6999903" y="3497885"/>
                <a:ext cx="789916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" name="Pentagon 5">
                <a:extLst>
                  <a:ext uri="{FF2B5EF4-FFF2-40B4-BE49-F238E27FC236}">
                    <a16:creationId xmlns:a16="http://schemas.microsoft.com/office/drawing/2014/main" id="{6E00C0C9-D2B3-49BB-BF86-4921C4C27E00}"/>
                  </a:ext>
                </a:extLst>
              </p:cNvPr>
              <p:cNvSpPr/>
              <p:nvPr/>
            </p:nvSpPr>
            <p:spPr>
              <a:xfrm rot="16200000">
                <a:off x="6404056" y="3485183"/>
                <a:ext cx="789918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E21F232-7D39-4560-908C-8809AA809594}"/>
                </a:ext>
              </a:extLst>
            </p:cNvPr>
            <p:cNvGrpSpPr/>
            <p:nvPr/>
          </p:nvGrpSpPr>
          <p:grpSpPr>
            <a:xfrm>
              <a:off x="6847426" y="964509"/>
              <a:ext cx="1164503" cy="1620218"/>
              <a:chOff x="6514686" y="2961942"/>
              <a:chExt cx="1164503" cy="1620218"/>
            </a:xfrm>
            <a:grpFill/>
          </p:grpSpPr>
          <p:sp>
            <p:nvSpPr>
              <p:cNvPr id="30" name="Pentagon 5">
                <a:extLst>
                  <a:ext uri="{FF2B5EF4-FFF2-40B4-BE49-F238E27FC236}">
                    <a16:creationId xmlns:a16="http://schemas.microsoft.com/office/drawing/2014/main" id="{7CCEEB24-730D-4644-B406-3FBB57833CE9}"/>
                  </a:ext>
                </a:extLst>
              </p:cNvPr>
              <p:cNvSpPr/>
              <p:nvPr/>
            </p:nvSpPr>
            <p:spPr>
              <a:xfrm>
                <a:off x="6701982" y="4013504"/>
                <a:ext cx="789914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1" name="Pentagon 5">
                <a:extLst>
                  <a:ext uri="{FF2B5EF4-FFF2-40B4-BE49-F238E27FC236}">
                    <a16:creationId xmlns:a16="http://schemas.microsoft.com/office/drawing/2014/main" id="{12B242AB-1776-4C7C-A2D2-E2AE61909579}"/>
                  </a:ext>
                </a:extLst>
              </p:cNvPr>
              <p:cNvSpPr/>
              <p:nvPr/>
            </p:nvSpPr>
            <p:spPr>
              <a:xfrm rot="10800000">
                <a:off x="6701982" y="2961942"/>
                <a:ext cx="789912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2" name="Pentagon 5">
                <a:extLst>
                  <a:ext uri="{FF2B5EF4-FFF2-40B4-BE49-F238E27FC236}">
                    <a16:creationId xmlns:a16="http://schemas.microsoft.com/office/drawing/2014/main" id="{53944C4C-7D43-4EB4-9E61-982826769696}"/>
                  </a:ext>
                </a:extLst>
              </p:cNvPr>
              <p:cNvSpPr/>
              <p:nvPr/>
            </p:nvSpPr>
            <p:spPr>
              <a:xfrm rot="5400000">
                <a:off x="6999903" y="3497885"/>
                <a:ext cx="789916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3" name="Pentagon 5">
                <a:extLst>
                  <a:ext uri="{FF2B5EF4-FFF2-40B4-BE49-F238E27FC236}">
                    <a16:creationId xmlns:a16="http://schemas.microsoft.com/office/drawing/2014/main" id="{00CC0585-7743-402C-82D1-F6EDC0ABA519}"/>
                  </a:ext>
                </a:extLst>
              </p:cNvPr>
              <p:cNvSpPr/>
              <p:nvPr/>
            </p:nvSpPr>
            <p:spPr>
              <a:xfrm rot="16200000">
                <a:off x="6404056" y="3485183"/>
                <a:ext cx="789918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B0CB59C0-42E0-47CB-83B4-49521746DA7F}"/>
                </a:ext>
              </a:extLst>
            </p:cNvPr>
            <p:cNvGrpSpPr/>
            <p:nvPr/>
          </p:nvGrpSpPr>
          <p:grpSpPr>
            <a:xfrm>
              <a:off x="7673327" y="1793542"/>
              <a:ext cx="1164503" cy="1620218"/>
              <a:chOff x="6514686" y="2961942"/>
              <a:chExt cx="1164503" cy="1620218"/>
            </a:xfrm>
            <a:grpFill/>
          </p:grpSpPr>
          <p:sp>
            <p:nvSpPr>
              <p:cNvPr id="37" name="Pentagon 5">
                <a:extLst>
                  <a:ext uri="{FF2B5EF4-FFF2-40B4-BE49-F238E27FC236}">
                    <a16:creationId xmlns:a16="http://schemas.microsoft.com/office/drawing/2014/main" id="{8010DEF8-0D03-4CB8-8518-0A79AABCBFF3}"/>
                  </a:ext>
                </a:extLst>
              </p:cNvPr>
              <p:cNvSpPr/>
              <p:nvPr/>
            </p:nvSpPr>
            <p:spPr>
              <a:xfrm>
                <a:off x="6701982" y="4013504"/>
                <a:ext cx="789914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" name="Pentagon 5">
                <a:extLst>
                  <a:ext uri="{FF2B5EF4-FFF2-40B4-BE49-F238E27FC236}">
                    <a16:creationId xmlns:a16="http://schemas.microsoft.com/office/drawing/2014/main" id="{EDDE9B89-C3D6-47DF-BF1A-1B64038E01A2}"/>
                  </a:ext>
                </a:extLst>
              </p:cNvPr>
              <p:cNvSpPr/>
              <p:nvPr/>
            </p:nvSpPr>
            <p:spPr>
              <a:xfrm rot="10800000">
                <a:off x="6701982" y="2961942"/>
                <a:ext cx="789912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9" name="Pentagon 5">
                <a:extLst>
                  <a:ext uri="{FF2B5EF4-FFF2-40B4-BE49-F238E27FC236}">
                    <a16:creationId xmlns:a16="http://schemas.microsoft.com/office/drawing/2014/main" id="{784C19FA-C200-482E-AFFC-A192D2499C1E}"/>
                  </a:ext>
                </a:extLst>
              </p:cNvPr>
              <p:cNvSpPr/>
              <p:nvPr/>
            </p:nvSpPr>
            <p:spPr>
              <a:xfrm rot="5400000">
                <a:off x="6999903" y="3497885"/>
                <a:ext cx="789916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" name="Pentagon 5">
                <a:extLst>
                  <a:ext uri="{FF2B5EF4-FFF2-40B4-BE49-F238E27FC236}">
                    <a16:creationId xmlns:a16="http://schemas.microsoft.com/office/drawing/2014/main" id="{D3012E7D-5B5A-4E46-8EAB-D4220FE10D7D}"/>
                  </a:ext>
                </a:extLst>
              </p:cNvPr>
              <p:cNvSpPr/>
              <p:nvPr/>
            </p:nvSpPr>
            <p:spPr>
              <a:xfrm rot="16200000">
                <a:off x="6404056" y="3485183"/>
                <a:ext cx="789918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26BEA8F1-2EF3-4A73-B718-C2B94E0409E8}"/>
                </a:ext>
              </a:extLst>
            </p:cNvPr>
            <p:cNvGrpSpPr/>
            <p:nvPr/>
          </p:nvGrpSpPr>
          <p:grpSpPr>
            <a:xfrm>
              <a:off x="8501367" y="2623975"/>
              <a:ext cx="1164503" cy="1620218"/>
              <a:chOff x="6514686" y="2961942"/>
              <a:chExt cx="1164503" cy="1620218"/>
            </a:xfrm>
            <a:grpFill/>
          </p:grpSpPr>
          <p:sp>
            <p:nvSpPr>
              <p:cNvPr id="44" name="Pentagon 5">
                <a:extLst>
                  <a:ext uri="{FF2B5EF4-FFF2-40B4-BE49-F238E27FC236}">
                    <a16:creationId xmlns:a16="http://schemas.microsoft.com/office/drawing/2014/main" id="{7B99867E-500B-48D7-82F8-906FF228C078}"/>
                  </a:ext>
                </a:extLst>
              </p:cNvPr>
              <p:cNvSpPr/>
              <p:nvPr/>
            </p:nvSpPr>
            <p:spPr>
              <a:xfrm>
                <a:off x="6701982" y="4013504"/>
                <a:ext cx="789914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5" name="Pentagon 5">
                <a:extLst>
                  <a:ext uri="{FF2B5EF4-FFF2-40B4-BE49-F238E27FC236}">
                    <a16:creationId xmlns:a16="http://schemas.microsoft.com/office/drawing/2014/main" id="{2658D835-6EA8-4349-BDFE-88F78F0CAE29}"/>
                  </a:ext>
                </a:extLst>
              </p:cNvPr>
              <p:cNvSpPr/>
              <p:nvPr/>
            </p:nvSpPr>
            <p:spPr>
              <a:xfrm rot="10800000">
                <a:off x="6701982" y="2961942"/>
                <a:ext cx="789912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6" name="Pentagon 5">
                <a:extLst>
                  <a:ext uri="{FF2B5EF4-FFF2-40B4-BE49-F238E27FC236}">
                    <a16:creationId xmlns:a16="http://schemas.microsoft.com/office/drawing/2014/main" id="{45E91910-123A-4E1A-8B6F-EA1D50AC4A19}"/>
                  </a:ext>
                </a:extLst>
              </p:cNvPr>
              <p:cNvSpPr/>
              <p:nvPr/>
            </p:nvSpPr>
            <p:spPr>
              <a:xfrm rot="5400000">
                <a:off x="6999903" y="3497885"/>
                <a:ext cx="789916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7" name="Pentagon 5">
                <a:extLst>
                  <a:ext uri="{FF2B5EF4-FFF2-40B4-BE49-F238E27FC236}">
                    <a16:creationId xmlns:a16="http://schemas.microsoft.com/office/drawing/2014/main" id="{7A1B9586-0AAD-4A41-9D09-95B11156D2C5}"/>
                  </a:ext>
                </a:extLst>
              </p:cNvPr>
              <p:cNvSpPr/>
              <p:nvPr/>
            </p:nvSpPr>
            <p:spPr>
              <a:xfrm rot="16200000">
                <a:off x="6404056" y="3485183"/>
                <a:ext cx="789918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5A1B9BE0-C73C-4A1B-8946-64B84B5D2BF5}"/>
                </a:ext>
              </a:extLst>
            </p:cNvPr>
            <p:cNvGrpSpPr/>
            <p:nvPr/>
          </p:nvGrpSpPr>
          <p:grpSpPr>
            <a:xfrm>
              <a:off x="7673327" y="134076"/>
              <a:ext cx="1164503" cy="1620218"/>
              <a:chOff x="6514686" y="2961942"/>
              <a:chExt cx="1164503" cy="1620218"/>
            </a:xfrm>
            <a:grpFill/>
          </p:grpSpPr>
          <p:sp>
            <p:nvSpPr>
              <p:cNvPr id="51" name="Pentagon 5">
                <a:extLst>
                  <a:ext uri="{FF2B5EF4-FFF2-40B4-BE49-F238E27FC236}">
                    <a16:creationId xmlns:a16="http://schemas.microsoft.com/office/drawing/2014/main" id="{AD782DB4-74C8-4961-8AEC-0BFECD61BA3D}"/>
                  </a:ext>
                </a:extLst>
              </p:cNvPr>
              <p:cNvSpPr/>
              <p:nvPr/>
            </p:nvSpPr>
            <p:spPr>
              <a:xfrm>
                <a:off x="6701982" y="4013504"/>
                <a:ext cx="789914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2" name="Pentagon 5">
                <a:extLst>
                  <a:ext uri="{FF2B5EF4-FFF2-40B4-BE49-F238E27FC236}">
                    <a16:creationId xmlns:a16="http://schemas.microsoft.com/office/drawing/2014/main" id="{959A38D0-5945-47C6-85F2-1BBB8BF1AD1A}"/>
                  </a:ext>
                </a:extLst>
              </p:cNvPr>
              <p:cNvSpPr/>
              <p:nvPr/>
            </p:nvSpPr>
            <p:spPr>
              <a:xfrm rot="10800000">
                <a:off x="6701982" y="2961942"/>
                <a:ext cx="789912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3" name="Pentagon 5">
                <a:extLst>
                  <a:ext uri="{FF2B5EF4-FFF2-40B4-BE49-F238E27FC236}">
                    <a16:creationId xmlns:a16="http://schemas.microsoft.com/office/drawing/2014/main" id="{929431D8-2D32-4C54-8A3F-107F88479DD1}"/>
                  </a:ext>
                </a:extLst>
              </p:cNvPr>
              <p:cNvSpPr/>
              <p:nvPr/>
            </p:nvSpPr>
            <p:spPr>
              <a:xfrm rot="5400000">
                <a:off x="6999903" y="3497885"/>
                <a:ext cx="789916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4" name="Pentagon 5">
                <a:extLst>
                  <a:ext uri="{FF2B5EF4-FFF2-40B4-BE49-F238E27FC236}">
                    <a16:creationId xmlns:a16="http://schemas.microsoft.com/office/drawing/2014/main" id="{406C9AC0-146A-4A14-87C0-10C5CBA6A04C}"/>
                  </a:ext>
                </a:extLst>
              </p:cNvPr>
              <p:cNvSpPr/>
              <p:nvPr/>
            </p:nvSpPr>
            <p:spPr>
              <a:xfrm rot="16200000">
                <a:off x="6404056" y="3485183"/>
                <a:ext cx="789918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B5C982DC-C0F1-42FE-98C0-051CB6B02428}"/>
                </a:ext>
              </a:extLst>
            </p:cNvPr>
            <p:cNvGrpSpPr/>
            <p:nvPr/>
          </p:nvGrpSpPr>
          <p:grpSpPr>
            <a:xfrm>
              <a:off x="8501367" y="964509"/>
              <a:ext cx="1164503" cy="1620218"/>
              <a:chOff x="6514686" y="2961942"/>
              <a:chExt cx="1164503" cy="1620218"/>
            </a:xfrm>
            <a:grpFill/>
          </p:grpSpPr>
          <p:sp>
            <p:nvSpPr>
              <p:cNvPr id="58" name="Pentagon 5">
                <a:extLst>
                  <a:ext uri="{FF2B5EF4-FFF2-40B4-BE49-F238E27FC236}">
                    <a16:creationId xmlns:a16="http://schemas.microsoft.com/office/drawing/2014/main" id="{5A8A8C8F-7AF4-4EC1-B835-0DDDCF7EB92F}"/>
                  </a:ext>
                </a:extLst>
              </p:cNvPr>
              <p:cNvSpPr/>
              <p:nvPr/>
            </p:nvSpPr>
            <p:spPr>
              <a:xfrm>
                <a:off x="6701982" y="4013504"/>
                <a:ext cx="789914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9" name="Pentagon 5">
                <a:extLst>
                  <a:ext uri="{FF2B5EF4-FFF2-40B4-BE49-F238E27FC236}">
                    <a16:creationId xmlns:a16="http://schemas.microsoft.com/office/drawing/2014/main" id="{28429379-C40D-4433-9176-F6BC820B943F}"/>
                  </a:ext>
                </a:extLst>
              </p:cNvPr>
              <p:cNvSpPr/>
              <p:nvPr/>
            </p:nvSpPr>
            <p:spPr>
              <a:xfrm rot="10800000">
                <a:off x="6701982" y="2961942"/>
                <a:ext cx="789912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0" name="Pentagon 5">
                <a:extLst>
                  <a:ext uri="{FF2B5EF4-FFF2-40B4-BE49-F238E27FC236}">
                    <a16:creationId xmlns:a16="http://schemas.microsoft.com/office/drawing/2014/main" id="{A91F428C-0E7D-488B-B0ED-ED0AB5D82E93}"/>
                  </a:ext>
                </a:extLst>
              </p:cNvPr>
              <p:cNvSpPr/>
              <p:nvPr/>
            </p:nvSpPr>
            <p:spPr>
              <a:xfrm rot="5400000">
                <a:off x="6999903" y="3497885"/>
                <a:ext cx="789916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1" name="Pentagon 5">
                <a:extLst>
                  <a:ext uri="{FF2B5EF4-FFF2-40B4-BE49-F238E27FC236}">
                    <a16:creationId xmlns:a16="http://schemas.microsoft.com/office/drawing/2014/main" id="{75705E84-04D9-498E-81C7-646AB1E7EC4B}"/>
                  </a:ext>
                </a:extLst>
              </p:cNvPr>
              <p:cNvSpPr/>
              <p:nvPr/>
            </p:nvSpPr>
            <p:spPr>
              <a:xfrm rot="16200000">
                <a:off x="6404056" y="3485183"/>
                <a:ext cx="789918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EFF71AE4-659F-4B4A-A02A-9D49984B8528}"/>
                </a:ext>
              </a:extLst>
            </p:cNvPr>
            <p:cNvGrpSpPr/>
            <p:nvPr/>
          </p:nvGrpSpPr>
          <p:grpSpPr>
            <a:xfrm>
              <a:off x="2708296" y="1793542"/>
              <a:ext cx="1164503" cy="1620218"/>
              <a:chOff x="6514686" y="2961942"/>
              <a:chExt cx="1164503" cy="1620218"/>
            </a:xfrm>
            <a:grpFill/>
          </p:grpSpPr>
          <p:sp>
            <p:nvSpPr>
              <p:cNvPr id="65" name="Pentagon 5">
                <a:extLst>
                  <a:ext uri="{FF2B5EF4-FFF2-40B4-BE49-F238E27FC236}">
                    <a16:creationId xmlns:a16="http://schemas.microsoft.com/office/drawing/2014/main" id="{6ABB1187-ECEF-4588-BDF7-5A34EA0E4855}"/>
                  </a:ext>
                </a:extLst>
              </p:cNvPr>
              <p:cNvSpPr/>
              <p:nvPr/>
            </p:nvSpPr>
            <p:spPr>
              <a:xfrm>
                <a:off x="6701982" y="4013504"/>
                <a:ext cx="789914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6" name="Pentagon 5">
                <a:extLst>
                  <a:ext uri="{FF2B5EF4-FFF2-40B4-BE49-F238E27FC236}">
                    <a16:creationId xmlns:a16="http://schemas.microsoft.com/office/drawing/2014/main" id="{7C3CAB76-008A-4524-86FA-10723441C35C}"/>
                  </a:ext>
                </a:extLst>
              </p:cNvPr>
              <p:cNvSpPr/>
              <p:nvPr/>
            </p:nvSpPr>
            <p:spPr>
              <a:xfrm rot="10800000">
                <a:off x="6701982" y="2961942"/>
                <a:ext cx="789912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7" name="Pentagon 5">
                <a:extLst>
                  <a:ext uri="{FF2B5EF4-FFF2-40B4-BE49-F238E27FC236}">
                    <a16:creationId xmlns:a16="http://schemas.microsoft.com/office/drawing/2014/main" id="{26748177-A09D-41C4-9426-5FECC6AD697A}"/>
                  </a:ext>
                </a:extLst>
              </p:cNvPr>
              <p:cNvSpPr/>
              <p:nvPr/>
            </p:nvSpPr>
            <p:spPr>
              <a:xfrm rot="5400000">
                <a:off x="6999903" y="3497885"/>
                <a:ext cx="789916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8" name="Pentagon 5">
                <a:extLst>
                  <a:ext uri="{FF2B5EF4-FFF2-40B4-BE49-F238E27FC236}">
                    <a16:creationId xmlns:a16="http://schemas.microsoft.com/office/drawing/2014/main" id="{77736AA0-CE8E-4909-950F-DBB2644FDBDA}"/>
                  </a:ext>
                </a:extLst>
              </p:cNvPr>
              <p:cNvSpPr/>
              <p:nvPr/>
            </p:nvSpPr>
            <p:spPr>
              <a:xfrm rot="16200000">
                <a:off x="6404056" y="3485183"/>
                <a:ext cx="789918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F8EF99FE-300B-4208-8A73-3E2F28B628BB}"/>
                </a:ext>
              </a:extLst>
            </p:cNvPr>
            <p:cNvGrpSpPr/>
            <p:nvPr/>
          </p:nvGrpSpPr>
          <p:grpSpPr>
            <a:xfrm>
              <a:off x="3536336" y="2623975"/>
              <a:ext cx="1164503" cy="1620218"/>
              <a:chOff x="6514686" y="2961942"/>
              <a:chExt cx="1164503" cy="1620218"/>
            </a:xfrm>
            <a:grpFill/>
          </p:grpSpPr>
          <p:sp>
            <p:nvSpPr>
              <p:cNvPr id="72" name="Pentagon 5">
                <a:extLst>
                  <a:ext uri="{FF2B5EF4-FFF2-40B4-BE49-F238E27FC236}">
                    <a16:creationId xmlns:a16="http://schemas.microsoft.com/office/drawing/2014/main" id="{B042BE78-7492-4BF8-A247-97CD159F4819}"/>
                  </a:ext>
                </a:extLst>
              </p:cNvPr>
              <p:cNvSpPr/>
              <p:nvPr/>
            </p:nvSpPr>
            <p:spPr>
              <a:xfrm>
                <a:off x="6701982" y="4013504"/>
                <a:ext cx="789914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" name="Pentagon 5">
                <a:extLst>
                  <a:ext uri="{FF2B5EF4-FFF2-40B4-BE49-F238E27FC236}">
                    <a16:creationId xmlns:a16="http://schemas.microsoft.com/office/drawing/2014/main" id="{6314DC72-E063-4213-B604-7B6760F3C021}"/>
                  </a:ext>
                </a:extLst>
              </p:cNvPr>
              <p:cNvSpPr/>
              <p:nvPr/>
            </p:nvSpPr>
            <p:spPr>
              <a:xfrm rot="10800000">
                <a:off x="6701982" y="2961942"/>
                <a:ext cx="789912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" name="Pentagon 5">
                <a:extLst>
                  <a:ext uri="{FF2B5EF4-FFF2-40B4-BE49-F238E27FC236}">
                    <a16:creationId xmlns:a16="http://schemas.microsoft.com/office/drawing/2014/main" id="{D7BDF2C6-88A1-4C37-8177-BC890364E2E1}"/>
                  </a:ext>
                </a:extLst>
              </p:cNvPr>
              <p:cNvSpPr/>
              <p:nvPr/>
            </p:nvSpPr>
            <p:spPr>
              <a:xfrm rot="5400000">
                <a:off x="6999903" y="3497885"/>
                <a:ext cx="789916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" name="Pentagon 5">
                <a:extLst>
                  <a:ext uri="{FF2B5EF4-FFF2-40B4-BE49-F238E27FC236}">
                    <a16:creationId xmlns:a16="http://schemas.microsoft.com/office/drawing/2014/main" id="{A3353D1D-8233-474B-AA0A-B48369B5D15A}"/>
                  </a:ext>
                </a:extLst>
              </p:cNvPr>
              <p:cNvSpPr/>
              <p:nvPr/>
            </p:nvSpPr>
            <p:spPr>
              <a:xfrm rot="16200000">
                <a:off x="6404056" y="3485183"/>
                <a:ext cx="789918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169F13A3-3049-4D0A-AC3E-6F5924D35064}"/>
                </a:ext>
              </a:extLst>
            </p:cNvPr>
            <p:cNvGrpSpPr/>
            <p:nvPr/>
          </p:nvGrpSpPr>
          <p:grpSpPr>
            <a:xfrm>
              <a:off x="2708296" y="134076"/>
              <a:ext cx="1164503" cy="1620218"/>
              <a:chOff x="6514686" y="2961942"/>
              <a:chExt cx="1164503" cy="1620218"/>
            </a:xfrm>
            <a:grpFill/>
          </p:grpSpPr>
          <p:sp>
            <p:nvSpPr>
              <p:cNvPr id="79" name="Pentagon 5">
                <a:extLst>
                  <a:ext uri="{FF2B5EF4-FFF2-40B4-BE49-F238E27FC236}">
                    <a16:creationId xmlns:a16="http://schemas.microsoft.com/office/drawing/2014/main" id="{EB458A16-9024-4B7F-A0C4-2A5B446B4582}"/>
                  </a:ext>
                </a:extLst>
              </p:cNvPr>
              <p:cNvSpPr/>
              <p:nvPr/>
            </p:nvSpPr>
            <p:spPr>
              <a:xfrm>
                <a:off x="6701982" y="4013504"/>
                <a:ext cx="789914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" name="Pentagon 5">
                <a:extLst>
                  <a:ext uri="{FF2B5EF4-FFF2-40B4-BE49-F238E27FC236}">
                    <a16:creationId xmlns:a16="http://schemas.microsoft.com/office/drawing/2014/main" id="{D79B131A-C453-408F-B5C0-9D7DCA04A820}"/>
                  </a:ext>
                </a:extLst>
              </p:cNvPr>
              <p:cNvSpPr/>
              <p:nvPr/>
            </p:nvSpPr>
            <p:spPr>
              <a:xfrm rot="10800000">
                <a:off x="6701982" y="2961942"/>
                <a:ext cx="789912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1" name="Pentagon 5">
                <a:extLst>
                  <a:ext uri="{FF2B5EF4-FFF2-40B4-BE49-F238E27FC236}">
                    <a16:creationId xmlns:a16="http://schemas.microsoft.com/office/drawing/2014/main" id="{3F0859E6-25E3-4484-B662-91B8022C5714}"/>
                  </a:ext>
                </a:extLst>
              </p:cNvPr>
              <p:cNvSpPr/>
              <p:nvPr/>
            </p:nvSpPr>
            <p:spPr>
              <a:xfrm rot="5400000">
                <a:off x="6999903" y="3497885"/>
                <a:ext cx="789916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" name="Pentagon 5">
                <a:extLst>
                  <a:ext uri="{FF2B5EF4-FFF2-40B4-BE49-F238E27FC236}">
                    <a16:creationId xmlns:a16="http://schemas.microsoft.com/office/drawing/2014/main" id="{376B893C-584B-46F7-B48A-3E628A2C214A}"/>
                  </a:ext>
                </a:extLst>
              </p:cNvPr>
              <p:cNvSpPr/>
              <p:nvPr/>
            </p:nvSpPr>
            <p:spPr>
              <a:xfrm rot="16200000">
                <a:off x="6404056" y="3485183"/>
                <a:ext cx="789918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AC786C27-FAD3-4018-9A6B-27D771F26B75}"/>
                </a:ext>
              </a:extLst>
            </p:cNvPr>
            <p:cNvGrpSpPr/>
            <p:nvPr/>
          </p:nvGrpSpPr>
          <p:grpSpPr>
            <a:xfrm>
              <a:off x="3536336" y="964509"/>
              <a:ext cx="1164503" cy="1620218"/>
              <a:chOff x="6514686" y="2961942"/>
              <a:chExt cx="1164503" cy="1620218"/>
            </a:xfrm>
            <a:grpFill/>
          </p:grpSpPr>
          <p:sp>
            <p:nvSpPr>
              <p:cNvPr id="86" name="Pentagon 5">
                <a:extLst>
                  <a:ext uri="{FF2B5EF4-FFF2-40B4-BE49-F238E27FC236}">
                    <a16:creationId xmlns:a16="http://schemas.microsoft.com/office/drawing/2014/main" id="{0B0950BB-CDF2-4DF7-BF61-67F8E2325ABE}"/>
                  </a:ext>
                </a:extLst>
              </p:cNvPr>
              <p:cNvSpPr/>
              <p:nvPr/>
            </p:nvSpPr>
            <p:spPr>
              <a:xfrm>
                <a:off x="6701982" y="4013504"/>
                <a:ext cx="789914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" name="Pentagon 5">
                <a:extLst>
                  <a:ext uri="{FF2B5EF4-FFF2-40B4-BE49-F238E27FC236}">
                    <a16:creationId xmlns:a16="http://schemas.microsoft.com/office/drawing/2014/main" id="{351D5256-4B7D-4971-8198-6D2F7C92AF47}"/>
                  </a:ext>
                </a:extLst>
              </p:cNvPr>
              <p:cNvSpPr/>
              <p:nvPr/>
            </p:nvSpPr>
            <p:spPr>
              <a:xfrm rot="10800000">
                <a:off x="6701982" y="2961942"/>
                <a:ext cx="789912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" name="Pentagon 5">
                <a:extLst>
                  <a:ext uri="{FF2B5EF4-FFF2-40B4-BE49-F238E27FC236}">
                    <a16:creationId xmlns:a16="http://schemas.microsoft.com/office/drawing/2014/main" id="{2776A0E8-F3A2-42D6-A732-902B83B2289D}"/>
                  </a:ext>
                </a:extLst>
              </p:cNvPr>
              <p:cNvSpPr/>
              <p:nvPr/>
            </p:nvSpPr>
            <p:spPr>
              <a:xfrm rot="5400000">
                <a:off x="6999903" y="3497885"/>
                <a:ext cx="789916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" name="Pentagon 5">
                <a:extLst>
                  <a:ext uri="{FF2B5EF4-FFF2-40B4-BE49-F238E27FC236}">
                    <a16:creationId xmlns:a16="http://schemas.microsoft.com/office/drawing/2014/main" id="{3B6D9977-6385-42F2-A872-9BD61F5E27D6}"/>
                  </a:ext>
                </a:extLst>
              </p:cNvPr>
              <p:cNvSpPr/>
              <p:nvPr/>
            </p:nvSpPr>
            <p:spPr>
              <a:xfrm rot="16200000">
                <a:off x="6404056" y="3485183"/>
                <a:ext cx="789918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09F5CCF5-AF39-4C65-8438-C495D4B70D9B}"/>
                </a:ext>
              </a:extLst>
            </p:cNvPr>
            <p:cNvGrpSpPr/>
            <p:nvPr/>
          </p:nvGrpSpPr>
          <p:grpSpPr>
            <a:xfrm>
              <a:off x="4362237" y="1793542"/>
              <a:ext cx="1164503" cy="1620218"/>
              <a:chOff x="6514686" y="2961942"/>
              <a:chExt cx="1164503" cy="1620218"/>
            </a:xfrm>
            <a:grpFill/>
          </p:grpSpPr>
          <p:sp>
            <p:nvSpPr>
              <p:cNvPr id="93" name="Pentagon 5">
                <a:extLst>
                  <a:ext uri="{FF2B5EF4-FFF2-40B4-BE49-F238E27FC236}">
                    <a16:creationId xmlns:a16="http://schemas.microsoft.com/office/drawing/2014/main" id="{97618FB9-4957-4DCA-A2AD-A58086D9C900}"/>
                  </a:ext>
                </a:extLst>
              </p:cNvPr>
              <p:cNvSpPr/>
              <p:nvPr/>
            </p:nvSpPr>
            <p:spPr>
              <a:xfrm>
                <a:off x="6701982" y="4013504"/>
                <a:ext cx="789914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4" name="Pentagon 5">
                <a:extLst>
                  <a:ext uri="{FF2B5EF4-FFF2-40B4-BE49-F238E27FC236}">
                    <a16:creationId xmlns:a16="http://schemas.microsoft.com/office/drawing/2014/main" id="{62326705-0E76-4155-BEB3-A9AEC216C430}"/>
                  </a:ext>
                </a:extLst>
              </p:cNvPr>
              <p:cNvSpPr/>
              <p:nvPr/>
            </p:nvSpPr>
            <p:spPr>
              <a:xfrm rot="10800000">
                <a:off x="6701982" y="2961942"/>
                <a:ext cx="789912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5" name="Pentagon 5">
                <a:extLst>
                  <a:ext uri="{FF2B5EF4-FFF2-40B4-BE49-F238E27FC236}">
                    <a16:creationId xmlns:a16="http://schemas.microsoft.com/office/drawing/2014/main" id="{92C728CA-B368-433D-8EA2-9480BE86AC77}"/>
                  </a:ext>
                </a:extLst>
              </p:cNvPr>
              <p:cNvSpPr/>
              <p:nvPr/>
            </p:nvSpPr>
            <p:spPr>
              <a:xfrm rot="5400000">
                <a:off x="6999903" y="3497885"/>
                <a:ext cx="789916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6" name="Pentagon 5">
                <a:extLst>
                  <a:ext uri="{FF2B5EF4-FFF2-40B4-BE49-F238E27FC236}">
                    <a16:creationId xmlns:a16="http://schemas.microsoft.com/office/drawing/2014/main" id="{FDEFE1B4-4A92-4A45-8DE7-B9602743D10D}"/>
                  </a:ext>
                </a:extLst>
              </p:cNvPr>
              <p:cNvSpPr/>
              <p:nvPr/>
            </p:nvSpPr>
            <p:spPr>
              <a:xfrm rot="16200000">
                <a:off x="6404056" y="3485183"/>
                <a:ext cx="789918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21E15F99-11AC-4AC6-92AB-21EF1B05ED6E}"/>
                </a:ext>
              </a:extLst>
            </p:cNvPr>
            <p:cNvGrpSpPr/>
            <p:nvPr/>
          </p:nvGrpSpPr>
          <p:grpSpPr>
            <a:xfrm>
              <a:off x="5190277" y="2623975"/>
              <a:ext cx="1164503" cy="1620218"/>
              <a:chOff x="6514686" y="2961942"/>
              <a:chExt cx="1164503" cy="1620218"/>
            </a:xfrm>
            <a:grpFill/>
          </p:grpSpPr>
          <p:sp>
            <p:nvSpPr>
              <p:cNvPr id="100" name="Pentagon 5">
                <a:extLst>
                  <a:ext uri="{FF2B5EF4-FFF2-40B4-BE49-F238E27FC236}">
                    <a16:creationId xmlns:a16="http://schemas.microsoft.com/office/drawing/2014/main" id="{45B1031C-17F8-48A4-9EF3-3515DE9629F6}"/>
                  </a:ext>
                </a:extLst>
              </p:cNvPr>
              <p:cNvSpPr/>
              <p:nvPr/>
            </p:nvSpPr>
            <p:spPr>
              <a:xfrm>
                <a:off x="6701982" y="4013504"/>
                <a:ext cx="789914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1" name="Pentagon 5">
                <a:extLst>
                  <a:ext uri="{FF2B5EF4-FFF2-40B4-BE49-F238E27FC236}">
                    <a16:creationId xmlns:a16="http://schemas.microsoft.com/office/drawing/2014/main" id="{B033400D-595A-4B9F-88C9-FCD6F17F7264}"/>
                  </a:ext>
                </a:extLst>
              </p:cNvPr>
              <p:cNvSpPr/>
              <p:nvPr/>
            </p:nvSpPr>
            <p:spPr>
              <a:xfrm rot="10800000">
                <a:off x="6701982" y="2961942"/>
                <a:ext cx="789912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2" name="Pentagon 5">
                <a:extLst>
                  <a:ext uri="{FF2B5EF4-FFF2-40B4-BE49-F238E27FC236}">
                    <a16:creationId xmlns:a16="http://schemas.microsoft.com/office/drawing/2014/main" id="{059CB38B-DBF7-420C-BD86-2F19337BE6C1}"/>
                  </a:ext>
                </a:extLst>
              </p:cNvPr>
              <p:cNvSpPr/>
              <p:nvPr/>
            </p:nvSpPr>
            <p:spPr>
              <a:xfrm rot="5400000">
                <a:off x="6999903" y="3497885"/>
                <a:ext cx="789916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" name="Pentagon 5">
                <a:extLst>
                  <a:ext uri="{FF2B5EF4-FFF2-40B4-BE49-F238E27FC236}">
                    <a16:creationId xmlns:a16="http://schemas.microsoft.com/office/drawing/2014/main" id="{D37A7DD5-7AFE-47B4-BE20-E470C81F705E}"/>
                  </a:ext>
                </a:extLst>
              </p:cNvPr>
              <p:cNvSpPr/>
              <p:nvPr/>
            </p:nvSpPr>
            <p:spPr>
              <a:xfrm rot="16200000">
                <a:off x="6404056" y="3485183"/>
                <a:ext cx="789918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9E6605B2-4801-4F10-9368-3CC35609BC4B}"/>
                </a:ext>
              </a:extLst>
            </p:cNvPr>
            <p:cNvGrpSpPr/>
            <p:nvPr/>
          </p:nvGrpSpPr>
          <p:grpSpPr>
            <a:xfrm>
              <a:off x="4362237" y="134076"/>
              <a:ext cx="1164503" cy="1620218"/>
              <a:chOff x="6514686" y="2961942"/>
              <a:chExt cx="1164503" cy="1620218"/>
            </a:xfrm>
            <a:grpFill/>
          </p:grpSpPr>
          <p:sp>
            <p:nvSpPr>
              <p:cNvPr id="107" name="Pentagon 5">
                <a:extLst>
                  <a:ext uri="{FF2B5EF4-FFF2-40B4-BE49-F238E27FC236}">
                    <a16:creationId xmlns:a16="http://schemas.microsoft.com/office/drawing/2014/main" id="{188617A7-3F34-4BEA-835F-29A6849AF598}"/>
                  </a:ext>
                </a:extLst>
              </p:cNvPr>
              <p:cNvSpPr/>
              <p:nvPr/>
            </p:nvSpPr>
            <p:spPr>
              <a:xfrm>
                <a:off x="6701982" y="4013504"/>
                <a:ext cx="789914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8" name="Pentagon 5">
                <a:extLst>
                  <a:ext uri="{FF2B5EF4-FFF2-40B4-BE49-F238E27FC236}">
                    <a16:creationId xmlns:a16="http://schemas.microsoft.com/office/drawing/2014/main" id="{4E4B0B4F-3808-40DD-934D-D973E42C520B}"/>
                  </a:ext>
                </a:extLst>
              </p:cNvPr>
              <p:cNvSpPr/>
              <p:nvPr/>
            </p:nvSpPr>
            <p:spPr>
              <a:xfrm rot="10800000">
                <a:off x="6701982" y="2961942"/>
                <a:ext cx="789912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" name="Pentagon 5">
                <a:extLst>
                  <a:ext uri="{FF2B5EF4-FFF2-40B4-BE49-F238E27FC236}">
                    <a16:creationId xmlns:a16="http://schemas.microsoft.com/office/drawing/2014/main" id="{28EEF145-A0C1-4771-A30D-A3B78A0C67AC}"/>
                  </a:ext>
                </a:extLst>
              </p:cNvPr>
              <p:cNvSpPr/>
              <p:nvPr/>
            </p:nvSpPr>
            <p:spPr>
              <a:xfrm rot="5400000">
                <a:off x="6999903" y="3497885"/>
                <a:ext cx="789916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0" name="Pentagon 5">
                <a:extLst>
                  <a:ext uri="{FF2B5EF4-FFF2-40B4-BE49-F238E27FC236}">
                    <a16:creationId xmlns:a16="http://schemas.microsoft.com/office/drawing/2014/main" id="{44E96F48-6A91-4187-A64D-156BDA427EB9}"/>
                  </a:ext>
                </a:extLst>
              </p:cNvPr>
              <p:cNvSpPr/>
              <p:nvPr/>
            </p:nvSpPr>
            <p:spPr>
              <a:xfrm rot="16200000">
                <a:off x="6404056" y="3485183"/>
                <a:ext cx="789918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F51320E6-A864-4045-B936-0AE052E89C58}"/>
                </a:ext>
              </a:extLst>
            </p:cNvPr>
            <p:cNvGrpSpPr/>
            <p:nvPr/>
          </p:nvGrpSpPr>
          <p:grpSpPr>
            <a:xfrm>
              <a:off x="5190277" y="964509"/>
              <a:ext cx="1164503" cy="1620218"/>
              <a:chOff x="6514686" y="2961942"/>
              <a:chExt cx="1164503" cy="1620218"/>
            </a:xfrm>
            <a:grpFill/>
          </p:grpSpPr>
          <p:sp>
            <p:nvSpPr>
              <p:cNvPr id="114" name="Pentagon 5">
                <a:extLst>
                  <a:ext uri="{FF2B5EF4-FFF2-40B4-BE49-F238E27FC236}">
                    <a16:creationId xmlns:a16="http://schemas.microsoft.com/office/drawing/2014/main" id="{CBCF77B2-6A40-432D-B091-7346181F9FB7}"/>
                  </a:ext>
                </a:extLst>
              </p:cNvPr>
              <p:cNvSpPr/>
              <p:nvPr/>
            </p:nvSpPr>
            <p:spPr>
              <a:xfrm>
                <a:off x="6701982" y="4013504"/>
                <a:ext cx="789914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" name="Pentagon 5">
                <a:extLst>
                  <a:ext uri="{FF2B5EF4-FFF2-40B4-BE49-F238E27FC236}">
                    <a16:creationId xmlns:a16="http://schemas.microsoft.com/office/drawing/2014/main" id="{36202C15-40E6-4AD4-AB19-13CC5A2AF442}"/>
                  </a:ext>
                </a:extLst>
              </p:cNvPr>
              <p:cNvSpPr/>
              <p:nvPr/>
            </p:nvSpPr>
            <p:spPr>
              <a:xfrm rot="10800000">
                <a:off x="6701982" y="2961942"/>
                <a:ext cx="789912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6" name="Pentagon 5">
                <a:extLst>
                  <a:ext uri="{FF2B5EF4-FFF2-40B4-BE49-F238E27FC236}">
                    <a16:creationId xmlns:a16="http://schemas.microsoft.com/office/drawing/2014/main" id="{57972DA7-8E8E-4EB5-9120-FAEB0D95AF74}"/>
                  </a:ext>
                </a:extLst>
              </p:cNvPr>
              <p:cNvSpPr/>
              <p:nvPr/>
            </p:nvSpPr>
            <p:spPr>
              <a:xfrm rot="5400000">
                <a:off x="6999903" y="3497885"/>
                <a:ext cx="789916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" name="Pentagon 5">
                <a:extLst>
                  <a:ext uri="{FF2B5EF4-FFF2-40B4-BE49-F238E27FC236}">
                    <a16:creationId xmlns:a16="http://schemas.microsoft.com/office/drawing/2014/main" id="{CEB293FC-8E94-4B10-82E3-7AAE3D8FC0E7}"/>
                  </a:ext>
                </a:extLst>
              </p:cNvPr>
              <p:cNvSpPr/>
              <p:nvPr/>
            </p:nvSpPr>
            <p:spPr>
              <a:xfrm rot="16200000">
                <a:off x="6404056" y="3485183"/>
                <a:ext cx="789918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FC2B8959-15F7-411B-98C9-AEE2AC65E804}"/>
                </a:ext>
              </a:extLst>
            </p:cNvPr>
            <p:cNvGrpSpPr/>
            <p:nvPr/>
          </p:nvGrpSpPr>
          <p:grpSpPr>
            <a:xfrm>
              <a:off x="6019386" y="5114258"/>
              <a:ext cx="1164503" cy="1620218"/>
              <a:chOff x="6514686" y="2961942"/>
              <a:chExt cx="1164503" cy="1620218"/>
            </a:xfrm>
            <a:grpFill/>
          </p:grpSpPr>
          <p:sp>
            <p:nvSpPr>
              <p:cNvPr id="121" name="Pentagon 5">
                <a:extLst>
                  <a:ext uri="{FF2B5EF4-FFF2-40B4-BE49-F238E27FC236}">
                    <a16:creationId xmlns:a16="http://schemas.microsoft.com/office/drawing/2014/main" id="{B89DCCBE-C367-40A2-88A9-B675FEB6D1F1}"/>
                  </a:ext>
                </a:extLst>
              </p:cNvPr>
              <p:cNvSpPr/>
              <p:nvPr/>
            </p:nvSpPr>
            <p:spPr>
              <a:xfrm>
                <a:off x="6701982" y="4013504"/>
                <a:ext cx="789914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" name="Pentagon 5">
                <a:extLst>
                  <a:ext uri="{FF2B5EF4-FFF2-40B4-BE49-F238E27FC236}">
                    <a16:creationId xmlns:a16="http://schemas.microsoft.com/office/drawing/2014/main" id="{1BA569E3-5278-4A4A-9816-C170322A7BE5}"/>
                  </a:ext>
                </a:extLst>
              </p:cNvPr>
              <p:cNvSpPr/>
              <p:nvPr/>
            </p:nvSpPr>
            <p:spPr>
              <a:xfrm rot="10800000">
                <a:off x="6701982" y="2961942"/>
                <a:ext cx="789912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" name="Pentagon 5">
                <a:extLst>
                  <a:ext uri="{FF2B5EF4-FFF2-40B4-BE49-F238E27FC236}">
                    <a16:creationId xmlns:a16="http://schemas.microsoft.com/office/drawing/2014/main" id="{E9CB1538-1BF2-41F3-AD3B-D7156E934CEA}"/>
                  </a:ext>
                </a:extLst>
              </p:cNvPr>
              <p:cNvSpPr/>
              <p:nvPr/>
            </p:nvSpPr>
            <p:spPr>
              <a:xfrm rot="5400000">
                <a:off x="6999903" y="3497885"/>
                <a:ext cx="789916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" name="Pentagon 5">
                <a:extLst>
                  <a:ext uri="{FF2B5EF4-FFF2-40B4-BE49-F238E27FC236}">
                    <a16:creationId xmlns:a16="http://schemas.microsoft.com/office/drawing/2014/main" id="{180DDB0F-7D45-40CE-BE89-F5C7931C17E4}"/>
                  </a:ext>
                </a:extLst>
              </p:cNvPr>
              <p:cNvSpPr/>
              <p:nvPr/>
            </p:nvSpPr>
            <p:spPr>
              <a:xfrm rot="16200000">
                <a:off x="6404056" y="3485183"/>
                <a:ext cx="789918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3DE17855-99F3-47F6-B6F0-718DB83788EF}"/>
                </a:ext>
              </a:extLst>
            </p:cNvPr>
            <p:cNvGrpSpPr/>
            <p:nvPr/>
          </p:nvGrpSpPr>
          <p:grpSpPr>
            <a:xfrm>
              <a:off x="6847426" y="5944691"/>
              <a:ext cx="1164503" cy="1620218"/>
              <a:chOff x="6514686" y="2961942"/>
              <a:chExt cx="1164503" cy="1620218"/>
            </a:xfrm>
            <a:grpFill/>
          </p:grpSpPr>
          <p:sp>
            <p:nvSpPr>
              <p:cNvPr id="128" name="Pentagon 5">
                <a:extLst>
                  <a:ext uri="{FF2B5EF4-FFF2-40B4-BE49-F238E27FC236}">
                    <a16:creationId xmlns:a16="http://schemas.microsoft.com/office/drawing/2014/main" id="{D651D607-E806-4589-9FAD-527C876AFE8C}"/>
                  </a:ext>
                </a:extLst>
              </p:cNvPr>
              <p:cNvSpPr/>
              <p:nvPr/>
            </p:nvSpPr>
            <p:spPr>
              <a:xfrm>
                <a:off x="6701982" y="4013504"/>
                <a:ext cx="789914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9" name="Pentagon 5">
                <a:extLst>
                  <a:ext uri="{FF2B5EF4-FFF2-40B4-BE49-F238E27FC236}">
                    <a16:creationId xmlns:a16="http://schemas.microsoft.com/office/drawing/2014/main" id="{22210014-1E8B-475D-9CBB-9DB39B0BFA15}"/>
                  </a:ext>
                </a:extLst>
              </p:cNvPr>
              <p:cNvSpPr/>
              <p:nvPr/>
            </p:nvSpPr>
            <p:spPr>
              <a:xfrm rot="10800000">
                <a:off x="6701982" y="2961942"/>
                <a:ext cx="789912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0" name="Pentagon 5">
                <a:extLst>
                  <a:ext uri="{FF2B5EF4-FFF2-40B4-BE49-F238E27FC236}">
                    <a16:creationId xmlns:a16="http://schemas.microsoft.com/office/drawing/2014/main" id="{EAAC7856-CB64-471F-9C7C-5684B6B5F97A}"/>
                  </a:ext>
                </a:extLst>
              </p:cNvPr>
              <p:cNvSpPr/>
              <p:nvPr/>
            </p:nvSpPr>
            <p:spPr>
              <a:xfrm rot="5400000">
                <a:off x="6999903" y="3497885"/>
                <a:ext cx="789916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1" name="Pentagon 5">
                <a:extLst>
                  <a:ext uri="{FF2B5EF4-FFF2-40B4-BE49-F238E27FC236}">
                    <a16:creationId xmlns:a16="http://schemas.microsoft.com/office/drawing/2014/main" id="{0AFD9E15-BCA8-45ED-A891-787BF8E9E8D6}"/>
                  </a:ext>
                </a:extLst>
              </p:cNvPr>
              <p:cNvSpPr/>
              <p:nvPr/>
            </p:nvSpPr>
            <p:spPr>
              <a:xfrm rot="16200000">
                <a:off x="6404056" y="3485183"/>
                <a:ext cx="789918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C0869F3A-E9F8-4684-9453-8DABC331E36C}"/>
                </a:ext>
              </a:extLst>
            </p:cNvPr>
            <p:cNvGrpSpPr/>
            <p:nvPr/>
          </p:nvGrpSpPr>
          <p:grpSpPr>
            <a:xfrm>
              <a:off x="6019386" y="3454792"/>
              <a:ext cx="1164503" cy="1620218"/>
              <a:chOff x="6514686" y="2961942"/>
              <a:chExt cx="1164503" cy="1620218"/>
            </a:xfrm>
            <a:grpFill/>
          </p:grpSpPr>
          <p:sp>
            <p:nvSpPr>
              <p:cNvPr id="135" name="Pentagon 5">
                <a:extLst>
                  <a:ext uri="{FF2B5EF4-FFF2-40B4-BE49-F238E27FC236}">
                    <a16:creationId xmlns:a16="http://schemas.microsoft.com/office/drawing/2014/main" id="{893C065F-52C1-450D-B1A9-638CECD5BAA4}"/>
                  </a:ext>
                </a:extLst>
              </p:cNvPr>
              <p:cNvSpPr/>
              <p:nvPr/>
            </p:nvSpPr>
            <p:spPr>
              <a:xfrm>
                <a:off x="6701982" y="4013504"/>
                <a:ext cx="789914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6" name="Pentagon 5">
                <a:extLst>
                  <a:ext uri="{FF2B5EF4-FFF2-40B4-BE49-F238E27FC236}">
                    <a16:creationId xmlns:a16="http://schemas.microsoft.com/office/drawing/2014/main" id="{32CDE199-5734-4577-B2BF-4A6037065CEF}"/>
                  </a:ext>
                </a:extLst>
              </p:cNvPr>
              <p:cNvSpPr/>
              <p:nvPr/>
            </p:nvSpPr>
            <p:spPr>
              <a:xfrm rot="10800000">
                <a:off x="6701982" y="2961942"/>
                <a:ext cx="789912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7" name="Pentagon 5">
                <a:extLst>
                  <a:ext uri="{FF2B5EF4-FFF2-40B4-BE49-F238E27FC236}">
                    <a16:creationId xmlns:a16="http://schemas.microsoft.com/office/drawing/2014/main" id="{0B6918A9-D2A8-45AF-B07D-0A32F578358C}"/>
                  </a:ext>
                </a:extLst>
              </p:cNvPr>
              <p:cNvSpPr/>
              <p:nvPr/>
            </p:nvSpPr>
            <p:spPr>
              <a:xfrm rot="5400000">
                <a:off x="6999903" y="3497885"/>
                <a:ext cx="789916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" name="Pentagon 5">
                <a:extLst>
                  <a:ext uri="{FF2B5EF4-FFF2-40B4-BE49-F238E27FC236}">
                    <a16:creationId xmlns:a16="http://schemas.microsoft.com/office/drawing/2014/main" id="{5955EAFA-1C3C-4B1E-84D6-0C078D4A7330}"/>
                  </a:ext>
                </a:extLst>
              </p:cNvPr>
              <p:cNvSpPr/>
              <p:nvPr/>
            </p:nvSpPr>
            <p:spPr>
              <a:xfrm rot="16200000">
                <a:off x="6404056" y="3485183"/>
                <a:ext cx="789918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1D2035BB-6ADA-41A2-9670-31FD8E93C746}"/>
                </a:ext>
              </a:extLst>
            </p:cNvPr>
            <p:cNvGrpSpPr/>
            <p:nvPr/>
          </p:nvGrpSpPr>
          <p:grpSpPr>
            <a:xfrm>
              <a:off x="6847426" y="4285225"/>
              <a:ext cx="1164503" cy="1620218"/>
              <a:chOff x="6514686" y="2961942"/>
              <a:chExt cx="1164503" cy="1620218"/>
            </a:xfrm>
            <a:grpFill/>
          </p:grpSpPr>
          <p:sp>
            <p:nvSpPr>
              <p:cNvPr id="142" name="Pentagon 5">
                <a:extLst>
                  <a:ext uri="{FF2B5EF4-FFF2-40B4-BE49-F238E27FC236}">
                    <a16:creationId xmlns:a16="http://schemas.microsoft.com/office/drawing/2014/main" id="{F125682A-EBE4-4192-906E-6BCA20C18A85}"/>
                  </a:ext>
                </a:extLst>
              </p:cNvPr>
              <p:cNvSpPr/>
              <p:nvPr/>
            </p:nvSpPr>
            <p:spPr>
              <a:xfrm>
                <a:off x="6701982" y="4013504"/>
                <a:ext cx="789914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3" name="Pentagon 5">
                <a:extLst>
                  <a:ext uri="{FF2B5EF4-FFF2-40B4-BE49-F238E27FC236}">
                    <a16:creationId xmlns:a16="http://schemas.microsoft.com/office/drawing/2014/main" id="{9415E469-EA42-4167-878A-DE114881F4D3}"/>
                  </a:ext>
                </a:extLst>
              </p:cNvPr>
              <p:cNvSpPr/>
              <p:nvPr/>
            </p:nvSpPr>
            <p:spPr>
              <a:xfrm rot="10800000">
                <a:off x="6701982" y="2961942"/>
                <a:ext cx="789912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4" name="Pentagon 5">
                <a:extLst>
                  <a:ext uri="{FF2B5EF4-FFF2-40B4-BE49-F238E27FC236}">
                    <a16:creationId xmlns:a16="http://schemas.microsoft.com/office/drawing/2014/main" id="{29B69F89-B04D-472F-8366-031EDDA57E00}"/>
                  </a:ext>
                </a:extLst>
              </p:cNvPr>
              <p:cNvSpPr/>
              <p:nvPr/>
            </p:nvSpPr>
            <p:spPr>
              <a:xfrm rot="5400000">
                <a:off x="6999903" y="3497885"/>
                <a:ext cx="789916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5" name="Pentagon 5">
                <a:extLst>
                  <a:ext uri="{FF2B5EF4-FFF2-40B4-BE49-F238E27FC236}">
                    <a16:creationId xmlns:a16="http://schemas.microsoft.com/office/drawing/2014/main" id="{C0FA5DA0-E375-4435-92D1-9E2A699DD79A}"/>
                  </a:ext>
                </a:extLst>
              </p:cNvPr>
              <p:cNvSpPr/>
              <p:nvPr/>
            </p:nvSpPr>
            <p:spPr>
              <a:xfrm rot="16200000">
                <a:off x="6404056" y="3485183"/>
                <a:ext cx="789918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84A4B168-201B-423D-B406-6CF7F24540D4}"/>
                </a:ext>
              </a:extLst>
            </p:cNvPr>
            <p:cNvGrpSpPr/>
            <p:nvPr/>
          </p:nvGrpSpPr>
          <p:grpSpPr>
            <a:xfrm>
              <a:off x="7673327" y="5114258"/>
              <a:ext cx="1164503" cy="1620218"/>
              <a:chOff x="6514686" y="2961942"/>
              <a:chExt cx="1164503" cy="1620218"/>
            </a:xfrm>
            <a:grpFill/>
          </p:grpSpPr>
          <p:sp>
            <p:nvSpPr>
              <p:cNvPr id="149" name="Pentagon 5">
                <a:extLst>
                  <a:ext uri="{FF2B5EF4-FFF2-40B4-BE49-F238E27FC236}">
                    <a16:creationId xmlns:a16="http://schemas.microsoft.com/office/drawing/2014/main" id="{CD01F27F-1435-4B33-ADD8-11F5B19C70F8}"/>
                  </a:ext>
                </a:extLst>
              </p:cNvPr>
              <p:cNvSpPr/>
              <p:nvPr/>
            </p:nvSpPr>
            <p:spPr>
              <a:xfrm>
                <a:off x="6701982" y="4013504"/>
                <a:ext cx="789914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0" name="Pentagon 5">
                <a:extLst>
                  <a:ext uri="{FF2B5EF4-FFF2-40B4-BE49-F238E27FC236}">
                    <a16:creationId xmlns:a16="http://schemas.microsoft.com/office/drawing/2014/main" id="{E296D1B0-EE83-4C20-B48C-838B912A3450}"/>
                  </a:ext>
                </a:extLst>
              </p:cNvPr>
              <p:cNvSpPr/>
              <p:nvPr/>
            </p:nvSpPr>
            <p:spPr>
              <a:xfrm rot="10800000">
                <a:off x="6701982" y="2961942"/>
                <a:ext cx="789912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1" name="Pentagon 5">
                <a:extLst>
                  <a:ext uri="{FF2B5EF4-FFF2-40B4-BE49-F238E27FC236}">
                    <a16:creationId xmlns:a16="http://schemas.microsoft.com/office/drawing/2014/main" id="{807444A8-0F11-4829-B47E-B6A3AD6BB5E8}"/>
                  </a:ext>
                </a:extLst>
              </p:cNvPr>
              <p:cNvSpPr/>
              <p:nvPr/>
            </p:nvSpPr>
            <p:spPr>
              <a:xfrm rot="5400000">
                <a:off x="6999903" y="3497885"/>
                <a:ext cx="789916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2" name="Pentagon 5">
                <a:extLst>
                  <a:ext uri="{FF2B5EF4-FFF2-40B4-BE49-F238E27FC236}">
                    <a16:creationId xmlns:a16="http://schemas.microsoft.com/office/drawing/2014/main" id="{110CE206-C893-4241-88F1-29EDC66F7586}"/>
                  </a:ext>
                </a:extLst>
              </p:cNvPr>
              <p:cNvSpPr/>
              <p:nvPr/>
            </p:nvSpPr>
            <p:spPr>
              <a:xfrm rot="16200000">
                <a:off x="6404056" y="3485183"/>
                <a:ext cx="789918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2D767CA9-D386-4475-8B4A-667AABA9FFC2}"/>
                </a:ext>
              </a:extLst>
            </p:cNvPr>
            <p:cNvGrpSpPr/>
            <p:nvPr/>
          </p:nvGrpSpPr>
          <p:grpSpPr>
            <a:xfrm>
              <a:off x="8501367" y="5944691"/>
              <a:ext cx="1164503" cy="1620218"/>
              <a:chOff x="6514686" y="2961942"/>
              <a:chExt cx="1164503" cy="1620218"/>
            </a:xfrm>
            <a:grpFill/>
          </p:grpSpPr>
          <p:sp>
            <p:nvSpPr>
              <p:cNvPr id="156" name="Pentagon 5">
                <a:extLst>
                  <a:ext uri="{FF2B5EF4-FFF2-40B4-BE49-F238E27FC236}">
                    <a16:creationId xmlns:a16="http://schemas.microsoft.com/office/drawing/2014/main" id="{55959429-63CC-41B3-BD08-37D0146135F7}"/>
                  </a:ext>
                </a:extLst>
              </p:cNvPr>
              <p:cNvSpPr/>
              <p:nvPr/>
            </p:nvSpPr>
            <p:spPr>
              <a:xfrm>
                <a:off x="6701982" y="4013504"/>
                <a:ext cx="789914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7" name="Pentagon 5">
                <a:extLst>
                  <a:ext uri="{FF2B5EF4-FFF2-40B4-BE49-F238E27FC236}">
                    <a16:creationId xmlns:a16="http://schemas.microsoft.com/office/drawing/2014/main" id="{397EB5D1-143B-4C88-A2C1-652E758495CF}"/>
                  </a:ext>
                </a:extLst>
              </p:cNvPr>
              <p:cNvSpPr/>
              <p:nvPr/>
            </p:nvSpPr>
            <p:spPr>
              <a:xfrm rot="10800000">
                <a:off x="6701982" y="2961942"/>
                <a:ext cx="789912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8" name="Pentagon 5">
                <a:extLst>
                  <a:ext uri="{FF2B5EF4-FFF2-40B4-BE49-F238E27FC236}">
                    <a16:creationId xmlns:a16="http://schemas.microsoft.com/office/drawing/2014/main" id="{FC7330C4-2F59-42B5-8C8E-24FE33DD2D85}"/>
                  </a:ext>
                </a:extLst>
              </p:cNvPr>
              <p:cNvSpPr/>
              <p:nvPr/>
            </p:nvSpPr>
            <p:spPr>
              <a:xfrm rot="5400000">
                <a:off x="6999903" y="3497885"/>
                <a:ext cx="789916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9" name="Pentagon 5">
                <a:extLst>
                  <a:ext uri="{FF2B5EF4-FFF2-40B4-BE49-F238E27FC236}">
                    <a16:creationId xmlns:a16="http://schemas.microsoft.com/office/drawing/2014/main" id="{58FCD01F-BDFD-4087-921F-CEC0B5FA9C87}"/>
                  </a:ext>
                </a:extLst>
              </p:cNvPr>
              <p:cNvSpPr/>
              <p:nvPr/>
            </p:nvSpPr>
            <p:spPr>
              <a:xfrm rot="16200000">
                <a:off x="6404056" y="3485183"/>
                <a:ext cx="789918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80194DF2-1A24-48EF-AB88-51B020FE5B2F}"/>
                </a:ext>
              </a:extLst>
            </p:cNvPr>
            <p:cNvGrpSpPr/>
            <p:nvPr/>
          </p:nvGrpSpPr>
          <p:grpSpPr>
            <a:xfrm>
              <a:off x="7673327" y="3454792"/>
              <a:ext cx="1164503" cy="1620218"/>
              <a:chOff x="6514686" y="2961942"/>
              <a:chExt cx="1164503" cy="1620218"/>
            </a:xfrm>
            <a:grpFill/>
          </p:grpSpPr>
          <p:sp>
            <p:nvSpPr>
              <p:cNvPr id="163" name="Pentagon 5">
                <a:extLst>
                  <a:ext uri="{FF2B5EF4-FFF2-40B4-BE49-F238E27FC236}">
                    <a16:creationId xmlns:a16="http://schemas.microsoft.com/office/drawing/2014/main" id="{0DD8D64E-6EEB-4382-AECE-32276B0D4471}"/>
                  </a:ext>
                </a:extLst>
              </p:cNvPr>
              <p:cNvSpPr/>
              <p:nvPr/>
            </p:nvSpPr>
            <p:spPr>
              <a:xfrm>
                <a:off x="6701982" y="4013504"/>
                <a:ext cx="789914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4" name="Pentagon 5">
                <a:extLst>
                  <a:ext uri="{FF2B5EF4-FFF2-40B4-BE49-F238E27FC236}">
                    <a16:creationId xmlns:a16="http://schemas.microsoft.com/office/drawing/2014/main" id="{C51ABBF7-E2B0-467E-BBE2-82BC2FB27E4B}"/>
                  </a:ext>
                </a:extLst>
              </p:cNvPr>
              <p:cNvSpPr/>
              <p:nvPr/>
            </p:nvSpPr>
            <p:spPr>
              <a:xfrm rot="10800000">
                <a:off x="6701982" y="2961942"/>
                <a:ext cx="789912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5" name="Pentagon 5">
                <a:extLst>
                  <a:ext uri="{FF2B5EF4-FFF2-40B4-BE49-F238E27FC236}">
                    <a16:creationId xmlns:a16="http://schemas.microsoft.com/office/drawing/2014/main" id="{C3DD2445-E8A5-4B34-A48D-8F169FB3C095}"/>
                  </a:ext>
                </a:extLst>
              </p:cNvPr>
              <p:cNvSpPr/>
              <p:nvPr/>
            </p:nvSpPr>
            <p:spPr>
              <a:xfrm rot="5400000">
                <a:off x="6999903" y="3497885"/>
                <a:ext cx="789916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6" name="Pentagon 5">
                <a:extLst>
                  <a:ext uri="{FF2B5EF4-FFF2-40B4-BE49-F238E27FC236}">
                    <a16:creationId xmlns:a16="http://schemas.microsoft.com/office/drawing/2014/main" id="{CEFA8F5B-F431-4151-AE6D-9F368362F067}"/>
                  </a:ext>
                </a:extLst>
              </p:cNvPr>
              <p:cNvSpPr/>
              <p:nvPr/>
            </p:nvSpPr>
            <p:spPr>
              <a:xfrm rot="16200000">
                <a:off x="6404056" y="3485183"/>
                <a:ext cx="789918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8A503D4A-5BD4-48C6-8B6A-BB76D80060BC}"/>
                </a:ext>
              </a:extLst>
            </p:cNvPr>
            <p:cNvGrpSpPr/>
            <p:nvPr/>
          </p:nvGrpSpPr>
          <p:grpSpPr>
            <a:xfrm>
              <a:off x="8501367" y="4285225"/>
              <a:ext cx="1164503" cy="1620218"/>
              <a:chOff x="6514686" y="2961942"/>
              <a:chExt cx="1164503" cy="1620218"/>
            </a:xfrm>
            <a:grpFill/>
          </p:grpSpPr>
          <p:sp>
            <p:nvSpPr>
              <p:cNvPr id="170" name="Pentagon 5">
                <a:extLst>
                  <a:ext uri="{FF2B5EF4-FFF2-40B4-BE49-F238E27FC236}">
                    <a16:creationId xmlns:a16="http://schemas.microsoft.com/office/drawing/2014/main" id="{FF036538-C9C0-411E-A778-93B07D5BCDCE}"/>
                  </a:ext>
                </a:extLst>
              </p:cNvPr>
              <p:cNvSpPr/>
              <p:nvPr/>
            </p:nvSpPr>
            <p:spPr>
              <a:xfrm>
                <a:off x="6701982" y="4013504"/>
                <a:ext cx="789914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1" name="Pentagon 5">
                <a:extLst>
                  <a:ext uri="{FF2B5EF4-FFF2-40B4-BE49-F238E27FC236}">
                    <a16:creationId xmlns:a16="http://schemas.microsoft.com/office/drawing/2014/main" id="{949A7464-B7FA-448D-A739-33D456BDB45E}"/>
                  </a:ext>
                </a:extLst>
              </p:cNvPr>
              <p:cNvSpPr/>
              <p:nvPr/>
            </p:nvSpPr>
            <p:spPr>
              <a:xfrm rot="10800000">
                <a:off x="6701982" y="2961942"/>
                <a:ext cx="789912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2" name="Pentagon 5">
                <a:extLst>
                  <a:ext uri="{FF2B5EF4-FFF2-40B4-BE49-F238E27FC236}">
                    <a16:creationId xmlns:a16="http://schemas.microsoft.com/office/drawing/2014/main" id="{D4D184F7-C23C-43BB-8350-C1D2735BC012}"/>
                  </a:ext>
                </a:extLst>
              </p:cNvPr>
              <p:cNvSpPr/>
              <p:nvPr/>
            </p:nvSpPr>
            <p:spPr>
              <a:xfrm rot="5400000">
                <a:off x="6999903" y="3497885"/>
                <a:ext cx="789916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3" name="Pentagon 5">
                <a:extLst>
                  <a:ext uri="{FF2B5EF4-FFF2-40B4-BE49-F238E27FC236}">
                    <a16:creationId xmlns:a16="http://schemas.microsoft.com/office/drawing/2014/main" id="{34205AEA-AF3C-494E-99E3-AD72E85203CB}"/>
                  </a:ext>
                </a:extLst>
              </p:cNvPr>
              <p:cNvSpPr/>
              <p:nvPr/>
            </p:nvSpPr>
            <p:spPr>
              <a:xfrm rot="16200000">
                <a:off x="6404056" y="3485183"/>
                <a:ext cx="789918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4C954250-BAB9-4BCA-9D3C-8424CD5D3C63}"/>
                </a:ext>
              </a:extLst>
            </p:cNvPr>
            <p:cNvGrpSpPr/>
            <p:nvPr/>
          </p:nvGrpSpPr>
          <p:grpSpPr>
            <a:xfrm>
              <a:off x="2708296" y="5114258"/>
              <a:ext cx="1164503" cy="1620218"/>
              <a:chOff x="6514686" y="2961942"/>
              <a:chExt cx="1164503" cy="1620218"/>
            </a:xfrm>
            <a:grpFill/>
          </p:grpSpPr>
          <p:sp>
            <p:nvSpPr>
              <p:cNvPr id="177" name="Pentagon 5">
                <a:extLst>
                  <a:ext uri="{FF2B5EF4-FFF2-40B4-BE49-F238E27FC236}">
                    <a16:creationId xmlns:a16="http://schemas.microsoft.com/office/drawing/2014/main" id="{B354F116-CFE0-4AFA-A7D5-03E4E803F308}"/>
                  </a:ext>
                </a:extLst>
              </p:cNvPr>
              <p:cNvSpPr/>
              <p:nvPr/>
            </p:nvSpPr>
            <p:spPr>
              <a:xfrm>
                <a:off x="6701982" y="4013504"/>
                <a:ext cx="789914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8" name="Pentagon 5">
                <a:extLst>
                  <a:ext uri="{FF2B5EF4-FFF2-40B4-BE49-F238E27FC236}">
                    <a16:creationId xmlns:a16="http://schemas.microsoft.com/office/drawing/2014/main" id="{096D9C97-BBB3-43E7-858E-3571F650B3FE}"/>
                  </a:ext>
                </a:extLst>
              </p:cNvPr>
              <p:cNvSpPr/>
              <p:nvPr/>
            </p:nvSpPr>
            <p:spPr>
              <a:xfrm rot="10800000">
                <a:off x="6701982" y="2961942"/>
                <a:ext cx="789912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9" name="Pentagon 5">
                <a:extLst>
                  <a:ext uri="{FF2B5EF4-FFF2-40B4-BE49-F238E27FC236}">
                    <a16:creationId xmlns:a16="http://schemas.microsoft.com/office/drawing/2014/main" id="{8E5B2C1A-9CD0-4029-A348-35E0126EE213}"/>
                  </a:ext>
                </a:extLst>
              </p:cNvPr>
              <p:cNvSpPr/>
              <p:nvPr/>
            </p:nvSpPr>
            <p:spPr>
              <a:xfrm rot="5400000">
                <a:off x="6999903" y="3497885"/>
                <a:ext cx="789916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0" name="Pentagon 5">
                <a:extLst>
                  <a:ext uri="{FF2B5EF4-FFF2-40B4-BE49-F238E27FC236}">
                    <a16:creationId xmlns:a16="http://schemas.microsoft.com/office/drawing/2014/main" id="{DC5B0E3E-FAB2-45FF-B168-B1C444C267C4}"/>
                  </a:ext>
                </a:extLst>
              </p:cNvPr>
              <p:cNvSpPr/>
              <p:nvPr/>
            </p:nvSpPr>
            <p:spPr>
              <a:xfrm rot="16200000">
                <a:off x="6404056" y="3485183"/>
                <a:ext cx="789918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0329FFC3-100A-40E2-BC33-A7933B2CF6DE}"/>
                </a:ext>
              </a:extLst>
            </p:cNvPr>
            <p:cNvGrpSpPr/>
            <p:nvPr/>
          </p:nvGrpSpPr>
          <p:grpSpPr>
            <a:xfrm>
              <a:off x="3536336" y="5944691"/>
              <a:ext cx="1164503" cy="1620218"/>
              <a:chOff x="6514686" y="2961942"/>
              <a:chExt cx="1164503" cy="1620218"/>
            </a:xfrm>
            <a:grpFill/>
          </p:grpSpPr>
          <p:sp>
            <p:nvSpPr>
              <p:cNvPr id="184" name="Pentagon 5">
                <a:extLst>
                  <a:ext uri="{FF2B5EF4-FFF2-40B4-BE49-F238E27FC236}">
                    <a16:creationId xmlns:a16="http://schemas.microsoft.com/office/drawing/2014/main" id="{D51D8C20-BBDD-4E2E-BA8D-57FD6CA901B5}"/>
                  </a:ext>
                </a:extLst>
              </p:cNvPr>
              <p:cNvSpPr/>
              <p:nvPr/>
            </p:nvSpPr>
            <p:spPr>
              <a:xfrm>
                <a:off x="6701982" y="4013504"/>
                <a:ext cx="789914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5" name="Pentagon 5">
                <a:extLst>
                  <a:ext uri="{FF2B5EF4-FFF2-40B4-BE49-F238E27FC236}">
                    <a16:creationId xmlns:a16="http://schemas.microsoft.com/office/drawing/2014/main" id="{29BCEB2B-F4F4-42EA-8E48-B1C06BE1EA19}"/>
                  </a:ext>
                </a:extLst>
              </p:cNvPr>
              <p:cNvSpPr/>
              <p:nvPr/>
            </p:nvSpPr>
            <p:spPr>
              <a:xfrm rot="10800000">
                <a:off x="6701982" y="2961942"/>
                <a:ext cx="789912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6" name="Pentagon 5">
                <a:extLst>
                  <a:ext uri="{FF2B5EF4-FFF2-40B4-BE49-F238E27FC236}">
                    <a16:creationId xmlns:a16="http://schemas.microsoft.com/office/drawing/2014/main" id="{9A90FABD-30D5-4358-B9FD-F3E6F0B0A7DD}"/>
                  </a:ext>
                </a:extLst>
              </p:cNvPr>
              <p:cNvSpPr/>
              <p:nvPr/>
            </p:nvSpPr>
            <p:spPr>
              <a:xfrm rot="5400000">
                <a:off x="6999903" y="3497885"/>
                <a:ext cx="789916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7" name="Pentagon 5">
                <a:extLst>
                  <a:ext uri="{FF2B5EF4-FFF2-40B4-BE49-F238E27FC236}">
                    <a16:creationId xmlns:a16="http://schemas.microsoft.com/office/drawing/2014/main" id="{CD1C7B0F-1F41-4808-9DC7-35BEF03A5A59}"/>
                  </a:ext>
                </a:extLst>
              </p:cNvPr>
              <p:cNvSpPr/>
              <p:nvPr/>
            </p:nvSpPr>
            <p:spPr>
              <a:xfrm rot="16200000">
                <a:off x="6404056" y="3485183"/>
                <a:ext cx="789918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39BB0496-7CCC-4BBC-96F3-67D52769B7F2}"/>
                </a:ext>
              </a:extLst>
            </p:cNvPr>
            <p:cNvGrpSpPr/>
            <p:nvPr/>
          </p:nvGrpSpPr>
          <p:grpSpPr>
            <a:xfrm>
              <a:off x="2708296" y="3454792"/>
              <a:ext cx="1164503" cy="1620218"/>
              <a:chOff x="6514686" y="2961942"/>
              <a:chExt cx="1164503" cy="1620218"/>
            </a:xfrm>
            <a:grpFill/>
          </p:grpSpPr>
          <p:sp>
            <p:nvSpPr>
              <p:cNvPr id="191" name="Pentagon 5">
                <a:extLst>
                  <a:ext uri="{FF2B5EF4-FFF2-40B4-BE49-F238E27FC236}">
                    <a16:creationId xmlns:a16="http://schemas.microsoft.com/office/drawing/2014/main" id="{DDAF0F73-5C7E-42D9-8F72-ADAF78F63E89}"/>
                  </a:ext>
                </a:extLst>
              </p:cNvPr>
              <p:cNvSpPr/>
              <p:nvPr/>
            </p:nvSpPr>
            <p:spPr>
              <a:xfrm>
                <a:off x="6701982" y="4013504"/>
                <a:ext cx="789914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2" name="Pentagon 5">
                <a:extLst>
                  <a:ext uri="{FF2B5EF4-FFF2-40B4-BE49-F238E27FC236}">
                    <a16:creationId xmlns:a16="http://schemas.microsoft.com/office/drawing/2014/main" id="{4F4B9CFA-B989-493E-8870-40013EF76128}"/>
                  </a:ext>
                </a:extLst>
              </p:cNvPr>
              <p:cNvSpPr/>
              <p:nvPr/>
            </p:nvSpPr>
            <p:spPr>
              <a:xfrm rot="10800000">
                <a:off x="6701982" y="2961942"/>
                <a:ext cx="789912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3" name="Pentagon 5">
                <a:extLst>
                  <a:ext uri="{FF2B5EF4-FFF2-40B4-BE49-F238E27FC236}">
                    <a16:creationId xmlns:a16="http://schemas.microsoft.com/office/drawing/2014/main" id="{979559FC-0E56-4978-8448-44567F912A51}"/>
                  </a:ext>
                </a:extLst>
              </p:cNvPr>
              <p:cNvSpPr/>
              <p:nvPr/>
            </p:nvSpPr>
            <p:spPr>
              <a:xfrm rot="5400000">
                <a:off x="6999903" y="3497885"/>
                <a:ext cx="789916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4" name="Pentagon 5">
                <a:extLst>
                  <a:ext uri="{FF2B5EF4-FFF2-40B4-BE49-F238E27FC236}">
                    <a16:creationId xmlns:a16="http://schemas.microsoft.com/office/drawing/2014/main" id="{688EFC52-DFCA-4133-B997-2C40266B50D9}"/>
                  </a:ext>
                </a:extLst>
              </p:cNvPr>
              <p:cNvSpPr/>
              <p:nvPr/>
            </p:nvSpPr>
            <p:spPr>
              <a:xfrm rot="16200000">
                <a:off x="6404056" y="3485183"/>
                <a:ext cx="789918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3B386BD0-222C-46A7-BB22-72B65D5BEB15}"/>
                </a:ext>
              </a:extLst>
            </p:cNvPr>
            <p:cNvGrpSpPr/>
            <p:nvPr/>
          </p:nvGrpSpPr>
          <p:grpSpPr>
            <a:xfrm>
              <a:off x="3536336" y="4285225"/>
              <a:ext cx="1164503" cy="1620218"/>
              <a:chOff x="6514686" y="2961942"/>
              <a:chExt cx="1164503" cy="1620218"/>
            </a:xfrm>
            <a:grpFill/>
          </p:grpSpPr>
          <p:sp>
            <p:nvSpPr>
              <p:cNvPr id="198" name="Pentagon 5">
                <a:extLst>
                  <a:ext uri="{FF2B5EF4-FFF2-40B4-BE49-F238E27FC236}">
                    <a16:creationId xmlns:a16="http://schemas.microsoft.com/office/drawing/2014/main" id="{9285A729-EABC-4AEA-B0A6-B72552D33C9C}"/>
                  </a:ext>
                </a:extLst>
              </p:cNvPr>
              <p:cNvSpPr/>
              <p:nvPr/>
            </p:nvSpPr>
            <p:spPr>
              <a:xfrm>
                <a:off x="6701982" y="4013504"/>
                <a:ext cx="789914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9" name="Pentagon 5">
                <a:extLst>
                  <a:ext uri="{FF2B5EF4-FFF2-40B4-BE49-F238E27FC236}">
                    <a16:creationId xmlns:a16="http://schemas.microsoft.com/office/drawing/2014/main" id="{56EE4EDB-CCE9-40C2-AE44-26C361222A7A}"/>
                  </a:ext>
                </a:extLst>
              </p:cNvPr>
              <p:cNvSpPr/>
              <p:nvPr/>
            </p:nvSpPr>
            <p:spPr>
              <a:xfrm rot="10800000">
                <a:off x="6701982" y="2961942"/>
                <a:ext cx="789912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" name="Pentagon 5">
                <a:extLst>
                  <a:ext uri="{FF2B5EF4-FFF2-40B4-BE49-F238E27FC236}">
                    <a16:creationId xmlns:a16="http://schemas.microsoft.com/office/drawing/2014/main" id="{9F57CB48-C9CE-43DB-962F-E2CA67CFC458}"/>
                  </a:ext>
                </a:extLst>
              </p:cNvPr>
              <p:cNvSpPr/>
              <p:nvPr/>
            </p:nvSpPr>
            <p:spPr>
              <a:xfrm rot="5400000">
                <a:off x="6999903" y="3497885"/>
                <a:ext cx="789916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" name="Pentagon 5">
                <a:extLst>
                  <a:ext uri="{FF2B5EF4-FFF2-40B4-BE49-F238E27FC236}">
                    <a16:creationId xmlns:a16="http://schemas.microsoft.com/office/drawing/2014/main" id="{80105198-C940-4C60-94BF-A3A6C3151CF6}"/>
                  </a:ext>
                </a:extLst>
              </p:cNvPr>
              <p:cNvSpPr/>
              <p:nvPr/>
            </p:nvSpPr>
            <p:spPr>
              <a:xfrm rot="16200000">
                <a:off x="6404056" y="3485183"/>
                <a:ext cx="789918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91529C89-4E59-4838-A1F3-23EE8A79453E}"/>
                </a:ext>
              </a:extLst>
            </p:cNvPr>
            <p:cNvGrpSpPr/>
            <p:nvPr/>
          </p:nvGrpSpPr>
          <p:grpSpPr>
            <a:xfrm>
              <a:off x="4362237" y="5114258"/>
              <a:ext cx="1164503" cy="1620218"/>
              <a:chOff x="6514686" y="2961942"/>
              <a:chExt cx="1164503" cy="1620218"/>
            </a:xfrm>
            <a:grpFill/>
          </p:grpSpPr>
          <p:sp>
            <p:nvSpPr>
              <p:cNvPr id="205" name="Pentagon 5">
                <a:extLst>
                  <a:ext uri="{FF2B5EF4-FFF2-40B4-BE49-F238E27FC236}">
                    <a16:creationId xmlns:a16="http://schemas.microsoft.com/office/drawing/2014/main" id="{01427E9D-15B9-4AB5-9044-B6252B635A10}"/>
                  </a:ext>
                </a:extLst>
              </p:cNvPr>
              <p:cNvSpPr/>
              <p:nvPr/>
            </p:nvSpPr>
            <p:spPr>
              <a:xfrm>
                <a:off x="6701982" y="4013504"/>
                <a:ext cx="789914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" name="Pentagon 5">
                <a:extLst>
                  <a:ext uri="{FF2B5EF4-FFF2-40B4-BE49-F238E27FC236}">
                    <a16:creationId xmlns:a16="http://schemas.microsoft.com/office/drawing/2014/main" id="{0FE363FB-D3A4-40CB-9ED4-A0E50A19EE45}"/>
                  </a:ext>
                </a:extLst>
              </p:cNvPr>
              <p:cNvSpPr/>
              <p:nvPr/>
            </p:nvSpPr>
            <p:spPr>
              <a:xfrm rot="10800000">
                <a:off x="6701982" y="2961942"/>
                <a:ext cx="789912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" name="Pentagon 5">
                <a:extLst>
                  <a:ext uri="{FF2B5EF4-FFF2-40B4-BE49-F238E27FC236}">
                    <a16:creationId xmlns:a16="http://schemas.microsoft.com/office/drawing/2014/main" id="{038DB974-CF28-4D85-B523-17002D146F89}"/>
                  </a:ext>
                </a:extLst>
              </p:cNvPr>
              <p:cNvSpPr/>
              <p:nvPr/>
            </p:nvSpPr>
            <p:spPr>
              <a:xfrm rot="5400000">
                <a:off x="6999903" y="3497885"/>
                <a:ext cx="789916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" name="Pentagon 5">
                <a:extLst>
                  <a:ext uri="{FF2B5EF4-FFF2-40B4-BE49-F238E27FC236}">
                    <a16:creationId xmlns:a16="http://schemas.microsoft.com/office/drawing/2014/main" id="{23D7C023-C1F8-4AEC-BA2A-69C0CBB61A50}"/>
                  </a:ext>
                </a:extLst>
              </p:cNvPr>
              <p:cNvSpPr/>
              <p:nvPr/>
            </p:nvSpPr>
            <p:spPr>
              <a:xfrm rot="16200000">
                <a:off x="6404056" y="3485183"/>
                <a:ext cx="789918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211" name="Group 210">
              <a:extLst>
                <a:ext uri="{FF2B5EF4-FFF2-40B4-BE49-F238E27FC236}">
                  <a16:creationId xmlns:a16="http://schemas.microsoft.com/office/drawing/2014/main" id="{2A795ABA-833F-40FD-BEC4-ACA85C361BDE}"/>
                </a:ext>
              </a:extLst>
            </p:cNvPr>
            <p:cNvGrpSpPr/>
            <p:nvPr/>
          </p:nvGrpSpPr>
          <p:grpSpPr>
            <a:xfrm>
              <a:off x="5190277" y="5944691"/>
              <a:ext cx="1164503" cy="1620218"/>
              <a:chOff x="6514686" y="2961942"/>
              <a:chExt cx="1164503" cy="1620218"/>
            </a:xfrm>
            <a:grpFill/>
          </p:grpSpPr>
          <p:sp>
            <p:nvSpPr>
              <p:cNvPr id="212" name="Pentagon 5">
                <a:extLst>
                  <a:ext uri="{FF2B5EF4-FFF2-40B4-BE49-F238E27FC236}">
                    <a16:creationId xmlns:a16="http://schemas.microsoft.com/office/drawing/2014/main" id="{7E5F4744-540B-44B7-BC7F-34F02D2D9BA6}"/>
                  </a:ext>
                </a:extLst>
              </p:cNvPr>
              <p:cNvSpPr/>
              <p:nvPr/>
            </p:nvSpPr>
            <p:spPr>
              <a:xfrm>
                <a:off x="6701982" y="4013504"/>
                <a:ext cx="789914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13" name="Pentagon 5">
                <a:extLst>
                  <a:ext uri="{FF2B5EF4-FFF2-40B4-BE49-F238E27FC236}">
                    <a16:creationId xmlns:a16="http://schemas.microsoft.com/office/drawing/2014/main" id="{CC04F698-06BE-4B35-B99B-A99982ECCC62}"/>
                  </a:ext>
                </a:extLst>
              </p:cNvPr>
              <p:cNvSpPr/>
              <p:nvPr/>
            </p:nvSpPr>
            <p:spPr>
              <a:xfrm rot="10800000">
                <a:off x="6701982" y="2961942"/>
                <a:ext cx="789912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14" name="Pentagon 5">
                <a:extLst>
                  <a:ext uri="{FF2B5EF4-FFF2-40B4-BE49-F238E27FC236}">
                    <a16:creationId xmlns:a16="http://schemas.microsoft.com/office/drawing/2014/main" id="{ABC46D10-687D-49A1-8CEA-825A5A65A095}"/>
                  </a:ext>
                </a:extLst>
              </p:cNvPr>
              <p:cNvSpPr/>
              <p:nvPr/>
            </p:nvSpPr>
            <p:spPr>
              <a:xfrm rot="5400000">
                <a:off x="6999903" y="3497885"/>
                <a:ext cx="789916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15" name="Pentagon 5">
                <a:extLst>
                  <a:ext uri="{FF2B5EF4-FFF2-40B4-BE49-F238E27FC236}">
                    <a16:creationId xmlns:a16="http://schemas.microsoft.com/office/drawing/2014/main" id="{307B728D-BF0D-49D9-A6BB-033F58FEFF11}"/>
                  </a:ext>
                </a:extLst>
              </p:cNvPr>
              <p:cNvSpPr/>
              <p:nvPr/>
            </p:nvSpPr>
            <p:spPr>
              <a:xfrm rot="16200000">
                <a:off x="6404056" y="3485183"/>
                <a:ext cx="789918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218" name="Group 217">
              <a:extLst>
                <a:ext uri="{FF2B5EF4-FFF2-40B4-BE49-F238E27FC236}">
                  <a16:creationId xmlns:a16="http://schemas.microsoft.com/office/drawing/2014/main" id="{318CC09A-D872-4CA0-A377-904A75F4AE33}"/>
                </a:ext>
              </a:extLst>
            </p:cNvPr>
            <p:cNvGrpSpPr/>
            <p:nvPr/>
          </p:nvGrpSpPr>
          <p:grpSpPr>
            <a:xfrm>
              <a:off x="4362237" y="3454792"/>
              <a:ext cx="1164503" cy="1620218"/>
              <a:chOff x="6514686" y="2961942"/>
              <a:chExt cx="1164503" cy="1620218"/>
            </a:xfrm>
            <a:grpFill/>
          </p:grpSpPr>
          <p:sp>
            <p:nvSpPr>
              <p:cNvPr id="219" name="Pentagon 5">
                <a:extLst>
                  <a:ext uri="{FF2B5EF4-FFF2-40B4-BE49-F238E27FC236}">
                    <a16:creationId xmlns:a16="http://schemas.microsoft.com/office/drawing/2014/main" id="{03B60316-1BD0-4FA0-BBD5-7C24733AD82F}"/>
                  </a:ext>
                </a:extLst>
              </p:cNvPr>
              <p:cNvSpPr/>
              <p:nvPr/>
            </p:nvSpPr>
            <p:spPr>
              <a:xfrm>
                <a:off x="6701982" y="4013504"/>
                <a:ext cx="789914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0" name="Pentagon 5">
                <a:extLst>
                  <a:ext uri="{FF2B5EF4-FFF2-40B4-BE49-F238E27FC236}">
                    <a16:creationId xmlns:a16="http://schemas.microsoft.com/office/drawing/2014/main" id="{9C5611BF-1947-4983-AB24-2C44E0131381}"/>
                  </a:ext>
                </a:extLst>
              </p:cNvPr>
              <p:cNvSpPr/>
              <p:nvPr/>
            </p:nvSpPr>
            <p:spPr>
              <a:xfrm rot="10800000">
                <a:off x="6701982" y="2961942"/>
                <a:ext cx="789912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1" name="Pentagon 5">
                <a:extLst>
                  <a:ext uri="{FF2B5EF4-FFF2-40B4-BE49-F238E27FC236}">
                    <a16:creationId xmlns:a16="http://schemas.microsoft.com/office/drawing/2014/main" id="{1901F714-40DF-4806-B81D-93BCD021091B}"/>
                  </a:ext>
                </a:extLst>
              </p:cNvPr>
              <p:cNvSpPr/>
              <p:nvPr/>
            </p:nvSpPr>
            <p:spPr>
              <a:xfrm rot="5400000">
                <a:off x="6999903" y="3497885"/>
                <a:ext cx="789916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2" name="Pentagon 5">
                <a:extLst>
                  <a:ext uri="{FF2B5EF4-FFF2-40B4-BE49-F238E27FC236}">
                    <a16:creationId xmlns:a16="http://schemas.microsoft.com/office/drawing/2014/main" id="{E12F0EAE-1E0F-4893-A655-386315D75325}"/>
                  </a:ext>
                </a:extLst>
              </p:cNvPr>
              <p:cNvSpPr/>
              <p:nvPr/>
            </p:nvSpPr>
            <p:spPr>
              <a:xfrm rot="16200000">
                <a:off x="6404056" y="3485183"/>
                <a:ext cx="789918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C394B80D-431F-41F3-BF7C-EF6750D924F1}"/>
                </a:ext>
              </a:extLst>
            </p:cNvPr>
            <p:cNvGrpSpPr/>
            <p:nvPr/>
          </p:nvGrpSpPr>
          <p:grpSpPr>
            <a:xfrm>
              <a:off x="5190277" y="4285225"/>
              <a:ext cx="1164503" cy="1620218"/>
              <a:chOff x="6514686" y="2961942"/>
              <a:chExt cx="1164503" cy="1620218"/>
            </a:xfrm>
            <a:grpFill/>
          </p:grpSpPr>
          <p:sp>
            <p:nvSpPr>
              <p:cNvPr id="226" name="Pentagon 5">
                <a:extLst>
                  <a:ext uri="{FF2B5EF4-FFF2-40B4-BE49-F238E27FC236}">
                    <a16:creationId xmlns:a16="http://schemas.microsoft.com/office/drawing/2014/main" id="{87B9BB04-8C22-4F78-A531-64C8DBF1FA4D}"/>
                  </a:ext>
                </a:extLst>
              </p:cNvPr>
              <p:cNvSpPr/>
              <p:nvPr/>
            </p:nvSpPr>
            <p:spPr>
              <a:xfrm>
                <a:off x="6701982" y="4013504"/>
                <a:ext cx="789914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7" name="Pentagon 5">
                <a:extLst>
                  <a:ext uri="{FF2B5EF4-FFF2-40B4-BE49-F238E27FC236}">
                    <a16:creationId xmlns:a16="http://schemas.microsoft.com/office/drawing/2014/main" id="{9A479F9D-ACED-45C2-80FA-4B0B1ED7758E}"/>
                  </a:ext>
                </a:extLst>
              </p:cNvPr>
              <p:cNvSpPr/>
              <p:nvPr/>
            </p:nvSpPr>
            <p:spPr>
              <a:xfrm rot="10800000">
                <a:off x="6701982" y="2961942"/>
                <a:ext cx="789912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8" name="Pentagon 5">
                <a:extLst>
                  <a:ext uri="{FF2B5EF4-FFF2-40B4-BE49-F238E27FC236}">
                    <a16:creationId xmlns:a16="http://schemas.microsoft.com/office/drawing/2014/main" id="{FD97EE1A-D065-4B2B-ABA3-158D54D216CD}"/>
                  </a:ext>
                </a:extLst>
              </p:cNvPr>
              <p:cNvSpPr/>
              <p:nvPr/>
            </p:nvSpPr>
            <p:spPr>
              <a:xfrm rot="5400000">
                <a:off x="6999903" y="3497885"/>
                <a:ext cx="789916" cy="568656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9" name="Pentagon 5">
                <a:extLst>
                  <a:ext uri="{FF2B5EF4-FFF2-40B4-BE49-F238E27FC236}">
                    <a16:creationId xmlns:a16="http://schemas.microsoft.com/office/drawing/2014/main" id="{5420450B-9FC5-4737-A6B6-F9BE7C09CEA5}"/>
                  </a:ext>
                </a:extLst>
              </p:cNvPr>
              <p:cNvSpPr/>
              <p:nvPr/>
            </p:nvSpPr>
            <p:spPr>
              <a:xfrm rot="16200000">
                <a:off x="6404056" y="3485183"/>
                <a:ext cx="789918" cy="568658"/>
              </a:xfrm>
              <a:custGeom>
                <a:avLst/>
                <a:gdLst>
                  <a:gd name="connsiteX0" fmla="*/ 1 w 734552"/>
                  <a:gd name="connsiteY0" fmla="*/ 227593 h 595849"/>
                  <a:gd name="connsiteX1" fmla="*/ 367276 w 734552"/>
                  <a:gd name="connsiteY1" fmla="*/ 0 h 595849"/>
                  <a:gd name="connsiteX2" fmla="*/ 734551 w 734552"/>
                  <a:gd name="connsiteY2" fmla="*/ 227593 h 595849"/>
                  <a:gd name="connsiteX3" fmla="*/ 594265 w 734552"/>
                  <a:gd name="connsiteY3" fmla="*/ 595847 h 595849"/>
                  <a:gd name="connsiteX4" fmla="*/ 140287 w 734552"/>
                  <a:gd name="connsiteY4" fmla="*/ 595847 h 595849"/>
                  <a:gd name="connsiteX5" fmla="*/ 1 w 734552"/>
                  <a:gd name="connsiteY5" fmla="*/ 227593 h 595849"/>
                  <a:gd name="connsiteX0" fmla="*/ 0 w 789583"/>
                  <a:gd name="connsiteY0" fmla="*/ 227593 h 595847"/>
                  <a:gd name="connsiteX1" fmla="*/ 367275 w 789583"/>
                  <a:gd name="connsiteY1" fmla="*/ 0 h 595847"/>
                  <a:gd name="connsiteX2" fmla="*/ 789583 w 789583"/>
                  <a:gd name="connsiteY2" fmla="*/ 181026 h 595847"/>
                  <a:gd name="connsiteX3" fmla="*/ 594264 w 789583"/>
                  <a:gd name="connsiteY3" fmla="*/ 595847 h 595847"/>
                  <a:gd name="connsiteX4" fmla="*/ 140286 w 789583"/>
                  <a:gd name="connsiteY4" fmla="*/ 595847 h 595847"/>
                  <a:gd name="connsiteX5" fmla="*/ 0 w 789583"/>
                  <a:gd name="connsiteY5" fmla="*/ 227593 h 595847"/>
                  <a:gd name="connsiteX0" fmla="*/ 0 w 827683"/>
                  <a:gd name="connsiteY0" fmla="*/ 187376 h 595847"/>
                  <a:gd name="connsiteX1" fmla="*/ 405375 w 827683"/>
                  <a:gd name="connsiteY1" fmla="*/ 0 h 595847"/>
                  <a:gd name="connsiteX2" fmla="*/ 827683 w 827683"/>
                  <a:gd name="connsiteY2" fmla="*/ 181026 h 595847"/>
                  <a:gd name="connsiteX3" fmla="*/ 632364 w 827683"/>
                  <a:gd name="connsiteY3" fmla="*/ 595847 h 595847"/>
                  <a:gd name="connsiteX4" fmla="*/ 178386 w 827683"/>
                  <a:gd name="connsiteY4" fmla="*/ 595847 h 595847"/>
                  <a:gd name="connsiteX5" fmla="*/ 0 w 827683"/>
                  <a:gd name="connsiteY5" fmla="*/ 187376 h 595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7683" h="595847">
                    <a:moveTo>
                      <a:pt x="0" y="187376"/>
                    </a:moveTo>
                    <a:lnTo>
                      <a:pt x="405375" y="0"/>
                    </a:lnTo>
                    <a:lnTo>
                      <a:pt x="827683" y="181026"/>
                    </a:lnTo>
                    <a:lnTo>
                      <a:pt x="632364" y="595847"/>
                    </a:lnTo>
                    <a:lnTo>
                      <a:pt x="178386" y="595847"/>
                    </a:lnTo>
                    <a:lnTo>
                      <a:pt x="0" y="18737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</p:grpSp>
      <p:pic>
        <p:nvPicPr>
          <p:cNvPr id="434" name="Picture 433">
            <a:extLst>
              <a:ext uri="{FF2B5EF4-FFF2-40B4-BE49-F238E27FC236}">
                <a16:creationId xmlns:a16="http://schemas.microsoft.com/office/drawing/2014/main" id="{D00ED626-2A81-4E89-8D9C-F37D9B208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30280" y="660587"/>
            <a:ext cx="4400776" cy="4623038"/>
          </a:xfrm>
          <a:prstGeom prst="rect">
            <a:avLst/>
          </a:prstGeom>
        </p:spPr>
      </p:pic>
      <p:pic>
        <p:nvPicPr>
          <p:cNvPr id="435" name="Picture 434">
            <a:extLst>
              <a:ext uri="{FF2B5EF4-FFF2-40B4-BE49-F238E27FC236}">
                <a16:creationId xmlns:a16="http://schemas.microsoft.com/office/drawing/2014/main" id="{705FAB05-1BE0-470F-8169-BE9A35B90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93525" y="5280649"/>
            <a:ext cx="4432528" cy="4654789"/>
          </a:xfrm>
          <a:prstGeom prst="rect">
            <a:avLst/>
          </a:prstGeom>
        </p:spPr>
      </p:pic>
      <p:sp>
        <p:nvSpPr>
          <p:cNvPr id="234" name="Rectangle 233">
            <a:extLst>
              <a:ext uri="{FF2B5EF4-FFF2-40B4-BE49-F238E27FC236}">
                <a16:creationId xmlns:a16="http://schemas.microsoft.com/office/drawing/2014/main" id="{8008CCD6-DB44-47F4-A989-1BFA788A58B3}"/>
              </a:ext>
            </a:extLst>
          </p:cNvPr>
          <p:cNvSpPr/>
          <p:nvPr/>
        </p:nvSpPr>
        <p:spPr>
          <a:xfrm>
            <a:off x="-1182772" y="-97750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in the list of geometries, find </a:t>
            </a:r>
            <a:r>
              <a:rPr lang="en-US" dirty="0" err="1"/>
              <a:t>archimedean</a:t>
            </a:r>
            <a:r>
              <a:rPr lang="en-US" dirty="0"/>
              <a:t>, filter to Euclidean, and find "(3,3,4,3,4) (0,4)(1)(2,3)", and variation to "dual"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757722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Rectangle 235">
            <a:extLst>
              <a:ext uri="{FF2B5EF4-FFF2-40B4-BE49-F238E27FC236}">
                <a16:creationId xmlns:a16="http://schemas.microsoft.com/office/drawing/2014/main" id="{4C302E6A-7EDA-4E86-8BBC-BC849AF294D8}"/>
              </a:ext>
            </a:extLst>
          </p:cNvPr>
          <p:cNvSpPr/>
          <p:nvPr/>
        </p:nvSpPr>
        <p:spPr>
          <a:xfrm>
            <a:off x="2794000" y="0"/>
            <a:ext cx="6616700" cy="68199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Pentagon 5">
            <a:extLst>
              <a:ext uri="{FF2B5EF4-FFF2-40B4-BE49-F238E27FC236}">
                <a16:creationId xmlns:a16="http://schemas.microsoft.com/office/drawing/2014/main" id="{A1949E36-8640-4416-9137-CAD216A39204}"/>
              </a:ext>
            </a:extLst>
          </p:cNvPr>
          <p:cNvSpPr/>
          <p:nvPr/>
        </p:nvSpPr>
        <p:spPr>
          <a:xfrm>
            <a:off x="6113164" y="2601418"/>
            <a:ext cx="682818" cy="491558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Pentagon 5">
            <a:extLst>
              <a:ext uri="{FF2B5EF4-FFF2-40B4-BE49-F238E27FC236}">
                <a16:creationId xmlns:a16="http://schemas.microsoft.com/office/drawing/2014/main" id="{731531F6-DED2-48C5-B700-AB2E833D9433}"/>
              </a:ext>
            </a:extLst>
          </p:cNvPr>
          <p:cNvSpPr/>
          <p:nvPr/>
        </p:nvSpPr>
        <p:spPr>
          <a:xfrm rot="10800000">
            <a:off x="6113164" y="1692425"/>
            <a:ext cx="682817" cy="491560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Pentagon 5">
            <a:extLst>
              <a:ext uri="{FF2B5EF4-FFF2-40B4-BE49-F238E27FC236}">
                <a16:creationId xmlns:a16="http://schemas.microsoft.com/office/drawing/2014/main" id="{14500D52-F1FE-489E-8651-236ABCC2B4F6}"/>
              </a:ext>
            </a:extLst>
          </p:cNvPr>
          <p:cNvSpPr/>
          <p:nvPr/>
        </p:nvSpPr>
        <p:spPr>
          <a:xfrm rot="5400000">
            <a:off x="6370693" y="2155706"/>
            <a:ext cx="682820" cy="491558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Pentagon 5">
            <a:extLst>
              <a:ext uri="{FF2B5EF4-FFF2-40B4-BE49-F238E27FC236}">
                <a16:creationId xmlns:a16="http://schemas.microsoft.com/office/drawing/2014/main" id="{BF229E65-242B-45DD-B5D1-1E7AA4B28ADC}"/>
              </a:ext>
            </a:extLst>
          </p:cNvPr>
          <p:cNvSpPr/>
          <p:nvPr/>
        </p:nvSpPr>
        <p:spPr>
          <a:xfrm rot="16200000">
            <a:off x="5855630" y="2144726"/>
            <a:ext cx="682822" cy="491560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6" name="Pentagon 5">
            <a:extLst>
              <a:ext uri="{FF2B5EF4-FFF2-40B4-BE49-F238E27FC236}">
                <a16:creationId xmlns:a16="http://schemas.microsoft.com/office/drawing/2014/main" id="{91158786-3D5C-4B8C-8764-C62297350DAC}"/>
              </a:ext>
            </a:extLst>
          </p:cNvPr>
          <p:cNvSpPr/>
          <p:nvPr/>
        </p:nvSpPr>
        <p:spPr>
          <a:xfrm>
            <a:off x="6828940" y="3319262"/>
            <a:ext cx="682818" cy="491558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Pentagon 5">
            <a:extLst>
              <a:ext uri="{FF2B5EF4-FFF2-40B4-BE49-F238E27FC236}">
                <a16:creationId xmlns:a16="http://schemas.microsoft.com/office/drawing/2014/main" id="{6177388B-1FE7-4BBD-BE8D-BB80B0F8E1E0}"/>
              </a:ext>
            </a:extLst>
          </p:cNvPr>
          <p:cNvSpPr/>
          <p:nvPr/>
        </p:nvSpPr>
        <p:spPr>
          <a:xfrm rot="10800000">
            <a:off x="6828940" y="2410269"/>
            <a:ext cx="682817" cy="491560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Pentagon 5">
            <a:extLst>
              <a:ext uri="{FF2B5EF4-FFF2-40B4-BE49-F238E27FC236}">
                <a16:creationId xmlns:a16="http://schemas.microsoft.com/office/drawing/2014/main" id="{D210CD39-F575-4913-8DAF-7D5A69C2B0EE}"/>
              </a:ext>
            </a:extLst>
          </p:cNvPr>
          <p:cNvSpPr/>
          <p:nvPr/>
        </p:nvSpPr>
        <p:spPr>
          <a:xfrm rot="5400000">
            <a:off x="7086469" y="2873550"/>
            <a:ext cx="682820" cy="491558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" name="Pentagon 5">
            <a:extLst>
              <a:ext uri="{FF2B5EF4-FFF2-40B4-BE49-F238E27FC236}">
                <a16:creationId xmlns:a16="http://schemas.microsoft.com/office/drawing/2014/main" id="{06639DD0-AE0B-4741-92D4-C065839D3CDD}"/>
              </a:ext>
            </a:extLst>
          </p:cNvPr>
          <p:cNvSpPr/>
          <p:nvPr/>
        </p:nvSpPr>
        <p:spPr>
          <a:xfrm rot="16200000">
            <a:off x="6571406" y="2862570"/>
            <a:ext cx="682822" cy="491560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23" name="Pentagon 5">
            <a:extLst>
              <a:ext uri="{FF2B5EF4-FFF2-40B4-BE49-F238E27FC236}">
                <a16:creationId xmlns:a16="http://schemas.microsoft.com/office/drawing/2014/main" id="{856FF399-80ED-465F-9EBE-B18A889EBDF5}"/>
              </a:ext>
            </a:extLst>
          </p:cNvPr>
          <p:cNvSpPr/>
          <p:nvPr/>
        </p:nvSpPr>
        <p:spPr>
          <a:xfrm>
            <a:off x="6113164" y="1166940"/>
            <a:ext cx="682818" cy="491558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0" name="Pentagon 5">
            <a:extLst>
              <a:ext uri="{FF2B5EF4-FFF2-40B4-BE49-F238E27FC236}">
                <a16:creationId xmlns:a16="http://schemas.microsoft.com/office/drawing/2014/main" id="{7CCEEB24-730D-4644-B406-3FBB57833CE9}"/>
              </a:ext>
            </a:extLst>
          </p:cNvPr>
          <p:cNvSpPr/>
          <p:nvPr/>
        </p:nvSpPr>
        <p:spPr>
          <a:xfrm>
            <a:off x="6828940" y="1884784"/>
            <a:ext cx="682818" cy="491558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2" name="Pentagon 5">
            <a:extLst>
              <a:ext uri="{FF2B5EF4-FFF2-40B4-BE49-F238E27FC236}">
                <a16:creationId xmlns:a16="http://schemas.microsoft.com/office/drawing/2014/main" id="{53944C4C-7D43-4EB4-9E61-982826769696}"/>
              </a:ext>
            </a:extLst>
          </p:cNvPr>
          <p:cNvSpPr/>
          <p:nvPr/>
        </p:nvSpPr>
        <p:spPr>
          <a:xfrm rot="5400000">
            <a:off x="7086469" y="1439072"/>
            <a:ext cx="682820" cy="491558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3" name="Pentagon 5">
            <a:extLst>
              <a:ext uri="{FF2B5EF4-FFF2-40B4-BE49-F238E27FC236}">
                <a16:creationId xmlns:a16="http://schemas.microsoft.com/office/drawing/2014/main" id="{00CC0585-7743-402C-82D1-F6EDC0ABA519}"/>
              </a:ext>
            </a:extLst>
          </p:cNvPr>
          <p:cNvSpPr/>
          <p:nvPr/>
        </p:nvSpPr>
        <p:spPr>
          <a:xfrm rot="16200000">
            <a:off x="6571406" y="1428092"/>
            <a:ext cx="682822" cy="491560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37" name="Pentagon 5">
            <a:extLst>
              <a:ext uri="{FF2B5EF4-FFF2-40B4-BE49-F238E27FC236}">
                <a16:creationId xmlns:a16="http://schemas.microsoft.com/office/drawing/2014/main" id="{8010DEF8-0D03-4CB8-8518-0A79AABCBFF3}"/>
              </a:ext>
            </a:extLst>
          </p:cNvPr>
          <p:cNvSpPr/>
          <p:nvPr/>
        </p:nvSpPr>
        <p:spPr>
          <a:xfrm>
            <a:off x="7542866" y="2601418"/>
            <a:ext cx="682818" cy="491558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8" name="Pentagon 5">
            <a:extLst>
              <a:ext uri="{FF2B5EF4-FFF2-40B4-BE49-F238E27FC236}">
                <a16:creationId xmlns:a16="http://schemas.microsoft.com/office/drawing/2014/main" id="{EDDE9B89-C3D6-47DF-BF1A-1B64038E01A2}"/>
              </a:ext>
            </a:extLst>
          </p:cNvPr>
          <p:cNvSpPr/>
          <p:nvPr/>
        </p:nvSpPr>
        <p:spPr>
          <a:xfrm rot="10800000">
            <a:off x="7542866" y="1692425"/>
            <a:ext cx="682817" cy="491560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9" name="Pentagon 5">
            <a:extLst>
              <a:ext uri="{FF2B5EF4-FFF2-40B4-BE49-F238E27FC236}">
                <a16:creationId xmlns:a16="http://schemas.microsoft.com/office/drawing/2014/main" id="{784C19FA-C200-482E-AFFC-A192D2499C1E}"/>
              </a:ext>
            </a:extLst>
          </p:cNvPr>
          <p:cNvSpPr/>
          <p:nvPr/>
        </p:nvSpPr>
        <p:spPr>
          <a:xfrm rot="5400000">
            <a:off x="7800395" y="2155706"/>
            <a:ext cx="682820" cy="491558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0" name="Pentagon 5">
            <a:extLst>
              <a:ext uri="{FF2B5EF4-FFF2-40B4-BE49-F238E27FC236}">
                <a16:creationId xmlns:a16="http://schemas.microsoft.com/office/drawing/2014/main" id="{D3012E7D-5B5A-4E46-8EAB-D4220FE10D7D}"/>
              </a:ext>
            </a:extLst>
          </p:cNvPr>
          <p:cNvSpPr/>
          <p:nvPr/>
        </p:nvSpPr>
        <p:spPr>
          <a:xfrm rot="16200000">
            <a:off x="7285332" y="2144726"/>
            <a:ext cx="682822" cy="491560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51" name="Pentagon 5">
            <a:extLst>
              <a:ext uri="{FF2B5EF4-FFF2-40B4-BE49-F238E27FC236}">
                <a16:creationId xmlns:a16="http://schemas.microsoft.com/office/drawing/2014/main" id="{AD782DB4-74C8-4961-8AEC-0BFECD61BA3D}"/>
              </a:ext>
            </a:extLst>
          </p:cNvPr>
          <p:cNvSpPr/>
          <p:nvPr/>
        </p:nvSpPr>
        <p:spPr>
          <a:xfrm>
            <a:off x="7542866" y="1166940"/>
            <a:ext cx="682818" cy="491558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2" name="Pentagon 5">
            <a:extLst>
              <a:ext uri="{FF2B5EF4-FFF2-40B4-BE49-F238E27FC236}">
                <a16:creationId xmlns:a16="http://schemas.microsoft.com/office/drawing/2014/main" id="{B042BE78-7492-4BF8-A247-97CD159F4819}"/>
              </a:ext>
            </a:extLst>
          </p:cNvPr>
          <p:cNvSpPr/>
          <p:nvPr/>
        </p:nvSpPr>
        <p:spPr>
          <a:xfrm>
            <a:off x="3966763" y="3319262"/>
            <a:ext cx="682818" cy="491558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3" name="Pentagon 5">
            <a:extLst>
              <a:ext uri="{FF2B5EF4-FFF2-40B4-BE49-F238E27FC236}">
                <a16:creationId xmlns:a16="http://schemas.microsoft.com/office/drawing/2014/main" id="{6314DC72-E063-4213-B604-7B6760F3C021}"/>
              </a:ext>
            </a:extLst>
          </p:cNvPr>
          <p:cNvSpPr/>
          <p:nvPr/>
        </p:nvSpPr>
        <p:spPr>
          <a:xfrm rot="10800000">
            <a:off x="3966763" y="2410269"/>
            <a:ext cx="682817" cy="491560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4" name="Pentagon 5">
            <a:extLst>
              <a:ext uri="{FF2B5EF4-FFF2-40B4-BE49-F238E27FC236}">
                <a16:creationId xmlns:a16="http://schemas.microsoft.com/office/drawing/2014/main" id="{D7BDF2C6-88A1-4C37-8177-BC890364E2E1}"/>
              </a:ext>
            </a:extLst>
          </p:cNvPr>
          <p:cNvSpPr/>
          <p:nvPr/>
        </p:nvSpPr>
        <p:spPr>
          <a:xfrm rot="5400000">
            <a:off x="4224292" y="2873550"/>
            <a:ext cx="682820" cy="491558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5" name="Pentagon 5">
            <a:extLst>
              <a:ext uri="{FF2B5EF4-FFF2-40B4-BE49-F238E27FC236}">
                <a16:creationId xmlns:a16="http://schemas.microsoft.com/office/drawing/2014/main" id="{A3353D1D-8233-474B-AA0A-B48369B5D15A}"/>
              </a:ext>
            </a:extLst>
          </p:cNvPr>
          <p:cNvSpPr/>
          <p:nvPr/>
        </p:nvSpPr>
        <p:spPr>
          <a:xfrm rot="16200000">
            <a:off x="3709229" y="2862570"/>
            <a:ext cx="682822" cy="491560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86" name="Pentagon 5">
            <a:extLst>
              <a:ext uri="{FF2B5EF4-FFF2-40B4-BE49-F238E27FC236}">
                <a16:creationId xmlns:a16="http://schemas.microsoft.com/office/drawing/2014/main" id="{0B0950BB-CDF2-4DF7-BF61-67F8E2325ABE}"/>
              </a:ext>
            </a:extLst>
          </p:cNvPr>
          <p:cNvSpPr/>
          <p:nvPr/>
        </p:nvSpPr>
        <p:spPr>
          <a:xfrm>
            <a:off x="3966763" y="1884784"/>
            <a:ext cx="682818" cy="491558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8" name="Pentagon 5">
            <a:extLst>
              <a:ext uri="{FF2B5EF4-FFF2-40B4-BE49-F238E27FC236}">
                <a16:creationId xmlns:a16="http://schemas.microsoft.com/office/drawing/2014/main" id="{2776A0E8-F3A2-42D6-A732-902B83B2289D}"/>
              </a:ext>
            </a:extLst>
          </p:cNvPr>
          <p:cNvSpPr/>
          <p:nvPr/>
        </p:nvSpPr>
        <p:spPr>
          <a:xfrm rot="5400000">
            <a:off x="4224292" y="1439072"/>
            <a:ext cx="682820" cy="491558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9" name="Pentagon 5">
            <a:extLst>
              <a:ext uri="{FF2B5EF4-FFF2-40B4-BE49-F238E27FC236}">
                <a16:creationId xmlns:a16="http://schemas.microsoft.com/office/drawing/2014/main" id="{3B6D9977-6385-42F2-A872-9BD61F5E27D6}"/>
              </a:ext>
            </a:extLst>
          </p:cNvPr>
          <p:cNvSpPr/>
          <p:nvPr/>
        </p:nvSpPr>
        <p:spPr>
          <a:xfrm rot="16200000">
            <a:off x="3709229" y="1428092"/>
            <a:ext cx="682822" cy="491560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93" name="Pentagon 5">
            <a:extLst>
              <a:ext uri="{FF2B5EF4-FFF2-40B4-BE49-F238E27FC236}">
                <a16:creationId xmlns:a16="http://schemas.microsoft.com/office/drawing/2014/main" id="{97618FB9-4957-4DCA-A2AD-A58086D9C900}"/>
              </a:ext>
            </a:extLst>
          </p:cNvPr>
          <p:cNvSpPr/>
          <p:nvPr/>
        </p:nvSpPr>
        <p:spPr>
          <a:xfrm>
            <a:off x="4680689" y="2601418"/>
            <a:ext cx="682818" cy="491558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4" name="Pentagon 5">
            <a:extLst>
              <a:ext uri="{FF2B5EF4-FFF2-40B4-BE49-F238E27FC236}">
                <a16:creationId xmlns:a16="http://schemas.microsoft.com/office/drawing/2014/main" id="{62326705-0E76-4155-BEB3-A9AEC216C430}"/>
              </a:ext>
            </a:extLst>
          </p:cNvPr>
          <p:cNvSpPr/>
          <p:nvPr/>
        </p:nvSpPr>
        <p:spPr>
          <a:xfrm rot="10800000">
            <a:off x="4680689" y="1692425"/>
            <a:ext cx="682817" cy="491560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5" name="Pentagon 5">
            <a:extLst>
              <a:ext uri="{FF2B5EF4-FFF2-40B4-BE49-F238E27FC236}">
                <a16:creationId xmlns:a16="http://schemas.microsoft.com/office/drawing/2014/main" id="{92C728CA-B368-433D-8EA2-9480BE86AC77}"/>
              </a:ext>
            </a:extLst>
          </p:cNvPr>
          <p:cNvSpPr/>
          <p:nvPr/>
        </p:nvSpPr>
        <p:spPr>
          <a:xfrm rot="5400000">
            <a:off x="4938218" y="2155706"/>
            <a:ext cx="682820" cy="491558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6" name="Pentagon 5">
            <a:extLst>
              <a:ext uri="{FF2B5EF4-FFF2-40B4-BE49-F238E27FC236}">
                <a16:creationId xmlns:a16="http://schemas.microsoft.com/office/drawing/2014/main" id="{FDEFE1B4-4A92-4A45-8DE7-B9602743D10D}"/>
              </a:ext>
            </a:extLst>
          </p:cNvPr>
          <p:cNvSpPr/>
          <p:nvPr/>
        </p:nvSpPr>
        <p:spPr>
          <a:xfrm rot="16200000">
            <a:off x="4423155" y="2144726"/>
            <a:ext cx="682822" cy="491560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00" name="Pentagon 5">
            <a:extLst>
              <a:ext uri="{FF2B5EF4-FFF2-40B4-BE49-F238E27FC236}">
                <a16:creationId xmlns:a16="http://schemas.microsoft.com/office/drawing/2014/main" id="{45B1031C-17F8-48A4-9EF3-3515DE9629F6}"/>
              </a:ext>
            </a:extLst>
          </p:cNvPr>
          <p:cNvSpPr/>
          <p:nvPr/>
        </p:nvSpPr>
        <p:spPr>
          <a:xfrm>
            <a:off x="5396465" y="3319262"/>
            <a:ext cx="682818" cy="491558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1" name="Pentagon 5">
            <a:extLst>
              <a:ext uri="{FF2B5EF4-FFF2-40B4-BE49-F238E27FC236}">
                <a16:creationId xmlns:a16="http://schemas.microsoft.com/office/drawing/2014/main" id="{B033400D-595A-4B9F-88C9-FCD6F17F7264}"/>
              </a:ext>
            </a:extLst>
          </p:cNvPr>
          <p:cNvSpPr/>
          <p:nvPr/>
        </p:nvSpPr>
        <p:spPr>
          <a:xfrm rot="10800000">
            <a:off x="5396465" y="2410269"/>
            <a:ext cx="682817" cy="491560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2" name="Pentagon 5">
            <a:extLst>
              <a:ext uri="{FF2B5EF4-FFF2-40B4-BE49-F238E27FC236}">
                <a16:creationId xmlns:a16="http://schemas.microsoft.com/office/drawing/2014/main" id="{059CB38B-DBF7-420C-BD86-2F19337BE6C1}"/>
              </a:ext>
            </a:extLst>
          </p:cNvPr>
          <p:cNvSpPr/>
          <p:nvPr/>
        </p:nvSpPr>
        <p:spPr>
          <a:xfrm rot="5400000">
            <a:off x="5653994" y="2873550"/>
            <a:ext cx="682820" cy="491558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3" name="Pentagon 5">
            <a:extLst>
              <a:ext uri="{FF2B5EF4-FFF2-40B4-BE49-F238E27FC236}">
                <a16:creationId xmlns:a16="http://schemas.microsoft.com/office/drawing/2014/main" id="{D37A7DD5-7AFE-47B4-BE20-E470C81F705E}"/>
              </a:ext>
            </a:extLst>
          </p:cNvPr>
          <p:cNvSpPr/>
          <p:nvPr/>
        </p:nvSpPr>
        <p:spPr>
          <a:xfrm rot="16200000">
            <a:off x="5138931" y="2862570"/>
            <a:ext cx="682822" cy="491560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07" name="Pentagon 5">
            <a:extLst>
              <a:ext uri="{FF2B5EF4-FFF2-40B4-BE49-F238E27FC236}">
                <a16:creationId xmlns:a16="http://schemas.microsoft.com/office/drawing/2014/main" id="{188617A7-3F34-4BEA-835F-29A6849AF598}"/>
              </a:ext>
            </a:extLst>
          </p:cNvPr>
          <p:cNvSpPr/>
          <p:nvPr/>
        </p:nvSpPr>
        <p:spPr>
          <a:xfrm>
            <a:off x="4680689" y="1166940"/>
            <a:ext cx="682818" cy="491558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4" name="Pentagon 5">
            <a:extLst>
              <a:ext uri="{FF2B5EF4-FFF2-40B4-BE49-F238E27FC236}">
                <a16:creationId xmlns:a16="http://schemas.microsoft.com/office/drawing/2014/main" id="{CBCF77B2-6A40-432D-B091-7346181F9FB7}"/>
              </a:ext>
            </a:extLst>
          </p:cNvPr>
          <p:cNvSpPr/>
          <p:nvPr/>
        </p:nvSpPr>
        <p:spPr>
          <a:xfrm>
            <a:off x="5396465" y="1884784"/>
            <a:ext cx="682818" cy="491558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6" name="Pentagon 5">
            <a:extLst>
              <a:ext uri="{FF2B5EF4-FFF2-40B4-BE49-F238E27FC236}">
                <a16:creationId xmlns:a16="http://schemas.microsoft.com/office/drawing/2014/main" id="{57972DA7-8E8E-4EB5-9120-FAEB0D95AF74}"/>
              </a:ext>
            </a:extLst>
          </p:cNvPr>
          <p:cNvSpPr/>
          <p:nvPr/>
        </p:nvSpPr>
        <p:spPr>
          <a:xfrm rot="5400000">
            <a:off x="5653994" y="1439072"/>
            <a:ext cx="682820" cy="491558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7" name="Pentagon 5">
            <a:extLst>
              <a:ext uri="{FF2B5EF4-FFF2-40B4-BE49-F238E27FC236}">
                <a16:creationId xmlns:a16="http://schemas.microsoft.com/office/drawing/2014/main" id="{CEB293FC-8E94-4B10-82E3-7AAE3D8FC0E7}"/>
              </a:ext>
            </a:extLst>
          </p:cNvPr>
          <p:cNvSpPr/>
          <p:nvPr/>
        </p:nvSpPr>
        <p:spPr>
          <a:xfrm rot="16200000">
            <a:off x="5138931" y="1428092"/>
            <a:ext cx="682822" cy="491560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2" name="Pentagon 5">
            <a:extLst>
              <a:ext uri="{FF2B5EF4-FFF2-40B4-BE49-F238E27FC236}">
                <a16:creationId xmlns:a16="http://schemas.microsoft.com/office/drawing/2014/main" id="{1BA569E3-5278-4A4A-9816-C170322A7BE5}"/>
              </a:ext>
            </a:extLst>
          </p:cNvPr>
          <p:cNvSpPr/>
          <p:nvPr/>
        </p:nvSpPr>
        <p:spPr>
          <a:xfrm rot="10800000">
            <a:off x="6113164" y="4562922"/>
            <a:ext cx="682817" cy="491560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3" name="Pentagon 5">
            <a:extLst>
              <a:ext uri="{FF2B5EF4-FFF2-40B4-BE49-F238E27FC236}">
                <a16:creationId xmlns:a16="http://schemas.microsoft.com/office/drawing/2014/main" id="{E9CB1538-1BF2-41F3-AD3B-D7156E934CEA}"/>
              </a:ext>
            </a:extLst>
          </p:cNvPr>
          <p:cNvSpPr/>
          <p:nvPr/>
        </p:nvSpPr>
        <p:spPr>
          <a:xfrm rot="5400000">
            <a:off x="6370693" y="5026203"/>
            <a:ext cx="682820" cy="491558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4" name="Pentagon 5">
            <a:extLst>
              <a:ext uri="{FF2B5EF4-FFF2-40B4-BE49-F238E27FC236}">
                <a16:creationId xmlns:a16="http://schemas.microsoft.com/office/drawing/2014/main" id="{180DDB0F-7D45-40CE-BE89-F5C7931C17E4}"/>
              </a:ext>
            </a:extLst>
          </p:cNvPr>
          <p:cNvSpPr/>
          <p:nvPr/>
        </p:nvSpPr>
        <p:spPr>
          <a:xfrm rot="16200000">
            <a:off x="5855630" y="5015223"/>
            <a:ext cx="682822" cy="491560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9" name="Pentagon 5">
            <a:extLst>
              <a:ext uri="{FF2B5EF4-FFF2-40B4-BE49-F238E27FC236}">
                <a16:creationId xmlns:a16="http://schemas.microsoft.com/office/drawing/2014/main" id="{22210014-1E8B-475D-9CBB-9DB39B0BFA15}"/>
              </a:ext>
            </a:extLst>
          </p:cNvPr>
          <p:cNvSpPr/>
          <p:nvPr/>
        </p:nvSpPr>
        <p:spPr>
          <a:xfrm rot="10800000">
            <a:off x="6828940" y="5280766"/>
            <a:ext cx="682817" cy="491560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5" name="Pentagon 5">
            <a:extLst>
              <a:ext uri="{FF2B5EF4-FFF2-40B4-BE49-F238E27FC236}">
                <a16:creationId xmlns:a16="http://schemas.microsoft.com/office/drawing/2014/main" id="{893C065F-52C1-450D-B1A9-638CECD5BAA4}"/>
              </a:ext>
            </a:extLst>
          </p:cNvPr>
          <p:cNvSpPr/>
          <p:nvPr/>
        </p:nvSpPr>
        <p:spPr>
          <a:xfrm>
            <a:off x="6113164" y="4037437"/>
            <a:ext cx="682818" cy="491558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6" name="Pentagon 5">
            <a:extLst>
              <a:ext uri="{FF2B5EF4-FFF2-40B4-BE49-F238E27FC236}">
                <a16:creationId xmlns:a16="http://schemas.microsoft.com/office/drawing/2014/main" id="{32CDE199-5734-4577-B2BF-4A6037065CEF}"/>
              </a:ext>
            </a:extLst>
          </p:cNvPr>
          <p:cNvSpPr/>
          <p:nvPr/>
        </p:nvSpPr>
        <p:spPr>
          <a:xfrm rot="10800000">
            <a:off x="6113164" y="3128444"/>
            <a:ext cx="682817" cy="491560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7" name="Pentagon 5">
            <a:extLst>
              <a:ext uri="{FF2B5EF4-FFF2-40B4-BE49-F238E27FC236}">
                <a16:creationId xmlns:a16="http://schemas.microsoft.com/office/drawing/2014/main" id="{0B6918A9-D2A8-45AF-B07D-0A32F578358C}"/>
              </a:ext>
            </a:extLst>
          </p:cNvPr>
          <p:cNvSpPr/>
          <p:nvPr/>
        </p:nvSpPr>
        <p:spPr>
          <a:xfrm rot="5400000">
            <a:off x="6370693" y="3591725"/>
            <a:ext cx="682820" cy="491558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8" name="Pentagon 5">
            <a:extLst>
              <a:ext uri="{FF2B5EF4-FFF2-40B4-BE49-F238E27FC236}">
                <a16:creationId xmlns:a16="http://schemas.microsoft.com/office/drawing/2014/main" id="{5955EAFA-1C3C-4B1E-84D6-0C078D4A7330}"/>
              </a:ext>
            </a:extLst>
          </p:cNvPr>
          <p:cNvSpPr/>
          <p:nvPr/>
        </p:nvSpPr>
        <p:spPr>
          <a:xfrm rot="16200000">
            <a:off x="5855630" y="3580745"/>
            <a:ext cx="682822" cy="491560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42" name="Pentagon 5">
            <a:extLst>
              <a:ext uri="{FF2B5EF4-FFF2-40B4-BE49-F238E27FC236}">
                <a16:creationId xmlns:a16="http://schemas.microsoft.com/office/drawing/2014/main" id="{F125682A-EBE4-4192-906E-6BCA20C18A85}"/>
              </a:ext>
            </a:extLst>
          </p:cNvPr>
          <p:cNvSpPr/>
          <p:nvPr/>
        </p:nvSpPr>
        <p:spPr>
          <a:xfrm>
            <a:off x="6828940" y="4755281"/>
            <a:ext cx="682818" cy="491558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3" name="Pentagon 5">
            <a:extLst>
              <a:ext uri="{FF2B5EF4-FFF2-40B4-BE49-F238E27FC236}">
                <a16:creationId xmlns:a16="http://schemas.microsoft.com/office/drawing/2014/main" id="{9415E469-EA42-4167-878A-DE114881F4D3}"/>
              </a:ext>
            </a:extLst>
          </p:cNvPr>
          <p:cNvSpPr/>
          <p:nvPr/>
        </p:nvSpPr>
        <p:spPr>
          <a:xfrm rot="10800000">
            <a:off x="6828940" y="3846288"/>
            <a:ext cx="682817" cy="491560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4" name="Pentagon 5">
            <a:extLst>
              <a:ext uri="{FF2B5EF4-FFF2-40B4-BE49-F238E27FC236}">
                <a16:creationId xmlns:a16="http://schemas.microsoft.com/office/drawing/2014/main" id="{29B69F89-B04D-472F-8366-031EDDA57E00}"/>
              </a:ext>
            </a:extLst>
          </p:cNvPr>
          <p:cNvSpPr/>
          <p:nvPr/>
        </p:nvSpPr>
        <p:spPr>
          <a:xfrm rot="5400000">
            <a:off x="7086469" y="4309569"/>
            <a:ext cx="682820" cy="491558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5" name="Pentagon 5">
            <a:extLst>
              <a:ext uri="{FF2B5EF4-FFF2-40B4-BE49-F238E27FC236}">
                <a16:creationId xmlns:a16="http://schemas.microsoft.com/office/drawing/2014/main" id="{C0FA5DA0-E375-4435-92D1-9E2A699DD79A}"/>
              </a:ext>
            </a:extLst>
          </p:cNvPr>
          <p:cNvSpPr/>
          <p:nvPr/>
        </p:nvSpPr>
        <p:spPr>
          <a:xfrm rot="16200000">
            <a:off x="6571406" y="4298589"/>
            <a:ext cx="682822" cy="491560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50" name="Pentagon 5">
            <a:extLst>
              <a:ext uri="{FF2B5EF4-FFF2-40B4-BE49-F238E27FC236}">
                <a16:creationId xmlns:a16="http://schemas.microsoft.com/office/drawing/2014/main" id="{E296D1B0-EE83-4C20-B48C-838B912A3450}"/>
              </a:ext>
            </a:extLst>
          </p:cNvPr>
          <p:cNvSpPr/>
          <p:nvPr/>
        </p:nvSpPr>
        <p:spPr>
          <a:xfrm rot="10800000">
            <a:off x="7542866" y="4562922"/>
            <a:ext cx="682817" cy="491560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1" name="Pentagon 5">
            <a:extLst>
              <a:ext uri="{FF2B5EF4-FFF2-40B4-BE49-F238E27FC236}">
                <a16:creationId xmlns:a16="http://schemas.microsoft.com/office/drawing/2014/main" id="{807444A8-0F11-4829-B47E-B6A3AD6BB5E8}"/>
              </a:ext>
            </a:extLst>
          </p:cNvPr>
          <p:cNvSpPr/>
          <p:nvPr/>
        </p:nvSpPr>
        <p:spPr>
          <a:xfrm rot="5400000">
            <a:off x="7800395" y="5026203"/>
            <a:ext cx="682820" cy="491558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2" name="Pentagon 5">
            <a:extLst>
              <a:ext uri="{FF2B5EF4-FFF2-40B4-BE49-F238E27FC236}">
                <a16:creationId xmlns:a16="http://schemas.microsoft.com/office/drawing/2014/main" id="{110CE206-C893-4241-88F1-29EDC66F7586}"/>
              </a:ext>
            </a:extLst>
          </p:cNvPr>
          <p:cNvSpPr/>
          <p:nvPr/>
        </p:nvSpPr>
        <p:spPr>
          <a:xfrm rot="16200000">
            <a:off x="7285332" y="5015223"/>
            <a:ext cx="682822" cy="491560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63" name="Pentagon 5">
            <a:extLst>
              <a:ext uri="{FF2B5EF4-FFF2-40B4-BE49-F238E27FC236}">
                <a16:creationId xmlns:a16="http://schemas.microsoft.com/office/drawing/2014/main" id="{0DD8D64E-6EEB-4382-AECE-32276B0D4471}"/>
              </a:ext>
            </a:extLst>
          </p:cNvPr>
          <p:cNvSpPr/>
          <p:nvPr/>
        </p:nvSpPr>
        <p:spPr>
          <a:xfrm>
            <a:off x="7542866" y="4037437"/>
            <a:ext cx="682818" cy="491558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4" name="Pentagon 5">
            <a:extLst>
              <a:ext uri="{FF2B5EF4-FFF2-40B4-BE49-F238E27FC236}">
                <a16:creationId xmlns:a16="http://schemas.microsoft.com/office/drawing/2014/main" id="{C51ABBF7-E2B0-467E-BBE2-82BC2FB27E4B}"/>
              </a:ext>
            </a:extLst>
          </p:cNvPr>
          <p:cNvSpPr/>
          <p:nvPr/>
        </p:nvSpPr>
        <p:spPr>
          <a:xfrm rot="10800000">
            <a:off x="7542866" y="3128444"/>
            <a:ext cx="682817" cy="491560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5" name="Pentagon 5">
            <a:extLst>
              <a:ext uri="{FF2B5EF4-FFF2-40B4-BE49-F238E27FC236}">
                <a16:creationId xmlns:a16="http://schemas.microsoft.com/office/drawing/2014/main" id="{C3DD2445-E8A5-4B34-A48D-8F169FB3C095}"/>
              </a:ext>
            </a:extLst>
          </p:cNvPr>
          <p:cNvSpPr/>
          <p:nvPr/>
        </p:nvSpPr>
        <p:spPr>
          <a:xfrm rot="5400000">
            <a:off x="7800395" y="3591725"/>
            <a:ext cx="682820" cy="491558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6" name="Pentagon 5">
            <a:extLst>
              <a:ext uri="{FF2B5EF4-FFF2-40B4-BE49-F238E27FC236}">
                <a16:creationId xmlns:a16="http://schemas.microsoft.com/office/drawing/2014/main" id="{CEFA8F5B-F431-4151-AE6D-9F368362F067}"/>
              </a:ext>
            </a:extLst>
          </p:cNvPr>
          <p:cNvSpPr/>
          <p:nvPr/>
        </p:nvSpPr>
        <p:spPr>
          <a:xfrm rot="16200000">
            <a:off x="7285332" y="3580745"/>
            <a:ext cx="682822" cy="491560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85" name="Pentagon 5">
            <a:extLst>
              <a:ext uri="{FF2B5EF4-FFF2-40B4-BE49-F238E27FC236}">
                <a16:creationId xmlns:a16="http://schemas.microsoft.com/office/drawing/2014/main" id="{29BCEB2B-F4F4-42EA-8E48-B1C06BE1EA19}"/>
              </a:ext>
            </a:extLst>
          </p:cNvPr>
          <p:cNvSpPr/>
          <p:nvPr/>
        </p:nvSpPr>
        <p:spPr>
          <a:xfrm rot="10800000">
            <a:off x="3966763" y="5280766"/>
            <a:ext cx="682817" cy="491560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8" name="Pentagon 5">
            <a:extLst>
              <a:ext uri="{FF2B5EF4-FFF2-40B4-BE49-F238E27FC236}">
                <a16:creationId xmlns:a16="http://schemas.microsoft.com/office/drawing/2014/main" id="{9285A729-EABC-4AEA-B0A6-B72552D33C9C}"/>
              </a:ext>
            </a:extLst>
          </p:cNvPr>
          <p:cNvSpPr/>
          <p:nvPr/>
        </p:nvSpPr>
        <p:spPr>
          <a:xfrm>
            <a:off x="3966762" y="4755281"/>
            <a:ext cx="682818" cy="491558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9" name="Pentagon 5">
            <a:extLst>
              <a:ext uri="{FF2B5EF4-FFF2-40B4-BE49-F238E27FC236}">
                <a16:creationId xmlns:a16="http://schemas.microsoft.com/office/drawing/2014/main" id="{56EE4EDB-CCE9-40C2-AE44-26C361222A7A}"/>
              </a:ext>
            </a:extLst>
          </p:cNvPr>
          <p:cNvSpPr/>
          <p:nvPr/>
        </p:nvSpPr>
        <p:spPr>
          <a:xfrm rot="10800000">
            <a:off x="3966762" y="3846288"/>
            <a:ext cx="682817" cy="491560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0" name="Pentagon 5">
            <a:extLst>
              <a:ext uri="{FF2B5EF4-FFF2-40B4-BE49-F238E27FC236}">
                <a16:creationId xmlns:a16="http://schemas.microsoft.com/office/drawing/2014/main" id="{9F57CB48-C9CE-43DB-962F-E2CA67CFC458}"/>
              </a:ext>
            </a:extLst>
          </p:cNvPr>
          <p:cNvSpPr/>
          <p:nvPr/>
        </p:nvSpPr>
        <p:spPr>
          <a:xfrm rot="5400000">
            <a:off x="4224291" y="4309569"/>
            <a:ext cx="682820" cy="491558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1" name="Pentagon 5">
            <a:extLst>
              <a:ext uri="{FF2B5EF4-FFF2-40B4-BE49-F238E27FC236}">
                <a16:creationId xmlns:a16="http://schemas.microsoft.com/office/drawing/2014/main" id="{80105198-C940-4C60-94BF-A3A6C3151CF6}"/>
              </a:ext>
            </a:extLst>
          </p:cNvPr>
          <p:cNvSpPr/>
          <p:nvPr/>
        </p:nvSpPr>
        <p:spPr>
          <a:xfrm rot="16200000">
            <a:off x="3709228" y="4298589"/>
            <a:ext cx="682822" cy="491560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206" name="Pentagon 5">
            <a:extLst>
              <a:ext uri="{FF2B5EF4-FFF2-40B4-BE49-F238E27FC236}">
                <a16:creationId xmlns:a16="http://schemas.microsoft.com/office/drawing/2014/main" id="{0FE363FB-D3A4-40CB-9ED4-A0E50A19EE45}"/>
              </a:ext>
            </a:extLst>
          </p:cNvPr>
          <p:cNvSpPr/>
          <p:nvPr/>
        </p:nvSpPr>
        <p:spPr>
          <a:xfrm rot="10800000">
            <a:off x="4680688" y="4562922"/>
            <a:ext cx="682817" cy="491560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7" name="Pentagon 5">
            <a:extLst>
              <a:ext uri="{FF2B5EF4-FFF2-40B4-BE49-F238E27FC236}">
                <a16:creationId xmlns:a16="http://schemas.microsoft.com/office/drawing/2014/main" id="{038DB974-CF28-4D85-B523-17002D146F89}"/>
              </a:ext>
            </a:extLst>
          </p:cNvPr>
          <p:cNvSpPr/>
          <p:nvPr/>
        </p:nvSpPr>
        <p:spPr>
          <a:xfrm rot="5400000">
            <a:off x="4938217" y="5026203"/>
            <a:ext cx="682820" cy="491558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8" name="Pentagon 5">
            <a:extLst>
              <a:ext uri="{FF2B5EF4-FFF2-40B4-BE49-F238E27FC236}">
                <a16:creationId xmlns:a16="http://schemas.microsoft.com/office/drawing/2014/main" id="{23D7C023-C1F8-4AEC-BA2A-69C0CBB61A50}"/>
              </a:ext>
            </a:extLst>
          </p:cNvPr>
          <p:cNvSpPr/>
          <p:nvPr/>
        </p:nvSpPr>
        <p:spPr>
          <a:xfrm rot="16200000">
            <a:off x="4423154" y="5015223"/>
            <a:ext cx="682822" cy="491560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213" name="Pentagon 5">
            <a:extLst>
              <a:ext uri="{FF2B5EF4-FFF2-40B4-BE49-F238E27FC236}">
                <a16:creationId xmlns:a16="http://schemas.microsoft.com/office/drawing/2014/main" id="{CC04F698-06BE-4B35-B99B-A99982ECCC62}"/>
              </a:ext>
            </a:extLst>
          </p:cNvPr>
          <p:cNvSpPr/>
          <p:nvPr/>
        </p:nvSpPr>
        <p:spPr>
          <a:xfrm rot="10800000">
            <a:off x="5396465" y="5280766"/>
            <a:ext cx="682817" cy="491560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9" name="Pentagon 5">
            <a:extLst>
              <a:ext uri="{FF2B5EF4-FFF2-40B4-BE49-F238E27FC236}">
                <a16:creationId xmlns:a16="http://schemas.microsoft.com/office/drawing/2014/main" id="{03B60316-1BD0-4FA0-BBD5-7C24733AD82F}"/>
              </a:ext>
            </a:extLst>
          </p:cNvPr>
          <p:cNvSpPr/>
          <p:nvPr/>
        </p:nvSpPr>
        <p:spPr>
          <a:xfrm>
            <a:off x="4680688" y="4037437"/>
            <a:ext cx="682818" cy="491558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20" name="Pentagon 5">
            <a:extLst>
              <a:ext uri="{FF2B5EF4-FFF2-40B4-BE49-F238E27FC236}">
                <a16:creationId xmlns:a16="http://schemas.microsoft.com/office/drawing/2014/main" id="{9C5611BF-1947-4983-AB24-2C44E0131381}"/>
              </a:ext>
            </a:extLst>
          </p:cNvPr>
          <p:cNvSpPr/>
          <p:nvPr/>
        </p:nvSpPr>
        <p:spPr>
          <a:xfrm rot="10800000">
            <a:off x="4680688" y="3128444"/>
            <a:ext cx="682817" cy="491560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21" name="Pentagon 5">
            <a:extLst>
              <a:ext uri="{FF2B5EF4-FFF2-40B4-BE49-F238E27FC236}">
                <a16:creationId xmlns:a16="http://schemas.microsoft.com/office/drawing/2014/main" id="{1901F714-40DF-4806-B81D-93BCD021091B}"/>
              </a:ext>
            </a:extLst>
          </p:cNvPr>
          <p:cNvSpPr/>
          <p:nvPr/>
        </p:nvSpPr>
        <p:spPr>
          <a:xfrm rot="5400000">
            <a:off x="4938217" y="3591725"/>
            <a:ext cx="682820" cy="491558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22" name="Pentagon 5">
            <a:extLst>
              <a:ext uri="{FF2B5EF4-FFF2-40B4-BE49-F238E27FC236}">
                <a16:creationId xmlns:a16="http://schemas.microsoft.com/office/drawing/2014/main" id="{E12F0EAE-1E0F-4893-A655-386315D75325}"/>
              </a:ext>
            </a:extLst>
          </p:cNvPr>
          <p:cNvSpPr/>
          <p:nvPr/>
        </p:nvSpPr>
        <p:spPr>
          <a:xfrm rot="16200000">
            <a:off x="4423154" y="3580745"/>
            <a:ext cx="682822" cy="491560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226" name="Pentagon 5">
            <a:extLst>
              <a:ext uri="{FF2B5EF4-FFF2-40B4-BE49-F238E27FC236}">
                <a16:creationId xmlns:a16="http://schemas.microsoft.com/office/drawing/2014/main" id="{87B9BB04-8C22-4F78-A531-64C8DBF1FA4D}"/>
              </a:ext>
            </a:extLst>
          </p:cNvPr>
          <p:cNvSpPr/>
          <p:nvPr/>
        </p:nvSpPr>
        <p:spPr>
          <a:xfrm>
            <a:off x="5396464" y="4755281"/>
            <a:ext cx="682818" cy="491558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27" name="Pentagon 5">
            <a:extLst>
              <a:ext uri="{FF2B5EF4-FFF2-40B4-BE49-F238E27FC236}">
                <a16:creationId xmlns:a16="http://schemas.microsoft.com/office/drawing/2014/main" id="{9A479F9D-ACED-45C2-80FA-4B0B1ED7758E}"/>
              </a:ext>
            </a:extLst>
          </p:cNvPr>
          <p:cNvSpPr/>
          <p:nvPr/>
        </p:nvSpPr>
        <p:spPr>
          <a:xfrm rot="10800000">
            <a:off x="5396464" y="3846288"/>
            <a:ext cx="682817" cy="491560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28" name="Pentagon 5">
            <a:extLst>
              <a:ext uri="{FF2B5EF4-FFF2-40B4-BE49-F238E27FC236}">
                <a16:creationId xmlns:a16="http://schemas.microsoft.com/office/drawing/2014/main" id="{FD97EE1A-D065-4B2B-ABA3-158D54D216CD}"/>
              </a:ext>
            </a:extLst>
          </p:cNvPr>
          <p:cNvSpPr/>
          <p:nvPr/>
        </p:nvSpPr>
        <p:spPr>
          <a:xfrm rot="5400000">
            <a:off x="5653993" y="4309569"/>
            <a:ext cx="682820" cy="491558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29" name="Pentagon 5">
            <a:extLst>
              <a:ext uri="{FF2B5EF4-FFF2-40B4-BE49-F238E27FC236}">
                <a16:creationId xmlns:a16="http://schemas.microsoft.com/office/drawing/2014/main" id="{5420450B-9FC5-4737-A6B6-F9BE7C09CEA5}"/>
              </a:ext>
            </a:extLst>
          </p:cNvPr>
          <p:cNvSpPr/>
          <p:nvPr/>
        </p:nvSpPr>
        <p:spPr>
          <a:xfrm rot="16200000">
            <a:off x="5138930" y="4298589"/>
            <a:ext cx="682822" cy="491560"/>
          </a:xfrm>
          <a:custGeom>
            <a:avLst/>
            <a:gdLst>
              <a:gd name="connsiteX0" fmla="*/ 1 w 734552"/>
              <a:gd name="connsiteY0" fmla="*/ 227593 h 595849"/>
              <a:gd name="connsiteX1" fmla="*/ 367276 w 734552"/>
              <a:gd name="connsiteY1" fmla="*/ 0 h 595849"/>
              <a:gd name="connsiteX2" fmla="*/ 734551 w 734552"/>
              <a:gd name="connsiteY2" fmla="*/ 227593 h 595849"/>
              <a:gd name="connsiteX3" fmla="*/ 594265 w 734552"/>
              <a:gd name="connsiteY3" fmla="*/ 595847 h 595849"/>
              <a:gd name="connsiteX4" fmla="*/ 140287 w 734552"/>
              <a:gd name="connsiteY4" fmla="*/ 595847 h 595849"/>
              <a:gd name="connsiteX5" fmla="*/ 1 w 734552"/>
              <a:gd name="connsiteY5" fmla="*/ 227593 h 595849"/>
              <a:gd name="connsiteX0" fmla="*/ 0 w 789583"/>
              <a:gd name="connsiteY0" fmla="*/ 227593 h 595847"/>
              <a:gd name="connsiteX1" fmla="*/ 367275 w 789583"/>
              <a:gd name="connsiteY1" fmla="*/ 0 h 595847"/>
              <a:gd name="connsiteX2" fmla="*/ 789583 w 789583"/>
              <a:gd name="connsiteY2" fmla="*/ 181026 h 595847"/>
              <a:gd name="connsiteX3" fmla="*/ 594264 w 789583"/>
              <a:gd name="connsiteY3" fmla="*/ 595847 h 595847"/>
              <a:gd name="connsiteX4" fmla="*/ 140286 w 789583"/>
              <a:gd name="connsiteY4" fmla="*/ 595847 h 595847"/>
              <a:gd name="connsiteX5" fmla="*/ 0 w 789583"/>
              <a:gd name="connsiteY5" fmla="*/ 227593 h 595847"/>
              <a:gd name="connsiteX0" fmla="*/ 0 w 827683"/>
              <a:gd name="connsiteY0" fmla="*/ 187376 h 595847"/>
              <a:gd name="connsiteX1" fmla="*/ 405375 w 827683"/>
              <a:gd name="connsiteY1" fmla="*/ 0 h 595847"/>
              <a:gd name="connsiteX2" fmla="*/ 827683 w 827683"/>
              <a:gd name="connsiteY2" fmla="*/ 181026 h 595847"/>
              <a:gd name="connsiteX3" fmla="*/ 632364 w 827683"/>
              <a:gd name="connsiteY3" fmla="*/ 595847 h 595847"/>
              <a:gd name="connsiteX4" fmla="*/ 178386 w 827683"/>
              <a:gd name="connsiteY4" fmla="*/ 595847 h 595847"/>
              <a:gd name="connsiteX5" fmla="*/ 0 w 827683"/>
              <a:gd name="connsiteY5" fmla="*/ 187376 h 59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7683" h="595847">
                <a:moveTo>
                  <a:pt x="0" y="187376"/>
                </a:moveTo>
                <a:lnTo>
                  <a:pt x="405375" y="0"/>
                </a:lnTo>
                <a:lnTo>
                  <a:pt x="827683" y="181026"/>
                </a:lnTo>
                <a:lnTo>
                  <a:pt x="632364" y="595847"/>
                </a:lnTo>
                <a:lnTo>
                  <a:pt x="178386" y="595847"/>
                </a:lnTo>
                <a:lnTo>
                  <a:pt x="0" y="187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pic>
        <p:nvPicPr>
          <p:cNvPr id="434" name="Picture 433">
            <a:extLst>
              <a:ext uri="{FF2B5EF4-FFF2-40B4-BE49-F238E27FC236}">
                <a16:creationId xmlns:a16="http://schemas.microsoft.com/office/drawing/2014/main" id="{D00ED626-2A81-4E89-8D9C-F37D9B208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21444" y="503726"/>
            <a:ext cx="4400776" cy="4623038"/>
          </a:xfrm>
          <a:prstGeom prst="rect">
            <a:avLst/>
          </a:prstGeom>
        </p:spPr>
      </p:pic>
      <p:pic>
        <p:nvPicPr>
          <p:cNvPr id="435" name="Picture 434">
            <a:extLst>
              <a:ext uri="{FF2B5EF4-FFF2-40B4-BE49-F238E27FC236}">
                <a16:creationId xmlns:a16="http://schemas.microsoft.com/office/drawing/2014/main" id="{705FAB05-1BE0-470F-8169-BE9A35B90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1828" y="4092068"/>
            <a:ext cx="4432528" cy="465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769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31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Pedro</dc:creator>
  <cp:lastModifiedBy>Pedro</cp:lastModifiedBy>
  <cp:revision>6</cp:revision>
  <dcterms:created xsi:type="dcterms:W3CDTF">2020-09-21T20:59:15Z</dcterms:created>
  <dcterms:modified xsi:type="dcterms:W3CDTF">2020-12-12T18:00:21Z</dcterms:modified>
</cp:coreProperties>
</file>