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264" r:id="rId4"/>
    <p:sldId id="263" r:id="rId5"/>
    <p:sldId id="256" r:id="rId6"/>
    <p:sldId id="259" r:id="rId7"/>
    <p:sldId id="260" r:id="rId8"/>
    <p:sldId id="261" r:id="rId9"/>
    <p:sldId id="258" r:id="rId10"/>
    <p:sldId id="257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40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9A9"/>
    <a:srgbClr val="FFFFF7"/>
    <a:srgbClr val="FFFFCC"/>
    <a:srgbClr val="D7DC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872" y="780"/>
      </p:cViewPr>
      <p:guideLst>
        <p:guide orient="horz" pos="2092"/>
        <p:guide pos="40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A4DD-4D1A-4DB6-A81D-CA5C329D0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268D9-8344-4329-8400-C90136D44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663EF-7686-453C-A9D3-BF54970F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20/11/2020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E2BB2-E4A3-45D8-BAA2-D7B50F19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29BFB-CB12-46C7-A237-A7843B7C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54893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57FE-E725-4894-A43E-678EDD1C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9624E-CD04-4F27-8A0E-ACF3F6374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F6E5A-4C78-467A-B129-AFA5B0E27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20/11/2020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662FE-72E9-441C-A4BD-1528367D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BAFBF-F706-4A3B-8753-FD50AB09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086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07E1-B5CE-4092-8AAB-EE0BBB7E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13961-9F8D-4E26-9F27-AA866AD06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89E53-01D6-4D28-BE4F-AE9A7B81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20/11/2020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0320-79C1-4972-AC42-553D3BC0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3244-2ED7-4741-9BA1-FB0A4166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694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7766A-9F27-4D5B-8CD0-204A9835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D0A07-071A-4944-BF3C-3FF7AE6FA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EE387-3A2B-4B73-96AA-517A9367C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83A69-5445-4376-A642-58CE7B2D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20/11/2020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7B3C0-2310-42B8-96C1-7C92309A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EB23A-4223-4F68-BB22-69CB4431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653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A5749-C05A-4EFC-80AC-BE83659EC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B1B78-AF63-43EC-BD57-A24B40DB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34FA0-080E-4265-9F9F-D8759E56C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4C551-6541-4867-9BE9-325C5A1E7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FB807-4802-4312-8BBB-B1CF406ED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A3000F-0ACC-4B3D-8563-477B43C5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20/11/2020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800B72-A425-4F37-859F-1604482E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A94E4F-D2DB-4F46-8910-3AE6CC73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3952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3D4B-8AF6-43BA-A551-3DE672F04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1E5A2-2011-4608-AF53-A35A382C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20/11/2020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EFBA2-6EC4-41CB-B782-73C36C97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F84FB-DF02-481B-8C65-DF8AA51A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50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0923D-A2BD-4AA9-A83B-8C191820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20/11/2020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6C34A-9E6E-45DA-AC49-5ACA95F6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78E8B-639C-489B-B2FD-F8B6C5FA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9180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95AB8-176F-4533-A59E-8817D219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93537-FBE8-434A-9A9E-C0A0DA189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5C44D-44FE-443C-9876-3D4B6EE69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5F05-5C69-4417-878B-21CE3265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20/11/2020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802B8-21D7-4232-B5B8-96B8D643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1E173-5214-4EA2-A9D8-6DECC2DD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945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12BC-C8C8-4A9E-8793-E001978D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DEB7E7-7712-4B22-A1C2-7E74BDAF8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5AA2B-F2A8-4B9D-B23F-947CDF13C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44866-773B-4451-852D-96B1EF344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20/11/2020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F71D5-C71F-4246-B351-58E9FAB2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E3F9D-F37A-458E-B91E-74D0470D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5138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0496-CC00-4E33-A6A9-A8D5043C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77904-1C2E-46D5-B5AE-B7447844A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A6E9A-8740-4717-ACDE-E8F1C404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20/11/2020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B81A9-BE45-4338-9B80-4C5B72DB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5789B-944B-47F3-8CC4-DF28D4E2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81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AB359E-7331-401F-A035-15D26DA47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C0C3C-3C43-4CDD-B5AD-43675D5D9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8023C-0083-4F01-AD36-DC7C21CF5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20/11/2020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30AA1-AE6C-43F9-91A6-1A813C8C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897A7-D2B8-444C-BC68-3F4FC7FB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11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809BC-D2C0-4A3F-968F-7B9650017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08487-09BF-426F-904F-00232FA94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EB7B5-3891-4F0C-B9E2-FD46832AC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9AE44-2F0A-4043-A22D-B8F26AE54140}" type="datetimeFigureOut">
              <a:rPr lang="pt-PT" smtClean="0"/>
              <a:t>20/11/2020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BCCE6-22A1-49A7-84A0-DAF8B42FB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F554-7EB4-4529-AB80-C7A3B45D6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440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D353C6D-BBB4-47F0-B996-757D06E3528F}"/>
              </a:ext>
            </a:extLst>
          </p:cNvPr>
          <p:cNvGrpSpPr/>
          <p:nvPr/>
        </p:nvGrpSpPr>
        <p:grpSpPr>
          <a:xfrm>
            <a:off x="831184" y="-2559813"/>
            <a:ext cx="10529631" cy="11276118"/>
            <a:chOff x="831184" y="-2559813"/>
            <a:chExt cx="10529631" cy="11276118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F3B4E15-9CBB-4733-A7DE-59D4A5477F65}"/>
                </a:ext>
              </a:extLst>
            </p:cNvPr>
            <p:cNvSpPr/>
            <p:nvPr/>
          </p:nvSpPr>
          <p:spPr>
            <a:xfrm>
              <a:off x="831185" y="-2559813"/>
              <a:ext cx="10529630" cy="11276118"/>
            </a:xfrm>
            <a:prstGeom prst="rect">
              <a:avLst/>
            </a:prstGeom>
            <a:solidFill>
              <a:srgbClr val="EBE9A9"/>
            </a:solidFill>
            <a:ln w="762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B3DB8E2-2C8D-48BE-8D18-378CC3DADFFB}"/>
                </a:ext>
              </a:extLst>
            </p:cNvPr>
            <p:cNvGrpSpPr/>
            <p:nvPr/>
          </p:nvGrpSpPr>
          <p:grpSpPr>
            <a:xfrm>
              <a:off x="2037774" y="-3112"/>
              <a:ext cx="7763386" cy="7689540"/>
              <a:chOff x="608059" y="-65537"/>
              <a:chExt cx="5142895" cy="5093976"/>
            </a:xfrm>
            <a:solidFill>
              <a:srgbClr val="FFFFF7"/>
            </a:solidFill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D255E17E-0BD8-42A7-A4F0-3588D695F24E}"/>
                  </a:ext>
                </a:extLst>
              </p:cNvPr>
              <p:cNvGrpSpPr/>
              <p:nvPr/>
            </p:nvGrpSpPr>
            <p:grpSpPr>
              <a:xfrm>
                <a:off x="1027672" y="389107"/>
                <a:ext cx="4723282" cy="4639332"/>
                <a:chOff x="2681467" y="-68659"/>
                <a:chExt cx="6902092" cy="6779418"/>
              </a:xfrm>
              <a:grpFill/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D4B61B56-5420-4671-A189-5BF8EF2D807B}"/>
                    </a:ext>
                  </a:extLst>
                </p:cNvPr>
                <p:cNvGrpSpPr/>
                <p:nvPr/>
              </p:nvGrpSpPr>
              <p:grpSpPr>
                <a:xfrm>
                  <a:off x="2681467" y="1653778"/>
                  <a:ext cx="6902092" cy="4076700"/>
                  <a:chOff x="2681467" y="1653778"/>
                  <a:chExt cx="6902092" cy="4076700"/>
                </a:xfrm>
                <a:grpFill/>
              </p:grpSpPr>
              <p:sp>
                <p:nvSpPr>
                  <p:cNvPr id="74" name="Oval 73">
                    <a:extLst>
                      <a:ext uri="{FF2B5EF4-FFF2-40B4-BE49-F238E27FC236}">
                        <a16:creationId xmlns:a16="http://schemas.microsoft.com/office/drawing/2014/main" id="{47ECB0E5-79D9-44E8-97D1-DD51CBB3078E}"/>
                      </a:ext>
                    </a:extLst>
                  </p:cNvPr>
                  <p:cNvSpPr/>
                  <p:nvPr/>
                </p:nvSpPr>
                <p:spPr>
                  <a:xfrm>
                    <a:off x="5506859" y="1653778"/>
                    <a:ext cx="4076700" cy="4076700"/>
                  </a:xfrm>
                  <a:prstGeom prst="ellipse">
                    <a:avLst/>
                  </a:prstGeom>
                  <a:grpFill/>
                  <a:ln w="635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5" name="Oval 74">
                    <a:extLst>
                      <a:ext uri="{FF2B5EF4-FFF2-40B4-BE49-F238E27FC236}">
                        <a16:creationId xmlns:a16="http://schemas.microsoft.com/office/drawing/2014/main" id="{948F8E8F-54CF-48D0-A15A-804DA839A80F}"/>
                      </a:ext>
                    </a:extLst>
                  </p:cNvPr>
                  <p:cNvSpPr/>
                  <p:nvPr/>
                </p:nvSpPr>
                <p:spPr>
                  <a:xfrm>
                    <a:off x="2681467" y="1653778"/>
                    <a:ext cx="4076700" cy="4076700"/>
                  </a:xfrm>
                  <a:prstGeom prst="ellipse">
                    <a:avLst/>
                  </a:prstGeom>
                  <a:grpFill/>
                  <a:ln w="635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B66AE3CD-B995-4BCE-B873-E26494DAFD2B}"/>
                    </a:ext>
                  </a:extLst>
                </p:cNvPr>
                <p:cNvGrpSpPr/>
                <p:nvPr/>
              </p:nvGrpSpPr>
              <p:grpSpPr>
                <a:xfrm>
                  <a:off x="3052914" y="-68659"/>
                  <a:ext cx="6159197" cy="4076700"/>
                  <a:chOff x="3030567" y="-68659"/>
                  <a:chExt cx="6159197" cy="4076700"/>
                </a:xfrm>
                <a:grpFill/>
              </p:grpSpPr>
              <p:sp>
                <p:nvSpPr>
                  <p:cNvPr id="72" name="Oval 71">
                    <a:extLst>
                      <a:ext uri="{FF2B5EF4-FFF2-40B4-BE49-F238E27FC236}">
                        <a16:creationId xmlns:a16="http://schemas.microsoft.com/office/drawing/2014/main" id="{464C360F-7438-4280-8FA3-F0B88B6E5836}"/>
                      </a:ext>
                    </a:extLst>
                  </p:cNvPr>
                  <p:cNvSpPr/>
                  <p:nvPr/>
                </p:nvSpPr>
                <p:spPr>
                  <a:xfrm>
                    <a:off x="5113065" y="-68659"/>
                    <a:ext cx="4076699" cy="4076700"/>
                  </a:xfrm>
                  <a:prstGeom prst="ellipse">
                    <a:avLst/>
                  </a:prstGeom>
                  <a:grpFill/>
                  <a:ln w="635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3" name="Oval 72">
                    <a:extLst>
                      <a:ext uri="{FF2B5EF4-FFF2-40B4-BE49-F238E27FC236}">
                        <a16:creationId xmlns:a16="http://schemas.microsoft.com/office/drawing/2014/main" id="{A4463FCE-171D-4187-8AFF-40C075A87E1C}"/>
                      </a:ext>
                    </a:extLst>
                  </p:cNvPr>
                  <p:cNvSpPr/>
                  <p:nvPr/>
                </p:nvSpPr>
                <p:spPr>
                  <a:xfrm>
                    <a:off x="3030567" y="-68659"/>
                    <a:ext cx="4076700" cy="4076700"/>
                  </a:xfrm>
                  <a:prstGeom prst="ellipse">
                    <a:avLst/>
                  </a:prstGeom>
                  <a:grpFill/>
                  <a:ln w="635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A3A99DAF-E00A-42F8-B6BF-F9178D4378DE}"/>
                    </a:ext>
                  </a:extLst>
                </p:cNvPr>
                <p:cNvSpPr/>
                <p:nvPr/>
              </p:nvSpPr>
              <p:spPr>
                <a:xfrm>
                  <a:off x="4094163" y="2634059"/>
                  <a:ext cx="4076700" cy="4076700"/>
                </a:xfrm>
                <a:prstGeom prst="ellipse">
                  <a:avLst/>
                </a:prstGeom>
                <a:grpFill/>
                <a:ln w="635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AE5650C9-9EF9-4BF1-B16F-0FF94C82EA65}"/>
                    </a:ext>
                  </a:extLst>
                </p:cNvPr>
                <p:cNvSpPr/>
                <p:nvPr/>
              </p:nvSpPr>
              <p:spPr>
                <a:xfrm>
                  <a:off x="3722716" y="907681"/>
                  <a:ext cx="4819594" cy="4819594"/>
                </a:xfrm>
                <a:prstGeom prst="ellipse">
                  <a:avLst/>
                </a:prstGeom>
                <a:grpFill/>
                <a:ln w="635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DA5F217A-2302-4680-8924-E681A328A1F0}"/>
                  </a:ext>
                </a:extLst>
              </p:cNvPr>
              <p:cNvSpPr/>
              <p:nvPr/>
            </p:nvSpPr>
            <p:spPr>
              <a:xfrm>
                <a:off x="2887346" y="3664753"/>
                <a:ext cx="1003934" cy="1003934"/>
              </a:xfrm>
              <a:prstGeom prst="ellipse">
                <a:avLst/>
              </a:prstGeom>
              <a:grpFill/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0ACEE443-118D-4BEF-B2EC-BFCDC610A97E}"/>
                  </a:ext>
                </a:extLst>
              </p:cNvPr>
              <p:cNvSpPr/>
              <p:nvPr/>
            </p:nvSpPr>
            <p:spPr>
              <a:xfrm>
                <a:off x="2117385" y="-65537"/>
                <a:ext cx="2543856" cy="2543856"/>
              </a:xfrm>
              <a:prstGeom prst="ellipse">
                <a:avLst/>
              </a:prstGeom>
              <a:grpFill/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FDD13A8-E40D-43CA-8D88-BD91F10B39BA}"/>
                  </a:ext>
                </a:extLst>
              </p:cNvPr>
              <p:cNvSpPr/>
              <p:nvPr/>
            </p:nvSpPr>
            <p:spPr>
              <a:xfrm>
                <a:off x="608059" y="115479"/>
                <a:ext cx="2043014" cy="2043011"/>
              </a:xfrm>
              <a:prstGeom prst="ellipse">
                <a:avLst/>
              </a:prstGeom>
              <a:grpFill/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6DE89A3-863D-4A34-9856-6618555F0764}"/>
                </a:ext>
              </a:extLst>
            </p:cNvPr>
            <p:cNvSpPr/>
            <p:nvPr/>
          </p:nvSpPr>
          <p:spPr>
            <a:xfrm>
              <a:off x="6076602" y="7855118"/>
              <a:ext cx="5065066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#15 by Pedro PSI – 21</a:t>
              </a:r>
              <a:r>
                <a:rPr lang="en-US" b="1" baseline="300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</a:t>
              </a:r>
              <a:r>
                <a:rPr lang="en-US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 November 2020</a:t>
              </a:r>
            </a:p>
            <a:p>
              <a:pPr algn="r"/>
              <a:r>
                <a:rPr lang="pt-PT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5B4A0A2-A69C-43C1-BECD-8D2EEAE24229}"/>
                </a:ext>
              </a:extLst>
            </p:cNvPr>
            <p:cNvSpPr txBox="1"/>
            <p:nvPr/>
          </p:nvSpPr>
          <p:spPr>
            <a:xfrm>
              <a:off x="1393445" y="-2222173"/>
              <a:ext cx="940510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5400" b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Good</a:t>
              </a:r>
              <a:r>
                <a:rPr lang="pt-PT" sz="54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5400" b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Morganing</a:t>
              </a:r>
              <a:r>
                <a:rPr lang="pt-PT" sz="54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</a:t>
              </a:r>
              <a:r>
                <a:rPr lang="pt-PT" sz="5400" dirty="0">
                  <a:solidFill>
                    <a:srgbClr val="002060"/>
                  </a:solidFill>
                </a:rPr>
                <a:t> ★</a:t>
              </a:r>
              <a:endParaRPr lang="pt-PT" sz="5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A761143-01AB-4EAA-8826-DAB18A4EB6D2}"/>
                </a:ext>
              </a:extLst>
            </p:cNvPr>
            <p:cNvSpPr txBox="1"/>
            <p:nvPr/>
          </p:nvSpPr>
          <p:spPr>
            <a:xfrm>
              <a:off x="831184" y="-1393204"/>
              <a:ext cx="10529630" cy="95410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2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2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two</a:t>
              </a:r>
              <a:r>
                <a:rPr lang="pt-PT" sz="2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per </a:t>
              </a:r>
              <a:r>
                <a:rPr lang="pt-PT" sz="2800" b="1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circle</a:t>
              </a:r>
              <a:r>
                <a:rPr lang="pt-PT" sz="2800" b="1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PT" sz="2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2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containing</a:t>
              </a:r>
              <a:r>
                <a:rPr lang="pt-PT" sz="2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2800" i="1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2800" i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F3B7991-993D-498F-9F8C-2994784E5238}"/>
                </a:ext>
              </a:extLst>
            </p:cNvPr>
            <p:cNvGrpSpPr/>
            <p:nvPr/>
          </p:nvGrpSpPr>
          <p:grpSpPr>
            <a:xfrm>
              <a:off x="2041014" y="128"/>
              <a:ext cx="7763386" cy="7689540"/>
              <a:chOff x="608059" y="-65537"/>
              <a:chExt cx="5142895" cy="5093976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DDF98CF-1BF9-4A6B-BBA9-0F7F97081C24}"/>
                  </a:ext>
                </a:extLst>
              </p:cNvPr>
              <p:cNvGrpSpPr/>
              <p:nvPr/>
            </p:nvGrpSpPr>
            <p:grpSpPr>
              <a:xfrm>
                <a:off x="1027672" y="389107"/>
                <a:ext cx="4723282" cy="4639332"/>
                <a:chOff x="2681467" y="-68659"/>
                <a:chExt cx="6902092" cy="6779418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B70AC715-74FA-40F7-BBEC-E8C3DDC9F394}"/>
                    </a:ext>
                  </a:extLst>
                </p:cNvPr>
                <p:cNvGrpSpPr/>
                <p:nvPr/>
              </p:nvGrpSpPr>
              <p:grpSpPr>
                <a:xfrm>
                  <a:off x="2681467" y="1653778"/>
                  <a:ext cx="6902092" cy="4076700"/>
                  <a:chOff x="2681467" y="1653778"/>
                  <a:chExt cx="6902092" cy="4076700"/>
                </a:xfrm>
              </p:grpSpPr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9F56DA2F-66A7-441F-BE11-51D4B0D1120D}"/>
                      </a:ext>
                    </a:extLst>
                  </p:cNvPr>
                  <p:cNvSpPr/>
                  <p:nvPr/>
                </p:nvSpPr>
                <p:spPr>
                  <a:xfrm>
                    <a:off x="5506859" y="1653778"/>
                    <a:ext cx="4076700" cy="4076700"/>
                  </a:xfrm>
                  <a:prstGeom prst="ellipse">
                    <a:avLst/>
                  </a:prstGeom>
                  <a:noFill/>
                  <a:ln w="63500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0EE880FC-6648-4020-B68A-E14859C4545F}"/>
                      </a:ext>
                    </a:extLst>
                  </p:cNvPr>
                  <p:cNvSpPr/>
                  <p:nvPr/>
                </p:nvSpPr>
                <p:spPr>
                  <a:xfrm>
                    <a:off x="2681467" y="1653778"/>
                    <a:ext cx="4076700" cy="4076700"/>
                  </a:xfrm>
                  <a:prstGeom prst="ellipse">
                    <a:avLst/>
                  </a:prstGeom>
                  <a:noFill/>
                  <a:ln w="63500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4ADA7316-9E44-46AF-9EA5-99D9C1F09CA2}"/>
                    </a:ext>
                  </a:extLst>
                </p:cNvPr>
                <p:cNvGrpSpPr/>
                <p:nvPr/>
              </p:nvGrpSpPr>
              <p:grpSpPr>
                <a:xfrm>
                  <a:off x="3052914" y="-68659"/>
                  <a:ext cx="6159197" cy="4076700"/>
                  <a:chOff x="3030567" y="-68659"/>
                  <a:chExt cx="6159197" cy="4076700"/>
                </a:xfrm>
              </p:grpSpPr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4ED1819B-198E-4456-853D-45BE452345D2}"/>
                      </a:ext>
                    </a:extLst>
                  </p:cNvPr>
                  <p:cNvSpPr/>
                  <p:nvPr/>
                </p:nvSpPr>
                <p:spPr>
                  <a:xfrm>
                    <a:off x="5113065" y="-68659"/>
                    <a:ext cx="4076699" cy="4076700"/>
                  </a:xfrm>
                  <a:prstGeom prst="ellipse">
                    <a:avLst/>
                  </a:prstGeom>
                  <a:noFill/>
                  <a:ln w="63500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" name="Oval 6">
                    <a:extLst>
                      <a:ext uri="{FF2B5EF4-FFF2-40B4-BE49-F238E27FC236}">
                        <a16:creationId xmlns:a16="http://schemas.microsoft.com/office/drawing/2014/main" id="{46FF991B-9552-45D6-88A6-EA0027C00062}"/>
                      </a:ext>
                    </a:extLst>
                  </p:cNvPr>
                  <p:cNvSpPr/>
                  <p:nvPr/>
                </p:nvSpPr>
                <p:spPr>
                  <a:xfrm>
                    <a:off x="3030567" y="-68659"/>
                    <a:ext cx="4076700" cy="4076700"/>
                  </a:xfrm>
                  <a:prstGeom prst="ellipse">
                    <a:avLst/>
                  </a:prstGeom>
                  <a:noFill/>
                  <a:ln w="63500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119C83A9-5ACA-48F9-915D-01579EEEF0E0}"/>
                    </a:ext>
                  </a:extLst>
                </p:cNvPr>
                <p:cNvSpPr/>
                <p:nvPr/>
              </p:nvSpPr>
              <p:spPr>
                <a:xfrm>
                  <a:off x="4094163" y="2634059"/>
                  <a:ext cx="4076700" cy="4076700"/>
                </a:xfrm>
                <a:prstGeom prst="ellipse">
                  <a:avLst/>
                </a:prstGeom>
                <a:noFill/>
                <a:ln w="635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5DF926AD-0C82-41BC-AA5F-F13AD7AAF446}"/>
                    </a:ext>
                  </a:extLst>
                </p:cNvPr>
                <p:cNvSpPr/>
                <p:nvPr/>
              </p:nvSpPr>
              <p:spPr>
                <a:xfrm>
                  <a:off x="3722716" y="907681"/>
                  <a:ext cx="4819594" cy="4819594"/>
                </a:xfrm>
                <a:prstGeom prst="ellipse">
                  <a:avLst/>
                </a:prstGeom>
                <a:noFill/>
                <a:ln w="635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702D8DE-206E-4988-9438-908BBE04E08F}"/>
                  </a:ext>
                </a:extLst>
              </p:cNvPr>
              <p:cNvSpPr/>
              <p:nvPr/>
            </p:nvSpPr>
            <p:spPr>
              <a:xfrm>
                <a:off x="2887346" y="3664753"/>
                <a:ext cx="1003934" cy="1003934"/>
              </a:xfrm>
              <a:prstGeom prst="ellipse">
                <a:avLst/>
              </a:prstGeom>
              <a:noFill/>
              <a:ln w="635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208F137-D36C-4247-BAC5-840483F4BED7}"/>
                  </a:ext>
                </a:extLst>
              </p:cNvPr>
              <p:cNvSpPr/>
              <p:nvPr/>
            </p:nvSpPr>
            <p:spPr>
              <a:xfrm>
                <a:off x="2117385" y="-65537"/>
                <a:ext cx="2543856" cy="2543856"/>
              </a:xfrm>
              <a:prstGeom prst="ellipse">
                <a:avLst/>
              </a:prstGeom>
              <a:noFill/>
              <a:ln w="635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ADB8FFE-5C06-4FE1-8D90-411931B5B1EC}"/>
                  </a:ext>
                </a:extLst>
              </p:cNvPr>
              <p:cNvSpPr/>
              <p:nvPr/>
            </p:nvSpPr>
            <p:spPr>
              <a:xfrm>
                <a:off x="608059" y="115479"/>
                <a:ext cx="2043014" cy="2043011"/>
              </a:xfrm>
              <a:prstGeom prst="ellipse">
                <a:avLst/>
              </a:prstGeom>
              <a:noFill/>
              <a:ln w="635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pic>
        <p:nvPicPr>
          <p:cNvPr id="77" name="Picture 76">
            <a:extLst>
              <a:ext uri="{FF2B5EF4-FFF2-40B4-BE49-F238E27FC236}">
                <a16:creationId xmlns:a16="http://schemas.microsoft.com/office/drawing/2014/main" id="{FD0A09CB-AB1B-4DDC-9DFF-E34180446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1283" y="-955061"/>
            <a:ext cx="8091455" cy="8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28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97EC532-302B-4012-91B5-D4DC1D8A7946}"/>
              </a:ext>
            </a:extLst>
          </p:cNvPr>
          <p:cNvGrpSpPr/>
          <p:nvPr/>
        </p:nvGrpSpPr>
        <p:grpSpPr>
          <a:xfrm rot="9900000">
            <a:off x="3887886" y="654897"/>
            <a:ext cx="7391664" cy="7057477"/>
            <a:chOff x="2079711" y="-496348"/>
            <a:chExt cx="7391664" cy="705747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1E6D6C7-DE11-41C3-B4D4-1C46B718867F}"/>
                </a:ext>
              </a:extLst>
            </p:cNvPr>
            <p:cNvSpPr/>
            <p:nvPr/>
          </p:nvSpPr>
          <p:spPr>
            <a:xfrm rot="4500000">
              <a:off x="4776727" y="1987650"/>
              <a:ext cx="3546539" cy="76073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CA860A-4CF5-411D-AE3B-091592722296}"/>
                </a:ext>
              </a:extLst>
            </p:cNvPr>
            <p:cNvSpPr/>
            <p:nvPr/>
          </p:nvSpPr>
          <p:spPr>
            <a:xfrm rot="8100000">
              <a:off x="4114514" y="2026989"/>
              <a:ext cx="3822141" cy="91131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F57E99-5115-4771-BBB3-3FBFFFDEEFA4}"/>
                </a:ext>
              </a:extLst>
            </p:cNvPr>
            <p:cNvSpPr/>
            <p:nvPr/>
          </p:nvSpPr>
          <p:spPr>
            <a:xfrm rot="11631303">
              <a:off x="4283378" y="3164070"/>
              <a:ext cx="2802675" cy="1051210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0ECA93F-B3DF-4A59-A2DB-FD92ADBDDBA0}"/>
                </a:ext>
              </a:extLst>
            </p:cNvPr>
            <p:cNvSpPr/>
            <p:nvPr/>
          </p:nvSpPr>
          <p:spPr>
            <a:xfrm rot="11984027">
              <a:off x="2079711" y="542324"/>
              <a:ext cx="7391664" cy="1209532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A828A39-8E2A-43F1-BE80-EF67C222D5E8}"/>
                </a:ext>
              </a:extLst>
            </p:cNvPr>
            <p:cNvSpPr/>
            <p:nvPr/>
          </p:nvSpPr>
          <p:spPr>
            <a:xfrm rot="14775064">
              <a:off x="219767" y="1963218"/>
              <a:ext cx="7057477" cy="213834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6C8030-67FC-4DA6-BFE7-171742E152DC}"/>
              </a:ext>
            </a:extLst>
          </p:cNvPr>
          <p:cNvGrpSpPr/>
          <p:nvPr/>
        </p:nvGrpSpPr>
        <p:grpSpPr>
          <a:xfrm rot="20700000">
            <a:off x="43756" y="-1083144"/>
            <a:ext cx="8116191" cy="6850959"/>
            <a:chOff x="1999617" y="-487604"/>
            <a:chExt cx="8116191" cy="6850959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3E8A5C6-D8CF-4FB9-A490-4F715106953D}"/>
                </a:ext>
              </a:extLst>
            </p:cNvPr>
            <p:cNvSpPr/>
            <p:nvPr/>
          </p:nvSpPr>
          <p:spPr>
            <a:xfrm rot="4642395">
              <a:off x="5516962" y="2546090"/>
              <a:ext cx="2368254" cy="76073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CA4B467-8A49-47A4-A669-94FA901E2174}"/>
                </a:ext>
              </a:extLst>
            </p:cNvPr>
            <p:cNvSpPr/>
            <p:nvPr/>
          </p:nvSpPr>
          <p:spPr>
            <a:xfrm rot="8100000">
              <a:off x="2799988" y="2558110"/>
              <a:ext cx="5388959" cy="91131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3A3ADCB-845D-4B5A-AA6F-E79D6611C8AA}"/>
                </a:ext>
              </a:extLst>
            </p:cNvPr>
            <p:cNvSpPr/>
            <p:nvPr/>
          </p:nvSpPr>
          <p:spPr>
            <a:xfrm rot="11631303">
              <a:off x="2442486" y="3025802"/>
              <a:ext cx="4719929" cy="77188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AFF44D2-EF88-407F-B5E8-C027AA2376FE}"/>
                </a:ext>
              </a:extLst>
            </p:cNvPr>
            <p:cNvSpPr/>
            <p:nvPr/>
          </p:nvSpPr>
          <p:spPr>
            <a:xfrm rot="11984027">
              <a:off x="1999617" y="642528"/>
              <a:ext cx="8116191" cy="1210517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35D15E3-0AD4-4710-8D5E-B55F29354A52}"/>
                </a:ext>
              </a:extLst>
            </p:cNvPr>
            <p:cNvSpPr/>
            <p:nvPr/>
          </p:nvSpPr>
          <p:spPr>
            <a:xfrm rot="14775064">
              <a:off x="281440" y="1868703"/>
              <a:ext cx="6850959" cy="213834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637A7A3A-17A7-4062-BC47-C68F09D97164}"/>
              </a:ext>
            </a:extLst>
          </p:cNvPr>
          <p:cNvSpPr/>
          <p:nvPr/>
        </p:nvSpPr>
        <p:spPr>
          <a:xfrm rot="7642703">
            <a:off x="4579066" y="2276677"/>
            <a:ext cx="2214278" cy="2232734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69514BD-4341-4487-B6EE-E848631DF168}"/>
              </a:ext>
            </a:extLst>
          </p:cNvPr>
          <p:cNvSpPr/>
          <p:nvPr/>
        </p:nvSpPr>
        <p:spPr>
          <a:xfrm rot="7642703">
            <a:off x="5730236" y="-901061"/>
            <a:ext cx="4468786" cy="2232734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2436EB2-79DD-4353-8A4E-1A9798156F1D}"/>
              </a:ext>
            </a:extLst>
          </p:cNvPr>
          <p:cNvSpPr/>
          <p:nvPr/>
        </p:nvSpPr>
        <p:spPr>
          <a:xfrm rot="5400000">
            <a:off x="2248318" y="-1893651"/>
            <a:ext cx="3828772" cy="1863143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54E5A13-F6E9-44F8-897A-C6CA42118862}"/>
              </a:ext>
            </a:extLst>
          </p:cNvPr>
          <p:cNvSpPr/>
          <p:nvPr/>
        </p:nvSpPr>
        <p:spPr>
          <a:xfrm rot="9171070">
            <a:off x="8068406" y="922327"/>
            <a:ext cx="4921648" cy="1826481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EA43F95-68B2-4579-9D48-72A962DC3CC9}"/>
              </a:ext>
            </a:extLst>
          </p:cNvPr>
          <p:cNvSpPr/>
          <p:nvPr/>
        </p:nvSpPr>
        <p:spPr>
          <a:xfrm rot="6713205">
            <a:off x="6981465" y="-5625773"/>
            <a:ext cx="2446071" cy="9752715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F5B5292-0EAF-452F-839B-8DF6799DC754}"/>
              </a:ext>
            </a:extLst>
          </p:cNvPr>
          <p:cNvSpPr/>
          <p:nvPr/>
        </p:nvSpPr>
        <p:spPr>
          <a:xfrm rot="7642703">
            <a:off x="3227482" y="4713988"/>
            <a:ext cx="1659562" cy="1673394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A99AF2F-085B-4991-B17B-67A7F6C0D745}"/>
              </a:ext>
            </a:extLst>
          </p:cNvPr>
          <p:cNvSpPr/>
          <p:nvPr/>
        </p:nvSpPr>
        <p:spPr>
          <a:xfrm rot="6758370">
            <a:off x="1244879" y="-1085448"/>
            <a:ext cx="1054450" cy="4557665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7292CA-3C83-4379-8A42-16543C43A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65717" y="-3709196"/>
            <a:ext cx="5569236" cy="392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1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9C8351-8640-4265-A60B-4281CE7A3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495704" y="-7493597"/>
            <a:ext cx="6803785" cy="571283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97EC532-302B-4012-91B5-D4DC1D8A7946}"/>
              </a:ext>
            </a:extLst>
          </p:cNvPr>
          <p:cNvGrpSpPr/>
          <p:nvPr/>
        </p:nvGrpSpPr>
        <p:grpSpPr>
          <a:xfrm rot="9900000">
            <a:off x="3887886" y="654897"/>
            <a:ext cx="7391664" cy="7057477"/>
            <a:chOff x="2079711" y="-496348"/>
            <a:chExt cx="7391664" cy="705747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1E6D6C7-DE11-41C3-B4D4-1C46B718867F}"/>
                </a:ext>
              </a:extLst>
            </p:cNvPr>
            <p:cNvSpPr/>
            <p:nvPr/>
          </p:nvSpPr>
          <p:spPr>
            <a:xfrm rot="4500000">
              <a:off x="4776727" y="1987650"/>
              <a:ext cx="3546539" cy="76073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CA860A-4CF5-411D-AE3B-091592722296}"/>
                </a:ext>
              </a:extLst>
            </p:cNvPr>
            <p:cNvSpPr/>
            <p:nvPr/>
          </p:nvSpPr>
          <p:spPr>
            <a:xfrm rot="8100000">
              <a:off x="4114514" y="2026989"/>
              <a:ext cx="3822141" cy="91131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F57E99-5115-4771-BBB3-3FBFFFDEEFA4}"/>
                </a:ext>
              </a:extLst>
            </p:cNvPr>
            <p:cNvSpPr/>
            <p:nvPr/>
          </p:nvSpPr>
          <p:spPr>
            <a:xfrm rot="11631303">
              <a:off x="4283378" y="3164070"/>
              <a:ext cx="2802675" cy="1051210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0ECA93F-B3DF-4A59-A2DB-FD92ADBDDBA0}"/>
                </a:ext>
              </a:extLst>
            </p:cNvPr>
            <p:cNvSpPr/>
            <p:nvPr/>
          </p:nvSpPr>
          <p:spPr>
            <a:xfrm rot="11984027">
              <a:off x="2079711" y="542324"/>
              <a:ext cx="7391664" cy="1209532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A828A39-8E2A-43F1-BE80-EF67C222D5E8}"/>
                </a:ext>
              </a:extLst>
            </p:cNvPr>
            <p:cNvSpPr/>
            <p:nvPr/>
          </p:nvSpPr>
          <p:spPr>
            <a:xfrm rot="14775064">
              <a:off x="219767" y="1963218"/>
              <a:ext cx="7057477" cy="213834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6C8030-67FC-4DA6-BFE7-171742E152DC}"/>
              </a:ext>
            </a:extLst>
          </p:cNvPr>
          <p:cNvGrpSpPr/>
          <p:nvPr/>
        </p:nvGrpSpPr>
        <p:grpSpPr>
          <a:xfrm rot="20700000">
            <a:off x="43756" y="-1083144"/>
            <a:ext cx="8116191" cy="6850959"/>
            <a:chOff x="1999617" y="-487604"/>
            <a:chExt cx="8116191" cy="6850959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3E8A5C6-D8CF-4FB9-A490-4F715106953D}"/>
                </a:ext>
              </a:extLst>
            </p:cNvPr>
            <p:cNvSpPr/>
            <p:nvPr/>
          </p:nvSpPr>
          <p:spPr>
            <a:xfrm rot="4642395">
              <a:off x="5516962" y="2546090"/>
              <a:ext cx="2368254" cy="76073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CA4B467-8A49-47A4-A669-94FA901E2174}"/>
                </a:ext>
              </a:extLst>
            </p:cNvPr>
            <p:cNvSpPr/>
            <p:nvPr/>
          </p:nvSpPr>
          <p:spPr>
            <a:xfrm rot="8100000">
              <a:off x="2799988" y="2558110"/>
              <a:ext cx="5388959" cy="91131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3A3ADCB-845D-4B5A-AA6F-E79D6611C8AA}"/>
                </a:ext>
              </a:extLst>
            </p:cNvPr>
            <p:cNvSpPr/>
            <p:nvPr/>
          </p:nvSpPr>
          <p:spPr>
            <a:xfrm rot="11631303">
              <a:off x="2442486" y="3025802"/>
              <a:ext cx="4719929" cy="77188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AFF44D2-EF88-407F-B5E8-C027AA2376FE}"/>
                </a:ext>
              </a:extLst>
            </p:cNvPr>
            <p:cNvSpPr/>
            <p:nvPr/>
          </p:nvSpPr>
          <p:spPr>
            <a:xfrm rot="11984027">
              <a:off x="1999617" y="642528"/>
              <a:ext cx="8116191" cy="1210517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35D15E3-0AD4-4710-8D5E-B55F29354A52}"/>
                </a:ext>
              </a:extLst>
            </p:cNvPr>
            <p:cNvSpPr/>
            <p:nvPr/>
          </p:nvSpPr>
          <p:spPr>
            <a:xfrm rot="14775064">
              <a:off x="281440" y="1868703"/>
              <a:ext cx="6850959" cy="213834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637A7A3A-17A7-4062-BC47-C68F09D97164}"/>
              </a:ext>
            </a:extLst>
          </p:cNvPr>
          <p:cNvSpPr/>
          <p:nvPr/>
        </p:nvSpPr>
        <p:spPr>
          <a:xfrm rot="7642703">
            <a:off x="4579066" y="2276677"/>
            <a:ext cx="2214278" cy="2232734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69514BD-4341-4487-B6EE-E848631DF168}"/>
              </a:ext>
            </a:extLst>
          </p:cNvPr>
          <p:cNvSpPr/>
          <p:nvPr/>
        </p:nvSpPr>
        <p:spPr>
          <a:xfrm rot="7642703">
            <a:off x="5730236" y="-901061"/>
            <a:ext cx="4468786" cy="2232734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2436EB2-79DD-4353-8A4E-1A9798156F1D}"/>
              </a:ext>
            </a:extLst>
          </p:cNvPr>
          <p:cNvSpPr/>
          <p:nvPr/>
        </p:nvSpPr>
        <p:spPr>
          <a:xfrm rot="5400000">
            <a:off x="2248318" y="-1893651"/>
            <a:ext cx="3828772" cy="1863143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54E5A13-F6E9-44F8-897A-C6CA42118862}"/>
              </a:ext>
            </a:extLst>
          </p:cNvPr>
          <p:cNvSpPr/>
          <p:nvPr/>
        </p:nvSpPr>
        <p:spPr>
          <a:xfrm rot="9171070">
            <a:off x="8068406" y="922327"/>
            <a:ext cx="4921648" cy="1826481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EA43F95-68B2-4579-9D48-72A962DC3CC9}"/>
              </a:ext>
            </a:extLst>
          </p:cNvPr>
          <p:cNvSpPr/>
          <p:nvPr/>
        </p:nvSpPr>
        <p:spPr>
          <a:xfrm rot="6755416">
            <a:off x="7276100" y="-8433771"/>
            <a:ext cx="3238331" cy="14890369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D420F3A4-9596-4E9B-A1BB-AD2474635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975479" y="798734"/>
            <a:ext cx="5651790" cy="3924502"/>
          </a:xfrm>
          <a:prstGeom prst="rect">
            <a:avLst/>
          </a:prstGeom>
        </p:spPr>
      </p:pic>
      <p:sp>
        <p:nvSpPr>
          <p:cNvPr id="85" name="Oval 84">
            <a:extLst>
              <a:ext uri="{FF2B5EF4-FFF2-40B4-BE49-F238E27FC236}">
                <a16:creationId xmlns:a16="http://schemas.microsoft.com/office/drawing/2014/main" id="{FF5B5292-0EAF-452F-839B-8DF6799DC754}"/>
              </a:ext>
            </a:extLst>
          </p:cNvPr>
          <p:cNvSpPr/>
          <p:nvPr/>
        </p:nvSpPr>
        <p:spPr>
          <a:xfrm rot="7642703">
            <a:off x="3227482" y="4713988"/>
            <a:ext cx="1659562" cy="1673394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7B10C0-28A9-4670-AD01-FE043D658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03213" y="-5137278"/>
            <a:ext cx="6841265" cy="48765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AA05A6-5AAB-497D-A921-2A4C39C31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814293" y="-10478128"/>
            <a:ext cx="5816899" cy="3956253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FA99AF2F-085B-4991-B17B-67A7F6C0D745}"/>
              </a:ext>
            </a:extLst>
          </p:cNvPr>
          <p:cNvSpPr/>
          <p:nvPr/>
        </p:nvSpPr>
        <p:spPr>
          <a:xfrm rot="6758370">
            <a:off x="1244879" y="-1085448"/>
            <a:ext cx="1054450" cy="4557665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6D8091-CAD6-4801-B867-52D691B821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116" y="-11399099"/>
            <a:ext cx="5702593" cy="3924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7292CA-3C83-4379-8A42-16543C43A2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4627" y="-11893216"/>
            <a:ext cx="5569236" cy="392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12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97EC532-302B-4012-91B5-D4DC1D8A7946}"/>
              </a:ext>
            </a:extLst>
          </p:cNvPr>
          <p:cNvGrpSpPr/>
          <p:nvPr/>
        </p:nvGrpSpPr>
        <p:grpSpPr>
          <a:xfrm>
            <a:off x="2060442" y="-496348"/>
            <a:ext cx="8425214" cy="7057477"/>
            <a:chOff x="2060442" y="-496348"/>
            <a:chExt cx="8425214" cy="705747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1E6D6C7-DE11-41C3-B4D4-1C46B718867F}"/>
                </a:ext>
              </a:extLst>
            </p:cNvPr>
            <p:cNvSpPr/>
            <p:nvPr/>
          </p:nvSpPr>
          <p:spPr>
            <a:xfrm rot="4500000">
              <a:off x="4371601" y="2515618"/>
              <a:ext cx="4639727" cy="76073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CA860A-4CF5-411D-AE3B-091592722296}"/>
                </a:ext>
              </a:extLst>
            </p:cNvPr>
            <p:cNvSpPr/>
            <p:nvPr/>
          </p:nvSpPr>
          <p:spPr>
            <a:xfrm rot="8100000">
              <a:off x="2798523" y="2554573"/>
              <a:ext cx="5398964" cy="91131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F57E99-5115-4771-BBB3-3FBFFFDEEFA4}"/>
                </a:ext>
              </a:extLst>
            </p:cNvPr>
            <p:cNvSpPr/>
            <p:nvPr/>
          </p:nvSpPr>
          <p:spPr>
            <a:xfrm rot="11631303">
              <a:off x="2426633" y="3181641"/>
              <a:ext cx="6018405" cy="74652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0ECA93F-B3DF-4A59-A2DB-FD92ADBDDBA0}"/>
                </a:ext>
              </a:extLst>
            </p:cNvPr>
            <p:cNvSpPr/>
            <p:nvPr/>
          </p:nvSpPr>
          <p:spPr>
            <a:xfrm rot="11984027">
              <a:off x="2060442" y="653108"/>
              <a:ext cx="8053526" cy="1210517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97E9A5C-FA4E-48C2-8F64-51FE2FCBB82E}"/>
                </a:ext>
              </a:extLst>
            </p:cNvPr>
            <p:cNvSpPr/>
            <p:nvPr/>
          </p:nvSpPr>
          <p:spPr>
            <a:xfrm rot="8542703">
              <a:off x="4235761" y="3779750"/>
              <a:ext cx="6249895" cy="1176370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A828A39-8E2A-43F1-BE80-EF67C222D5E8}"/>
                </a:ext>
              </a:extLst>
            </p:cNvPr>
            <p:cNvSpPr/>
            <p:nvPr/>
          </p:nvSpPr>
          <p:spPr>
            <a:xfrm rot="14775064">
              <a:off x="219767" y="1963218"/>
              <a:ext cx="7057477" cy="213834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6C8030-67FC-4DA6-BFE7-171742E152DC}"/>
              </a:ext>
            </a:extLst>
          </p:cNvPr>
          <p:cNvGrpSpPr/>
          <p:nvPr/>
        </p:nvGrpSpPr>
        <p:grpSpPr>
          <a:xfrm rot="10800000">
            <a:off x="4234262" y="2088870"/>
            <a:ext cx="8425214" cy="7057477"/>
            <a:chOff x="2060442" y="-496348"/>
            <a:chExt cx="8425214" cy="7057477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3E8A5C6-D8CF-4FB9-A490-4F715106953D}"/>
                </a:ext>
              </a:extLst>
            </p:cNvPr>
            <p:cNvSpPr/>
            <p:nvPr/>
          </p:nvSpPr>
          <p:spPr>
            <a:xfrm rot="4500000">
              <a:off x="4371601" y="2515618"/>
              <a:ext cx="4639727" cy="76073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CA4B467-8A49-47A4-A669-94FA901E2174}"/>
                </a:ext>
              </a:extLst>
            </p:cNvPr>
            <p:cNvSpPr/>
            <p:nvPr/>
          </p:nvSpPr>
          <p:spPr>
            <a:xfrm rot="8100000">
              <a:off x="2798523" y="2554573"/>
              <a:ext cx="5398964" cy="91131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3A3ADCB-845D-4B5A-AA6F-E79D6611C8AA}"/>
                </a:ext>
              </a:extLst>
            </p:cNvPr>
            <p:cNvSpPr/>
            <p:nvPr/>
          </p:nvSpPr>
          <p:spPr>
            <a:xfrm rot="11631303">
              <a:off x="2426633" y="3181641"/>
              <a:ext cx="6018405" cy="74652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AFF44D2-EF88-407F-B5E8-C027AA2376FE}"/>
                </a:ext>
              </a:extLst>
            </p:cNvPr>
            <p:cNvSpPr/>
            <p:nvPr/>
          </p:nvSpPr>
          <p:spPr>
            <a:xfrm rot="11984027">
              <a:off x="2060442" y="653108"/>
              <a:ext cx="8053526" cy="1210517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27258A7-D1CA-44A3-9E3C-75B9C6E1808D}"/>
                </a:ext>
              </a:extLst>
            </p:cNvPr>
            <p:cNvSpPr/>
            <p:nvPr/>
          </p:nvSpPr>
          <p:spPr>
            <a:xfrm rot="8542703">
              <a:off x="4235761" y="3779750"/>
              <a:ext cx="6249895" cy="1176370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35D15E3-0AD4-4710-8D5E-B55F29354A52}"/>
                </a:ext>
              </a:extLst>
            </p:cNvPr>
            <p:cNvSpPr/>
            <p:nvPr/>
          </p:nvSpPr>
          <p:spPr>
            <a:xfrm rot="14775064">
              <a:off x="219767" y="1963218"/>
              <a:ext cx="7057477" cy="213834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143532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9C8351-8640-4265-A60B-4281CE7A3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495704" y="-7493597"/>
            <a:ext cx="6803785" cy="571283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97EC532-302B-4012-91B5-D4DC1D8A7946}"/>
              </a:ext>
            </a:extLst>
          </p:cNvPr>
          <p:cNvGrpSpPr/>
          <p:nvPr/>
        </p:nvGrpSpPr>
        <p:grpSpPr>
          <a:xfrm rot="9900000">
            <a:off x="3887886" y="654897"/>
            <a:ext cx="7391664" cy="7057477"/>
            <a:chOff x="2079711" y="-496348"/>
            <a:chExt cx="7391664" cy="705747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1E6D6C7-DE11-41C3-B4D4-1C46B718867F}"/>
                </a:ext>
              </a:extLst>
            </p:cNvPr>
            <p:cNvSpPr/>
            <p:nvPr/>
          </p:nvSpPr>
          <p:spPr>
            <a:xfrm rot="4500000">
              <a:off x="4799133" y="1958449"/>
              <a:ext cx="3486077" cy="76073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CA860A-4CF5-411D-AE3B-091592722296}"/>
                </a:ext>
              </a:extLst>
            </p:cNvPr>
            <p:cNvSpPr/>
            <p:nvPr/>
          </p:nvSpPr>
          <p:spPr>
            <a:xfrm rot="8100000">
              <a:off x="2804718" y="2569526"/>
              <a:ext cx="5356663" cy="91131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F57E99-5115-4771-BBB3-3FBFFFDEEFA4}"/>
                </a:ext>
              </a:extLst>
            </p:cNvPr>
            <p:cNvSpPr/>
            <p:nvPr/>
          </p:nvSpPr>
          <p:spPr>
            <a:xfrm rot="11631303">
              <a:off x="2446038" y="3021924"/>
              <a:ext cx="4684454" cy="74652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0ECA93F-B3DF-4A59-A2DB-FD92ADBDDBA0}"/>
                </a:ext>
              </a:extLst>
            </p:cNvPr>
            <p:cNvSpPr/>
            <p:nvPr/>
          </p:nvSpPr>
          <p:spPr>
            <a:xfrm rot="11984027">
              <a:off x="2079711" y="542324"/>
              <a:ext cx="7391664" cy="1209532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A828A39-8E2A-43F1-BE80-EF67C222D5E8}"/>
                </a:ext>
              </a:extLst>
            </p:cNvPr>
            <p:cNvSpPr/>
            <p:nvPr/>
          </p:nvSpPr>
          <p:spPr>
            <a:xfrm rot="14775064">
              <a:off x="219767" y="1963218"/>
              <a:ext cx="7057477" cy="213834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6C8030-67FC-4DA6-BFE7-171742E152DC}"/>
              </a:ext>
            </a:extLst>
          </p:cNvPr>
          <p:cNvGrpSpPr/>
          <p:nvPr/>
        </p:nvGrpSpPr>
        <p:grpSpPr>
          <a:xfrm rot="20700000">
            <a:off x="103576" y="-1090777"/>
            <a:ext cx="8053526" cy="6850959"/>
            <a:chOff x="2060442" y="-487604"/>
            <a:chExt cx="8053526" cy="6850959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3E8A5C6-D8CF-4FB9-A490-4F715106953D}"/>
                </a:ext>
              </a:extLst>
            </p:cNvPr>
            <p:cNvSpPr/>
            <p:nvPr/>
          </p:nvSpPr>
          <p:spPr>
            <a:xfrm rot="4500000">
              <a:off x="4787014" y="1974250"/>
              <a:ext cx="3518791" cy="76073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CA4B467-8A49-47A4-A669-94FA901E2174}"/>
                </a:ext>
              </a:extLst>
            </p:cNvPr>
            <p:cNvSpPr/>
            <p:nvPr/>
          </p:nvSpPr>
          <p:spPr>
            <a:xfrm rot="8100000">
              <a:off x="2798523" y="2554573"/>
              <a:ext cx="5398964" cy="911314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3A3ADCB-845D-4B5A-AA6F-E79D6611C8AA}"/>
                </a:ext>
              </a:extLst>
            </p:cNvPr>
            <p:cNvSpPr/>
            <p:nvPr/>
          </p:nvSpPr>
          <p:spPr>
            <a:xfrm rot="11631303">
              <a:off x="2445523" y="3026171"/>
              <a:ext cx="4719929" cy="74652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AFF44D2-EF88-407F-B5E8-C027AA2376FE}"/>
                </a:ext>
              </a:extLst>
            </p:cNvPr>
            <p:cNvSpPr/>
            <p:nvPr/>
          </p:nvSpPr>
          <p:spPr>
            <a:xfrm rot="11984027">
              <a:off x="2060442" y="653108"/>
              <a:ext cx="8053526" cy="1210517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35D15E3-0AD4-4710-8D5E-B55F29354A52}"/>
                </a:ext>
              </a:extLst>
            </p:cNvPr>
            <p:cNvSpPr/>
            <p:nvPr/>
          </p:nvSpPr>
          <p:spPr>
            <a:xfrm rot="14775064">
              <a:off x="281440" y="1868703"/>
              <a:ext cx="6850959" cy="2138346"/>
            </a:xfrm>
            <a:prstGeom prst="ellipse">
              <a:avLst/>
            </a:prstGeom>
            <a:noFill/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637A7A3A-17A7-4062-BC47-C68F09D97164}"/>
              </a:ext>
            </a:extLst>
          </p:cNvPr>
          <p:cNvSpPr/>
          <p:nvPr/>
        </p:nvSpPr>
        <p:spPr>
          <a:xfrm rot="7642703">
            <a:off x="4579066" y="2276677"/>
            <a:ext cx="2214278" cy="2232734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69514BD-4341-4487-B6EE-E848631DF168}"/>
              </a:ext>
            </a:extLst>
          </p:cNvPr>
          <p:cNvSpPr/>
          <p:nvPr/>
        </p:nvSpPr>
        <p:spPr>
          <a:xfrm rot="7642703">
            <a:off x="5730236" y="-901061"/>
            <a:ext cx="4468786" cy="2232734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2436EB2-79DD-4353-8A4E-1A9798156F1D}"/>
              </a:ext>
            </a:extLst>
          </p:cNvPr>
          <p:cNvSpPr/>
          <p:nvPr/>
        </p:nvSpPr>
        <p:spPr>
          <a:xfrm rot="5619895">
            <a:off x="2479313" y="-2125481"/>
            <a:ext cx="3828772" cy="1873349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54E5A13-F6E9-44F8-897A-C6CA42118862}"/>
              </a:ext>
            </a:extLst>
          </p:cNvPr>
          <p:cNvSpPr/>
          <p:nvPr/>
        </p:nvSpPr>
        <p:spPr>
          <a:xfrm rot="10079189">
            <a:off x="8429650" y="1090396"/>
            <a:ext cx="5276913" cy="2388947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EA43F95-68B2-4579-9D48-72A962DC3CC9}"/>
              </a:ext>
            </a:extLst>
          </p:cNvPr>
          <p:cNvSpPr/>
          <p:nvPr/>
        </p:nvSpPr>
        <p:spPr>
          <a:xfrm rot="6755416">
            <a:off x="7276100" y="-8433771"/>
            <a:ext cx="3238331" cy="14890369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D420F3A4-9596-4E9B-A1BB-AD2474635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975479" y="798734"/>
            <a:ext cx="5651790" cy="3924502"/>
          </a:xfrm>
          <a:prstGeom prst="rect">
            <a:avLst/>
          </a:prstGeom>
        </p:spPr>
      </p:pic>
      <p:sp>
        <p:nvSpPr>
          <p:cNvPr id="85" name="Oval 84">
            <a:extLst>
              <a:ext uri="{FF2B5EF4-FFF2-40B4-BE49-F238E27FC236}">
                <a16:creationId xmlns:a16="http://schemas.microsoft.com/office/drawing/2014/main" id="{FF5B5292-0EAF-452F-839B-8DF6799DC754}"/>
              </a:ext>
            </a:extLst>
          </p:cNvPr>
          <p:cNvSpPr/>
          <p:nvPr/>
        </p:nvSpPr>
        <p:spPr>
          <a:xfrm rot="7642703">
            <a:off x="3227482" y="4713988"/>
            <a:ext cx="1659562" cy="1673394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7B10C0-28A9-4670-AD01-FE043D658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03213" y="-5137278"/>
            <a:ext cx="5550185" cy="395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880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8AB3D44-6A87-4C43-81AE-7703CEC7CD85}"/>
              </a:ext>
            </a:extLst>
          </p:cNvPr>
          <p:cNvGrpSpPr/>
          <p:nvPr/>
        </p:nvGrpSpPr>
        <p:grpSpPr>
          <a:xfrm>
            <a:off x="2298700" y="-797263"/>
            <a:ext cx="7594600" cy="7116728"/>
            <a:chOff x="2336800" y="-1847850"/>
            <a:chExt cx="7594600" cy="711672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0245AF5-E30E-4EBF-838E-7698CD807296}"/>
                </a:ext>
              </a:extLst>
            </p:cNvPr>
            <p:cNvSpPr/>
            <p:nvPr/>
          </p:nvSpPr>
          <p:spPr>
            <a:xfrm>
              <a:off x="4057650" y="-1847850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AB2D9D0-D05F-4335-AC92-57E46798EB26}"/>
                </a:ext>
              </a:extLst>
            </p:cNvPr>
            <p:cNvSpPr/>
            <p:nvPr/>
          </p:nvSpPr>
          <p:spPr>
            <a:xfrm>
              <a:off x="4057650" y="190500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6B12975-AF50-4EEC-B02C-CD1A5A5D2E34}"/>
                </a:ext>
              </a:extLst>
            </p:cNvPr>
            <p:cNvSpPr/>
            <p:nvPr/>
          </p:nvSpPr>
          <p:spPr>
            <a:xfrm>
              <a:off x="5854700" y="1192178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B90301-4033-4837-8D1E-EC6F09EE804F}"/>
                </a:ext>
              </a:extLst>
            </p:cNvPr>
            <p:cNvSpPr/>
            <p:nvPr/>
          </p:nvSpPr>
          <p:spPr>
            <a:xfrm>
              <a:off x="2336800" y="1192178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58794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D5E8FB2-1759-4A05-94CB-5C1849629B36}"/>
              </a:ext>
            </a:extLst>
          </p:cNvPr>
          <p:cNvGrpSpPr/>
          <p:nvPr/>
        </p:nvGrpSpPr>
        <p:grpSpPr>
          <a:xfrm>
            <a:off x="5081285" y="334963"/>
            <a:ext cx="6115050" cy="6115050"/>
            <a:chOff x="2298700" y="204415"/>
            <a:chExt cx="6115050" cy="611505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07EB2D0-7AAA-43E9-992F-8213A95B9966}"/>
                </a:ext>
              </a:extLst>
            </p:cNvPr>
            <p:cNvSpPr/>
            <p:nvPr/>
          </p:nvSpPr>
          <p:spPr>
            <a:xfrm>
              <a:off x="4337050" y="224276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6BE03F3-3347-43DC-8DCC-AFA2A7B1FF65}"/>
                </a:ext>
              </a:extLst>
            </p:cNvPr>
            <p:cNvSpPr/>
            <p:nvPr/>
          </p:nvSpPr>
          <p:spPr>
            <a:xfrm>
              <a:off x="2298700" y="224276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82DD083-4FEE-472C-9A05-5891FC5BF274}"/>
                </a:ext>
              </a:extLst>
            </p:cNvPr>
            <p:cNvSpPr/>
            <p:nvPr/>
          </p:nvSpPr>
          <p:spPr>
            <a:xfrm>
              <a:off x="4337050" y="20441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C58CA77-CF56-408F-AD8B-B330BAD77335}"/>
                </a:ext>
              </a:extLst>
            </p:cNvPr>
            <p:cNvSpPr/>
            <p:nvPr/>
          </p:nvSpPr>
          <p:spPr>
            <a:xfrm>
              <a:off x="2298700" y="20441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F500C579-1395-4098-A84B-02DC1EE04CF2}"/>
              </a:ext>
            </a:extLst>
          </p:cNvPr>
          <p:cNvSpPr/>
          <p:nvPr/>
        </p:nvSpPr>
        <p:spPr>
          <a:xfrm>
            <a:off x="6712084" y="1945532"/>
            <a:ext cx="2897595" cy="2897595"/>
          </a:xfrm>
          <a:prstGeom prst="ellipse">
            <a:avLst/>
          </a:prstGeom>
          <a:noFill/>
          <a:ln w="635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72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F2F6175-A2A5-4558-B3AB-179F79E283D2}"/>
              </a:ext>
            </a:extLst>
          </p:cNvPr>
          <p:cNvGrpSpPr/>
          <p:nvPr/>
        </p:nvGrpSpPr>
        <p:grpSpPr>
          <a:xfrm>
            <a:off x="3524654" y="1147864"/>
            <a:ext cx="5142690" cy="3813242"/>
            <a:chOff x="3501956" y="1245141"/>
            <a:chExt cx="5142690" cy="381324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31CACE9-DB61-4D96-A5C3-FF218DB411D2}"/>
                </a:ext>
              </a:extLst>
            </p:cNvPr>
            <p:cNvSpPr/>
            <p:nvPr/>
          </p:nvSpPr>
          <p:spPr>
            <a:xfrm>
              <a:off x="3501956" y="1245141"/>
              <a:ext cx="3813242" cy="3813242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45AAC90-1728-4E96-805B-0C96573C92EC}"/>
                </a:ext>
              </a:extLst>
            </p:cNvPr>
            <p:cNvSpPr/>
            <p:nvPr/>
          </p:nvSpPr>
          <p:spPr>
            <a:xfrm>
              <a:off x="4831404" y="1245141"/>
              <a:ext cx="3813242" cy="3813242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BA8FDE1-6646-4AC3-BEB7-E046B88C808A}"/>
              </a:ext>
            </a:extLst>
          </p:cNvPr>
          <p:cNvGrpSpPr/>
          <p:nvPr/>
        </p:nvGrpSpPr>
        <p:grpSpPr>
          <a:xfrm>
            <a:off x="3236068" y="2198452"/>
            <a:ext cx="5719863" cy="3813242"/>
            <a:chOff x="3501956" y="2198452"/>
            <a:chExt cx="5719863" cy="381324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E194A5A-3D3B-45BC-ABB3-712AB20DA4FD}"/>
                </a:ext>
              </a:extLst>
            </p:cNvPr>
            <p:cNvSpPr/>
            <p:nvPr/>
          </p:nvSpPr>
          <p:spPr>
            <a:xfrm>
              <a:off x="3501956" y="2198452"/>
              <a:ext cx="3813242" cy="3813242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496FA3B-A184-4376-BAA4-8C8183020C40}"/>
                </a:ext>
              </a:extLst>
            </p:cNvPr>
            <p:cNvSpPr/>
            <p:nvPr/>
          </p:nvSpPr>
          <p:spPr>
            <a:xfrm>
              <a:off x="5408577" y="2198452"/>
              <a:ext cx="3813242" cy="3813242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PT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534C286F-DB0B-4F4D-84DA-2F03B9F1EA9A}"/>
              </a:ext>
            </a:extLst>
          </p:cNvPr>
          <p:cNvSpPr/>
          <p:nvPr/>
        </p:nvSpPr>
        <p:spPr>
          <a:xfrm>
            <a:off x="4189378" y="2856690"/>
            <a:ext cx="3813242" cy="3813242"/>
          </a:xfrm>
          <a:prstGeom prst="ellipse">
            <a:avLst/>
          </a:prstGeom>
          <a:noFill/>
          <a:ln w="635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FC17727-2E11-45F8-9CF5-5D04A46EE197}"/>
              </a:ext>
            </a:extLst>
          </p:cNvPr>
          <p:cNvSpPr/>
          <p:nvPr/>
        </p:nvSpPr>
        <p:spPr>
          <a:xfrm>
            <a:off x="3813240" y="1511029"/>
            <a:ext cx="4565518" cy="4565518"/>
          </a:xfrm>
          <a:prstGeom prst="ellipse">
            <a:avLst/>
          </a:prstGeom>
          <a:noFill/>
          <a:ln w="635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35615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EE7DAD-4292-48DA-84B7-636DB60E0563}"/>
              </a:ext>
            </a:extLst>
          </p:cNvPr>
          <p:cNvGrpSpPr/>
          <p:nvPr/>
        </p:nvGrpSpPr>
        <p:grpSpPr>
          <a:xfrm>
            <a:off x="3038475" y="334963"/>
            <a:ext cx="6115050" cy="6115050"/>
            <a:chOff x="2298700" y="204415"/>
            <a:chExt cx="6115050" cy="611505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6B12975-AF50-4EEC-B02C-CD1A5A5D2E34}"/>
                </a:ext>
              </a:extLst>
            </p:cNvPr>
            <p:cNvSpPr/>
            <p:nvPr/>
          </p:nvSpPr>
          <p:spPr>
            <a:xfrm>
              <a:off x="4337050" y="224276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B90301-4033-4837-8D1E-EC6F09EE804F}"/>
                </a:ext>
              </a:extLst>
            </p:cNvPr>
            <p:cNvSpPr/>
            <p:nvPr/>
          </p:nvSpPr>
          <p:spPr>
            <a:xfrm>
              <a:off x="2298700" y="224276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E794226-3439-4DF2-B402-3DB1063FCF5E}"/>
                </a:ext>
              </a:extLst>
            </p:cNvPr>
            <p:cNvSpPr/>
            <p:nvPr/>
          </p:nvSpPr>
          <p:spPr>
            <a:xfrm>
              <a:off x="4337050" y="20441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A611D13-1E00-4697-8050-0A3C65AEC454}"/>
                </a:ext>
              </a:extLst>
            </p:cNvPr>
            <p:cNvSpPr/>
            <p:nvPr/>
          </p:nvSpPr>
          <p:spPr>
            <a:xfrm>
              <a:off x="2298700" y="20441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D5E8FB2-1759-4A05-94CB-5C1849629B36}"/>
              </a:ext>
            </a:extLst>
          </p:cNvPr>
          <p:cNvGrpSpPr/>
          <p:nvPr/>
        </p:nvGrpSpPr>
        <p:grpSpPr>
          <a:xfrm>
            <a:off x="5081285" y="334963"/>
            <a:ext cx="6115050" cy="6115050"/>
            <a:chOff x="2298700" y="204415"/>
            <a:chExt cx="6115050" cy="611505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07EB2D0-7AAA-43E9-992F-8213A95B9966}"/>
                </a:ext>
              </a:extLst>
            </p:cNvPr>
            <p:cNvSpPr/>
            <p:nvPr/>
          </p:nvSpPr>
          <p:spPr>
            <a:xfrm>
              <a:off x="4337050" y="224276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6BE03F3-3347-43DC-8DCC-AFA2A7B1FF65}"/>
                </a:ext>
              </a:extLst>
            </p:cNvPr>
            <p:cNvSpPr/>
            <p:nvPr/>
          </p:nvSpPr>
          <p:spPr>
            <a:xfrm>
              <a:off x="2298700" y="224276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82DD083-4FEE-472C-9A05-5891FC5BF274}"/>
                </a:ext>
              </a:extLst>
            </p:cNvPr>
            <p:cNvSpPr/>
            <p:nvPr/>
          </p:nvSpPr>
          <p:spPr>
            <a:xfrm>
              <a:off x="4337050" y="20441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C58CA77-CF56-408F-AD8B-B330BAD77335}"/>
                </a:ext>
              </a:extLst>
            </p:cNvPr>
            <p:cNvSpPr/>
            <p:nvPr/>
          </p:nvSpPr>
          <p:spPr>
            <a:xfrm>
              <a:off x="2298700" y="20441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398B000-D442-470A-A4BF-6F9E6AF825E3}"/>
              </a:ext>
            </a:extLst>
          </p:cNvPr>
          <p:cNvGrpSpPr/>
          <p:nvPr/>
        </p:nvGrpSpPr>
        <p:grpSpPr>
          <a:xfrm>
            <a:off x="3038475" y="2377773"/>
            <a:ext cx="6115050" cy="6115050"/>
            <a:chOff x="2298700" y="204415"/>
            <a:chExt cx="6115050" cy="611505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37C6203-23CC-41B4-821D-420934BF2C28}"/>
                </a:ext>
              </a:extLst>
            </p:cNvPr>
            <p:cNvSpPr/>
            <p:nvPr/>
          </p:nvSpPr>
          <p:spPr>
            <a:xfrm>
              <a:off x="4337050" y="224276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F485155-DA54-4A42-B5A8-5B85D1B2DC60}"/>
                </a:ext>
              </a:extLst>
            </p:cNvPr>
            <p:cNvSpPr/>
            <p:nvPr/>
          </p:nvSpPr>
          <p:spPr>
            <a:xfrm>
              <a:off x="2298700" y="224276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ED6BB7C-6D79-4DF4-B086-B802313D1D2B}"/>
                </a:ext>
              </a:extLst>
            </p:cNvPr>
            <p:cNvSpPr/>
            <p:nvPr/>
          </p:nvSpPr>
          <p:spPr>
            <a:xfrm>
              <a:off x="4337050" y="20441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7DF7A9C-76A7-49DA-A4E1-3D1FC402F785}"/>
                </a:ext>
              </a:extLst>
            </p:cNvPr>
            <p:cNvSpPr/>
            <p:nvPr/>
          </p:nvSpPr>
          <p:spPr>
            <a:xfrm>
              <a:off x="2298700" y="20441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E50561D-B726-406B-A581-1239E302B836}"/>
              </a:ext>
            </a:extLst>
          </p:cNvPr>
          <p:cNvGrpSpPr/>
          <p:nvPr/>
        </p:nvGrpSpPr>
        <p:grpSpPr>
          <a:xfrm>
            <a:off x="3898561" y="985619"/>
            <a:ext cx="7297774" cy="7507204"/>
            <a:chOff x="1115976" y="-1187739"/>
            <a:chExt cx="7297774" cy="7507204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FFE1E5D-FE60-4AC8-9D75-0E72EDCF2F57}"/>
                </a:ext>
              </a:extLst>
            </p:cNvPr>
            <p:cNvSpPr/>
            <p:nvPr/>
          </p:nvSpPr>
          <p:spPr>
            <a:xfrm>
              <a:off x="4337050" y="224276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19F194E-AE90-4C77-866A-42ABC1A104EE}"/>
                </a:ext>
              </a:extLst>
            </p:cNvPr>
            <p:cNvSpPr/>
            <p:nvPr/>
          </p:nvSpPr>
          <p:spPr>
            <a:xfrm>
              <a:off x="2298700" y="224276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49A92C5-E851-4CD9-AE02-9E054DD6EACA}"/>
                </a:ext>
              </a:extLst>
            </p:cNvPr>
            <p:cNvSpPr/>
            <p:nvPr/>
          </p:nvSpPr>
          <p:spPr>
            <a:xfrm>
              <a:off x="4337050" y="20441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CA93157-16AF-452D-8823-8F1A4A0D49AF}"/>
                </a:ext>
              </a:extLst>
            </p:cNvPr>
            <p:cNvSpPr/>
            <p:nvPr/>
          </p:nvSpPr>
          <p:spPr>
            <a:xfrm>
              <a:off x="2298700" y="204415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60D1451-A317-4874-A7CA-CF4B8370C432}"/>
                </a:ext>
              </a:extLst>
            </p:cNvPr>
            <p:cNvSpPr/>
            <p:nvPr/>
          </p:nvSpPr>
          <p:spPr>
            <a:xfrm>
              <a:off x="3929499" y="-227826"/>
              <a:ext cx="2897595" cy="2897595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62AE2B7-8A13-4D11-83C7-E75DAB45BE9A}"/>
                </a:ext>
              </a:extLst>
            </p:cNvPr>
            <p:cNvSpPr/>
            <p:nvPr/>
          </p:nvSpPr>
          <p:spPr>
            <a:xfrm>
              <a:off x="5324813" y="3275093"/>
              <a:ext cx="1173804" cy="1173804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4DA7ED6-64A1-4BD5-8C4B-3059EECEF598}"/>
                </a:ext>
              </a:extLst>
            </p:cNvPr>
            <p:cNvSpPr/>
            <p:nvPr/>
          </p:nvSpPr>
          <p:spPr>
            <a:xfrm>
              <a:off x="1245582" y="1185450"/>
              <a:ext cx="2108264" cy="2108264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B1B9EE5-2D34-4827-876E-8C1CD4975D2D}"/>
                </a:ext>
              </a:extLst>
            </p:cNvPr>
            <p:cNvSpPr/>
            <p:nvPr/>
          </p:nvSpPr>
          <p:spPr>
            <a:xfrm>
              <a:off x="1115976" y="-1187739"/>
              <a:ext cx="1173804" cy="1173804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B0CCD79-3516-44C1-90B7-C56FEE7DE832}"/>
                </a:ext>
              </a:extLst>
            </p:cNvPr>
            <p:cNvSpPr/>
            <p:nvPr/>
          </p:nvSpPr>
          <p:spPr>
            <a:xfrm>
              <a:off x="1842546" y="4661674"/>
              <a:ext cx="1173804" cy="1173804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1592844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7D48FBEF-9D0E-44E1-B854-28C2925A8F74}"/>
              </a:ext>
            </a:extLst>
          </p:cNvPr>
          <p:cNvGrpSpPr/>
          <p:nvPr/>
        </p:nvGrpSpPr>
        <p:grpSpPr>
          <a:xfrm rot="10800000">
            <a:off x="2220879" y="-3856746"/>
            <a:ext cx="7594600" cy="7116728"/>
            <a:chOff x="2336800" y="-1847850"/>
            <a:chExt cx="7594600" cy="711672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12A45A1-7107-40CE-A202-6E77E9C7D1A6}"/>
                </a:ext>
              </a:extLst>
            </p:cNvPr>
            <p:cNvSpPr/>
            <p:nvPr/>
          </p:nvSpPr>
          <p:spPr>
            <a:xfrm>
              <a:off x="4057650" y="-1847850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E6E3A68-C316-4685-8191-8E59E1F33148}"/>
                </a:ext>
              </a:extLst>
            </p:cNvPr>
            <p:cNvSpPr/>
            <p:nvPr/>
          </p:nvSpPr>
          <p:spPr>
            <a:xfrm>
              <a:off x="4057650" y="190500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F64D72F-25AB-421D-968D-0F5D493CAB27}"/>
                </a:ext>
              </a:extLst>
            </p:cNvPr>
            <p:cNvSpPr/>
            <p:nvPr/>
          </p:nvSpPr>
          <p:spPr>
            <a:xfrm>
              <a:off x="5854700" y="1192178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4AAD265-9910-46B3-9BDE-6578355D0A97}"/>
                </a:ext>
              </a:extLst>
            </p:cNvPr>
            <p:cNvSpPr/>
            <p:nvPr/>
          </p:nvSpPr>
          <p:spPr>
            <a:xfrm>
              <a:off x="2336800" y="1192178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262E63A-9AC7-4044-9322-3DCA22CD4B26}"/>
              </a:ext>
            </a:extLst>
          </p:cNvPr>
          <p:cNvGrpSpPr/>
          <p:nvPr/>
        </p:nvGrpSpPr>
        <p:grpSpPr>
          <a:xfrm rot="10800000">
            <a:off x="5836055" y="2240807"/>
            <a:ext cx="7594600" cy="7116728"/>
            <a:chOff x="2336800" y="-1847850"/>
            <a:chExt cx="7594600" cy="711672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9412772-9FC1-42A9-850C-E752596F22E1}"/>
                </a:ext>
              </a:extLst>
            </p:cNvPr>
            <p:cNvSpPr/>
            <p:nvPr/>
          </p:nvSpPr>
          <p:spPr>
            <a:xfrm>
              <a:off x="4057650" y="-1847850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13558A4-1007-49C7-9E1C-B2B520A1D31B}"/>
                </a:ext>
              </a:extLst>
            </p:cNvPr>
            <p:cNvSpPr/>
            <p:nvPr/>
          </p:nvSpPr>
          <p:spPr>
            <a:xfrm>
              <a:off x="4057650" y="190500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C4490DB-856B-4179-90A0-C9956000DFDB}"/>
                </a:ext>
              </a:extLst>
            </p:cNvPr>
            <p:cNvSpPr/>
            <p:nvPr/>
          </p:nvSpPr>
          <p:spPr>
            <a:xfrm>
              <a:off x="5854700" y="1192178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4082048-4FC6-4431-A3E7-45172C5AFE17}"/>
                </a:ext>
              </a:extLst>
            </p:cNvPr>
            <p:cNvSpPr/>
            <p:nvPr/>
          </p:nvSpPr>
          <p:spPr>
            <a:xfrm>
              <a:off x="2336800" y="1192178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3963FD-E8B5-43DA-87DF-B1E5F7499003}"/>
              </a:ext>
            </a:extLst>
          </p:cNvPr>
          <p:cNvGrpSpPr/>
          <p:nvPr/>
        </p:nvGrpSpPr>
        <p:grpSpPr>
          <a:xfrm rot="10800000">
            <a:off x="-1258110" y="2279717"/>
            <a:ext cx="7594600" cy="7116728"/>
            <a:chOff x="2336800" y="-1847850"/>
            <a:chExt cx="7594600" cy="711672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458B68-2AB5-4387-B512-CFFC620CA4D2}"/>
                </a:ext>
              </a:extLst>
            </p:cNvPr>
            <p:cNvSpPr/>
            <p:nvPr/>
          </p:nvSpPr>
          <p:spPr>
            <a:xfrm>
              <a:off x="4057650" y="-1847850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BE52F48-A372-408B-A03C-ACBA08907228}"/>
                </a:ext>
              </a:extLst>
            </p:cNvPr>
            <p:cNvSpPr/>
            <p:nvPr/>
          </p:nvSpPr>
          <p:spPr>
            <a:xfrm>
              <a:off x="4057650" y="190500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D014517-D37F-4DD2-A659-28437BC9873B}"/>
                </a:ext>
              </a:extLst>
            </p:cNvPr>
            <p:cNvSpPr/>
            <p:nvPr/>
          </p:nvSpPr>
          <p:spPr>
            <a:xfrm>
              <a:off x="5854700" y="1192178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3F2C30-1C7A-4629-A62A-9BC94C33B696}"/>
                </a:ext>
              </a:extLst>
            </p:cNvPr>
            <p:cNvSpPr/>
            <p:nvPr/>
          </p:nvSpPr>
          <p:spPr>
            <a:xfrm>
              <a:off x="2336800" y="1192178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8E1E7F0-06B0-40A0-B1EB-3668871D6886}"/>
              </a:ext>
            </a:extLst>
          </p:cNvPr>
          <p:cNvGrpSpPr/>
          <p:nvPr/>
        </p:nvGrpSpPr>
        <p:grpSpPr>
          <a:xfrm>
            <a:off x="2298700" y="-797263"/>
            <a:ext cx="7594600" cy="7116728"/>
            <a:chOff x="2336800" y="-1847850"/>
            <a:chExt cx="7594600" cy="7116728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7794B72-19B6-4DCF-8321-75716FDBB0E3}"/>
                </a:ext>
              </a:extLst>
            </p:cNvPr>
            <p:cNvSpPr/>
            <p:nvPr/>
          </p:nvSpPr>
          <p:spPr>
            <a:xfrm>
              <a:off x="4057650" y="-1847850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B50920F-D1B4-4222-834B-0E89AB6E2245}"/>
                </a:ext>
              </a:extLst>
            </p:cNvPr>
            <p:cNvSpPr/>
            <p:nvPr/>
          </p:nvSpPr>
          <p:spPr>
            <a:xfrm>
              <a:off x="4057650" y="190500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51AC55E-0FAD-410A-B46D-A62657A6EE22}"/>
                </a:ext>
              </a:extLst>
            </p:cNvPr>
            <p:cNvSpPr/>
            <p:nvPr/>
          </p:nvSpPr>
          <p:spPr>
            <a:xfrm>
              <a:off x="5854700" y="1192178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A2EE04C-AC4F-4E1E-96F6-AD9A59E90278}"/>
                </a:ext>
              </a:extLst>
            </p:cNvPr>
            <p:cNvSpPr/>
            <p:nvPr/>
          </p:nvSpPr>
          <p:spPr>
            <a:xfrm>
              <a:off x="2336800" y="1192178"/>
              <a:ext cx="4076700" cy="4076700"/>
            </a:xfrm>
            <a:prstGeom prst="ellipse">
              <a:avLst/>
            </a:prstGeom>
            <a:noFill/>
            <a:ln w="635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53374DBB-9329-4933-9108-D3E2C988D9F8}"/>
              </a:ext>
            </a:extLst>
          </p:cNvPr>
          <p:cNvSpPr/>
          <p:nvPr/>
        </p:nvSpPr>
        <p:spPr>
          <a:xfrm rot="10800000">
            <a:off x="8620530" y="4296825"/>
            <a:ext cx="2039160" cy="2039160"/>
          </a:xfrm>
          <a:prstGeom prst="ellipse">
            <a:avLst/>
          </a:prstGeom>
          <a:noFill/>
          <a:ln w="635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C806CAF-5E9A-4E35-A5BB-11F5DDE4657A}"/>
              </a:ext>
            </a:extLst>
          </p:cNvPr>
          <p:cNvSpPr/>
          <p:nvPr/>
        </p:nvSpPr>
        <p:spPr>
          <a:xfrm rot="10800000">
            <a:off x="1556901" y="7340597"/>
            <a:ext cx="2039160" cy="2039160"/>
          </a:xfrm>
          <a:prstGeom prst="ellipse">
            <a:avLst/>
          </a:prstGeom>
          <a:noFill/>
          <a:ln w="635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3233C90-6917-402F-954C-BC857220ECC5}"/>
              </a:ext>
            </a:extLst>
          </p:cNvPr>
          <p:cNvSpPr/>
          <p:nvPr/>
        </p:nvSpPr>
        <p:spPr>
          <a:xfrm rot="10800000">
            <a:off x="4997789" y="-4837821"/>
            <a:ext cx="2039160" cy="2039160"/>
          </a:xfrm>
          <a:prstGeom prst="ellipse">
            <a:avLst/>
          </a:prstGeom>
          <a:noFill/>
          <a:ln w="635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0FB1194-4FC2-4D19-9456-01807D8BF3C7}"/>
              </a:ext>
            </a:extLst>
          </p:cNvPr>
          <p:cNvSpPr/>
          <p:nvPr/>
        </p:nvSpPr>
        <p:spPr>
          <a:xfrm rot="10800000">
            <a:off x="5031096" y="-2818521"/>
            <a:ext cx="2039160" cy="2039160"/>
          </a:xfrm>
          <a:prstGeom prst="ellipse">
            <a:avLst/>
          </a:prstGeom>
          <a:noFill/>
          <a:ln w="635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01790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35</Words>
  <Application>Microsoft Office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40</cp:revision>
  <dcterms:created xsi:type="dcterms:W3CDTF">2020-11-20T09:35:21Z</dcterms:created>
  <dcterms:modified xsi:type="dcterms:W3CDTF">2020-11-20T22:50:45Z</dcterms:modified>
</cp:coreProperties>
</file>