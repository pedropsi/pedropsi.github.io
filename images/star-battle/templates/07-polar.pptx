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CCFFFF"/>
    <a:srgbClr val="FF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6AED-31C5-4267-96AA-2B116CE69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6C130-32FD-4DB6-AE6D-348EDB7A9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4B2-A8F0-4533-92FD-F5882EDC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B150-0D33-49EC-8DCA-BE47E2D6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C1F1-5A7B-4D0B-8930-98F8D07D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270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8361-F8B9-4C21-A8CC-4E409B1B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A283-13CE-4574-9D8C-ADDD354F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AC16C-70AB-456D-893B-87B9A091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9CFC-B83B-4460-8471-5C6B3B40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72805-9578-49C2-8993-94758D96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016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9EE3-CFC1-4AD5-A562-D0949CFF0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8BA9F-089D-4147-94AF-670B0A1E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799E8-8AA0-4BC2-934E-87B6875A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EB365-6365-4D03-AD34-D30144D2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C3AE4-3B9B-4597-A10F-0A8C1C3B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475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5EFB-ED41-4E10-BD4E-39775F87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EEF3-7DB4-4F2A-BB12-FCE804262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91968-D7AC-45F0-8719-653F85690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65CAB-D275-45F5-8697-A206BC50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7957E-E923-4662-B3CF-7EF0C62E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E9711-A155-4335-950A-D44238DB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128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D1B9-568F-4AC6-ACFA-6A410034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C5C03-9ADE-4C98-AACE-A57D32F38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36560-BACE-4786-A20C-3886DDCEF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31311-A9D9-4A16-A105-492F69C6D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D903B-9241-4144-8BD1-55F1CD00E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AB153-3281-4FC1-AC01-1D70EAF9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725E8-33D3-49F0-BCC7-A1CA0B85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396A0-CC35-417D-864F-3B9AB92B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147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8C0D-5E3E-4824-A3FF-01559F47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136AD-AC76-411C-90F2-7A65B2A1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00C88-41CD-46D0-AB4D-67F80DE8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ED673-AD7E-4374-8DD5-B8472379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49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FB0B-ABE6-4684-94AE-59DFCD70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1F689-0F15-40CC-8E8A-592AB48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6D1F-6162-4D34-8A03-18B858B0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227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2581-3A6C-47F8-8C62-CFDA682F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93535-0597-49C4-B651-31063CB3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49FC-D1FD-4898-AF38-E8C526F2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4236F-AA83-4A4F-AA35-0C1A5476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6DD76-9E6A-4C22-A1E8-BE8B0B51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3B16C-A88F-4F5D-B17F-EECE8D24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7627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1B14-EBF4-470B-AE39-A7DB8268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C8E4B-8916-4EC3-9FF0-8EFA62736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41B3D-31D5-452E-A234-C6ED20160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6B03F-4271-4B5A-9AE8-62FFFBE5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4175-13E0-452E-9BAD-B58A0F59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C89AC-7056-4970-B781-B8DA2E0F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273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32B8-854E-43BB-8C71-45570833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519DA-6796-405F-ADC5-620D375C7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45E86-FB1E-4D68-8EF5-0AC97A1E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00DE4-5E44-421D-B5AD-1FC479B6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EFEF-B3A2-497D-955F-6586095A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234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900BE-85CF-4CAB-A010-8DAE7B236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4C8DE-0D67-46A8-AC1D-B177E0238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2C32C-EE7B-41AC-BB21-A86DDED8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D4CCD-45C7-43D8-96D1-88012420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D879-5210-48FE-BE9A-131915ED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349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72CE4-695A-4C03-8F6F-366CBDA1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B5AE9-6BD4-434C-8138-A164514F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8769-8412-4939-BDA1-35FA089EB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1D59-5C61-4FBD-93AB-5F0E3268C68C}" type="datetimeFigureOut">
              <a:rPr lang="pt-PT" smtClean="0"/>
              <a:t>11/12/2020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CAF3C-CEE7-417E-98C4-D5AFC2B56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C803B-895B-4C8D-813E-4174439B3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0D7D6-02A7-46E7-AE69-24A22574F84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937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D39B3-C7D9-41B4-A66B-C67E591E8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611" y="-1803557"/>
            <a:ext cx="10729389" cy="104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3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roup 366">
            <a:extLst>
              <a:ext uri="{FF2B5EF4-FFF2-40B4-BE49-F238E27FC236}">
                <a16:creationId xmlns:a16="http://schemas.microsoft.com/office/drawing/2014/main" id="{BE9C15CF-0870-4378-BBA8-3C0BF6ABB94F}"/>
              </a:ext>
            </a:extLst>
          </p:cNvPr>
          <p:cNvGrpSpPr/>
          <p:nvPr/>
        </p:nvGrpSpPr>
        <p:grpSpPr>
          <a:xfrm>
            <a:off x="118770" y="-2617310"/>
            <a:ext cx="12073230" cy="12092620"/>
            <a:chOff x="2284796" y="-3065115"/>
            <a:chExt cx="12073230" cy="12092620"/>
          </a:xfrm>
        </p:grpSpPr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ED13F762-27DC-4EDD-BB5C-03AF06B3D7CD}"/>
                </a:ext>
              </a:extLst>
            </p:cNvPr>
            <p:cNvGrpSpPr/>
            <p:nvPr/>
          </p:nvGrpSpPr>
          <p:grpSpPr>
            <a:xfrm>
              <a:off x="2284796" y="-3065115"/>
              <a:ext cx="12073230" cy="12092620"/>
              <a:chOff x="4450822" y="-895610"/>
              <a:chExt cx="7741178" cy="7753610"/>
            </a:xfrm>
          </p:grpSpPr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3BFEDFCE-2EBF-4ECF-B272-EE9A499DC337}"/>
                  </a:ext>
                </a:extLst>
              </p:cNvPr>
              <p:cNvGrpSpPr/>
              <p:nvPr/>
            </p:nvGrpSpPr>
            <p:grpSpPr>
              <a:xfrm>
                <a:off x="4450822" y="-895610"/>
                <a:ext cx="7741178" cy="7753610"/>
                <a:chOff x="5659122" y="268441"/>
                <a:chExt cx="5562602" cy="5571534"/>
              </a:xfrm>
              <a:solidFill>
                <a:schemeClr val="bg2"/>
              </a:solidFill>
            </p:grpSpPr>
            <p:grpSp>
              <p:nvGrpSpPr>
                <p:cNvPr id="481" name="Group 480">
                  <a:extLst>
                    <a:ext uri="{FF2B5EF4-FFF2-40B4-BE49-F238E27FC236}">
                      <a16:creationId xmlns:a16="http://schemas.microsoft.com/office/drawing/2014/main" id="{5038AD2C-2E7B-4CA4-B310-83565FD7D002}"/>
                    </a:ext>
                  </a:extLst>
                </p:cNvPr>
                <p:cNvGrpSpPr/>
                <p:nvPr/>
              </p:nvGrpSpPr>
              <p:grpSpPr>
                <a:xfrm>
                  <a:off x="5659124" y="268441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96" name="Group 495">
                    <a:extLst>
                      <a:ext uri="{FF2B5EF4-FFF2-40B4-BE49-F238E27FC236}">
                        <a16:creationId xmlns:a16="http://schemas.microsoft.com/office/drawing/2014/main" id="{63B694EF-087E-4705-8ACB-FAEF394BD856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500" name="Partial Circle 499">
                      <a:extLst>
                        <a:ext uri="{FF2B5EF4-FFF2-40B4-BE49-F238E27FC236}">
                          <a16:creationId xmlns:a16="http://schemas.microsoft.com/office/drawing/2014/main" id="{0A725A38-074E-46DB-9473-CB025C931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01" name="Partial Circle 500">
                      <a:extLst>
                        <a:ext uri="{FF2B5EF4-FFF2-40B4-BE49-F238E27FC236}">
                          <a16:creationId xmlns:a16="http://schemas.microsoft.com/office/drawing/2014/main" id="{335AFA3C-720A-494E-94CB-505F201C668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97" name="Group 496">
                    <a:extLst>
                      <a:ext uri="{FF2B5EF4-FFF2-40B4-BE49-F238E27FC236}">
                        <a16:creationId xmlns:a16="http://schemas.microsoft.com/office/drawing/2014/main" id="{36D2F37D-E7DD-46D7-9F11-E094AB1C58FF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98" name="Partial Circle 497">
                      <a:extLst>
                        <a:ext uri="{FF2B5EF4-FFF2-40B4-BE49-F238E27FC236}">
                          <a16:creationId xmlns:a16="http://schemas.microsoft.com/office/drawing/2014/main" id="{BC372565-0627-480B-84E0-90E36E63F8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9" name="Partial Circle 498">
                      <a:extLst>
                        <a:ext uri="{FF2B5EF4-FFF2-40B4-BE49-F238E27FC236}">
                          <a16:creationId xmlns:a16="http://schemas.microsoft.com/office/drawing/2014/main" id="{7D38ED0D-D7D3-4D44-B287-D19DADAD0DB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82" name="Group 481">
                  <a:extLst>
                    <a:ext uri="{FF2B5EF4-FFF2-40B4-BE49-F238E27FC236}">
                      <a16:creationId xmlns:a16="http://schemas.microsoft.com/office/drawing/2014/main" id="{90E2B833-8713-4E0F-B7DD-4446E6B6C428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90" name="Group 489">
                    <a:extLst>
                      <a:ext uri="{FF2B5EF4-FFF2-40B4-BE49-F238E27FC236}">
                        <a16:creationId xmlns:a16="http://schemas.microsoft.com/office/drawing/2014/main" id="{F79C1E5A-1679-4579-B803-A7F3F80C6DAA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94" name="Partial Circle 493">
                      <a:extLst>
                        <a:ext uri="{FF2B5EF4-FFF2-40B4-BE49-F238E27FC236}">
                          <a16:creationId xmlns:a16="http://schemas.microsoft.com/office/drawing/2014/main" id="{C572ABDD-6757-473E-B61B-BC5F9F22A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5" name="Partial Circle 494">
                      <a:extLst>
                        <a:ext uri="{FF2B5EF4-FFF2-40B4-BE49-F238E27FC236}">
                          <a16:creationId xmlns:a16="http://schemas.microsoft.com/office/drawing/2014/main" id="{3F542A0B-CDAC-47ED-8AAA-5C7B3647F16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91" name="Group 490">
                    <a:extLst>
                      <a:ext uri="{FF2B5EF4-FFF2-40B4-BE49-F238E27FC236}">
                        <a16:creationId xmlns:a16="http://schemas.microsoft.com/office/drawing/2014/main" id="{977CC35D-72BF-4CCB-BA42-A8BDE81052EE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92" name="Partial Circle 491">
                      <a:extLst>
                        <a:ext uri="{FF2B5EF4-FFF2-40B4-BE49-F238E27FC236}">
                          <a16:creationId xmlns:a16="http://schemas.microsoft.com/office/drawing/2014/main" id="{FDA5EB7A-9F8C-4845-BDED-DB5C3C8C3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3" name="Partial Circle 492">
                      <a:extLst>
                        <a:ext uri="{FF2B5EF4-FFF2-40B4-BE49-F238E27FC236}">
                          <a16:creationId xmlns:a16="http://schemas.microsoft.com/office/drawing/2014/main" id="{DEC2AD6D-3FBA-40D4-AB92-01601E9A438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83" name="Group 482">
                  <a:extLst>
                    <a:ext uri="{FF2B5EF4-FFF2-40B4-BE49-F238E27FC236}">
                      <a16:creationId xmlns:a16="http://schemas.microsoft.com/office/drawing/2014/main" id="{6C8C3508-5C66-4401-9389-4BB1AF3DC35E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84" name="Group 483">
                    <a:extLst>
                      <a:ext uri="{FF2B5EF4-FFF2-40B4-BE49-F238E27FC236}">
                        <a16:creationId xmlns:a16="http://schemas.microsoft.com/office/drawing/2014/main" id="{8464AACF-FBD9-429C-A113-E4723BE66AD7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88" name="Partial Circle 487">
                      <a:extLst>
                        <a:ext uri="{FF2B5EF4-FFF2-40B4-BE49-F238E27FC236}">
                          <a16:creationId xmlns:a16="http://schemas.microsoft.com/office/drawing/2014/main" id="{BFBED378-8714-4D27-9D68-C5A6F321DE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9" name="Partial Circle 488">
                      <a:extLst>
                        <a:ext uri="{FF2B5EF4-FFF2-40B4-BE49-F238E27FC236}">
                          <a16:creationId xmlns:a16="http://schemas.microsoft.com/office/drawing/2014/main" id="{3BCA747C-E6E4-41EB-B4D7-B65B54022BD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85" name="Group 484">
                    <a:extLst>
                      <a:ext uri="{FF2B5EF4-FFF2-40B4-BE49-F238E27FC236}">
                        <a16:creationId xmlns:a16="http://schemas.microsoft.com/office/drawing/2014/main" id="{9DF94386-FC48-48FD-A514-B67FD6B1F79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86" name="Partial Circle 485">
                      <a:extLst>
                        <a:ext uri="{FF2B5EF4-FFF2-40B4-BE49-F238E27FC236}">
                          <a16:creationId xmlns:a16="http://schemas.microsoft.com/office/drawing/2014/main" id="{E15BA6EE-3383-4129-AAE3-114434E0DB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7" name="Partial Circle 486">
                      <a:extLst>
                        <a:ext uri="{FF2B5EF4-FFF2-40B4-BE49-F238E27FC236}">
                          <a16:creationId xmlns:a16="http://schemas.microsoft.com/office/drawing/2014/main" id="{AEBA3AC0-1413-4A16-A799-73FEA4FBCF9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A3929A59-DEE3-472B-B657-56B004ACDDEF}"/>
                  </a:ext>
                </a:extLst>
              </p:cNvPr>
              <p:cNvGrpSpPr/>
              <p:nvPr/>
            </p:nvGrpSpPr>
            <p:grpSpPr>
              <a:xfrm>
                <a:off x="5178958" y="-166303"/>
                <a:ext cx="6284906" cy="6294996"/>
                <a:chOff x="5659122" y="268441"/>
                <a:chExt cx="5562602" cy="5571534"/>
              </a:xfrm>
              <a:solidFill>
                <a:schemeClr val="bg2"/>
              </a:solidFill>
            </p:grpSpPr>
            <p:grpSp>
              <p:nvGrpSpPr>
                <p:cNvPr id="460" name="Group 459">
                  <a:extLst>
                    <a:ext uri="{FF2B5EF4-FFF2-40B4-BE49-F238E27FC236}">
                      <a16:creationId xmlns:a16="http://schemas.microsoft.com/office/drawing/2014/main" id="{AB818C72-02EA-4460-B4D1-E70587BCEB05}"/>
                    </a:ext>
                  </a:extLst>
                </p:cNvPr>
                <p:cNvGrpSpPr/>
                <p:nvPr/>
              </p:nvGrpSpPr>
              <p:grpSpPr>
                <a:xfrm>
                  <a:off x="5659124" y="268441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75" name="Group 474">
                    <a:extLst>
                      <a:ext uri="{FF2B5EF4-FFF2-40B4-BE49-F238E27FC236}">
                        <a16:creationId xmlns:a16="http://schemas.microsoft.com/office/drawing/2014/main" id="{778B7D57-8C4F-49AD-A11C-0AD688B15B7D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79" name="Partial Circle 478">
                      <a:extLst>
                        <a:ext uri="{FF2B5EF4-FFF2-40B4-BE49-F238E27FC236}">
                          <a16:creationId xmlns:a16="http://schemas.microsoft.com/office/drawing/2014/main" id="{0913E99F-C136-430C-B2AB-0B1931B518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0" name="Partial Circle 479">
                      <a:extLst>
                        <a:ext uri="{FF2B5EF4-FFF2-40B4-BE49-F238E27FC236}">
                          <a16:creationId xmlns:a16="http://schemas.microsoft.com/office/drawing/2014/main" id="{03225C87-E95F-47C6-8FF2-B76A195D4E5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76" name="Group 475">
                    <a:extLst>
                      <a:ext uri="{FF2B5EF4-FFF2-40B4-BE49-F238E27FC236}">
                        <a16:creationId xmlns:a16="http://schemas.microsoft.com/office/drawing/2014/main" id="{86C21CDD-0C8C-44FF-B70D-B42D469FE296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77" name="Partial Circle 476">
                      <a:extLst>
                        <a:ext uri="{FF2B5EF4-FFF2-40B4-BE49-F238E27FC236}">
                          <a16:creationId xmlns:a16="http://schemas.microsoft.com/office/drawing/2014/main" id="{1884927A-91CA-4143-B5EE-325DBF11CF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8" name="Partial Circle 477">
                      <a:extLst>
                        <a:ext uri="{FF2B5EF4-FFF2-40B4-BE49-F238E27FC236}">
                          <a16:creationId xmlns:a16="http://schemas.microsoft.com/office/drawing/2014/main" id="{8D8410ED-1741-452C-93F7-835EF7AED53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61" name="Group 460">
                  <a:extLst>
                    <a:ext uri="{FF2B5EF4-FFF2-40B4-BE49-F238E27FC236}">
                      <a16:creationId xmlns:a16="http://schemas.microsoft.com/office/drawing/2014/main" id="{CFB6FED3-8F65-467B-812F-EBCD03C3F881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69" name="Group 468">
                    <a:extLst>
                      <a:ext uri="{FF2B5EF4-FFF2-40B4-BE49-F238E27FC236}">
                        <a16:creationId xmlns:a16="http://schemas.microsoft.com/office/drawing/2014/main" id="{20DB4854-A5B1-4357-B510-42FD9DEB878B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73" name="Partial Circle 472">
                      <a:extLst>
                        <a:ext uri="{FF2B5EF4-FFF2-40B4-BE49-F238E27FC236}">
                          <a16:creationId xmlns:a16="http://schemas.microsoft.com/office/drawing/2014/main" id="{B5774828-0D4C-40F4-A068-F5A5C02EA1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4" name="Partial Circle 473">
                      <a:extLst>
                        <a:ext uri="{FF2B5EF4-FFF2-40B4-BE49-F238E27FC236}">
                          <a16:creationId xmlns:a16="http://schemas.microsoft.com/office/drawing/2014/main" id="{321E37E2-51C1-451A-A7A7-1BC0748CF09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70" name="Group 469">
                    <a:extLst>
                      <a:ext uri="{FF2B5EF4-FFF2-40B4-BE49-F238E27FC236}">
                        <a16:creationId xmlns:a16="http://schemas.microsoft.com/office/drawing/2014/main" id="{681D0D03-F82F-456B-8118-81A8640EDEF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71" name="Partial Circle 470">
                      <a:extLst>
                        <a:ext uri="{FF2B5EF4-FFF2-40B4-BE49-F238E27FC236}">
                          <a16:creationId xmlns:a16="http://schemas.microsoft.com/office/drawing/2014/main" id="{F8E3758A-929A-46E1-AF12-842C88207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2" name="Partial Circle 471">
                      <a:extLst>
                        <a:ext uri="{FF2B5EF4-FFF2-40B4-BE49-F238E27FC236}">
                          <a16:creationId xmlns:a16="http://schemas.microsoft.com/office/drawing/2014/main" id="{00A28229-A7FF-4B92-8822-0F7F0584EBE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62" name="Group 461">
                  <a:extLst>
                    <a:ext uri="{FF2B5EF4-FFF2-40B4-BE49-F238E27FC236}">
                      <a16:creationId xmlns:a16="http://schemas.microsoft.com/office/drawing/2014/main" id="{ADD2E37B-1F17-498C-9E48-14017551773B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63" name="Group 462">
                    <a:extLst>
                      <a:ext uri="{FF2B5EF4-FFF2-40B4-BE49-F238E27FC236}">
                        <a16:creationId xmlns:a16="http://schemas.microsoft.com/office/drawing/2014/main" id="{0623C402-1F61-468F-8D5F-2BF7D9A2C440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67" name="Partial Circle 466">
                      <a:extLst>
                        <a:ext uri="{FF2B5EF4-FFF2-40B4-BE49-F238E27FC236}">
                          <a16:creationId xmlns:a16="http://schemas.microsoft.com/office/drawing/2014/main" id="{3C0198E0-56E5-4FE3-992A-48ABE71374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8" name="Partial Circle 467">
                      <a:extLst>
                        <a:ext uri="{FF2B5EF4-FFF2-40B4-BE49-F238E27FC236}">
                          <a16:creationId xmlns:a16="http://schemas.microsoft.com/office/drawing/2014/main" id="{D152ED2F-7A5F-421D-93FB-E39D281695D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64" name="Group 463">
                    <a:extLst>
                      <a:ext uri="{FF2B5EF4-FFF2-40B4-BE49-F238E27FC236}">
                        <a16:creationId xmlns:a16="http://schemas.microsoft.com/office/drawing/2014/main" id="{FB46E987-3947-4E83-95E3-2E7351A4D1C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65" name="Partial Circle 464">
                      <a:extLst>
                        <a:ext uri="{FF2B5EF4-FFF2-40B4-BE49-F238E27FC236}">
                          <a16:creationId xmlns:a16="http://schemas.microsoft.com/office/drawing/2014/main" id="{010D8AC7-8602-4E14-8245-B9F659679D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6" name="Partial Circle 465">
                      <a:extLst>
                        <a:ext uri="{FF2B5EF4-FFF2-40B4-BE49-F238E27FC236}">
                          <a16:creationId xmlns:a16="http://schemas.microsoft.com/office/drawing/2014/main" id="{B03EED76-6BA3-474B-A4D1-551AD53ADEC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18B67403-E85D-4162-A39C-B7636F515F7A}"/>
                  </a:ext>
                </a:extLst>
              </p:cNvPr>
              <p:cNvGrpSpPr/>
              <p:nvPr/>
            </p:nvGrpSpPr>
            <p:grpSpPr>
              <a:xfrm>
                <a:off x="5865351" y="521192"/>
                <a:ext cx="4912121" cy="4920006"/>
                <a:chOff x="5659122" y="268441"/>
                <a:chExt cx="5562603" cy="5571534"/>
              </a:xfrm>
              <a:solidFill>
                <a:schemeClr val="bg2"/>
              </a:solidFill>
            </p:grpSpPr>
            <p:grpSp>
              <p:nvGrpSpPr>
                <p:cNvPr id="439" name="Group 438">
                  <a:extLst>
                    <a:ext uri="{FF2B5EF4-FFF2-40B4-BE49-F238E27FC236}">
                      <a16:creationId xmlns:a16="http://schemas.microsoft.com/office/drawing/2014/main" id="{F04C3ECE-8C81-40B4-98E8-A94A298FDF84}"/>
                    </a:ext>
                  </a:extLst>
                </p:cNvPr>
                <p:cNvGrpSpPr/>
                <p:nvPr/>
              </p:nvGrpSpPr>
              <p:grpSpPr>
                <a:xfrm>
                  <a:off x="5659124" y="268441"/>
                  <a:ext cx="5562601" cy="5562600"/>
                  <a:chOff x="5659124" y="268441"/>
                  <a:chExt cx="5562601" cy="5562600"/>
                </a:xfrm>
                <a:grpFill/>
              </p:grpSpPr>
              <p:grpSp>
                <p:nvGrpSpPr>
                  <p:cNvPr id="454" name="Group 453">
                    <a:extLst>
                      <a:ext uri="{FF2B5EF4-FFF2-40B4-BE49-F238E27FC236}">
                        <a16:creationId xmlns:a16="http://schemas.microsoft.com/office/drawing/2014/main" id="{EA8D6C8D-6E60-403C-94C7-D701D6997668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1" cy="5562600"/>
                    <a:chOff x="5659124" y="268441"/>
                    <a:chExt cx="5562601" cy="5562600"/>
                  </a:xfrm>
                  <a:grpFill/>
                </p:grpSpPr>
                <p:sp>
                  <p:nvSpPr>
                    <p:cNvPr id="458" name="Partial Circle 457">
                      <a:extLst>
                        <a:ext uri="{FF2B5EF4-FFF2-40B4-BE49-F238E27FC236}">
                          <a16:creationId xmlns:a16="http://schemas.microsoft.com/office/drawing/2014/main" id="{DA783723-9915-451B-8A2E-B88EF1955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9" name="Partial Circle 458">
                      <a:extLst>
                        <a:ext uri="{FF2B5EF4-FFF2-40B4-BE49-F238E27FC236}">
                          <a16:creationId xmlns:a16="http://schemas.microsoft.com/office/drawing/2014/main" id="{1A0B1F11-9181-4CB7-A885-01F6D58F1A7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5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55" name="Group 454">
                    <a:extLst>
                      <a:ext uri="{FF2B5EF4-FFF2-40B4-BE49-F238E27FC236}">
                        <a16:creationId xmlns:a16="http://schemas.microsoft.com/office/drawing/2014/main" id="{316F3045-5481-4B43-88B8-D984C67A4AF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56" name="Partial Circle 455">
                      <a:extLst>
                        <a:ext uri="{FF2B5EF4-FFF2-40B4-BE49-F238E27FC236}">
                          <a16:creationId xmlns:a16="http://schemas.microsoft.com/office/drawing/2014/main" id="{2821A518-FC94-4D35-8FBA-89C31AAA23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7" name="Partial Circle 456">
                      <a:extLst>
                        <a:ext uri="{FF2B5EF4-FFF2-40B4-BE49-F238E27FC236}">
                          <a16:creationId xmlns:a16="http://schemas.microsoft.com/office/drawing/2014/main" id="{A251EBFA-0236-4614-BB09-B7CB645DF49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40" name="Group 439">
                  <a:extLst>
                    <a:ext uri="{FF2B5EF4-FFF2-40B4-BE49-F238E27FC236}">
                      <a16:creationId xmlns:a16="http://schemas.microsoft.com/office/drawing/2014/main" id="{9C380262-67F8-4444-9CA8-8670DABE1FD2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48" name="Group 447">
                    <a:extLst>
                      <a:ext uri="{FF2B5EF4-FFF2-40B4-BE49-F238E27FC236}">
                        <a16:creationId xmlns:a16="http://schemas.microsoft.com/office/drawing/2014/main" id="{98C70C9A-4464-49EC-A97C-9F3432128CFA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52" name="Partial Circle 451">
                      <a:extLst>
                        <a:ext uri="{FF2B5EF4-FFF2-40B4-BE49-F238E27FC236}">
                          <a16:creationId xmlns:a16="http://schemas.microsoft.com/office/drawing/2014/main" id="{5CC218BD-315B-4B3D-8621-0A615321D9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3" name="Partial Circle 452">
                      <a:extLst>
                        <a:ext uri="{FF2B5EF4-FFF2-40B4-BE49-F238E27FC236}">
                          <a16:creationId xmlns:a16="http://schemas.microsoft.com/office/drawing/2014/main" id="{89D007C5-45EC-41CF-94AA-916615359D4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49" name="Group 448">
                    <a:extLst>
                      <a:ext uri="{FF2B5EF4-FFF2-40B4-BE49-F238E27FC236}">
                        <a16:creationId xmlns:a16="http://schemas.microsoft.com/office/drawing/2014/main" id="{0CD54A84-BEB5-4BCE-A694-33D13745E4EB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50" name="Partial Circle 449">
                      <a:extLst>
                        <a:ext uri="{FF2B5EF4-FFF2-40B4-BE49-F238E27FC236}">
                          <a16:creationId xmlns:a16="http://schemas.microsoft.com/office/drawing/2014/main" id="{E0166A25-A556-4FCF-BB3E-2511F89BBA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1" name="Partial Circle 450">
                      <a:extLst>
                        <a:ext uri="{FF2B5EF4-FFF2-40B4-BE49-F238E27FC236}">
                          <a16:creationId xmlns:a16="http://schemas.microsoft.com/office/drawing/2014/main" id="{3C4AB84F-6472-447D-9D87-3D34DD526A3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41" name="Group 440">
                  <a:extLst>
                    <a:ext uri="{FF2B5EF4-FFF2-40B4-BE49-F238E27FC236}">
                      <a16:creationId xmlns:a16="http://schemas.microsoft.com/office/drawing/2014/main" id="{7A839801-89C1-44A3-8C1A-6B974E61EBB6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42" name="Group 441">
                    <a:extLst>
                      <a:ext uri="{FF2B5EF4-FFF2-40B4-BE49-F238E27FC236}">
                        <a16:creationId xmlns:a16="http://schemas.microsoft.com/office/drawing/2014/main" id="{A24153E2-6270-413C-B68B-0ADE1BDEA97C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46" name="Partial Circle 445">
                      <a:extLst>
                        <a:ext uri="{FF2B5EF4-FFF2-40B4-BE49-F238E27FC236}">
                          <a16:creationId xmlns:a16="http://schemas.microsoft.com/office/drawing/2014/main" id="{B45623A2-4763-4F20-98C7-AF1C9D6E44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47" name="Partial Circle 446">
                      <a:extLst>
                        <a:ext uri="{FF2B5EF4-FFF2-40B4-BE49-F238E27FC236}">
                          <a16:creationId xmlns:a16="http://schemas.microsoft.com/office/drawing/2014/main" id="{0A36FEAC-1412-45B7-9859-A30350A49B2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43" name="Group 442">
                    <a:extLst>
                      <a:ext uri="{FF2B5EF4-FFF2-40B4-BE49-F238E27FC236}">
                        <a16:creationId xmlns:a16="http://schemas.microsoft.com/office/drawing/2014/main" id="{848FB9EE-629C-4A0B-9365-6E17290F075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44" name="Partial Circle 443">
                      <a:extLst>
                        <a:ext uri="{FF2B5EF4-FFF2-40B4-BE49-F238E27FC236}">
                          <a16:creationId xmlns:a16="http://schemas.microsoft.com/office/drawing/2014/main" id="{F40A7ED8-28E9-4042-A240-29C006365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45" name="Partial Circle 444">
                      <a:extLst>
                        <a:ext uri="{FF2B5EF4-FFF2-40B4-BE49-F238E27FC236}">
                          <a16:creationId xmlns:a16="http://schemas.microsoft.com/office/drawing/2014/main" id="{FB5C6512-22CD-4C38-B03F-0A6B23603C4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&lt;&lt;&lt;&lt;&lt;&lt;&lt;&lt;&lt;&lt;&lt;&lt;&lt;&lt;&lt;</a:t>
                      </a:r>
                    </a:p>
                  </p:txBody>
                </p:sp>
              </p:grpSp>
            </p:grpSp>
          </p:grpSp>
          <p:grpSp>
            <p:nvGrpSpPr>
              <p:cNvPr id="373" name="Group 372">
                <a:extLst>
                  <a:ext uri="{FF2B5EF4-FFF2-40B4-BE49-F238E27FC236}">
                    <a16:creationId xmlns:a16="http://schemas.microsoft.com/office/drawing/2014/main" id="{49742640-C1BE-46A7-B721-837D458787DD}"/>
                  </a:ext>
                </a:extLst>
              </p:cNvPr>
              <p:cNvGrpSpPr/>
              <p:nvPr/>
            </p:nvGrpSpPr>
            <p:grpSpPr>
              <a:xfrm>
                <a:off x="6495432" y="1152283"/>
                <a:ext cx="3651958" cy="3657824"/>
                <a:chOff x="5659122" y="268441"/>
                <a:chExt cx="5562602" cy="5571534"/>
              </a:xfrm>
              <a:solidFill>
                <a:schemeClr val="bg2"/>
              </a:solidFill>
            </p:grpSpPr>
            <p:grpSp>
              <p:nvGrpSpPr>
                <p:cNvPr id="418" name="Group 417">
                  <a:extLst>
                    <a:ext uri="{FF2B5EF4-FFF2-40B4-BE49-F238E27FC236}">
                      <a16:creationId xmlns:a16="http://schemas.microsoft.com/office/drawing/2014/main" id="{F09A5B26-9876-4C62-8463-3730CD0687CA}"/>
                    </a:ext>
                  </a:extLst>
                </p:cNvPr>
                <p:cNvGrpSpPr/>
                <p:nvPr/>
              </p:nvGrpSpPr>
              <p:grpSpPr>
                <a:xfrm>
                  <a:off x="5659122" y="268441"/>
                  <a:ext cx="5562602" cy="5562600"/>
                  <a:chOff x="5659122" y="268441"/>
                  <a:chExt cx="5562602" cy="5562600"/>
                </a:xfrm>
                <a:grpFill/>
              </p:grpSpPr>
              <p:grpSp>
                <p:nvGrpSpPr>
                  <p:cNvPr id="433" name="Group 432">
                    <a:extLst>
                      <a:ext uri="{FF2B5EF4-FFF2-40B4-BE49-F238E27FC236}">
                        <a16:creationId xmlns:a16="http://schemas.microsoft.com/office/drawing/2014/main" id="{00D3A323-FF13-4055-8F05-F6B8351C876B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2" y="268441"/>
                    <a:ext cx="5562602" cy="5562600"/>
                    <a:chOff x="5659122" y="268441"/>
                    <a:chExt cx="5562602" cy="5562600"/>
                  </a:xfrm>
                  <a:grpFill/>
                </p:grpSpPr>
                <p:sp>
                  <p:nvSpPr>
                    <p:cNvPr id="437" name="Partial Circle 436">
                      <a:extLst>
                        <a:ext uri="{FF2B5EF4-FFF2-40B4-BE49-F238E27FC236}">
                          <a16:creationId xmlns:a16="http://schemas.microsoft.com/office/drawing/2014/main" id="{BF180E8E-E845-4993-86B4-688083242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38" name="Partial Circle 437">
                      <a:extLst>
                        <a:ext uri="{FF2B5EF4-FFF2-40B4-BE49-F238E27FC236}">
                          <a16:creationId xmlns:a16="http://schemas.microsoft.com/office/drawing/2014/main" id="{961479BA-3B5E-4F37-AA62-D9344467F01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2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34" name="Group 433">
                    <a:extLst>
                      <a:ext uri="{FF2B5EF4-FFF2-40B4-BE49-F238E27FC236}">
                        <a16:creationId xmlns:a16="http://schemas.microsoft.com/office/drawing/2014/main" id="{64DA00B8-F1C4-465E-AB49-5722A2529603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35" name="Partial Circle 434">
                      <a:extLst>
                        <a:ext uri="{FF2B5EF4-FFF2-40B4-BE49-F238E27FC236}">
                          <a16:creationId xmlns:a16="http://schemas.microsoft.com/office/drawing/2014/main" id="{C0AEB06F-FBBE-4E1B-92A5-B0497F2373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36" name="Partial Circle 435">
                      <a:extLst>
                        <a:ext uri="{FF2B5EF4-FFF2-40B4-BE49-F238E27FC236}">
                          <a16:creationId xmlns:a16="http://schemas.microsoft.com/office/drawing/2014/main" id="{2D8F9BC7-32B6-41F4-A128-8B48AEB1E6B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id="{C2C2F553-17D1-4D96-9A80-44D0A7769A98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27" name="Group 426">
                    <a:extLst>
                      <a:ext uri="{FF2B5EF4-FFF2-40B4-BE49-F238E27FC236}">
                        <a16:creationId xmlns:a16="http://schemas.microsoft.com/office/drawing/2014/main" id="{2FD4370D-36B1-4BE9-B867-38D6CA9527B0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31" name="Partial Circle 430">
                      <a:extLst>
                        <a:ext uri="{FF2B5EF4-FFF2-40B4-BE49-F238E27FC236}">
                          <a16:creationId xmlns:a16="http://schemas.microsoft.com/office/drawing/2014/main" id="{15375BEF-4B74-4F83-9C45-86945F8D9B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32" name="Partial Circle 431">
                      <a:extLst>
                        <a:ext uri="{FF2B5EF4-FFF2-40B4-BE49-F238E27FC236}">
                          <a16:creationId xmlns:a16="http://schemas.microsoft.com/office/drawing/2014/main" id="{898ACF43-3593-4A53-9CA9-BD143466DB3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28" name="Group 427">
                    <a:extLst>
                      <a:ext uri="{FF2B5EF4-FFF2-40B4-BE49-F238E27FC236}">
                        <a16:creationId xmlns:a16="http://schemas.microsoft.com/office/drawing/2014/main" id="{3F1A8C3C-744E-4D10-B151-3B1E2513B683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29" name="Partial Circle 428">
                      <a:extLst>
                        <a:ext uri="{FF2B5EF4-FFF2-40B4-BE49-F238E27FC236}">
                          <a16:creationId xmlns:a16="http://schemas.microsoft.com/office/drawing/2014/main" id="{15CB6CD3-7B73-4FA5-9CD6-B7F1DAB71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30" name="Partial Circle 429">
                      <a:extLst>
                        <a:ext uri="{FF2B5EF4-FFF2-40B4-BE49-F238E27FC236}">
                          <a16:creationId xmlns:a16="http://schemas.microsoft.com/office/drawing/2014/main" id="{8A03E531-61C0-45C3-BAEB-D8C47C59979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20" name="Group 419">
                  <a:extLst>
                    <a:ext uri="{FF2B5EF4-FFF2-40B4-BE49-F238E27FC236}">
                      <a16:creationId xmlns:a16="http://schemas.microsoft.com/office/drawing/2014/main" id="{3502DBA9-3A0B-491B-B8BA-2BE4F9EA5868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21" name="Group 420">
                    <a:extLst>
                      <a:ext uri="{FF2B5EF4-FFF2-40B4-BE49-F238E27FC236}">
                        <a16:creationId xmlns:a16="http://schemas.microsoft.com/office/drawing/2014/main" id="{36D2B7BC-9FC5-4DE6-9B63-7C6C68157129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25" name="Partial Circle 424">
                      <a:extLst>
                        <a:ext uri="{FF2B5EF4-FFF2-40B4-BE49-F238E27FC236}">
                          <a16:creationId xmlns:a16="http://schemas.microsoft.com/office/drawing/2014/main" id="{5632E093-0391-4AE0-9B56-42301FDF8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6" name="Partial Circle 425">
                      <a:extLst>
                        <a:ext uri="{FF2B5EF4-FFF2-40B4-BE49-F238E27FC236}">
                          <a16:creationId xmlns:a16="http://schemas.microsoft.com/office/drawing/2014/main" id="{C2C87985-AC41-471C-A58F-43919491277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22" name="Group 421">
                    <a:extLst>
                      <a:ext uri="{FF2B5EF4-FFF2-40B4-BE49-F238E27FC236}">
                        <a16:creationId xmlns:a16="http://schemas.microsoft.com/office/drawing/2014/main" id="{A8DF3400-8300-4E45-BCE5-BFC47EBE33B6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23" name="Partial Circle 422">
                      <a:extLst>
                        <a:ext uri="{FF2B5EF4-FFF2-40B4-BE49-F238E27FC236}">
                          <a16:creationId xmlns:a16="http://schemas.microsoft.com/office/drawing/2014/main" id="{9EBD0831-F65B-4226-8053-CA7BAEFE4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FFCC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4" name="Partial Circle 423">
                      <a:extLst>
                        <a:ext uri="{FF2B5EF4-FFF2-40B4-BE49-F238E27FC236}">
                          <a16:creationId xmlns:a16="http://schemas.microsoft.com/office/drawing/2014/main" id="{BCCB7578-2AB2-4345-B63C-6D96AB046CC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1926DBA7-5506-484B-8751-EE917565AF9F}"/>
                  </a:ext>
                </a:extLst>
              </p:cNvPr>
              <p:cNvGrpSpPr/>
              <p:nvPr/>
            </p:nvGrpSpPr>
            <p:grpSpPr>
              <a:xfrm>
                <a:off x="7114968" y="1772814"/>
                <a:ext cx="2412886" cy="2416762"/>
                <a:chOff x="5659122" y="268441"/>
                <a:chExt cx="5562602" cy="5571534"/>
              </a:xfrm>
              <a:solidFill>
                <a:schemeClr val="bg2"/>
              </a:solidFill>
            </p:grpSpPr>
            <p:grpSp>
              <p:nvGrpSpPr>
                <p:cNvPr id="397" name="Group 396">
                  <a:extLst>
                    <a:ext uri="{FF2B5EF4-FFF2-40B4-BE49-F238E27FC236}">
                      <a16:creationId xmlns:a16="http://schemas.microsoft.com/office/drawing/2014/main" id="{460B5626-000C-472F-8795-F1218677D6CC}"/>
                    </a:ext>
                  </a:extLst>
                </p:cNvPr>
                <p:cNvGrpSpPr/>
                <p:nvPr/>
              </p:nvGrpSpPr>
              <p:grpSpPr>
                <a:xfrm>
                  <a:off x="5659124" y="268441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12" name="Group 411">
                    <a:extLst>
                      <a:ext uri="{FF2B5EF4-FFF2-40B4-BE49-F238E27FC236}">
                        <a16:creationId xmlns:a16="http://schemas.microsoft.com/office/drawing/2014/main" id="{20F3994A-80F7-499D-B3B7-B56ED5978944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16" name="Partial Circle 415">
                      <a:extLst>
                        <a:ext uri="{FF2B5EF4-FFF2-40B4-BE49-F238E27FC236}">
                          <a16:creationId xmlns:a16="http://schemas.microsoft.com/office/drawing/2014/main" id="{B3215EFC-F47F-402E-8B57-7C79A6E4C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17" name="Partial Circle 416">
                      <a:extLst>
                        <a:ext uri="{FF2B5EF4-FFF2-40B4-BE49-F238E27FC236}">
                          <a16:creationId xmlns:a16="http://schemas.microsoft.com/office/drawing/2014/main" id="{4482C82C-E8FE-4D01-9450-9E5B5F80AE8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13" name="Group 412">
                    <a:extLst>
                      <a:ext uri="{FF2B5EF4-FFF2-40B4-BE49-F238E27FC236}">
                        <a16:creationId xmlns:a16="http://schemas.microsoft.com/office/drawing/2014/main" id="{1AF633E8-CA66-47E1-88BA-8BABE8CFFC0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14" name="Partial Circle 413">
                      <a:extLst>
                        <a:ext uri="{FF2B5EF4-FFF2-40B4-BE49-F238E27FC236}">
                          <a16:creationId xmlns:a16="http://schemas.microsoft.com/office/drawing/2014/main" id="{092E1586-63FD-400D-9AA3-93498F257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15" name="Partial Circle 414">
                      <a:extLst>
                        <a:ext uri="{FF2B5EF4-FFF2-40B4-BE49-F238E27FC236}">
                          <a16:creationId xmlns:a16="http://schemas.microsoft.com/office/drawing/2014/main" id="{E1220F83-A49A-446D-BA43-65352406703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1DE327C2-9963-4CD0-A457-76D844DD2C6B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06" name="Group 405">
                    <a:extLst>
                      <a:ext uri="{FF2B5EF4-FFF2-40B4-BE49-F238E27FC236}">
                        <a16:creationId xmlns:a16="http://schemas.microsoft.com/office/drawing/2014/main" id="{CFC20267-24A9-491B-A43E-7EC78476188B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10" name="Partial Circle 409">
                      <a:extLst>
                        <a:ext uri="{FF2B5EF4-FFF2-40B4-BE49-F238E27FC236}">
                          <a16:creationId xmlns:a16="http://schemas.microsoft.com/office/drawing/2014/main" id="{04D594B0-8CB7-49F2-8C39-9EB7346A4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11" name="Partial Circle 410">
                      <a:extLst>
                        <a:ext uri="{FF2B5EF4-FFF2-40B4-BE49-F238E27FC236}">
                          <a16:creationId xmlns:a16="http://schemas.microsoft.com/office/drawing/2014/main" id="{FF1CCE0B-A76B-482D-BE72-A902DD83432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07" name="Group 406">
                    <a:extLst>
                      <a:ext uri="{FF2B5EF4-FFF2-40B4-BE49-F238E27FC236}">
                        <a16:creationId xmlns:a16="http://schemas.microsoft.com/office/drawing/2014/main" id="{2DE5FB9E-869C-4C21-A981-BE69F3DD42D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08" name="Partial Circle 407">
                      <a:extLst>
                        <a:ext uri="{FF2B5EF4-FFF2-40B4-BE49-F238E27FC236}">
                          <a16:creationId xmlns:a16="http://schemas.microsoft.com/office/drawing/2014/main" id="{454243CE-1299-4012-A114-1683D4861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09" name="Partial Circle 408">
                      <a:extLst>
                        <a:ext uri="{FF2B5EF4-FFF2-40B4-BE49-F238E27FC236}">
                          <a16:creationId xmlns:a16="http://schemas.microsoft.com/office/drawing/2014/main" id="{2741BC5C-9A69-40DE-8514-0E034FF7B96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68261445-8F77-471B-B074-7E0902C60549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400" name="Group 399">
                    <a:extLst>
                      <a:ext uri="{FF2B5EF4-FFF2-40B4-BE49-F238E27FC236}">
                        <a16:creationId xmlns:a16="http://schemas.microsoft.com/office/drawing/2014/main" id="{91A1FD25-2D13-4072-A43C-B60826CBE61E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04" name="Partial Circle 403">
                      <a:extLst>
                        <a:ext uri="{FF2B5EF4-FFF2-40B4-BE49-F238E27FC236}">
                          <a16:creationId xmlns:a16="http://schemas.microsoft.com/office/drawing/2014/main" id="{C90974A5-09D7-432F-B3DE-EE1AAD1EA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05" name="Partial Circle 404">
                      <a:extLst>
                        <a:ext uri="{FF2B5EF4-FFF2-40B4-BE49-F238E27FC236}">
                          <a16:creationId xmlns:a16="http://schemas.microsoft.com/office/drawing/2014/main" id="{61F19D57-5EEA-4F81-90C8-F95C48D21A7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CCFF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01" name="Group 400">
                    <a:extLst>
                      <a:ext uri="{FF2B5EF4-FFF2-40B4-BE49-F238E27FC236}">
                        <a16:creationId xmlns:a16="http://schemas.microsoft.com/office/drawing/2014/main" id="{6F2B0034-7FAA-4B86-B525-C2F6333E3CC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402" name="Partial Circle 401">
                      <a:extLst>
                        <a:ext uri="{FF2B5EF4-FFF2-40B4-BE49-F238E27FC236}">
                          <a16:creationId xmlns:a16="http://schemas.microsoft.com/office/drawing/2014/main" id="{17C426A9-F978-4EBB-8CAB-F813E9CDDE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03" name="Partial Circle 402">
                      <a:extLst>
                        <a:ext uri="{FF2B5EF4-FFF2-40B4-BE49-F238E27FC236}">
                          <a16:creationId xmlns:a16="http://schemas.microsoft.com/office/drawing/2014/main" id="{A8EB9EEC-095D-40CA-AD35-5F2233F55A7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7344CE87-482A-4E04-9693-948F76836B71}"/>
                  </a:ext>
                </a:extLst>
              </p:cNvPr>
              <p:cNvGrpSpPr/>
              <p:nvPr/>
            </p:nvGrpSpPr>
            <p:grpSpPr>
              <a:xfrm>
                <a:off x="7647600" y="2306302"/>
                <a:ext cx="1347622" cy="1349786"/>
                <a:chOff x="5659122" y="268441"/>
                <a:chExt cx="5562602" cy="5571534"/>
              </a:xfrm>
              <a:solidFill>
                <a:schemeClr val="bg2"/>
              </a:solidFill>
            </p:grpSpPr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0FC6E02F-BB97-4761-86CB-5A8D7E2CD717}"/>
                    </a:ext>
                  </a:extLst>
                </p:cNvPr>
                <p:cNvGrpSpPr/>
                <p:nvPr/>
              </p:nvGrpSpPr>
              <p:grpSpPr>
                <a:xfrm>
                  <a:off x="5659124" y="268441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391" name="Group 390">
                    <a:extLst>
                      <a:ext uri="{FF2B5EF4-FFF2-40B4-BE49-F238E27FC236}">
                        <a16:creationId xmlns:a16="http://schemas.microsoft.com/office/drawing/2014/main" id="{BD9A12C4-2E37-43D7-971E-F9FA5508C846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95" name="Partial Circle 394">
                      <a:extLst>
                        <a:ext uri="{FF2B5EF4-FFF2-40B4-BE49-F238E27FC236}">
                          <a16:creationId xmlns:a16="http://schemas.microsoft.com/office/drawing/2014/main" id="{F1A872D5-40C3-4F13-80C0-229D6D7D83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96" name="Partial Circle 395">
                      <a:extLst>
                        <a:ext uri="{FF2B5EF4-FFF2-40B4-BE49-F238E27FC236}">
                          <a16:creationId xmlns:a16="http://schemas.microsoft.com/office/drawing/2014/main" id="{A3575901-C837-4B76-9082-F1D7ADBEABB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392" name="Group 391">
                    <a:extLst>
                      <a:ext uri="{FF2B5EF4-FFF2-40B4-BE49-F238E27FC236}">
                        <a16:creationId xmlns:a16="http://schemas.microsoft.com/office/drawing/2014/main" id="{5C992B75-2EC1-490A-90B7-4EEE9D9094E1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93" name="Partial Circle 392">
                      <a:extLst>
                        <a:ext uri="{FF2B5EF4-FFF2-40B4-BE49-F238E27FC236}">
                          <a16:creationId xmlns:a16="http://schemas.microsoft.com/office/drawing/2014/main" id="{6FCF8FB8-CB63-4F7A-AA21-0A847F92E1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94" name="Partial Circle 393">
                      <a:extLst>
                        <a:ext uri="{FF2B5EF4-FFF2-40B4-BE49-F238E27FC236}">
                          <a16:creationId xmlns:a16="http://schemas.microsoft.com/office/drawing/2014/main" id="{D85272E6-023D-453A-B618-518BD831546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77" name="Group 376">
                  <a:extLst>
                    <a:ext uri="{FF2B5EF4-FFF2-40B4-BE49-F238E27FC236}">
                      <a16:creationId xmlns:a16="http://schemas.microsoft.com/office/drawing/2014/main" id="{F41F2BBF-0290-450D-8F0D-E238DE10ABEF}"/>
                    </a:ext>
                  </a:extLst>
                </p:cNvPr>
                <p:cNvGrpSpPr/>
                <p:nvPr/>
              </p:nvGrpSpPr>
              <p:grpSpPr>
                <a:xfrm rot="3600000">
                  <a:off x="5659122" y="277374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385" name="Group 384">
                    <a:extLst>
                      <a:ext uri="{FF2B5EF4-FFF2-40B4-BE49-F238E27FC236}">
                        <a16:creationId xmlns:a16="http://schemas.microsoft.com/office/drawing/2014/main" id="{7976B2E9-1DA8-41DF-A1CF-25F97727A29C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89" name="Partial Circle 388">
                      <a:extLst>
                        <a:ext uri="{FF2B5EF4-FFF2-40B4-BE49-F238E27FC236}">
                          <a16:creationId xmlns:a16="http://schemas.microsoft.com/office/drawing/2014/main" id="{9D8D119D-781F-47BB-8C93-BA83CABED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90" name="Partial Circle 389">
                      <a:extLst>
                        <a:ext uri="{FF2B5EF4-FFF2-40B4-BE49-F238E27FC236}">
                          <a16:creationId xmlns:a16="http://schemas.microsoft.com/office/drawing/2014/main" id="{5064C8E8-325D-44E5-8252-0662251462C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CCFF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386" name="Group 385">
                    <a:extLst>
                      <a:ext uri="{FF2B5EF4-FFF2-40B4-BE49-F238E27FC236}">
                        <a16:creationId xmlns:a16="http://schemas.microsoft.com/office/drawing/2014/main" id="{82D75479-2523-4BB5-B489-B0D81BF8D7D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87" name="Partial Circle 386">
                      <a:extLst>
                        <a:ext uri="{FF2B5EF4-FFF2-40B4-BE49-F238E27FC236}">
                          <a16:creationId xmlns:a16="http://schemas.microsoft.com/office/drawing/2014/main" id="{5307A523-6CF3-4BE7-804C-1E2746AC69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88" name="Partial Circle 387">
                      <a:extLst>
                        <a:ext uri="{FF2B5EF4-FFF2-40B4-BE49-F238E27FC236}">
                          <a16:creationId xmlns:a16="http://schemas.microsoft.com/office/drawing/2014/main" id="{42E3190B-BB16-415F-9710-C99AADF96E2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DCC414A6-41E8-4EA3-92B6-0D187DFB0ED4}"/>
                    </a:ext>
                  </a:extLst>
                </p:cNvPr>
                <p:cNvGrpSpPr/>
                <p:nvPr/>
              </p:nvGrpSpPr>
              <p:grpSpPr>
                <a:xfrm rot="7200000">
                  <a:off x="5659123" y="277375"/>
                  <a:ext cx="5562600" cy="5562600"/>
                  <a:chOff x="5659124" y="268441"/>
                  <a:chExt cx="5562600" cy="5562600"/>
                </a:xfrm>
                <a:grpFill/>
              </p:grpSpPr>
              <p:grpSp>
                <p:nvGrpSpPr>
                  <p:cNvPr id="379" name="Group 378">
                    <a:extLst>
                      <a:ext uri="{FF2B5EF4-FFF2-40B4-BE49-F238E27FC236}">
                        <a16:creationId xmlns:a16="http://schemas.microsoft.com/office/drawing/2014/main" id="{1506C6CC-CF8B-4E24-BC52-79D4580AD7B5}"/>
                      </a:ext>
                    </a:extLst>
                  </p:cNvPr>
                  <p:cNvGrpSpPr/>
                  <p:nvPr/>
                </p:nvGrpSpPr>
                <p:grpSpPr>
                  <a:xfrm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83" name="Partial Circle 382">
                      <a:extLst>
                        <a:ext uri="{FF2B5EF4-FFF2-40B4-BE49-F238E27FC236}">
                          <a16:creationId xmlns:a16="http://schemas.microsoft.com/office/drawing/2014/main" id="{EDBB8028-3B15-4990-9401-4C084B0F6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CCFF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84" name="Partial Circle 383">
                      <a:extLst>
                        <a:ext uri="{FF2B5EF4-FFF2-40B4-BE49-F238E27FC236}">
                          <a16:creationId xmlns:a16="http://schemas.microsoft.com/office/drawing/2014/main" id="{0AAE4FA1-7EED-4C73-A78A-B99BEFA5F1A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CCFF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380" name="Group 379">
                    <a:extLst>
                      <a:ext uri="{FF2B5EF4-FFF2-40B4-BE49-F238E27FC236}">
                        <a16:creationId xmlns:a16="http://schemas.microsoft.com/office/drawing/2014/main" id="{E9F86191-BA09-4EDD-9C0C-EECA936265C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5659124" y="268441"/>
                    <a:ext cx="5562600" cy="5562600"/>
                    <a:chOff x="5659124" y="268441"/>
                    <a:chExt cx="5562600" cy="5562600"/>
                  </a:xfrm>
                  <a:grpFill/>
                </p:grpSpPr>
                <p:sp>
                  <p:nvSpPr>
                    <p:cNvPr id="381" name="Partial Circle 380">
                      <a:extLst>
                        <a:ext uri="{FF2B5EF4-FFF2-40B4-BE49-F238E27FC236}">
                          <a16:creationId xmlns:a16="http://schemas.microsoft.com/office/drawing/2014/main" id="{1D46791A-A3CF-4CBE-A7A9-8B073E5D1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82" name="Partial Circle 381">
                      <a:extLst>
                        <a:ext uri="{FF2B5EF4-FFF2-40B4-BE49-F238E27FC236}">
                          <a16:creationId xmlns:a16="http://schemas.microsoft.com/office/drawing/2014/main" id="{D49E81E9-1AE6-4528-BEE3-1BA5216DA81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659124" y="268441"/>
                      <a:ext cx="5562600" cy="5562600"/>
                    </a:xfrm>
                    <a:prstGeom prst="pie">
                      <a:avLst>
                        <a:gd name="adj1" fmla="val 14418246"/>
                        <a:gd name="adj2" fmla="val 16200000"/>
                      </a:avLst>
                    </a:prstGeom>
                    <a:solidFill>
                      <a:srgbClr val="FFCCFF"/>
                    </a:solidFill>
                    <a:ln w="762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</p:grp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70DCF576-046B-40C2-B11A-F79702C1B2C6}"/>
                </a:ext>
              </a:extLst>
            </p:cNvPr>
            <p:cNvSpPr/>
            <p:nvPr/>
          </p:nvSpPr>
          <p:spPr>
            <a:xfrm>
              <a:off x="8000472" y="2660256"/>
              <a:ext cx="641878" cy="64187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3831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ABACE7-5F63-4A1D-BC0E-382A71240E78}"/>
              </a:ext>
            </a:extLst>
          </p:cNvPr>
          <p:cNvGrpSpPr/>
          <p:nvPr/>
        </p:nvGrpSpPr>
        <p:grpSpPr>
          <a:xfrm>
            <a:off x="3580095" y="-1079676"/>
            <a:ext cx="7803339" cy="9072432"/>
            <a:chOff x="3580095" y="-1079676"/>
            <a:chExt cx="7803339" cy="907243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52F6A32-0B7C-40F9-B0C6-52FCDFA7513E}"/>
                </a:ext>
              </a:extLst>
            </p:cNvPr>
            <p:cNvGrpSpPr/>
            <p:nvPr/>
          </p:nvGrpSpPr>
          <p:grpSpPr>
            <a:xfrm>
              <a:off x="3580095" y="-1079676"/>
              <a:ext cx="7803339" cy="9072432"/>
              <a:chOff x="283110" y="-1079676"/>
              <a:chExt cx="7803339" cy="9072432"/>
            </a:xfrm>
            <a:solidFill>
              <a:schemeClr val="bg1">
                <a:lumMod val="95000"/>
              </a:schemeClr>
            </a:solidFill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D168C12-6233-493D-A262-B87246428EE9}"/>
                  </a:ext>
                </a:extLst>
              </p:cNvPr>
              <p:cNvSpPr/>
              <p:nvPr/>
            </p:nvSpPr>
            <p:spPr>
              <a:xfrm>
                <a:off x="283110" y="-1079676"/>
                <a:ext cx="7803339" cy="9072432"/>
              </a:xfrm>
              <a:prstGeom prst="rect">
                <a:avLst/>
              </a:prstGeom>
              <a:solidFill>
                <a:srgbClr val="F2F2F2"/>
              </a:solidFill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D4861D3-13E5-4C9B-B41D-D7761C66A72A}"/>
                  </a:ext>
                </a:extLst>
              </p:cNvPr>
              <p:cNvSpPr txBox="1"/>
              <p:nvPr/>
            </p:nvSpPr>
            <p:spPr>
              <a:xfrm>
                <a:off x="665251" y="-807749"/>
                <a:ext cx="70390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Polar Star </a:t>
                </a:r>
                <a:r>
                  <a:rPr lang="pt-PT" sz="3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Battle</a:t>
                </a:r>
                <a:r>
                  <a:rPr lang="pt-PT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★ 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C3283EE-992A-4547-B7E3-33CE96D073AB}"/>
                  </a:ext>
                </a:extLst>
              </p:cNvPr>
              <p:cNvSpPr txBox="1"/>
              <p:nvPr/>
            </p:nvSpPr>
            <p:spPr>
              <a:xfrm>
                <a:off x="386275" y="-177024"/>
                <a:ext cx="7607041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stars per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diameter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pt-PT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ring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E1B7B19-A061-4EAA-83E4-B4DFD1AB4475}"/>
                  </a:ext>
                </a:extLst>
              </p:cNvPr>
              <p:cNvSpPr/>
              <p:nvPr/>
            </p:nvSpPr>
            <p:spPr>
              <a:xfrm>
                <a:off x="2959679" y="7224691"/>
                <a:ext cx="5065066" cy="692497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pPr algn="r"/>
                <a:endParaRPr lang="pt-PT" sz="3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r"/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#7 </a:t>
                </a:r>
                <a:r>
                  <a:rPr lang="pt-PT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Pedro PSI</a:t>
                </a:r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– 01</a:t>
                </a:r>
                <a:r>
                  <a:rPr lang="pt-PT" b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st</a:t>
                </a:r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August</a:t>
                </a:r>
                <a:r>
                  <a:rPr lang="pt-PT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2020</a:t>
                </a:r>
                <a:endParaRPr lang="pt-PT" sz="3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r"/>
                <a:r>
                  <a:rPr lang="pt-PT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pedropsi.github.io/star-battle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2F3152-4B49-4088-ABB7-CFECAC791400}"/>
                  </a:ext>
                </a:extLst>
              </p:cNvPr>
              <p:cNvSpPr txBox="1"/>
              <p:nvPr/>
            </p:nvSpPr>
            <p:spPr>
              <a:xfrm>
                <a:off x="386275" y="158196"/>
                <a:ext cx="7607041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Cells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2E0140-CA02-4A3B-91AA-14B8936E8D88}"/>
                </a:ext>
              </a:extLst>
            </p:cNvPr>
            <p:cNvGrpSpPr/>
            <p:nvPr/>
          </p:nvGrpSpPr>
          <p:grpSpPr>
            <a:xfrm>
              <a:off x="4328985" y="706135"/>
              <a:ext cx="6340724" cy="6336652"/>
              <a:chOff x="4328985" y="959050"/>
              <a:chExt cx="6340724" cy="6336652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86C5A9F-F532-4664-B954-4A6AA07BA24C}"/>
                  </a:ext>
                </a:extLst>
              </p:cNvPr>
              <p:cNvGrpSpPr/>
              <p:nvPr/>
            </p:nvGrpSpPr>
            <p:grpSpPr>
              <a:xfrm>
                <a:off x="4719172" y="1345696"/>
                <a:ext cx="5525184" cy="5534057"/>
                <a:chOff x="4719172" y="1345696"/>
                <a:chExt cx="5525184" cy="5534057"/>
              </a:xfrm>
            </p:grpSpPr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88DB9842-D436-4E4D-B7E1-4904B562DE9B}"/>
                    </a:ext>
                  </a:extLst>
                </p:cNvPr>
                <p:cNvSpPr/>
                <p:nvPr/>
              </p:nvSpPr>
              <p:spPr>
                <a:xfrm>
                  <a:off x="4760201" y="1345696"/>
                  <a:ext cx="5478882" cy="5478876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grpSp>
              <p:nvGrpSpPr>
                <p:cNvPr id="551" name="Group 550">
                  <a:extLst>
                    <a:ext uri="{FF2B5EF4-FFF2-40B4-BE49-F238E27FC236}">
                      <a16:creationId xmlns:a16="http://schemas.microsoft.com/office/drawing/2014/main" id="{3595EFD3-DC57-4D12-961B-866F464888AC}"/>
                    </a:ext>
                  </a:extLst>
                </p:cNvPr>
                <p:cNvGrpSpPr/>
                <p:nvPr/>
              </p:nvGrpSpPr>
              <p:grpSpPr>
                <a:xfrm>
                  <a:off x="4719172" y="1345696"/>
                  <a:ext cx="5525184" cy="5534057"/>
                  <a:chOff x="2284796" y="-3065115"/>
                  <a:chExt cx="12073231" cy="12092620"/>
                </a:xfrm>
                <a:noFill/>
              </p:grpSpPr>
              <p:grpSp>
                <p:nvGrpSpPr>
                  <p:cNvPr id="552" name="Group 551">
                    <a:extLst>
                      <a:ext uri="{FF2B5EF4-FFF2-40B4-BE49-F238E27FC236}">
                        <a16:creationId xmlns:a16="http://schemas.microsoft.com/office/drawing/2014/main" id="{7C99016B-4C73-46BC-B253-A48C8047D6A0}"/>
                      </a:ext>
                    </a:extLst>
                  </p:cNvPr>
                  <p:cNvGrpSpPr/>
                  <p:nvPr/>
                </p:nvGrpSpPr>
                <p:grpSpPr>
                  <a:xfrm>
                    <a:off x="2284796" y="-3065115"/>
                    <a:ext cx="12073231" cy="12092620"/>
                    <a:chOff x="4450822" y="-895610"/>
                    <a:chExt cx="7741178" cy="7753610"/>
                  </a:xfrm>
                  <a:grpFill/>
                </p:grpSpPr>
                <p:grpSp>
                  <p:nvGrpSpPr>
                    <p:cNvPr id="554" name="Group 553">
                      <a:extLst>
                        <a:ext uri="{FF2B5EF4-FFF2-40B4-BE49-F238E27FC236}">
                          <a16:creationId xmlns:a16="http://schemas.microsoft.com/office/drawing/2014/main" id="{68F9AE83-8AF2-45C8-8729-3E58BA1505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50822" y="-895610"/>
                      <a:ext cx="7741178" cy="7753610"/>
                      <a:chOff x="5659122" y="268441"/>
                      <a:chExt cx="5562602" cy="5571534"/>
                    </a:xfrm>
                    <a:grpFill/>
                  </p:grpSpPr>
                  <p:grpSp>
                    <p:nvGrpSpPr>
                      <p:cNvPr id="665" name="Group 664">
                        <a:extLst>
                          <a:ext uri="{FF2B5EF4-FFF2-40B4-BE49-F238E27FC236}">
                            <a16:creationId xmlns:a16="http://schemas.microsoft.com/office/drawing/2014/main" id="{31B8E9A3-640F-4310-BE0B-85897CEE61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4" y="268441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80" name="Group 679">
                          <a:extLst>
                            <a:ext uri="{FF2B5EF4-FFF2-40B4-BE49-F238E27FC236}">
                              <a16:creationId xmlns:a16="http://schemas.microsoft.com/office/drawing/2014/main" id="{F611DDE0-D803-4FDE-AAA7-B7DBF975174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84" name="Partial Circle 683">
                            <a:extLst>
                              <a:ext uri="{FF2B5EF4-FFF2-40B4-BE49-F238E27FC236}">
                                <a16:creationId xmlns:a16="http://schemas.microsoft.com/office/drawing/2014/main" id="{6B5220DF-EDF5-432D-B371-50A24C742E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85" name="Partial Circle 684">
                            <a:extLst>
                              <a:ext uri="{FF2B5EF4-FFF2-40B4-BE49-F238E27FC236}">
                                <a16:creationId xmlns:a16="http://schemas.microsoft.com/office/drawing/2014/main" id="{14136919-ECC6-4F56-AB00-D88A5D58E6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81" name="Group 680">
                          <a:extLst>
                            <a:ext uri="{FF2B5EF4-FFF2-40B4-BE49-F238E27FC236}">
                              <a16:creationId xmlns:a16="http://schemas.microsoft.com/office/drawing/2014/main" id="{969244E0-59CB-4CD1-80AB-90AC9BD995C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82" name="Partial Circle 681">
                            <a:extLst>
                              <a:ext uri="{FF2B5EF4-FFF2-40B4-BE49-F238E27FC236}">
                                <a16:creationId xmlns:a16="http://schemas.microsoft.com/office/drawing/2014/main" id="{4FDF4FDB-F6EE-4461-A290-4853460526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83" name="Partial Circle 682">
                            <a:extLst>
                              <a:ext uri="{FF2B5EF4-FFF2-40B4-BE49-F238E27FC236}">
                                <a16:creationId xmlns:a16="http://schemas.microsoft.com/office/drawing/2014/main" id="{907DE087-0238-4B57-B4E3-A041C11315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66" name="Group 665">
                        <a:extLst>
                          <a:ext uri="{FF2B5EF4-FFF2-40B4-BE49-F238E27FC236}">
                            <a16:creationId xmlns:a16="http://schemas.microsoft.com/office/drawing/2014/main" id="{86AAAD25-5971-465B-9FF0-9BC170598B21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74" name="Group 673">
                          <a:extLst>
                            <a:ext uri="{FF2B5EF4-FFF2-40B4-BE49-F238E27FC236}">
                              <a16:creationId xmlns:a16="http://schemas.microsoft.com/office/drawing/2014/main" id="{485C69BE-4992-4FCC-819D-54DA97CFD6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78" name="Partial Circle 677">
                            <a:extLst>
                              <a:ext uri="{FF2B5EF4-FFF2-40B4-BE49-F238E27FC236}">
                                <a16:creationId xmlns:a16="http://schemas.microsoft.com/office/drawing/2014/main" id="{0A5FC573-69F1-41BF-A885-15AC48F7DD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79" name="Partial Circle 678">
                            <a:extLst>
                              <a:ext uri="{FF2B5EF4-FFF2-40B4-BE49-F238E27FC236}">
                                <a16:creationId xmlns:a16="http://schemas.microsoft.com/office/drawing/2014/main" id="{3DEC0BA0-823F-4426-9695-C6B563F8B4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75" name="Group 674">
                          <a:extLst>
                            <a:ext uri="{FF2B5EF4-FFF2-40B4-BE49-F238E27FC236}">
                              <a16:creationId xmlns:a16="http://schemas.microsoft.com/office/drawing/2014/main" id="{6DBA07CA-6F2B-4D63-91B5-D4F34A4A719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76" name="Partial Circle 675">
                            <a:extLst>
                              <a:ext uri="{FF2B5EF4-FFF2-40B4-BE49-F238E27FC236}">
                                <a16:creationId xmlns:a16="http://schemas.microsoft.com/office/drawing/2014/main" id="{2CC1F51F-8AEE-42AF-98AA-F9C26B6157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77" name="Partial Circle 676">
                            <a:extLst>
                              <a:ext uri="{FF2B5EF4-FFF2-40B4-BE49-F238E27FC236}">
                                <a16:creationId xmlns:a16="http://schemas.microsoft.com/office/drawing/2014/main" id="{54C98253-0177-4ECB-96FF-9E17DC97A4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67" name="Group 666">
                        <a:extLst>
                          <a:ext uri="{FF2B5EF4-FFF2-40B4-BE49-F238E27FC236}">
                            <a16:creationId xmlns:a16="http://schemas.microsoft.com/office/drawing/2014/main" id="{6A37F7AD-DB02-4376-A0C9-93254CF0A34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68" name="Group 667">
                          <a:extLst>
                            <a:ext uri="{FF2B5EF4-FFF2-40B4-BE49-F238E27FC236}">
                              <a16:creationId xmlns:a16="http://schemas.microsoft.com/office/drawing/2014/main" id="{3183742B-29F7-4B61-86BC-20F71C59309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72" name="Partial Circle 671">
                            <a:extLst>
                              <a:ext uri="{FF2B5EF4-FFF2-40B4-BE49-F238E27FC236}">
                                <a16:creationId xmlns:a16="http://schemas.microsoft.com/office/drawing/2014/main" id="{AC97228E-5AE6-4601-AD79-0ABF84784E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73" name="Partial Circle 672">
                            <a:extLst>
                              <a:ext uri="{FF2B5EF4-FFF2-40B4-BE49-F238E27FC236}">
                                <a16:creationId xmlns:a16="http://schemas.microsoft.com/office/drawing/2014/main" id="{FE6ACFA9-0704-4820-AFF7-0CE9213398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69" name="Group 668">
                          <a:extLst>
                            <a:ext uri="{FF2B5EF4-FFF2-40B4-BE49-F238E27FC236}">
                              <a16:creationId xmlns:a16="http://schemas.microsoft.com/office/drawing/2014/main" id="{0E828AF0-5754-4A81-A04A-E868164B21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70" name="Partial Circle 669">
                            <a:extLst>
                              <a:ext uri="{FF2B5EF4-FFF2-40B4-BE49-F238E27FC236}">
                                <a16:creationId xmlns:a16="http://schemas.microsoft.com/office/drawing/2014/main" id="{9581868F-58F6-40F0-AA60-7A161AD07E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71" name="Partial Circle 670">
                            <a:extLst>
                              <a:ext uri="{FF2B5EF4-FFF2-40B4-BE49-F238E27FC236}">
                                <a16:creationId xmlns:a16="http://schemas.microsoft.com/office/drawing/2014/main" id="{44A2A1E0-D3A0-4D3A-800B-3CD1E880AF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5" name="Group 554">
                      <a:extLst>
                        <a:ext uri="{FF2B5EF4-FFF2-40B4-BE49-F238E27FC236}">
                          <a16:creationId xmlns:a16="http://schemas.microsoft.com/office/drawing/2014/main" id="{6023A986-ED22-42E2-94B5-26449A36F6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78958" y="-166303"/>
                      <a:ext cx="6284906" cy="6294996"/>
                      <a:chOff x="5659122" y="268441"/>
                      <a:chExt cx="5562602" cy="5571534"/>
                    </a:xfrm>
                    <a:grpFill/>
                  </p:grpSpPr>
                  <p:grpSp>
                    <p:nvGrpSpPr>
                      <p:cNvPr id="644" name="Group 643">
                        <a:extLst>
                          <a:ext uri="{FF2B5EF4-FFF2-40B4-BE49-F238E27FC236}">
                            <a16:creationId xmlns:a16="http://schemas.microsoft.com/office/drawing/2014/main" id="{1CFCE012-7BA1-4ABC-8BF3-170197E5A2A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4" y="268441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59" name="Group 658">
                          <a:extLst>
                            <a:ext uri="{FF2B5EF4-FFF2-40B4-BE49-F238E27FC236}">
                              <a16:creationId xmlns:a16="http://schemas.microsoft.com/office/drawing/2014/main" id="{C6D38287-78A3-4D5D-8CD1-02CC2D0381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63" name="Partial Circle 662">
                            <a:extLst>
                              <a:ext uri="{FF2B5EF4-FFF2-40B4-BE49-F238E27FC236}">
                                <a16:creationId xmlns:a16="http://schemas.microsoft.com/office/drawing/2014/main" id="{37A53895-C7B1-4C9D-B258-354FEA9DF4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64" name="Partial Circle 663">
                            <a:extLst>
                              <a:ext uri="{FF2B5EF4-FFF2-40B4-BE49-F238E27FC236}">
                                <a16:creationId xmlns:a16="http://schemas.microsoft.com/office/drawing/2014/main" id="{4843184C-E262-48E7-A057-C9E0668A72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60" name="Group 659">
                          <a:extLst>
                            <a:ext uri="{FF2B5EF4-FFF2-40B4-BE49-F238E27FC236}">
                              <a16:creationId xmlns:a16="http://schemas.microsoft.com/office/drawing/2014/main" id="{7E9AE824-FE05-4DCC-B343-503B86245E4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61" name="Partial Circle 660">
                            <a:extLst>
                              <a:ext uri="{FF2B5EF4-FFF2-40B4-BE49-F238E27FC236}">
                                <a16:creationId xmlns:a16="http://schemas.microsoft.com/office/drawing/2014/main" id="{A1E8A6AC-43A1-49A4-B018-677F585766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62" name="Partial Circle 661">
                            <a:extLst>
                              <a:ext uri="{FF2B5EF4-FFF2-40B4-BE49-F238E27FC236}">
                                <a16:creationId xmlns:a16="http://schemas.microsoft.com/office/drawing/2014/main" id="{E6743E55-18F8-4AA2-807B-EECD88F855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45" name="Group 644">
                        <a:extLst>
                          <a:ext uri="{FF2B5EF4-FFF2-40B4-BE49-F238E27FC236}">
                            <a16:creationId xmlns:a16="http://schemas.microsoft.com/office/drawing/2014/main" id="{F9EAD8BF-27F8-4041-8E54-10D858D92A6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53" name="Group 652">
                          <a:extLst>
                            <a:ext uri="{FF2B5EF4-FFF2-40B4-BE49-F238E27FC236}">
                              <a16:creationId xmlns:a16="http://schemas.microsoft.com/office/drawing/2014/main" id="{97938BB3-1BB0-4318-B279-DFCA750AAE0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57" name="Partial Circle 656">
                            <a:extLst>
                              <a:ext uri="{FF2B5EF4-FFF2-40B4-BE49-F238E27FC236}">
                                <a16:creationId xmlns:a16="http://schemas.microsoft.com/office/drawing/2014/main" id="{DF02FDA5-B2E1-4EA0-897B-C0FF19935A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58" name="Partial Circle 657">
                            <a:extLst>
                              <a:ext uri="{FF2B5EF4-FFF2-40B4-BE49-F238E27FC236}">
                                <a16:creationId xmlns:a16="http://schemas.microsoft.com/office/drawing/2014/main" id="{A43FDEDD-4520-4B53-9F91-B56E3BE1CC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54" name="Group 653">
                          <a:extLst>
                            <a:ext uri="{FF2B5EF4-FFF2-40B4-BE49-F238E27FC236}">
                              <a16:creationId xmlns:a16="http://schemas.microsoft.com/office/drawing/2014/main" id="{664E3C91-F860-49CC-9B1B-927D349DF6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55" name="Partial Circle 654">
                            <a:extLst>
                              <a:ext uri="{FF2B5EF4-FFF2-40B4-BE49-F238E27FC236}">
                                <a16:creationId xmlns:a16="http://schemas.microsoft.com/office/drawing/2014/main" id="{2AE5E3A5-449A-4675-8BEA-A3FD8739CE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56" name="Partial Circle 655">
                            <a:extLst>
                              <a:ext uri="{FF2B5EF4-FFF2-40B4-BE49-F238E27FC236}">
                                <a16:creationId xmlns:a16="http://schemas.microsoft.com/office/drawing/2014/main" id="{B2D183DD-D64E-4E3A-ACDF-225828D977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46" name="Group 645">
                        <a:extLst>
                          <a:ext uri="{FF2B5EF4-FFF2-40B4-BE49-F238E27FC236}">
                            <a16:creationId xmlns:a16="http://schemas.microsoft.com/office/drawing/2014/main" id="{71FD0533-9AD2-4A84-892C-268923AA7B5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47" name="Group 646">
                          <a:extLst>
                            <a:ext uri="{FF2B5EF4-FFF2-40B4-BE49-F238E27FC236}">
                              <a16:creationId xmlns:a16="http://schemas.microsoft.com/office/drawing/2014/main" id="{12DA285E-2B85-46D0-90D6-BBC2C90F862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51" name="Partial Circle 650">
                            <a:extLst>
                              <a:ext uri="{FF2B5EF4-FFF2-40B4-BE49-F238E27FC236}">
                                <a16:creationId xmlns:a16="http://schemas.microsoft.com/office/drawing/2014/main" id="{622CD09C-AF84-4ADD-A377-2760F5F690E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52" name="Partial Circle 651">
                            <a:extLst>
                              <a:ext uri="{FF2B5EF4-FFF2-40B4-BE49-F238E27FC236}">
                                <a16:creationId xmlns:a16="http://schemas.microsoft.com/office/drawing/2014/main" id="{344D11D9-F02B-4C70-B3EA-DE3392210B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48" name="Group 647">
                          <a:extLst>
                            <a:ext uri="{FF2B5EF4-FFF2-40B4-BE49-F238E27FC236}">
                              <a16:creationId xmlns:a16="http://schemas.microsoft.com/office/drawing/2014/main" id="{A94F67FC-549C-4CB5-9EB2-8F1E0B97B63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49" name="Partial Circle 648">
                            <a:extLst>
                              <a:ext uri="{FF2B5EF4-FFF2-40B4-BE49-F238E27FC236}">
                                <a16:creationId xmlns:a16="http://schemas.microsoft.com/office/drawing/2014/main" id="{F9851251-A5A5-4D59-A3AA-70E65B3B01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50" name="Partial Circle 649">
                            <a:extLst>
                              <a:ext uri="{FF2B5EF4-FFF2-40B4-BE49-F238E27FC236}">
                                <a16:creationId xmlns:a16="http://schemas.microsoft.com/office/drawing/2014/main" id="{3CF66E27-D5DB-434D-94EF-B8CF88E0AB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6" name="Group 555">
                      <a:extLst>
                        <a:ext uri="{FF2B5EF4-FFF2-40B4-BE49-F238E27FC236}">
                          <a16:creationId xmlns:a16="http://schemas.microsoft.com/office/drawing/2014/main" id="{82B72B6E-6FC7-481B-BC71-4DBE86D250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65351" y="521192"/>
                      <a:ext cx="4912121" cy="4920006"/>
                      <a:chOff x="5659122" y="268441"/>
                      <a:chExt cx="5562603" cy="5571534"/>
                    </a:xfrm>
                    <a:grpFill/>
                  </p:grpSpPr>
                  <p:grpSp>
                    <p:nvGrpSpPr>
                      <p:cNvPr id="623" name="Group 622">
                        <a:extLst>
                          <a:ext uri="{FF2B5EF4-FFF2-40B4-BE49-F238E27FC236}">
                            <a16:creationId xmlns:a16="http://schemas.microsoft.com/office/drawing/2014/main" id="{9057DB6B-E594-4171-8735-5753314B45B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4" y="268441"/>
                        <a:ext cx="5562601" cy="5562600"/>
                        <a:chOff x="5659124" y="268441"/>
                        <a:chExt cx="5562601" cy="5562600"/>
                      </a:xfrm>
                      <a:grpFill/>
                    </p:grpSpPr>
                    <p:grpSp>
                      <p:nvGrpSpPr>
                        <p:cNvPr id="638" name="Group 637">
                          <a:extLst>
                            <a:ext uri="{FF2B5EF4-FFF2-40B4-BE49-F238E27FC236}">
                              <a16:creationId xmlns:a16="http://schemas.microsoft.com/office/drawing/2014/main" id="{1028C883-4B50-41BC-8C34-8673C63998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1" cy="5562600"/>
                          <a:chOff x="5659124" y="268441"/>
                          <a:chExt cx="5562601" cy="5562600"/>
                        </a:xfrm>
                        <a:grpFill/>
                      </p:grpSpPr>
                      <p:sp>
                        <p:nvSpPr>
                          <p:cNvPr id="642" name="Partial Circle 641">
                            <a:extLst>
                              <a:ext uri="{FF2B5EF4-FFF2-40B4-BE49-F238E27FC236}">
                                <a16:creationId xmlns:a16="http://schemas.microsoft.com/office/drawing/2014/main" id="{81499A2D-D561-4DF5-80EA-71227B7F0B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43" name="Partial Circle 642">
                            <a:extLst>
                              <a:ext uri="{FF2B5EF4-FFF2-40B4-BE49-F238E27FC236}">
                                <a16:creationId xmlns:a16="http://schemas.microsoft.com/office/drawing/2014/main" id="{F952B3BA-90E3-4753-876C-973B6B823A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5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39" name="Group 638">
                          <a:extLst>
                            <a:ext uri="{FF2B5EF4-FFF2-40B4-BE49-F238E27FC236}">
                              <a16:creationId xmlns:a16="http://schemas.microsoft.com/office/drawing/2014/main" id="{FF2CCFE4-76D4-4A03-8452-7578FD796C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40" name="Partial Circle 639">
                            <a:extLst>
                              <a:ext uri="{FF2B5EF4-FFF2-40B4-BE49-F238E27FC236}">
                                <a16:creationId xmlns:a16="http://schemas.microsoft.com/office/drawing/2014/main" id="{DC5891DC-74F1-43F3-A07D-10042D96F7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41" name="Partial Circle 640">
                            <a:extLst>
                              <a:ext uri="{FF2B5EF4-FFF2-40B4-BE49-F238E27FC236}">
                                <a16:creationId xmlns:a16="http://schemas.microsoft.com/office/drawing/2014/main" id="{20605BF1-FAD7-4740-83B3-8932C061BF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24" name="Group 623">
                        <a:extLst>
                          <a:ext uri="{FF2B5EF4-FFF2-40B4-BE49-F238E27FC236}">
                            <a16:creationId xmlns:a16="http://schemas.microsoft.com/office/drawing/2014/main" id="{6504514E-0C27-43F2-B309-15B6FB9E9B7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32" name="Group 631">
                          <a:extLst>
                            <a:ext uri="{FF2B5EF4-FFF2-40B4-BE49-F238E27FC236}">
                              <a16:creationId xmlns:a16="http://schemas.microsoft.com/office/drawing/2014/main" id="{F81BDD96-7F98-43A1-B464-D7EF6F9A5F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36" name="Partial Circle 635">
                            <a:extLst>
                              <a:ext uri="{FF2B5EF4-FFF2-40B4-BE49-F238E27FC236}">
                                <a16:creationId xmlns:a16="http://schemas.microsoft.com/office/drawing/2014/main" id="{DCDEFB1B-DC4C-47A1-8E51-AF1A03CC3B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37" name="Partial Circle 636">
                            <a:extLst>
                              <a:ext uri="{FF2B5EF4-FFF2-40B4-BE49-F238E27FC236}">
                                <a16:creationId xmlns:a16="http://schemas.microsoft.com/office/drawing/2014/main" id="{70ACEDC8-8CA8-4F23-9884-5485D34C6D6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33" name="Group 632">
                          <a:extLst>
                            <a:ext uri="{FF2B5EF4-FFF2-40B4-BE49-F238E27FC236}">
                              <a16:creationId xmlns:a16="http://schemas.microsoft.com/office/drawing/2014/main" id="{5E51ADCA-5ACD-4B1B-8218-7CCD980C36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34" name="Partial Circle 633">
                            <a:extLst>
                              <a:ext uri="{FF2B5EF4-FFF2-40B4-BE49-F238E27FC236}">
                                <a16:creationId xmlns:a16="http://schemas.microsoft.com/office/drawing/2014/main" id="{54DF08A0-D325-4F5E-BD72-FD4D138C54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35" name="Partial Circle 634">
                            <a:extLst>
                              <a:ext uri="{FF2B5EF4-FFF2-40B4-BE49-F238E27FC236}">
                                <a16:creationId xmlns:a16="http://schemas.microsoft.com/office/drawing/2014/main" id="{C08EFC29-DA49-41A8-86A7-653738237E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25" name="Group 624">
                        <a:extLst>
                          <a:ext uri="{FF2B5EF4-FFF2-40B4-BE49-F238E27FC236}">
                            <a16:creationId xmlns:a16="http://schemas.microsoft.com/office/drawing/2014/main" id="{FCC1BA3F-5393-4102-88D0-09050D19B1D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26" name="Group 625">
                          <a:extLst>
                            <a:ext uri="{FF2B5EF4-FFF2-40B4-BE49-F238E27FC236}">
                              <a16:creationId xmlns:a16="http://schemas.microsoft.com/office/drawing/2014/main" id="{476BACF8-FC33-4CC9-ADCA-4F73B00389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30" name="Partial Circle 629">
                            <a:extLst>
                              <a:ext uri="{FF2B5EF4-FFF2-40B4-BE49-F238E27FC236}">
                                <a16:creationId xmlns:a16="http://schemas.microsoft.com/office/drawing/2014/main" id="{E327A161-3E4B-4DD9-B8D6-F62884DDFF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31" name="Partial Circle 630">
                            <a:extLst>
                              <a:ext uri="{FF2B5EF4-FFF2-40B4-BE49-F238E27FC236}">
                                <a16:creationId xmlns:a16="http://schemas.microsoft.com/office/drawing/2014/main" id="{EEE2FF9F-C092-4237-B11F-E9529EEC0D6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27" name="Group 626">
                          <a:extLst>
                            <a:ext uri="{FF2B5EF4-FFF2-40B4-BE49-F238E27FC236}">
                              <a16:creationId xmlns:a16="http://schemas.microsoft.com/office/drawing/2014/main" id="{E19D95B0-2DD6-457E-9D62-743D1C0129F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28" name="Partial Circle 627">
                            <a:extLst>
                              <a:ext uri="{FF2B5EF4-FFF2-40B4-BE49-F238E27FC236}">
                                <a16:creationId xmlns:a16="http://schemas.microsoft.com/office/drawing/2014/main" id="{6B7557B0-7E1E-47B3-A348-5A810D0469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29" name="Partial Circle 628">
                            <a:extLst>
                              <a:ext uri="{FF2B5EF4-FFF2-40B4-BE49-F238E27FC236}">
                                <a16:creationId xmlns:a16="http://schemas.microsoft.com/office/drawing/2014/main" id="{80C754D3-B4B6-4F5A-8C3C-A92EF56BEF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7" name="Group 556">
                      <a:extLst>
                        <a:ext uri="{FF2B5EF4-FFF2-40B4-BE49-F238E27FC236}">
                          <a16:creationId xmlns:a16="http://schemas.microsoft.com/office/drawing/2014/main" id="{43895653-047E-47AB-B5A7-1708CDF14E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95432" y="1152283"/>
                      <a:ext cx="3651958" cy="3657824"/>
                      <a:chOff x="5659122" y="268441"/>
                      <a:chExt cx="5562602" cy="5571534"/>
                    </a:xfrm>
                    <a:grpFill/>
                  </p:grpSpPr>
                  <p:grpSp>
                    <p:nvGrpSpPr>
                      <p:cNvPr id="602" name="Group 601">
                        <a:extLst>
                          <a:ext uri="{FF2B5EF4-FFF2-40B4-BE49-F238E27FC236}">
                            <a16:creationId xmlns:a16="http://schemas.microsoft.com/office/drawing/2014/main" id="{38965C99-E04B-4679-94B0-C76A5A69AB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2" y="268441"/>
                        <a:ext cx="5562602" cy="5562600"/>
                        <a:chOff x="5659122" y="268441"/>
                        <a:chExt cx="5562602" cy="5562600"/>
                      </a:xfrm>
                      <a:grpFill/>
                    </p:grpSpPr>
                    <p:grpSp>
                      <p:nvGrpSpPr>
                        <p:cNvPr id="617" name="Group 616">
                          <a:extLst>
                            <a:ext uri="{FF2B5EF4-FFF2-40B4-BE49-F238E27FC236}">
                              <a16:creationId xmlns:a16="http://schemas.microsoft.com/office/drawing/2014/main" id="{96D78C22-1B98-4C7B-8F28-3283AB1A6AE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2" y="268441"/>
                          <a:ext cx="5562602" cy="5562600"/>
                          <a:chOff x="5659122" y="268441"/>
                          <a:chExt cx="5562602" cy="5562600"/>
                        </a:xfrm>
                        <a:grpFill/>
                      </p:grpSpPr>
                      <p:sp>
                        <p:nvSpPr>
                          <p:cNvPr id="621" name="Partial Circle 620">
                            <a:extLst>
                              <a:ext uri="{FF2B5EF4-FFF2-40B4-BE49-F238E27FC236}">
                                <a16:creationId xmlns:a16="http://schemas.microsoft.com/office/drawing/2014/main" id="{FB96E936-C54F-43CF-A4FA-73EE8997ED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22" name="Partial Circle 621">
                            <a:extLst>
                              <a:ext uri="{FF2B5EF4-FFF2-40B4-BE49-F238E27FC236}">
                                <a16:creationId xmlns:a16="http://schemas.microsoft.com/office/drawing/2014/main" id="{D5EF4A1C-4E5D-4A98-B285-518D6CA9E9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2" y="268441"/>
                            <a:ext cx="5562601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18" name="Group 617">
                          <a:extLst>
                            <a:ext uri="{FF2B5EF4-FFF2-40B4-BE49-F238E27FC236}">
                              <a16:creationId xmlns:a16="http://schemas.microsoft.com/office/drawing/2014/main" id="{A4834262-99AE-4AD1-9BB0-244A77F82DC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19" name="Partial Circle 618">
                            <a:extLst>
                              <a:ext uri="{FF2B5EF4-FFF2-40B4-BE49-F238E27FC236}">
                                <a16:creationId xmlns:a16="http://schemas.microsoft.com/office/drawing/2014/main" id="{876CD700-CA60-4A41-A955-410FB768D7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20" name="Partial Circle 619">
                            <a:extLst>
                              <a:ext uri="{FF2B5EF4-FFF2-40B4-BE49-F238E27FC236}">
                                <a16:creationId xmlns:a16="http://schemas.microsoft.com/office/drawing/2014/main" id="{06A38E11-71E0-44D8-8271-55F9EEB1EC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03" name="Group 602">
                        <a:extLst>
                          <a:ext uri="{FF2B5EF4-FFF2-40B4-BE49-F238E27FC236}">
                            <a16:creationId xmlns:a16="http://schemas.microsoft.com/office/drawing/2014/main" id="{CA15C6D4-4B4B-4A51-A913-304910C46FC8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11" name="Group 610">
                          <a:extLst>
                            <a:ext uri="{FF2B5EF4-FFF2-40B4-BE49-F238E27FC236}">
                              <a16:creationId xmlns:a16="http://schemas.microsoft.com/office/drawing/2014/main" id="{642A89BA-21A8-4770-8386-34532BDC250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15" name="Partial Circle 614">
                            <a:extLst>
                              <a:ext uri="{FF2B5EF4-FFF2-40B4-BE49-F238E27FC236}">
                                <a16:creationId xmlns:a16="http://schemas.microsoft.com/office/drawing/2014/main" id="{E40E1C89-5E56-4D56-91B8-646EAA6AA4E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16" name="Partial Circle 615">
                            <a:extLst>
                              <a:ext uri="{FF2B5EF4-FFF2-40B4-BE49-F238E27FC236}">
                                <a16:creationId xmlns:a16="http://schemas.microsoft.com/office/drawing/2014/main" id="{16441ECD-0407-4D63-819F-42C6FDC33E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12" name="Group 611">
                          <a:extLst>
                            <a:ext uri="{FF2B5EF4-FFF2-40B4-BE49-F238E27FC236}">
                              <a16:creationId xmlns:a16="http://schemas.microsoft.com/office/drawing/2014/main" id="{F4FE530E-FDA6-48DE-8849-4D4326402F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13" name="Partial Circle 612">
                            <a:extLst>
                              <a:ext uri="{FF2B5EF4-FFF2-40B4-BE49-F238E27FC236}">
                                <a16:creationId xmlns:a16="http://schemas.microsoft.com/office/drawing/2014/main" id="{4C8F1918-9740-492A-947B-23EFF8C05A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14" name="Partial Circle 613">
                            <a:extLst>
                              <a:ext uri="{FF2B5EF4-FFF2-40B4-BE49-F238E27FC236}">
                                <a16:creationId xmlns:a16="http://schemas.microsoft.com/office/drawing/2014/main" id="{DD387D8E-366D-4F18-8859-AA929D35B0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04" name="Group 603">
                        <a:extLst>
                          <a:ext uri="{FF2B5EF4-FFF2-40B4-BE49-F238E27FC236}">
                            <a16:creationId xmlns:a16="http://schemas.microsoft.com/office/drawing/2014/main" id="{44B88AA0-CBFE-44FC-8B60-E927B1CF906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605" name="Group 604">
                          <a:extLst>
                            <a:ext uri="{FF2B5EF4-FFF2-40B4-BE49-F238E27FC236}">
                              <a16:creationId xmlns:a16="http://schemas.microsoft.com/office/drawing/2014/main" id="{945F8EDE-5C4F-41B4-8116-9C0149D4FB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09" name="Partial Circle 608">
                            <a:extLst>
                              <a:ext uri="{FF2B5EF4-FFF2-40B4-BE49-F238E27FC236}">
                                <a16:creationId xmlns:a16="http://schemas.microsoft.com/office/drawing/2014/main" id="{7B03E510-F5F1-4E0A-AAE0-D6777FC508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10" name="Partial Circle 609">
                            <a:extLst>
                              <a:ext uri="{FF2B5EF4-FFF2-40B4-BE49-F238E27FC236}">
                                <a16:creationId xmlns:a16="http://schemas.microsoft.com/office/drawing/2014/main" id="{212C5E68-BFEA-4420-8A0A-EB878811A2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06" name="Group 605">
                          <a:extLst>
                            <a:ext uri="{FF2B5EF4-FFF2-40B4-BE49-F238E27FC236}">
                              <a16:creationId xmlns:a16="http://schemas.microsoft.com/office/drawing/2014/main" id="{AED6C9A4-9B30-4EFF-BA1F-9AD98C57E20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07" name="Partial Circle 606">
                            <a:extLst>
                              <a:ext uri="{FF2B5EF4-FFF2-40B4-BE49-F238E27FC236}">
                                <a16:creationId xmlns:a16="http://schemas.microsoft.com/office/drawing/2014/main" id="{E034F44F-74E6-4007-972E-5536B074ED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08" name="Partial Circle 607">
                            <a:extLst>
                              <a:ext uri="{FF2B5EF4-FFF2-40B4-BE49-F238E27FC236}">
                                <a16:creationId xmlns:a16="http://schemas.microsoft.com/office/drawing/2014/main" id="{728C0279-AB74-414D-8BF5-3B58DE0C96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8" name="Group 557">
                      <a:extLst>
                        <a:ext uri="{FF2B5EF4-FFF2-40B4-BE49-F238E27FC236}">
                          <a16:creationId xmlns:a16="http://schemas.microsoft.com/office/drawing/2014/main" id="{6B25D3A1-36F2-4368-9C7A-FDCF712C04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14968" y="1772814"/>
                      <a:ext cx="2412886" cy="2416762"/>
                      <a:chOff x="5659122" y="268441"/>
                      <a:chExt cx="5562602" cy="5571534"/>
                    </a:xfrm>
                    <a:grpFill/>
                  </p:grpSpPr>
                  <p:grpSp>
                    <p:nvGrpSpPr>
                      <p:cNvPr id="581" name="Group 580">
                        <a:extLst>
                          <a:ext uri="{FF2B5EF4-FFF2-40B4-BE49-F238E27FC236}">
                            <a16:creationId xmlns:a16="http://schemas.microsoft.com/office/drawing/2014/main" id="{FDD9BE72-5B8C-48B1-8BD0-9C8939CA19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4" y="268441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96" name="Group 595">
                          <a:extLst>
                            <a:ext uri="{FF2B5EF4-FFF2-40B4-BE49-F238E27FC236}">
                              <a16:creationId xmlns:a16="http://schemas.microsoft.com/office/drawing/2014/main" id="{382AC5C1-7B25-442B-AE4D-7E4DF163205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600" name="Partial Circle 599">
                            <a:extLst>
                              <a:ext uri="{FF2B5EF4-FFF2-40B4-BE49-F238E27FC236}">
                                <a16:creationId xmlns:a16="http://schemas.microsoft.com/office/drawing/2014/main" id="{463D2200-7427-4D97-8AA9-2C3A9B1FC8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601" name="Partial Circle 600">
                            <a:extLst>
                              <a:ext uri="{FF2B5EF4-FFF2-40B4-BE49-F238E27FC236}">
                                <a16:creationId xmlns:a16="http://schemas.microsoft.com/office/drawing/2014/main" id="{A1DB842E-F7A8-40FB-A999-AC8853B5A3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97" name="Group 596">
                          <a:extLst>
                            <a:ext uri="{FF2B5EF4-FFF2-40B4-BE49-F238E27FC236}">
                              <a16:creationId xmlns:a16="http://schemas.microsoft.com/office/drawing/2014/main" id="{077DA3FC-4C55-4748-9648-623D969A49C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98" name="Partial Circle 597">
                            <a:extLst>
                              <a:ext uri="{FF2B5EF4-FFF2-40B4-BE49-F238E27FC236}">
                                <a16:creationId xmlns:a16="http://schemas.microsoft.com/office/drawing/2014/main" id="{7B26063F-A557-4A40-8BF6-867BDBF682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99" name="Partial Circle 598">
                            <a:extLst>
                              <a:ext uri="{FF2B5EF4-FFF2-40B4-BE49-F238E27FC236}">
                                <a16:creationId xmlns:a16="http://schemas.microsoft.com/office/drawing/2014/main" id="{D1495F53-005C-4B08-93EB-66EB81BA8A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82" name="Group 581">
                        <a:extLst>
                          <a:ext uri="{FF2B5EF4-FFF2-40B4-BE49-F238E27FC236}">
                            <a16:creationId xmlns:a16="http://schemas.microsoft.com/office/drawing/2014/main" id="{774B77D2-A51C-4A76-B30E-E765D462E518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90" name="Group 589">
                          <a:extLst>
                            <a:ext uri="{FF2B5EF4-FFF2-40B4-BE49-F238E27FC236}">
                              <a16:creationId xmlns:a16="http://schemas.microsoft.com/office/drawing/2014/main" id="{13DA60E1-BCC6-4596-9622-20C604D709C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94" name="Partial Circle 593">
                            <a:extLst>
                              <a:ext uri="{FF2B5EF4-FFF2-40B4-BE49-F238E27FC236}">
                                <a16:creationId xmlns:a16="http://schemas.microsoft.com/office/drawing/2014/main" id="{5BE5B7D6-C7EB-4BD5-A029-EE20E8AB79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95" name="Partial Circle 594">
                            <a:extLst>
                              <a:ext uri="{FF2B5EF4-FFF2-40B4-BE49-F238E27FC236}">
                                <a16:creationId xmlns:a16="http://schemas.microsoft.com/office/drawing/2014/main" id="{8C88A86B-1021-4BE4-9002-DB2101AC6C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91" name="Group 590">
                          <a:extLst>
                            <a:ext uri="{FF2B5EF4-FFF2-40B4-BE49-F238E27FC236}">
                              <a16:creationId xmlns:a16="http://schemas.microsoft.com/office/drawing/2014/main" id="{2D40FDBC-8411-4E15-B882-08A60FD531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92" name="Partial Circle 591">
                            <a:extLst>
                              <a:ext uri="{FF2B5EF4-FFF2-40B4-BE49-F238E27FC236}">
                                <a16:creationId xmlns:a16="http://schemas.microsoft.com/office/drawing/2014/main" id="{A9939DCC-A39C-4A09-958F-1BFD98A979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93" name="Partial Circle 592">
                            <a:extLst>
                              <a:ext uri="{FF2B5EF4-FFF2-40B4-BE49-F238E27FC236}">
                                <a16:creationId xmlns:a16="http://schemas.microsoft.com/office/drawing/2014/main" id="{3611F3E1-01CD-40F2-9DB5-B4C7447003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83" name="Group 582">
                        <a:extLst>
                          <a:ext uri="{FF2B5EF4-FFF2-40B4-BE49-F238E27FC236}">
                            <a16:creationId xmlns:a16="http://schemas.microsoft.com/office/drawing/2014/main" id="{4B1565A9-FF25-430B-B391-A9D34985015A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84" name="Group 583">
                          <a:extLst>
                            <a:ext uri="{FF2B5EF4-FFF2-40B4-BE49-F238E27FC236}">
                              <a16:creationId xmlns:a16="http://schemas.microsoft.com/office/drawing/2014/main" id="{069C84DA-47D1-4275-A7B0-5604A83C581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88" name="Partial Circle 587">
                            <a:extLst>
                              <a:ext uri="{FF2B5EF4-FFF2-40B4-BE49-F238E27FC236}">
                                <a16:creationId xmlns:a16="http://schemas.microsoft.com/office/drawing/2014/main" id="{EEB38586-D07B-411E-A963-439D056B39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89" name="Partial Circle 588">
                            <a:extLst>
                              <a:ext uri="{FF2B5EF4-FFF2-40B4-BE49-F238E27FC236}">
                                <a16:creationId xmlns:a16="http://schemas.microsoft.com/office/drawing/2014/main" id="{AC93377B-F9CD-4F3A-988C-2190EFAF5C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85" name="Group 584">
                          <a:extLst>
                            <a:ext uri="{FF2B5EF4-FFF2-40B4-BE49-F238E27FC236}">
                              <a16:creationId xmlns:a16="http://schemas.microsoft.com/office/drawing/2014/main" id="{0D7DC394-1483-4E99-BD07-8CB099A119A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86" name="Partial Circle 585">
                            <a:extLst>
                              <a:ext uri="{FF2B5EF4-FFF2-40B4-BE49-F238E27FC236}">
                                <a16:creationId xmlns:a16="http://schemas.microsoft.com/office/drawing/2014/main" id="{177B50A7-083C-4351-8ECB-7908903FEB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87" name="Partial Circle 586">
                            <a:extLst>
                              <a:ext uri="{FF2B5EF4-FFF2-40B4-BE49-F238E27FC236}">
                                <a16:creationId xmlns:a16="http://schemas.microsoft.com/office/drawing/2014/main" id="{A964FCDA-8C6D-4A7F-94FE-AEA3312D1A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9" name="Group 558">
                      <a:extLst>
                        <a:ext uri="{FF2B5EF4-FFF2-40B4-BE49-F238E27FC236}">
                          <a16:creationId xmlns:a16="http://schemas.microsoft.com/office/drawing/2014/main" id="{E071608F-F610-49B7-B73B-E30203911F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47600" y="2306302"/>
                      <a:ext cx="1347622" cy="1349786"/>
                      <a:chOff x="5659122" y="268441"/>
                      <a:chExt cx="5562602" cy="5571534"/>
                    </a:xfrm>
                    <a:grpFill/>
                  </p:grpSpPr>
                  <p:grpSp>
                    <p:nvGrpSpPr>
                      <p:cNvPr id="560" name="Group 559">
                        <a:extLst>
                          <a:ext uri="{FF2B5EF4-FFF2-40B4-BE49-F238E27FC236}">
                            <a16:creationId xmlns:a16="http://schemas.microsoft.com/office/drawing/2014/main" id="{AA0D5785-4ACA-48D8-8072-B1643C2BAB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9124" y="268441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75" name="Group 574">
                          <a:extLst>
                            <a:ext uri="{FF2B5EF4-FFF2-40B4-BE49-F238E27FC236}">
                              <a16:creationId xmlns:a16="http://schemas.microsoft.com/office/drawing/2014/main" id="{1627039D-092C-4CC5-8453-C0099B24C5B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79" name="Partial Circle 578">
                            <a:extLst>
                              <a:ext uri="{FF2B5EF4-FFF2-40B4-BE49-F238E27FC236}">
                                <a16:creationId xmlns:a16="http://schemas.microsoft.com/office/drawing/2014/main" id="{DE621A13-7485-44F1-BBCD-8A98BF3A6D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80" name="Partial Circle 579">
                            <a:extLst>
                              <a:ext uri="{FF2B5EF4-FFF2-40B4-BE49-F238E27FC236}">
                                <a16:creationId xmlns:a16="http://schemas.microsoft.com/office/drawing/2014/main" id="{F70580A8-A3C1-4594-B40C-1701653F93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76" name="Group 575">
                          <a:extLst>
                            <a:ext uri="{FF2B5EF4-FFF2-40B4-BE49-F238E27FC236}">
                              <a16:creationId xmlns:a16="http://schemas.microsoft.com/office/drawing/2014/main" id="{92601E5C-26EC-4F3D-8DC7-DF03CF33E0A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77" name="Partial Circle 576">
                            <a:extLst>
                              <a:ext uri="{FF2B5EF4-FFF2-40B4-BE49-F238E27FC236}">
                                <a16:creationId xmlns:a16="http://schemas.microsoft.com/office/drawing/2014/main" id="{3B312066-A3B4-4095-AAD0-08AF9A6A69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78" name="Partial Circle 577">
                            <a:extLst>
                              <a:ext uri="{FF2B5EF4-FFF2-40B4-BE49-F238E27FC236}">
                                <a16:creationId xmlns:a16="http://schemas.microsoft.com/office/drawing/2014/main" id="{F1B4FB89-E18B-4738-9154-FE4778651F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61" name="Group 560">
                        <a:extLst>
                          <a:ext uri="{FF2B5EF4-FFF2-40B4-BE49-F238E27FC236}">
                            <a16:creationId xmlns:a16="http://schemas.microsoft.com/office/drawing/2014/main" id="{4002CC9D-2F5E-4EE9-B10B-CD5B7D8DFF5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3600000">
                        <a:off x="5659122" y="277374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69" name="Group 568">
                          <a:extLst>
                            <a:ext uri="{FF2B5EF4-FFF2-40B4-BE49-F238E27FC236}">
                              <a16:creationId xmlns:a16="http://schemas.microsoft.com/office/drawing/2014/main" id="{9D945FEE-54A4-412B-A8E8-1369FE7C5AC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73" name="Partial Circle 572">
                            <a:extLst>
                              <a:ext uri="{FF2B5EF4-FFF2-40B4-BE49-F238E27FC236}">
                                <a16:creationId xmlns:a16="http://schemas.microsoft.com/office/drawing/2014/main" id="{034B8DE1-C018-4D5C-B9C6-974DB7BF1F6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74" name="Partial Circle 573">
                            <a:extLst>
                              <a:ext uri="{FF2B5EF4-FFF2-40B4-BE49-F238E27FC236}">
                                <a16:creationId xmlns:a16="http://schemas.microsoft.com/office/drawing/2014/main" id="{C4AC62B6-631E-45FC-B312-042FCA3ACA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70" name="Group 569">
                          <a:extLst>
                            <a:ext uri="{FF2B5EF4-FFF2-40B4-BE49-F238E27FC236}">
                              <a16:creationId xmlns:a16="http://schemas.microsoft.com/office/drawing/2014/main" id="{9BEDAEDF-0671-4880-AD32-D225A8FD169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71" name="Partial Circle 570">
                            <a:extLst>
                              <a:ext uri="{FF2B5EF4-FFF2-40B4-BE49-F238E27FC236}">
                                <a16:creationId xmlns:a16="http://schemas.microsoft.com/office/drawing/2014/main" id="{30B8D665-CE94-475A-8405-B27D4BF271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72" name="Partial Circle 571">
                            <a:extLst>
                              <a:ext uri="{FF2B5EF4-FFF2-40B4-BE49-F238E27FC236}">
                                <a16:creationId xmlns:a16="http://schemas.microsoft.com/office/drawing/2014/main" id="{B6EA4F44-6E68-4CEB-AC7B-83B6EA8AAF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62" name="Group 561">
                        <a:extLst>
                          <a:ext uri="{FF2B5EF4-FFF2-40B4-BE49-F238E27FC236}">
                            <a16:creationId xmlns:a16="http://schemas.microsoft.com/office/drawing/2014/main" id="{046BE556-0CFD-4CEC-822D-79D785CC7EE0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7200000">
                        <a:off x="5659123" y="277375"/>
                        <a:ext cx="5562600" cy="5562600"/>
                        <a:chOff x="5659124" y="268441"/>
                        <a:chExt cx="5562600" cy="5562600"/>
                      </a:xfrm>
                      <a:grpFill/>
                    </p:grpSpPr>
                    <p:grpSp>
                      <p:nvGrpSpPr>
                        <p:cNvPr id="563" name="Group 562">
                          <a:extLst>
                            <a:ext uri="{FF2B5EF4-FFF2-40B4-BE49-F238E27FC236}">
                              <a16:creationId xmlns:a16="http://schemas.microsoft.com/office/drawing/2014/main" id="{FB644F96-1659-4EEB-8D1F-FDCCC7B421D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67" name="Partial Circle 566">
                            <a:extLst>
                              <a:ext uri="{FF2B5EF4-FFF2-40B4-BE49-F238E27FC236}">
                                <a16:creationId xmlns:a16="http://schemas.microsoft.com/office/drawing/2014/main" id="{C9FDD4BB-B906-4F99-AEAC-A906BC35B5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68" name="Partial Circle 567">
                            <a:extLst>
                              <a:ext uri="{FF2B5EF4-FFF2-40B4-BE49-F238E27FC236}">
                                <a16:creationId xmlns:a16="http://schemas.microsoft.com/office/drawing/2014/main" id="{2994BEFB-35A2-4D8D-9A6E-BD8896D9E9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64" name="Group 563">
                          <a:extLst>
                            <a:ext uri="{FF2B5EF4-FFF2-40B4-BE49-F238E27FC236}">
                              <a16:creationId xmlns:a16="http://schemas.microsoft.com/office/drawing/2014/main" id="{34ABD399-3BD3-461A-8577-65FDEC7282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5659124" y="268441"/>
                          <a:ext cx="5562600" cy="5562600"/>
                          <a:chOff x="5659124" y="268441"/>
                          <a:chExt cx="5562600" cy="5562600"/>
                        </a:xfrm>
                        <a:grpFill/>
                      </p:grpSpPr>
                      <p:sp>
                        <p:nvSpPr>
                          <p:cNvPr id="565" name="Partial Circle 564">
                            <a:extLst>
                              <a:ext uri="{FF2B5EF4-FFF2-40B4-BE49-F238E27FC236}">
                                <a16:creationId xmlns:a16="http://schemas.microsoft.com/office/drawing/2014/main" id="{AE1BAF93-CCFE-4D75-8C40-5324277D92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566" name="Partial Circle 565">
                            <a:extLst>
                              <a:ext uri="{FF2B5EF4-FFF2-40B4-BE49-F238E27FC236}">
                                <a16:creationId xmlns:a16="http://schemas.microsoft.com/office/drawing/2014/main" id="{F4535B2D-52D1-4A87-8735-11F4E071AB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659124" y="268441"/>
                            <a:ext cx="5562600" cy="5562600"/>
                          </a:xfrm>
                          <a:prstGeom prst="pie">
                            <a:avLst>
                              <a:gd name="adj1" fmla="val 14418246"/>
                              <a:gd name="adj2" fmla="val 16200000"/>
                            </a:avLst>
                          </a:prstGeom>
                          <a:grpFill/>
                          <a:ln w="3175">
                            <a:solidFill>
                              <a:schemeClr val="bg2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pt-PT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553" name="Oval 552">
                    <a:extLst>
                      <a:ext uri="{FF2B5EF4-FFF2-40B4-BE49-F238E27FC236}">
                        <a16:creationId xmlns:a16="http://schemas.microsoft.com/office/drawing/2014/main" id="{F819C653-705C-43AD-9B63-2656EC824C84}"/>
                      </a:ext>
                    </a:extLst>
                  </p:cNvPr>
                  <p:cNvSpPr/>
                  <p:nvPr/>
                </p:nvSpPr>
                <p:spPr>
                  <a:xfrm>
                    <a:off x="8000473" y="2660255"/>
                    <a:ext cx="641879" cy="641879"/>
                  </a:xfrm>
                  <a:prstGeom prst="ellipse">
                    <a:avLst/>
                  </a:prstGeom>
                  <a:grpFill/>
                  <a:ln w="3175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3349733B-B35D-4717-B3FF-BD5A224D96AA}"/>
                    </a:ext>
                  </a:extLst>
                </p:cNvPr>
                <p:cNvGrpSpPr/>
                <p:nvPr/>
              </p:nvGrpSpPr>
              <p:grpSpPr>
                <a:xfrm>
                  <a:off x="5229934" y="1829950"/>
                  <a:ext cx="4521539" cy="4525383"/>
                  <a:chOff x="9665997" y="1601350"/>
                  <a:chExt cx="4521539" cy="4525383"/>
                </a:xfrm>
              </p:grpSpPr>
              <p:cxnSp>
                <p:nvCxnSpPr>
                  <p:cNvPr id="688" name="Straight Connector 687">
                    <a:extLst>
                      <a:ext uri="{FF2B5EF4-FFF2-40B4-BE49-F238E27FC236}">
                        <a16:creationId xmlns:a16="http://schemas.microsoft.com/office/drawing/2014/main" id="{9C96BEBA-43E3-466E-8829-F5E266D785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911689" y="2725155"/>
                    <a:ext cx="1997198" cy="1144574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9" name="Straight Connector 688">
                    <a:extLst>
                      <a:ext uri="{FF2B5EF4-FFF2-40B4-BE49-F238E27FC236}">
                        <a16:creationId xmlns:a16="http://schemas.microsoft.com/office/drawing/2014/main" id="{DE9D020A-15C7-4688-BAFD-C3335FF770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28583" y="3872994"/>
                    <a:ext cx="1299379" cy="9106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Straight Connector 692">
                    <a:extLst>
                      <a:ext uri="{FF2B5EF4-FFF2-40B4-BE49-F238E27FC236}">
                        <a16:creationId xmlns:a16="http://schemas.microsoft.com/office/drawing/2014/main" id="{2CB79B70-C968-4C8B-BFA1-36FFEE99F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78272" y="1924735"/>
                    <a:ext cx="259239" cy="437166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6" name="Straight Connector 695">
                    <a:extLst>
                      <a:ext uri="{FF2B5EF4-FFF2-40B4-BE49-F238E27FC236}">
                        <a16:creationId xmlns:a16="http://schemas.microsoft.com/office/drawing/2014/main" id="{2084B4A6-10B4-44F2-AE46-A8D32FC97B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5846" y="2355894"/>
                    <a:ext cx="204129" cy="374490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9" name="Straight Connector 698">
                    <a:extLst>
                      <a:ext uri="{FF2B5EF4-FFF2-40B4-BE49-F238E27FC236}">
                        <a16:creationId xmlns:a16="http://schemas.microsoft.com/office/drawing/2014/main" id="{336E20B0-E0AE-4294-A36C-73E9C9FD6B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952589" y="3407722"/>
                    <a:ext cx="748707" cy="424723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2" name="Straight Connector 701">
                    <a:extLst>
                      <a:ext uri="{FF2B5EF4-FFF2-40B4-BE49-F238E27FC236}">
                        <a16:creationId xmlns:a16="http://schemas.microsoft.com/office/drawing/2014/main" id="{AFFAA61C-3E79-4CAB-9F9D-36C9CEA9D1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749954" y="3866465"/>
                    <a:ext cx="470857" cy="12975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>
                    <a:extLst>
                      <a:ext uri="{FF2B5EF4-FFF2-40B4-BE49-F238E27FC236}">
                        <a16:creationId xmlns:a16="http://schemas.microsoft.com/office/drawing/2014/main" id="{4C811BB2-DF18-44B4-8BFD-41578109E9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2314001" y="4088084"/>
                    <a:ext cx="400894" cy="218855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6" name="Straight Connector 705">
                    <a:extLst>
                      <a:ext uri="{FF2B5EF4-FFF2-40B4-BE49-F238E27FC236}">
                        <a16:creationId xmlns:a16="http://schemas.microsoft.com/office/drawing/2014/main" id="{E629F4D2-1FAB-48EE-8779-F7D02CFF01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649863" y="3872994"/>
                    <a:ext cx="537673" cy="0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8" name="Straight Connector 707">
                    <a:extLst>
                      <a:ext uri="{FF2B5EF4-FFF2-40B4-BE49-F238E27FC236}">
                        <a16:creationId xmlns:a16="http://schemas.microsoft.com/office/drawing/2014/main" id="{5D01DB90-BC31-4164-A73D-4F5649DC6F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2753704" y="5345143"/>
                    <a:ext cx="297164" cy="490598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" name="Straight Connector 710">
                    <a:extLst>
                      <a:ext uri="{FF2B5EF4-FFF2-40B4-BE49-F238E27FC236}">
                        <a16:creationId xmlns:a16="http://schemas.microsoft.com/office/drawing/2014/main" id="{71D1FDB7-3DD2-4E6A-8844-0A0CEFE3CC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883771" y="4670150"/>
                    <a:ext cx="24888" cy="938714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3" name="Straight Connector 712">
                    <a:extLst>
                      <a:ext uri="{FF2B5EF4-FFF2-40B4-BE49-F238E27FC236}">
                        <a16:creationId xmlns:a16="http://schemas.microsoft.com/office/drawing/2014/main" id="{3F32EBC7-3B1F-4029-A028-896C3CF13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816002" y="4113584"/>
                    <a:ext cx="712174" cy="412494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5" name="Straight Connector 714">
                    <a:extLst>
                      <a:ext uri="{FF2B5EF4-FFF2-40B4-BE49-F238E27FC236}">
                        <a16:creationId xmlns:a16="http://schemas.microsoft.com/office/drawing/2014/main" id="{B7F03F8D-B124-4E94-93BE-2E68131FED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258102" y="3978399"/>
                    <a:ext cx="580173" cy="1007580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7" name="Straight Connector 716">
                    <a:extLst>
                      <a:ext uri="{FF2B5EF4-FFF2-40B4-BE49-F238E27FC236}">
                        <a16:creationId xmlns:a16="http://schemas.microsoft.com/office/drawing/2014/main" id="{1086C725-42FC-4F9D-BAEB-C9E4485B24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1971240" y="3990215"/>
                    <a:ext cx="393093" cy="654382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4" name="Arc 723">
                    <a:extLst>
                      <a:ext uri="{FF2B5EF4-FFF2-40B4-BE49-F238E27FC236}">
                        <a16:creationId xmlns:a16="http://schemas.microsoft.com/office/drawing/2014/main" id="{017C8F0F-3242-47C4-964B-4ABB2B06580C}"/>
                      </a:ext>
                    </a:extLst>
                  </p:cNvPr>
                  <p:cNvSpPr/>
                  <p:nvPr/>
                </p:nvSpPr>
                <p:spPr>
                  <a:xfrm>
                    <a:off x="10183217" y="2111836"/>
                    <a:ext cx="3505973" cy="3538199"/>
                  </a:xfrm>
                  <a:prstGeom prst="arc">
                    <a:avLst>
                      <a:gd name="adj1" fmla="val 14351734"/>
                      <a:gd name="adj2" fmla="val 63984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27" name="Arc 726">
                    <a:extLst>
                      <a:ext uri="{FF2B5EF4-FFF2-40B4-BE49-F238E27FC236}">
                        <a16:creationId xmlns:a16="http://schemas.microsoft.com/office/drawing/2014/main" id="{CC437ECA-4843-467D-A0F1-FCC8807656F3}"/>
                      </a:ext>
                    </a:extLst>
                  </p:cNvPr>
                  <p:cNvSpPr/>
                  <p:nvPr/>
                </p:nvSpPr>
                <p:spPr>
                  <a:xfrm>
                    <a:off x="10611589" y="2547607"/>
                    <a:ext cx="2600573" cy="2624476"/>
                  </a:xfrm>
                  <a:prstGeom prst="arc">
                    <a:avLst>
                      <a:gd name="adj1" fmla="val 17909216"/>
                      <a:gd name="adj2" fmla="val 118619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28" name="Arc 727">
                    <a:extLst>
                      <a:ext uri="{FF2B5EF4-FFF2-40B4-BE49-F238E27FC236}">
                        <a16:creationId xmlns:a16="http://schemas.microsoft.com/office/drawing/2014/main" id="{5B9812A3-F732-49F8-8FC3-21EA49B146A8}"/>
                      </a:ext>
                    </a:extLst>
                  </p:cNvPr>
                  <p:cNvSpPr/>
                  <p:nvPr/>
                </p:nvSpPr>
                <p:spPr>
                  <a:xfrm>
                    <a:off x="10631754" y="2586329"/>
                    <a:ext cx="2600573" cy="2624476"/>
                  </a:xfrm>
                  <a:prstGeom prst="arc">
                    <a:avLst>
                      <a:gd name="adj1" fmla="val 7193013"/>
                      <a:gd name="adj2" fmla="val 9137018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29" name="Arc 728">
                    <a:extLst>
                      <a:ext uri="{FF2B5EF4-FFF2-40B4-BE49-F238E27FC236}">
                        <a16:creationId xmlns:a16="http://schemas.microsoft.com/office/drawing/2014/main" id="{B8A9F326-C5A2-41B1-BB5E-D8EE81809D8F}"/>
                      </a:ext>
                    </a:extLst>
                  </p:cNvPr>
                  <p:cNvSpPr/>
                  <p:nvPr/>
                </p:nvSpPr>
                <p:spPr>
                  <a:xfrm>
                    <a:off x="10127913" y="2101026"/>
                    <a:ext cx="3521949" cy="3513762"/>
                  </a:xfrm>
                  <a:prstGeom prst="arc">
                    <a:avLst>
                      <a:gd name="adj1" fmla="val 3519218"/>
                      <a:gd name="adj2" fmla="val 12640289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30" name="Arc 729">
                    <a:extLst>
                      <a:ext uri="{FF2B5EF4-FFF2-40B4-BE49-F238E27FC236}">
                        <a16:creationId xmlns:a16="http://schemas.microsoft.com/office/drawing/2014/main" id="{1128680C-03AD-4D49-A3B9-730B7297189C}"/>
                      </a:ext>
                    </a:extLst>
                  </p:cNvPr>
                  <p:cNvSpPr/>
                  <p:nvPr/>
                </p:nvSpPr>
                <p:spPr>
                  <a:xfrm>
                    <a:off x="9665997" y="1601350"/>
                    <a:ext cx="4485783" cy="4457271"/>
                  </a:xfrm>
                  <a:prstGeom prst="arc">
                    <a:avLst>
                      <a:gd name="adj1" fmla="val 12483875"/>
                      <a:gd name="adj2" fmla="val 14417428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867" name="Arc 866">
                    <a:extLst>
                      <a:ext uri="{FF2B5EF4-FFF2-40B4-BE49-F238E27FC236}">
                        <a16:creationId xmlns:a16="http://schemas.microsoft.com/office/drawing/2014/main" id="{6DAE2749-61AD-4ACD-9AD4-27EB8E495D73}"/>
                      </a:ext>
                    </a:extLst>
                  </p:cNvPr>
                  <p:cNvSpPr/>
                  <p:nvPr/>
                </p:nvSpPr>
                <p:spPr>
                  <a:xfrm>
                    <a:off x="9683874" y="1669462"/>
                    <a:ext cx="4485783" cy="4457271"/>
                  </a:xfrm>
                  <a:prstGeom prst="arc">
                    <a:avLst>
                      <a:gd name="adj1" fmla="val 21524594"/>
                      <a:gd name="adj2" fmla="val 3625609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03" name="Arc 1002">
                    <a:extLst>
                      <a:ext uri="{FF2B5EF4-FFF2-40B4-BE49-F238E27FC236}">
                        <a16:creationId xmlns:a16="http://schemas.microsoft.com/office/drawing/2014/main" id="{A528D313-E651-4DC5-B26C-902EDA160554}"/>
                      </a:ext>
                    </a:extLst>
                  </p:cNvPr>
                  <p:cNvSpPr/>
                  <p:nvPr/>
                </p:nvSpPr>
                <p:spPr>
                  <a:xfrm>
                    <a:off x="11075297" y="3003255"/>
                    <a:ext cx="1720816" cy="1709878"/>
                  </a:xfrm>
                  <a:prstGeom prst="arc">
                    <a:avLst>
                      <a:gd name="adj1" fmla="val 1808615"/>
                      <a:gd name="adj2" fmla="val 3827335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04" name="Arc 1003">
                    <a:extLst>
                      <a:ext uri="{FF2B5EF4-FFF2-40B4-BE49-F238E27FC236}">
                        <a16:creationId xmlns:a16="http://schemas.microsoft.com/office/drawing/2014/main" id="{3D81CBFB-C5E1-4F0A-B195-1FBD8AEA2552}"/>
                      </a:ext>
                    </a:extLst>
                  </p:cNvPr>
                  <p:cNvSpPr/>
                  <p:nvPr/>
                </p:nvSpPr>
                <p:spPr>
                  <a:xfrm>
                    <a:off x="11066357" y="3001930"/>
                    <a:ext cx="1720816" cy="1709878"/>
                  </a:xfrm>
                  <a:prstGeom prst="arc">
                    <a:avLst>
                      <a:gd name="adj1" fmla="val 19653546"/>
                      <a:gd name="adj2" fmla="val 65271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47" name="Arc 1146">
                    <a:extLst>
                      <a:ext uri="{FF2B5EF4-FFF2-40B4-BE49-F238E27FC236}">
                        <a16:creationId xmlns:a16="http://schemas.microsoft.com/office/drawing/2014/main" id="{D38372F5-7F98-4867-AFD1-BEF2811AA32F}"/>
                      </a:ext>
                    </a:extLst>
                  </p:cNvPr>
                  <p:cNvSpPr/>
                  <p:nvPr/>
                </p:nvSpPr>
                <p:spPr>
                  <a:xfrm>
                    <a:off x="11038190" y="2986371"/>
                    <a:ext cx="1723391" cy="1725437"/>
                  </a:xfrm>
                  <a:prstGeom prst="arc">
                    <a:avLst>
                      <a:gd name="adj1" fmla="val 5284744"/>
                      <a:gd name="adj2" fmla="val 7089919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48" name="Arc 1147">
                    <a:extLst>
                      <a:ext uri="{FF2B5EF4-FFF2-40B4-BE49-F238E27FC236}">
                        <a16:creationId xmlns:a16="http://schemas.microsoft.com/office/drawing/2014/main" id="{9ED5C71C-E2CA-4B2B-8724-C791E3FF5E2F}"/>
                      </a:ext>
                    </a:extLst>
                  </p:cNvPr>
                  <p:cNvSpPr/>
                  <p:nvPr/>
                </p:nvSpPr>
                <p:spPr>
                  <a:xfrm>
                    <a:off x="11434695" y="3399107"/>
                    <a:ext cx="971097" cy="965170"/>
                  </a:xfrm>
                  <a:prstGeom prst="arc">
                    <a:avLst>
                      <a:gd name="adj1" fmla="val 19776199"/>
                      <a:gd name="adj2" fmla="val 1900797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49" name="Arc 1148">
                    <a:extLst>
                      <a:ext uri="{FF2B5EF4-FFF2-40B4-BE49-F238E27FC236}">
                        <a16:creationId xmlns:a16="http://schemas.microsoft.com/office/drawing/2014/main" id="{8953EE0A-2715-4DC0-B3B1-086B07957941}"/>
                      </a:ext>
                    </a:extLst>
                  </p:cNvPr>
                  <p:cNvSpPr/>
                  <p:nvPr/>
                </p:nvSpPr>
                <p:spPr>
                  <a:xfrm>
                    <a:off x="11427421" y="3358951"/>
                    <a:ext cx="980812" cy="1007580"/>
                  </a:xfrm>
                  <a:prstGeom prst="arc">
                    <a:avLst>
                      <a:gd name="adj1" fmla="val 8584448"/>
                      <a:gd name="adj2" fmla="val 10919107"/>
                    </a:avLst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55" name="Oval 1154">
                    <a:extLst>
                      <a:ext uri="{FF2B5EF4-FFF2-40B4-BE49-F238E27FC236}">
                        <a16:creationId xmlns:a16="http://schemas.microsoft.com/office/drawing/2014/main" id="{D0ADB730-9E91-4F40-A144-E0B01ACE9769}"/>
                      </a:ext>
                    </a:extLst>
                  </p:cNvPr>
                  <p:cNvSpPr/>
                  <p:nvPr/>
                </p:nvSpPr>
                <p:spPr>
                  <a:xfrm>
                    <a:off x="11766013" y="3725837"/>
                    <a:ext cx="297376" cy="297376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720" name="Oval 719">
                  <a:extLst>
                    <a:ext uri="{FF2B5EF4-FFF2-40B4-BE49-F238E27FC236}">
                      <a16:creationId xmlns:a16="http://schemas.microsoft.com/office/drawing/2014/main" id="{CD98B5E4-3D40-40BA-8EEE-C26DDF5F239D}"/>
                    </a:ext>
                  </a:extLst>
                </p:cNvPr>
                <p:cNvSpPr/>
                <p:nvPr/>
              </p:nvSpPr>
              <p:spPr>
                <a:xfrm>
                  <a:off x="4756537" y="1345696"/>
                  <a:ext cx="5478882" cy="5478876"/>
                </a:xfrm>
                <a:prstGeom prst="ellips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90938CB-A701-40DA-90B6-F076247A3D9D}"/>
                  </a:ext>
                </a:extLst>
              </p:cNvPr>
              <p:cNvGrpSpPr/>
              <p:nvPr/>
            </p:nvGrpSpPr>
            <p:grpSpPr>
              <a:xfrm>
                <a:off x="4328985" y="959050"/>
                <a:ext cx="6340724" cy="6336652"/>
                <a:chOff x="4328985" y="959050"/>
                <a:chExt cx="6340724" cy="6336652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C9A95FFD-CE35-4D6D-9945-33CD23164883}"/>
                    </a:ext>
                  </a:extLst>
                </p:cNvPr>
                <p:cNvGrpSpPr/>
                <p:nvPr/>
              </p:nvGrpSpPr>
              <p:grpSpPr>
                <a:xfrm>
                  <a:off x="7943626" y="959050"/>
                  <a:ext cx="2726083" cy="6336652"/>
                  <a:chOff x="7943626" y="959050"/>
                  <a:chExt cx="2726083" cy="6336652"/>
                </a:xfrm>
              </p:grpSpPr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F881B322-862C-49F1-8725-E1C8AC5E9368}"/>
                      </a:ext>
                    </a:extLst>
                  </p:cNvPr>
                  <p:cNvSpPr/>
                  <p:nvPr/>
                </p:nvSpPr>
                <p:spPr>
                  <a:xfrm>
                    <a:off x="7943626" y="959050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1807DA82-DC61-456E-9A7C-B6911348F868}"/>
                      </a:ext>
                    </a:extLst>
                  </p:cNvPr>
                  <p:cNvSpPr/>
                  <p:nvPr/>
                </p:nvSpPr>
                <p:spPr>
                  <a:xfrm>
                    <a:off x="9458860" y="1642378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2400" b="1" dirty="0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4A3AF1A0-F52F-4042-9C6E-6320ED18E07D}"/>
                      </a:ext>
                    </a:extLst>
                  </p:cNvPr>
                  <p:cNvSpPr/>
                  <p:nvPr/>
                </p:nvSpPr>
                <p:spPr>
                  <a:xfrm>
                    <a:off x="10262225" y="3155156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2400" b="1" dirty="0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4079EF98-8125-476F-99C0-A5C863AE5B01}"/>
                      </a:ext>
                    </a:extLst>
                  </p:cNvPr>
                  <p:cNvSpPr/>
                  <p:nvPr/>
                </p:nvSpPr>
                <p:spPr>
                  <a:xfrm>
                    <a:off x="10230301" y="4745313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2400" b="1" dirty="0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2710968C-DC94-4982-B646-535AC767D01C}"/>
                      </a:ext>
                    </a:extLst>
                  </p:cNvPr>
                  <p:cNvSpPr/>
                  <p:nvPr/>
                </p:nvSpPr>
                <p:spPr>
                  <a:xfrm>
                    <a:off x="9511975" y="6018616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2400" b="1" dirty="0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8980B0B0-3BC5-48B4-B988-A1238377EB4E}"/>
                      </a:ext>
                    </a:extLst>
                  </p:cNvPr>
                  <p:cNvSpPr/>
                  <p:nvPr/>
                </p:nvSpPr>
                <p:spPr>
                  <a:xfrm>
                    <a:off x="8129303" y="6834037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2400" b="1" dirty="0"/>
                  </a:p>
                </p:txBody>
              </p:sp>
            </p:grp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9003685A-8800-4052-919E-92E90D0BB334}"/>
                    </a:ext>
                  </a:extLst>
                </p:cNvPr>
                <p:cNvGrpSpPr/>
                <p:nvPr/>
              </p:nvGrpSpPr>
              <p:grpSpPr>
                <a:xfrm>
                  <a:off x="4328985" y="959050"/>
                  <a:ext cx="2726083" cy="6336652"/>
                  <a:chOff x="4406805" y="959050"/>
                  <a:chExt cx="2726083" cy="6336652"/>
                </a:xfrm>
              </p:grpSpPr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5BC31A95-232D-49BE-A3DB-8347BCD5FE95}"/>
                      </a:ext>
                    </a:extLst>
                  </p:cNvPr>
                  <p:cNvSpPr/>
                  <p:nvPr/>
                </p:nvSpPr>
                <p:spPr>
                  <a:xfrm>
                    <a:off x="6725404" y="6834037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EF72FD13-036A-4599-9AF6-80B0F3708916}"/>
                      </a:ext>
                    </a:extLst>
                  </p:cNvPr>
                  <p:cNvSpPr/>
                  <p:nvPr/>
                </p:nvSpPr>
                <p:spPr>
                  <a:xfrm>
                    <a:off x="5210170" y="6150709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2400" b="1" dirty="0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953C4691-8BF2-45BC-8E61-74B6436499F0}"/>
                      </a:ext>
                    </a:extLst>
                  </p:cNvPr>
                  <p:cNvSpPr/>
                  <p:nvPr/>
                </p:nvSpPr>
                <p:spPr>
                  <a:xfrm>
                    <a:off x="4406805" y="4637931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2400" b="1" dirty="0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2ADB8EFF-04CC-4412-A512-9AE933093BF1}"/>
                      </a:ext>
                    </a:extLst>
                  </p:cNvPr>
                  <p:cNvSpPr/>
                  <p:nvPr/>
                </p:nvSpPr>
                <p:spPr>
                  <a:xfrm>
                    <a:off x="4438729" y="3047774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2400" b="1" dirty="0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B105CC1E-384B-4FA2-97D4-6F5A47B9DF17}"/>
                      </a:ext>
                    </a:extLst>
                  </p:cNvPr>
                  <p:cNvSpPr/>
                  <p:nvPr/>
                </p:nvSpPr>
                <p:spPr>
                  <a:xfrm>
                    <a:off x="5174689" y="1774471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2400" b="1" dirty="0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E18F30E6-1793-4B9C-AE1B-9D309B47042B}"/>
                      </a:ext>
                    </a:extLst>
                  </p:cNvPr>
                  <p:cNvSpPr/>
                  <p:nvPr/>
                </p:nvSpPr>
                <p:spPr>
                  <a:xfrm>
                    <a:off x="6574993" y="959050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2400" b="1" dirty="0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7956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27</cp:revision>
  <dcterms:created xsi:type="dcterms:W3CDTF">2020-07-23T21:45:13Z</dcterms:created>
  <dcterms:modified xsi:type="dcterms:W3CDTF">2020-12-11T11:52:13Z</dcterms:modified>
</cp:coreProperties>
</file>