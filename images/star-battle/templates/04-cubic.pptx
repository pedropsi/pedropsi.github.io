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" d="100"/>
          <a:sy n="10" d="100"/>
        </p:scale>
        <p:origin x="2828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D822-930C-4D0E-AA42-18F186622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A8F42-5076-4020-BF7F-03CBB16CD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530D0-13FB-419B-85E5-4B788C6D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9E091-6560-4D21-B1C4-FF5D131C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B8670-4FE6-4081-AC54-E488877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158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A7B4-03A2-4032-BA88-FAB4583BA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8FB8-800A-449D-937A-104DFE49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8257F-F79D-46D5-8228-707FA5AD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3606F-BA28-412A-BE05-C1A6C638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A8C0F-EA2C-418D-A6FA-2806AA69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3195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2F0C-57C7-4E52-AEA3-B3C680FD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88F07-974A-44FD-B1F4-AF95D16BC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100C9-EE5B-4284-8087-B3056F4E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4ADDB-55E5-4CD8-8EE7-B032CAE3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9FF6E-DD3B-49DF-8B1D-395C7413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967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7242-518B-4B6D-B2BD-CFB10748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189B7-D2C3-441C-9DA2-ED8BE1484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C0743-BC81-4553-9E9C-BB75F4F7F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93662-2E81-47D0-A84D-6856F7D1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383BD-6328-4ED2-B850-3D9D54246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8D881-85C3-4E0D-92B1-0D8365C4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3097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131A-EC8E-4C7C-A7CE-ECF2EC74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BD09B-2A65-4F6D-B0F3-E8A0A06D8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D78F1-4C0A-4633-A600-19371C3D6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0737A-FFE3-4A61-967B-584918C38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51C4AA-23EE-4FE5-B353-3818F8791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3E3BE-2C55-4792-8E7D-57FFA429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8A0E7-B7E0-4B6A-9826-3EF0EB0D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C3A11-50E1-43ED-BCB5-EDA4170E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976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267B-5CC3-41A2-83FB-B7B64582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E9A3BE-2F6C-4016-AACB-8CC51CFF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FD51E-C78F-4B50-A880-6BAB6885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F36FE-5C74-4F06-9997-19AD5BA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729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5B273-D5CE-4B02-9CAD-52ECF584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97200-DCAA-4696-8F0B-56F2DFEF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E6345-5299-41B1-99F2-103AE2F5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217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93F0-3867-49C9-BF10-64830C44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1D770-95E4-42CD-96F9-E7E04E0CB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21729-0F61-40FC-84A1-640A463BB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E8B19-0A09-49EB-AAA4-663D0323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53CD9-A2FA-4B88-806F-6CEEBFA5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40153-C1E2-47EF-B36C-20836E42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967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9522-B6BE-4B63-8740-D3CF1A26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76260-A33F-40CB-87F0-469FB76EF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BB07F-7976-481F-A66F-AD7BE675C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5016C-B132-4FA4-9AAF-40CA49997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F5E64-A209-479C-B18C-401D663C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DEC38-1AB3-4547-85C1-02333A66E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488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8E4D-C956-45A3-82C6-07073FEB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8D558-99FB-49EC-97EA-F0C7203CF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597E-FDAC-456E-988D-5432BA95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9167C-A546-43FC-A36E-3F5F66A3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EA06-AC5B-462D-8228-D7C8C202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468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9D0CE-0B3D-464F-949A-94B852F3B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6C5D9-6881-43E5-B16A-0CBEF36DB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3813-E8BF-42A4-BE47-BC11C29C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CBC0-3641-48D8-81D7-34AA8E4E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E215-250A-46F4-8835-E5F6C17F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328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0B1EB-62DE-4BA0-B337-9D781E5E3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A9DA9-A623-454A-89CF-BDE328B9E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B442B-8B36-4CFD-BE6E-5D0C94EBA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95766-85A1-42BE-AE6E-76798F3724DF}" type="datetimeFigureOut">
              <a:rPr lang="pt-PT" smtClean="0"/>
              <a:t>21/06/2020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528AE-C568-498B-A105-78F9DFA82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F269B-D619-42CC-818E-B69F13592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818E-0A38-495C-AC86-57956F64575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96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D6D09A8-6658-481B-9D23-0617C953FC4A}"/>
              </a:ext>
            </a:extLst>
          </p:cNvPr>
          <p:cNvGrpSpPr/>
          <p:nvPr/>
        </p:nvGrpSpPr>
        <p:grpSpPr>
          <a:xfrm>
            <a:off x="58368" y="9719"/>
            <a:ext cx="7395376" cy="7407049"/>
            <a:chOff x="58368" y="9719"/>
            <a:chExt cx="7395376" cy="740704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2032001" y="1960880"/>
              <a:ext cx="3505200" cy="356869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1367867" y="1283998"/>
              <a:ext cx="4808711" cy="489581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6230EA0-94D3-47EB-AA70-26685B7AD00F}"/>
                </a:ext>
              </a:extLst>
            </p:cNvPr>
            <p:cNvSpPr/>
            <p:nvPr/>
          </p:nvSpPr>
          <p:spPr>
            <a:xfrm>
              <a:off x="751840" y="654733"/>
              <a:ext cx="6051664" cy="606160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ECBB83E-353F-4D95-8623-0CFB059C64FC}"/>
                </a:ext>
              </a:extLst>
            </p:cNvPr>
            <p:cNvSpPr/>
            <p:nvPr/>
          </p:nvSpPr>
          <p:spPr>
            <a:xfrm>
              <a:off x="58368" y="9719"/>
              <a:ext cx="7395376" cy="740704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64E8D6B-50F4-4F99-A625-4842E927370E}"/>
              </a:ext>
            </a:extLst>
          </p:cNvPr>
          <p:cNvGrpSpPr/>
          <p:nvPr/>
        </p:nvGrpSpPr>
        <p:grpSpPr>
          <a:xfrm>
            <a:off x="2834639" y="-2354095"/>
            <a:ext cx="7325359" cy="11984477"/>
            <a:chOff x="2834639" y="-2354095"/>
            <a:chExt cx="7325359" cy="11984477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993729-B257-4136-9FF1-C1B55734F46A}"/>
                </a:ext>
              </a:extLst>
            </p:cNvPr>
            <p:cNvSpPr/>
            <p:nvPr/>
          </p:nvSpPr>
          <p:spPr>
            <a:xfrm>
              <a:off x="2834639" y="-2354095"/>
              <a:ext cx="7325359" cy="1198447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E509E1A-635A-4F15-9720-A10ECDAB70AE}"/>
                </a:ext>
              </a:extLst>
            </p:cNvPr>
            <p:cNvSpPr/>
            <p:nvPr/>
          </p:nvSpPr>
          <p:spPr>
            <a:xfrm>
              <a:off x="3456940" y="-1828800"/>
              <a:ext cx="6197675" cy="1094484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4079243" y="-1303506"/>
              <a:ext cx="4930213" cy="9878529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19844B6-E37B-4D07-9066-5794ECCCA28E}"/>
                </a:ext>
              </a:extLst>
            </p:cNvPr>
            <p:cNvSpPr/>
            <p:nvPr/>
          </p:nvSpPr>
          <p:spPr>
            <a:xfrm>
              <a:off x="4757421" y="-797667"/>
              <a:ext cx="3601795" cy="8910536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2237FBC2-4D5C-459C-83EB-EBB51952C5B6}"/>
              </a:ext>
            </a:extLst>
          </p:cNvPr>
          <p:cNvSpPr/>
          <p:nvPr/>
        </p:nvSpPr>
        <p:spPr>
          <a:xfrm>
            <a:off x="3261360" y="3187700"/>
            <a:ext cx="391160" cy="3911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4640311-3C21-48BC-B0BC-C35AB2CEDA52}"/>
              </a:ext>
            </a:extLst>
          </p:cNvPr>
          <p:cNvGrpSpPr/>
          <p:nvPr/>
        </p:nvGrpSpPr>
        <p:grpSpPr>
          <a:xfrm>
            <a:off x="-243840" y="-332740"/>
            <a:ext cx="10798847" cy="8101327"/>
            <a:chOff x="-243840" y="-332740"/>
            <a:chExt cx="10798847" cy="8101327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AE72F22-EBB4-4E72-B908-EF0F2A754061}"/>
                </a:ext>
              </a:extLst>
            </p:cNvPr>
            <p:cNvGrpSpPr/>
            <p:nvPr/>
          </p:nvGrpSpPr>
          <p:grpSpPr>
            <a:xfrm>
              <a:off x="2489200" y="2425700"/>
              <a:ext cx="2595880" cy="2600960"/>
              <a:chOff x="2489200" y="2425700"/>
              <a:chExt cx="2595880" cy="260096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BB078E3-B323-42E3-880B-B59FAAFF4775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47B222-4895-43B3-8683-C80A9C542DF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74F5749-7064-4112-821E-DB33C7A72C27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700F74-9EB4-4383-8F02-DBB145753F6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476843-4EC2-4155-B551-BF063413217D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A6B636-B7FF-4F58-A79E-7F8A568C25CC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B502E6-7B3A-4907-BF10-9A5734D033FE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A340107-4432-462B-A27D-39D86CB0170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849873E-F1D6-4F4A-BBAA-EC2B412C95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52494B7-0F2C-465E-92F9-F615BB295ACA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18BC39E-8624-4B14-8C8B-DAC60EC4B4CA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758EC1-808C-49D4-B44E-4C104C0B1E96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FED7ED5-65F8-44E1-9DF2-D99CF83137D0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6A5EE82-D05E-47DD-8511-9343DB189687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D6AB0CA-DF8C-4AF0-94B6-2B436803C82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2DD1E2A-8486-4276-BF6A-CB1A05AB486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B466462-5F69-4683-9458-01A4A01B2C73}"/>
                </a:ext>
              </a:extLst>
            </p:cNvPr>
            <p:cNvGrpSpPr/>
            <p:nvPr/>
          </p:nvGrpSpPr>
          <p:grpSpPr>
            <a:xfrm>
              <a:off x="5214621" y="2425700"/>
              <a:ext cx="2595880" cy="2600960"/>
              <a:chOff x="2489200" y="2425700"/>
              <a:chExt cx="2595880" cy="2600960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31DC58-F20A-47C4-BED3-38C22BADD064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0FB642E-DBF0-4D72-8D9E-B774980D5A16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033261-7725-4A29-8DD1-C26F7BDEB24A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1388675-3E4F-4994-8C1D-E6CD41206A70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2EEBBE-DF02-4C5C-97FF-D64953381DE9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4FAAAB4-FE62-44F0-9222-5EB25B5C68BA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8A0583D-9824-4A15-9307-FEDA35830296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2253BC-E892-4D37-BFD5-1BB625A0DE19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747CA5-3B55-4B51-B89E-6071E65C47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4A8C77-BA6A-47D5-81E5-F118C1D824E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FE07BA-38A9-4C5C-A96D-452AC9B56F42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7B9207D-6D98-4823-A3D5-77F382555E3D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5DBC46B-0BF7-4FE9-A964-D7B3390E5F6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A66E1B9-0DC4-4C7E-8FFD-2E5D4329326D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A7E1BE-47F6-4DD1-8ADF-8A79138F09B2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7D77C80-8B1B-4C58-9CAB-790AE1C29043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073CECF-CB82-4612-A72A-7644CA358C71}"/>
                </a:ext>
              </a:extLst>
            </p:cNvPr>
            <p:cNvGrpSpPr/>
            <p:nvPr/>
          </p:nvGrpSpPr>
          <p:grpSpPr>
            <a:xfrm>
              <a:off x="7959127" y="2425700"/>
              <a:ext cx="2595880" cy="2600960"/>
              <a:chOff x="2489200" y="2425700"/>
              <a:chExt cx="2595880" cy="2600960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9C6257-E3DA-4DB2-8BC2-3E4A285F8136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15E7BBF-AFEB-4EC4-83DE-3A66C0418CCD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F5D4737-E488-48BF-9AA3-9DFF39EF0A58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840C013-2D20-4587-9D57-F02462B92B59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2A0C144-29AF-4CA8-A074-CD1F9FDC90E3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66D687-C7F2-45CB-AE02-C6C2040D47E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2F9FF1B-9D0E-438D-A77B-0DBCBEB0DA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03E5DF6-F05B-478B-8424-43510A826AA1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1684AA-C035-4D53-9B24-1B213546B25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B9CB3E2-4B51-4DF3-A1DC-A3A67FD4EEF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8020B3D-EA6A-497A-8B16-D4544C5DB913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46A138-9370-4AFF-8776-F6A60B858754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DFD450A-475E-46D7-8877-7AFAF59F8E38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A5581AD-60BB-4E5B-AA17-AA8D8FFEDEA0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012B9D-3F15-4D62-B4F6-2D41A5E8E219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1B6B13D-2886-41E9-8AB5-BBA601ED11B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A2860B43-0312-4F5C-A904-D8683039D3D9}"/>
                </a:ext>
              </a:extLst>
            </p:cNvPr>
            <p:cNvGrpSpPr/>
            <p:nvPr/>
          </p:nvGrpSpPr>
          <p:grpSpPr>
            <a:xfrm>
              <a:off x="-243840" y="2425700"/>
              <a:ext cx="2595880" cy="2600960"/>
              <a:chOff x="2489200" y="2425700"/>
              <a:chExt cx="2595880" cy="2600960"/>
            </a:xfrm>
            <a:solidFill>
              <a:schemeClr val="bg1">
                <a:lumMod val="95000"/>
              </a:schemeClr>
            </a:solidFill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D2C75E5-CA7F-4ADB-B968-D4AA1D8EB06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50196BF-9377-416F-A2CB-3D9B5E2BEAC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CDE1826-CE5C-47D2-B578-EA6A94E4F923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597AC96-2684-43B9-A67D-FD60613B64A7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6B76FF8-989F-4F44-8B85-F03383080B57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0F8313F-0C1A-46EB-BAD1-FED85177DB12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C5C3AC-718A-410E-8C2F-2C79A0CA6FD2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377D656-321C-4BE7-AF1C-F6162AB634F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9140A69-AFD2-45AC-BE0B-D61D92155FE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ECE6808-1360-4A5F-AC61-6CAE5755F7D2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44367AF-CDB1-4933-BA69-9BF0541DD857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B35084A-6E2C-4952-BD17-9A43AAA74868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C846E5E-6024-4C98-A20D-30AE1740452B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8FB1E96-9B80-4D05-82E8-50B50456B693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FAC3B76-12A8-4657-B56D-1138015A7F90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520DEA2-9F52-4F13-85E7-E64BC98E99E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3628670-C903-4611-A8CD-31F74592AC73}"/>
                </a:ext>
              </a:extLst>
            </p:cNvPr>
            <p:cNvGrpSpPr/>
            <p:nvPr/>
          </p:nvGrpSpPr>
          <p:grpSpPr>
            <a:xfrm>
              <a:off x="2489200" y="-332740"/>
              <a:ext cx="2595880" cy="2600960"/>
              <a:chOff x="2489200" y="2425700"/>
              <a:chExt cx="2595880" cy="2600960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9B30A3A-3CEB-46FD-B44D-5990D5A88AF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9C1D73C-64C1-4464-8671-6650FCFA299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C78B473-4A5D-471F-94FE-0DA5F2CC6FA4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30AC02E-986E-42D3-B7C5-71B1D0E2B538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29AECA-3C9D-4249-9160-740DE491D2C5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5F93BB5-F242-4217-9EBC-AA66D059174E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1EEE512-7AC9-4462-9FA9-B1D9745A43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90B1C96C-AE14-474D-AD8D-81499F36EC3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7359368-C9E9-49B0-9E6B-D1DAD90B7B7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731895B-391D-4F6B-8E38-8ECB2A32B91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DF0EA42-9341-4A5D-9331-D3BC138110DF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DA5130A-E4DE-4FDC-BEEA-0193D9FB047C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493E85D-4BA0-42B1-917C-54F5A3E7F38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F81D098-7D6B-42CC-A722-E096A30498E5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EFBA3F4-1791-4151-A7E0-A60B2FBD3C73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04F135-F9E3-4597-8911-3DE0946E6B8F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06DBF80-4300-4286-96CD-217B87F5D4C1}"/>
                </a:ext>
              </a:extLst>
            </p:cNvPr>
            <p:cNvGrpSpPr/>
            <p:nvPr/>
          </p:nvGrpSpPr>
          <p:grpSpPr>
            <a:xfrm>
              <a:off x="2489200" y="5167627"/>
              <a:ext cx="2595880" cy="2600960"/>
              <a:chOff x="2489200" y="2425700"/>
              <a:chExt cx="2595880" cy="260096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8CA3D7F8-E48B-44F9-83C2-8B80EDEAB270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A998DC6-CF8A-4EE3-AB63-F1F84875160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01F1F85-15F5-4153-8F98-3C3B439E4506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5CDA8B16-3FA1-4E03-8E3E-CDCA84F9FE8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C492F1B-080D-429F-8C29-7A73A7926FF0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5390D44-9D27-4454-BE1E-5ADA4017FA3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01BF7C4-AF0C-473E-B494-17189C8C3A2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6F48F3E-7A34-4168-9D74-BBEDD148A3C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16CE585-DF65-4EAB-A181-F61A9DB8346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8150D629-F215-4708-8BE0-A6CED389A434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C5ED88B-5D7E-418F-817C-A16A1BE13D0D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DA7D60E-3E88-42EE-99C0-5A1DA08C375F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93BAF8C-28D9-4E1F-AF08-4BE84AA82D0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CB858BA-83DE-4C99-A249-19B3D90E97EF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566C98-0EF4-4200-90DD-FB81BFF3503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7561C85-2C4A-4090-84BE-42A8EDC131D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</p:grp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DAFB7783-03A6-485F-AEFD-BD9281DE0DAE}"/>
              </a:ext>
            </a:extLst>
          </p:cNvPr>
          <p:cNvSpPr/>
          <p:nvPr/>
        </p:nvSpPr>
        <p:spPr>
          <a:xfrm>
            <a:off x="-192566" y="25066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BF7CF704-3050-4E7D-8DC1-C02668258053}"/>
              </a:ext>
            </a:extLst>
          </p:cNvPr>
          <p:cNvSpPr/>
          <p:nvPr/>
        </p:nvSpPr>
        <p:spPr>
          <a:xfrm>
            <a:off x="3173162" y="309027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098013F7-498A-430D-8C5B-4D3D64D6A5F1}"/>
              </a:ext>
            </a:extLst>
          </p:cNvPr>
          <p:cNvSpPr/>
          <p:nvPr/>
        </p:nvSpPr>
        <p:spPr>
          <a:xfrm>
            <a:off x="6522017" y="3771583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E985401E-981C-48E9-993A-0F6106812E2E}"/>
              </a:ext>
            </a:extLst>
          </p:cNvPr>
          <p:cNvSpPr/>
          <p:nvPr/>
        </p:nvSpPr>
        <p:spPr>
          <a:xfrm>
            <a:off x="9883133" y="4376420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06A1F39B-AADC-41CF-9D2D-9FA81B99DFC7}"/>
              </a:ext>
            </a:extLst>
          </p:cNvPr>
          <p:cNvSpPr/>
          <p:nvPr/>
        </p:nvSpPr>
        <p:spPr>
          <a:xfrm>
            <a:off x="3862610" y="9889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0634BE91-72CB-4D71-8F06-6E6B2359D1D4}"/>
              </a:ext>
            </a:extLst>
          </p:cNvPr>
          <p:cNvSpPr/>
          <p:nvPr/>
        </p:nvSpPr>
        <p:spPr>
          <a:xfrm>
            <a:off x="4480830" y="5210641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6342DB3-240C-4940-B86C-67C465F4AF05}"/>
              </a:ext>
            </a:extLst>
          </p:cNvPr>
          <p:cNvCxnSpPr>
            <a:cxnSpLocks/>
          </p:cNvCxnSpPr>
          <p:nvPr/>
        </p:nvCxnSpPr>
        <p:spPr>
          <a:xfrm>
            <a:off x="4442026" y="4991083"/>
            <a:ext cx="25186" cy="826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9DECEDE-5086-4586-A8A3-31E3F9902213}"/>
              </a:ext>
            </a:extLst>
          </p:cNvPr>
          <p:cNvCxnSpPr>
            <a:cxnSpLocks/>
          </p:cNvCxnSpPr>
          <p:nvPr/>
        </p:nvCxnSpPr>
        <p:spPr>
          <a:xfrm>
            <a:off x="5827410" y="3695112"/>
            <a:ext cx="49449" cy="6601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58B5F3C-16E9-4718-B2DA-3C22C0783C60}"/>
              </a:ext>
            </a:extLst>
          </p:cNvPr>
          <p:cNvCxnSpPr>
            <a:cxnSpLocks/>
          </p:cNvCxnSpPr>
          <p:nvPr/>
        </p:nvCxnSpPr>
        <p:spPr>
          <a:xfrm>
            <a:off x="5839409" y="3076420"/>
            <a:ext cx="1378601" cy="115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FD7DE77-5256-4085-A39A-8343C3DA944D}"/>
              </a:ext>
            </a:extLst>
          </p:cNvPr>
          <p:cNvCxnSpPr>
            <a:cxnSpLocks/>
          </p:cNvCxnSpPr>
          <p:nvPr/>
        </p:nvCxnSpPr>
        <p:spPr>
          <a:xfrm>
            <a:off x="7186977" y="2422779"/>
            <a:ext cx="0" cy="1978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B79044-E4B2-4E92-88D7-C444D1B19EDE}"/>
              </a:ext>
            </a:extLst>
          </p:cNvPr>
          <p:cNvCxnSpPr>
            <a:cxnSpLocks/>
          </p:cNvCxnSpPr>
          <p:nvPr/>
        </p:nvCxnSpPr>
        <p:spPr>
          <a:xfrm>
            <a:off x="5876858" y="4370397"/>
            <a:ext cx="1310117" cy="25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497ED6D-69C4-4CD5-9AEE-915BB6B59370}"/>
              </a:ext>
            </a:extLst>
          </p:cNvPr>
          <p:cNvCxnSpPr>
            <a:cxnSpLocks/>
          </p:cNvCxnSpPr>
          <p:nvPr/>
        </p:nvCxnSpPr>
        <p:spPr>
          <a:xfrm>
            <a:off x="7831808" y="2402146"/>
            <a:ext cx="1436077" cy="235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2A1DEFF2-08B1-4ACE-8A68-566EBA35C770}"/>
              </a:ext>
            </a:extLst>
          </p:cNvPr>
          <p:cNvCxnSpPr>
            <a:cxnSpLocks/>
          </p:cNvCxnSpPr>
          <p:nvPr/>
        </p:nvCxnSpPr>
        <p:spPr>
          <a:xfrm flipH="1">
            <a:off x="7147043" y="5039382"/>
            <a:ext cx="7929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CF4036CA-92F7-4CBC-87F3-53530171449F}"/>
              </a:ext>
            </a:extLst>
          </p:cNvPr>
          <p:cNvCxnSpPr>
            <a:cxnSpLocks/>
          </p:cNvCxnSpPr>
          <p:nvPr/>
        </p:nvCxnSpPr>
        <p:spPr>
          <a:xfrm flipH="1">
            <a:off x="-232976" y="4337264"/>
            <a:ext cx="18774" cy="6750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678D70BC-CB9D-4F2F-8D77-DA9CC8EFE444}"/>
              </a:ext>
            </a:extLst>
          </p:cNvPr>
          <p:cNvCxnSpPr>
            <a:cxnSpLocks/>
          </p:cNvCxnSpPr>
          <p:nvPr/>
        </p:nvCxnSpPr>
        <p:spPr>
          <a:xfrm flipH="1" flipV="1">
            <a:off x="2456182" y="6431259"/>
            <a:ext cx="19053" cy="12805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D5EE626D-3B24-4491-8626-C4372F3FA31A}"/>
              </a:ext>
            </a:extLst>
          </p:cNvPr>
          <p:cNvCxnSpPr>
            <a:cxnSpLocks/>
          </p:cNvCxnSpPr>
          <p:nvPr/>
        </p:nvCxnSpPr>
        <p:spPr>
          <a:xfrm flipH="1">
            <a:off x="5132802" y="5026180"/>
            <a:ext cx="2119443" cy="21006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62369BC9-A757-441D-98C7-1617C05B284A}"/>
              </a:ext>
            </a:extLst>
          </p:cNvPr>
          <p:cNvCxnSpPr>
            <a:cxnSpLocks/>
          </p:cNvCxnSpPr>
          <p:nvPr/>
        </p:nvCxnSpPr>
        <p:spPr>
          <a:xfrm>
            <a:off x="5084256" y="4383396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F0DA2DD7-2022-42BC-96F1-8AC3869CDE6A}"/>
              </a:ext>
            </a:extLst>
          </p:cNvPr>
          <p:cNvCxnSpPr>
            <a:cxnSpLocks/>
          </p:cNvCxnSpPr>
          <p:nvPr/>
        </p:nvCxnSpPr>
        <p:spPr>
          <a:xfrm>
            <a:off x="7847368" y="2402233"/>
            <a:ext cx="0" cy="26165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40A2B9A9-CF40-492D-AEFA-A60265468BB8}"/>
              </a:ext>
            </a:extLst>
          </p:cNvPr>
          <p:cNvCxnSpPr>
            <a:cxnSpLocks/>
          </p:cNvCxnSpPr>
          <p:nvPr/>
        </p:nvCxnSpPr>
        <p:spPr>
          <a:xfrm flipV="1">
            <a:off x="3761501" y="-332740"/>
            <a:ext cx="49486" cy="33954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7E4888FB-DE1F-48EC-88AF-EDCAAA1851D3}"/>
              </a:ext>
            </a:extLst>
          </p:cNvPr>
          <p:cNvCxnSpPr>
            <a:cxnSpLocks/>
          </p:cNvCxnSpPr>
          <p:nvPr/>
        </p:nvCxnSpPr>
        <p:spPr>
          <a:xfrm flipV="1">
            <a:off x="4411981" y="293936"/>
            <a:ext cx="734577" cy="125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F480FF0C-A812-4D0A-8C41-B8D6EE60D3E5}"/>
              </a:ext>
            </a:extLst>
          </p:cNvPr>
          <p:cNvCxnSpPr>
            <a:cxnSpLocks/>
          </p:cNvCxnSpPr>
          <p:nvPr/>
        </p:nvCxnSpPr>
        <p:spPr>
          <a:xfrm>
            <a:off x="5118098" y="294010"/>
            <a:ext cx="2068877" cy="2162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6991FD56-7C37-4BC7-87A0-921A277C2523}"/>
              </a:ext>
            </a:extLst>
          </p:cNvPr>
          <p:cNvCxnSpPr>
            <a:cxnSpLocks/>
          </p:cNvCxnSpPr>
          <p:nvPr/>
        </p:nvCxnSpPr>
        <p:spPr>
          <a:xfrm flipH="1" flipV="1">
            <a:off x="3123880" y="3086033"/>
            <a:ext cx="634496" cy="112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90BFFF9-C0BC-43E6-A96E-16EE9EE52195}"/>
              </a:ext>
            </a:extLst>
          </p:cNvPr>
          <p:cNvCxnSpPr>
            <a:cxnSpLocks/>
          </p:cNvCxnSpPr>
          <p:nvPr/>
        </p:nvCxnSpPr>
        <p:spPr>
          <a:xfrm flipH="1">
            <a:off x="3147759" y="3033955"/>
            <a:ext cx="17628" cy="737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6CDEEE04-9FBE-4B1B-8FF4-3F123EF79416}"/>
              </a:ext>
            </a:extLst>
          </p:cNvPr>
          <p:cNvCxnSpPr>
            <a:cxnSpLocks/>
          </p:cNvCxnSpPr>
          <p:nvPr/>
        </p:nvCxnSpPr>
        <p:spPr>
          <a:xfrm>
            <a:off x="-210919" y="5018791"/>
            <a:ext cx="2623798" cy="73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9B54B02-7B26-42A2-ADCB-233AF2449FCE}"/>
              </a:ext>
            </a:extLst>
          </p:cNvPr>
          <p:cNvCxnSpPr>
            <a:cxnSpLocks/>
          </p:cNvCxnSpPr>
          <p:nvPr/>
        </p:nvCxnSpPr>
        <p:spPr>
          <a:xfrm flipV="1">
            <a:off x="5062221" y="2426687"/>
            <a:ext cx="830577" cy="300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DD87780-D8C2-4513-B001-118522AE1704}"/>
              </a:ext>
            </a:extLst>
          </p:cNvPr>
          <p:cNvCxnSpPr>
            <a:cxnSpLocks/>
          </p:cNvCxnSpPr>
          <p:nvPr/>
        </p:nvCxnSpPr>
        <p:spPr>
          <a:xfrm flipV="1">
            <a:off x="2412879" y="4988992"/>
            <a:ext cx="0" cy="14643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711726D-A568-4EC2-B57D-9B374A393EA4}"/>
              </a:ext>
            </a:extLst>
          </p:cNvPr>
          <p:cNvCxnSpPr>
            <a:cxnSpLocks/>
          </p:cNvCxnSpPr>
          <p:nvPr/>
        </p:nvCxnSpPr>
        <p:spPr>
          <a:xfrm flipH="1" flipV="1">
            <a:off x="3810775" y="6395584"/>
            <a:ext cx="691414" cy="167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6B03934-F014-4AF7-93EE-3F23B5AFC933}"/>
              </a:ext>
            </a:extLst>
          </p:cNvPr>
          <p:cNvCxnSpPr>
            <a:cxnSpLocks/>
          </p:cNvCxnSpPr>
          <p:nvPr/>
        </p:nvCxnSpPr>
        <p:spPr>
          <a:xfrm flipV="1">
            <a:off x="4472116" y="5018791"/>
            <a:ext cx="612140" cy="7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57CE5D8-9567-489E-AC7D-333B368A439F}"/>
              </a:ext>
            </a:extLst>
          </p:cNvPr>
          <p:cNvCxnSpPr>
            <a:cxnSpLocks/>
          </p:cNvCxnSpPr>
          <p:nvPr/>
        </p:nvCxnSpPr>
        <p:spPr>
          <a:xfrm flipV="1">
            <a:off x="5092474" y="4355243"/>
            <a:ext cx="15559" cy="64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C2939-7AEB-4353-9CF9-20EFABDF138D}"/>
              </a:ext>
            </a:extLst>
          </p:cNvPr>
          <p:cNvCxnSpPr>
            <a:cxnSpLocks/>
          </p:cNvCxnSpPr>
          <p:nvPr/>
        </p:nvCxnSpPr>
        <p:spPr>
          <a:xfrm flipH="1">
            <a:off x="2445045" y="6374536"/>
            <a:ext cx="1414399" cy="420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BE1930A-80EB-41C8-9951-E2E00600CA5F}"/>
              </a:ext>
            </a:extLst>
          </p:cNvPr>
          <p:cNvCxnSpPr>
            <a:cxnSpLocks/>
          </p:cNvCxnSpPr>
          <p:nvPr/>
        </p:nvCxnSpPr>
        <p:spPr>
          <a:xfrm flipH="1" flipV="1">
            <a:off x="3768585" y="5770887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5866261-FADA-4A6A-83CA-6B6C594D4F38}"/>
              </a:ext>
            </a:extLst>
          </p:cNvPr>
          <p:cNvCxnSpPr>
            <a:cxnSpLocks/>
          </p:cNvCxnSpPr>
          <p:nvPr/>
        </p:nvCxnSpPr>
        <p:spPr>
          <a:xfrm>
            <a:off x="3756056" y="5817867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8AD81C6-518D-48D0-B128-E171FB2CB024}"/>
              </a:ext>
            </a:extLst>
          </p:cNvPr>
          <p:cNvCxnSpPr>
            <a:cxnSpLocks/>
          </p:cNvCxnSpPr>
          <p:nvPr/>
        </p:nvCxnSpPr>
        <p:spPr>
          <a:xfrm flipV="1">
            <a:off x="5815133" y="3735498"/>
            <a:ext cx="755435" cy="93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F61FC83-0A0C-4F56-B944-14AB7C313720}"/>
              </a:ext>
            </a:extLst>
          </p:cNvPr>
          <p:cNvCxnSpPr>
            <a:cxnSpLocks/>
          </p:cNvCxnSpPr>
          <p:nvPr/>
        </p:nvCxnSpPr>
        <p:spPr>
          <a:xfrm flipH="1">
            <a:off x="6499540" y="3049215"/>
            <a:ext cx="948" cy="6430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C4CAB55-4BB0-480F-A21A-576E839BAEF2}"/>
              </a:ext>
            </a:extLst>
          </p:cNvPr>
          <p:cNvCxnSpPr>
            <a:cxnSpLocks/>
          </p:cNvCxnSpPr>
          <p:nvPr/>
        </p:nvCxnSpPr>
        <p:spPr>
          <a:xfrm flipH="1">
            <a:off x="9267885" y="2422737"/>
            <a:ext cx="26877" cy="25241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E50FC93E-E6AE-45EA-9C59-2AAC32674C7F}"/>
              </a:ext>
            </a:extLst>
          </p:cNvPr>
          <p:cNvCxnSpPr>
            <a:cxnSpLocks/>
          </p:cNvCxnSpPr>
          <p:nvPr/>
        </p:nvCxnSpPr>
        <p:spPr>
          <a:xfrm flipH="1">
            <a:off x="4387678" y="7098241"/>
            <a:ext cx="775497" cy="17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D3D3E6A-3669-492D-AA84-C297770369B1}"/>
              </a:ext>
            </a:extLst>
          </p:cNvPr>
          <p:cNvCxnSpPr>
            <a:cxnSpLocks/>
          </p:cNvCxnSpPr>
          <p:nvPr/>
        </p:nvCxnSpPr>
        <p:spPr>
          <a:xfrm flipV="1">
            <a:off x="3755467" y="1576935"/>
            <a:ext cx="1458248" cy="289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FA220E01-B6DD-4196-9F5E-684EC03080FF}"/>
              </a:ext>
            </a:extLst>
          </p:cNvPr>
          <p:cNvCxnSpPr>
            <a:cxnSpLocks/>
          </p:cNvCxnSpPr>
          <p:nvPr/>
        </p:nvCxnSpPr>
        <p:spPr>
          <a:xfrm flipV="1">
            <a:off x="5165906" y="1563386"/>
            <a:ext cx="0" cy="9134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2554E7-3E0C-4E52-914A-29ED64A7AB2F}"/>
              </a:ext>
            </a:extLst>
          </p:cNvPr>
          <p:cNvCxnSpPr>
            <a:cxnSpLocks/>
          </p:cNvCxnSpPr>
          <p:nvPr/>
        </p:nvCxnSpPr>
        <p:spPr>
          <a:xfrm flipH="1" flipV="1">
            <a:off x="1706880" y="4337264"/>
            <a:ext cx="58299" cy="651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1704AE1-7E85-4AD4-A5B8-3111EF23AF73}"/>
              </a:ext>
            </a:extLst>
          </p:cNvPr>
          <p:cNvCxnSpPr>
            <a:cxnSpLocks/>
          </p:cNvCxnSpPr>
          <p:nvPr/>
        </p:nvCxnSpPr>
        <p:spPr>
          <a:xfrm flipV="1">
            <a:off x="10576639" y="4368126"/>
            <a:ext cx="0" cy="7140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988A7A00-21A3-43CF-9D7B-EF53906D718B}"/>
              </a:ext>
            </a:extLst>
          </p:cNvPr>
          <p:cNvCxnSpPr>
            <a:cxnSpLocks/>
          </p:cNvCxnSpPr>
          <p:nvPr/>
        </p:nvCxnSpPr>
        <p:spPr>
          <a:xfrm flipV="1">
            <a:off x="9922871" y="4381313"/>
            <a:ext cx="0" cy="7140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7D97517-6C32-4AFE-91E4-1C24EA6A7E3F}"/>
              </a:ext>
            </a:extLst>
          </p:cNvPr>
          <p:cNvCxnSpPr>
            <a:cxnSpLocks/>
          </p:cNvCxnSpPr>
          <p:nvPr/>
        </p:nvCxnSpPr>
        <p:spPr>
          <a:xfrm flipH="1" flipV="1">
            <a:off x="9922871" y="4355243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178E18DE-2C1D-4C23-9024-EE8761F7CA3A}"/>
              </a:ext>
            </a:extLst>
          </p:cNvPr>
          <p:cNvCxnSpPr>
            <a:cxnSpLocks/>
          </p:cNvCxnSpPr>
          <p:nvPr/>
        </p:nvCxnSpPr>
        <p:spPr>
          <a:xfrm flipH="1" flipV="1">
            <a:off x="5083840" y="7115266"/>
            <a:ext cx="34258" cy="6834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94594E44-33BD-48C3-8297-F15AB68F1514}"/>
              </a:ext>
            </a:extLst>
          </p:cNvPr>
          <p:cNvCxnSpPr>
            <a:cxnSpLocks/>
          </p:cNvCxnSpPr>
          <p:nvPr/>
        </p:nvCxnSpPr>
        <p:spPr>
          <a:xfrm flipH="1">
            <a:off x="5864864" y="2477666"/>
            <a:ext cx="948" cy="6430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46319170-D35A-4630-B006-F0E4CBF67DA1}"/>
              </a:ext>
            </a:extLst>
          </p:cNvPr>
          <p:cNvCxnSpPr>
            <a:cxnSpLocks/>
          </p:cNvCxnSpPr>
          <p:nvPr/>
        </p:nvCxnSpPr>
        <p:spPr>
          <a:xfrm flipH="1" flipV="1">
            <a:off x="9238412" y="5026180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1A50BF6C-C4E8-4E98-B240-A238692363AE}"/>
              </a:ext>
            </a:extLst>
          </p:cNvPr>
          <p:cNvCxnSpPr>
            <a:cxnSpLocks/>
          </p:cNvCxnSpPr>
          <p:nvPr/>
        </p:nvCxnSpPr>
        <p:spPr>
          <a:xfrm flipH="1" flipV="1">
            <a:off x="3104276" y="7750750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0DE77007-8331-4A0A-907A-6CEB2B1E16A9}"/>
              </a:ext>
            </a:extLst>
          </p:cNvPr>
          <p:cNvCxnSpPr>
            <a:cxnSpLocks/>
          </p:cNvCxnSpPr>
          <p:nvPr/>
        </p:nvCxnSpPr>
        <p:spPr>
          <a:xfrm flipH="1" flipV="1">
            <a:off x="4428716" y="6457565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74BEAF3-7068-410C-AC36-7C143853382E}"/>
              </a:ext>
            </a:extLst>
          </p:cNvPr>
          <p:cNvCxnSpPr>
            <a:cxnSpLocks/>
          </p:cNvCxnSpPr>
          <p:nvPr/>
        </p:nvCxnSpPr>
        <p:spPr>
          <a:xfrm flipH="1" flipV="1">
            <a:off x="3746503" y="972963"/>
            <a:ext cx="691414" cy="167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F4963FF-4364-40ED-8EB4-7C4DA6FAA06E}"/>
              </a:ext>
            </a:extLst>
          </p:cNvPr>
          <p:cNvCxnSpPr>
            <a:cxnSpLocks/>
          </p:cNvCxnSpPr>
          <p:nvPr/>
        </p:nvCxnSpPr>
        <p:spPr>
          <a:xfrm flipH="1" flipV="1">
            <a:off x="4417470" y="272793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907CD1B3-3CBC-47EF-8E58-7743AE1CF568}"/>
              </a:ext>
            </a:extLst>
          </p:cNvPr>
          <p:cNvCxnSpPr>
            <a:cxnSpLocks/>
          </p:cNvCxnSpPr>
          <p:nvPr/>
        </p:nvCxnSpPr>
        <p:spPr>
          <a:xfrm flipH="1" flipV="1">
            <a:off x="1662939" y="4390658"/>
            <a:ext cx="2121339" cy="173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74BE78C4-9F2A-46D7-AF88-246AFB0898F2}"/>
              </a:ext>
            </a:extLst>
          </p:cNvPr>
          <p:cNvCxnSpPr>
            <a:cxnSpLocks/>
          </p:cNvCxnSpPr>
          <p:nvPr/>
        </p:nvCxnSpPr>
        <p:spPr>
          <a:xfrm flipH="1" flipV="1">
            <a:off x="3070763" y="3781536"/>
            <a:ext cx="818528" cy="242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70623C3E-5FFF-40E4-8C63-60B2A0FF7E11}"/>
              </a:ext>
            </a:extLst>
          </p:cNvPr>
          <p:cNvCxnSpPr>
            <a:cxnSpLocks/>
          </p:cNvCxnSpPr>
          <p:nvPr/>
        </p:nvCxnSpPr>
        <p:spPr>
          <a:xfrm flipH="1" flipV="1">
            <a:off x="3819522" y="3815731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377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D6D09A8-6658-481B-9D23-0617C953FC4A}"/>
              </a:ext>
            </a:extLst>
          </p:cNvPr>
          <p:cNvGrpSpPr/>
          <p:nvPr/>
        </p:nvGrpSpPr>
        <p:grpSpPr>
          <a:xfrm>
            <a:off x="58368" y="9719"/>
            <a:ext cx="7395376" cy="7407049"/>
            <a:chOff x="58368" y="9719"/>
            <a:chExt cx="7395376" cy="740704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2032001" y="1960880"/>
              <a:ext cx="3505200" cy="356869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1367867" y="1283998"/>
              <a:ext cx="4808711" cy="489581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6230EA0-94D3-47EB-AA70-26685B7AD00F}"/>
                </a:ext>
              </a:extLst>
            </p:cNvPr>
            <p:cNvSpPr/>
            <p:nvPr/>
          </p:nvSpPr>
          <p:spPr>
            <a:xfrm>
              <a:off x="751840" y="654733"/>
              <a:ext cx="6051664" cy="606160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ECBB83E-353F-4D95-8623-0CFB059C64FC}"/>
                </a:ext>
              </a:extLst>
            </p:cNvPr>
            <p:cNvSpPr/>
            <p:nvPr/>
          </p:nvSpPr>
          <p:spPr>
            <a:xfrm>
              <a:off x="58368" y="9719"/>
              <a:ext cx="7395376" cy="740704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64E8D6B-50F4-4F99-A625-4842E927370E}"/>
              </a:ext>
            </a:extLst>
          </p:cNvPr>
          <p:cNvGrpSpPr/>
          <p:nvPr/>
        </p:nvGrpSpPr>
        <p:grpSpPr>
          <a:xfrm>
            <a:off x="2834639" y="-2354095"/>
            <a:ext cx="7325359" cy="11984477"/>
            <a:chOff x="2834639" y="-2354095"/>
            <a:chExt cx="7325359" cy="11984477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993729-B257-4136-9FF1-C1B55734F46A}"/>
                </a:ext>
              </a:extLst>
            </p:cNvPr>
            <p:cNvSpPr/>
            <p:nvPr/>
          </p:nvSpPr>
          <p:spPr>
            <a:xfrm>
              <a:off x="2834639" y="-2354095"/>
              <a:ext cx="7325359" cy="1198447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E509E1A-635A-4F15-9720-A10ECDAB70AE}"/>
                </a:ext>
              </a:extLst>
            </p:cNvPr>
            <p:cNvSpPr/>
            <p:nvPr/>
          </p:nvSpPr>
          <p:spPr>
            <a:xfrm>
              <a:off x="3456940" y="-1828800"/>
              <a:ext cx="6197675" cy="1094484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4079243" y="-1303506"/>
              <a:ext cx="4930213" cy="9878529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19844B6-E37B-4D07-9066-5794ECCCA28E}"/>
                </a:ext>
              </a:extLst>
            </p:cNvPr>
            <p:cNvSpPr/>
            <p:nvPr/>
          </p:nvSpPr>
          <p:spPr>
            <a:xfrm>
              <a:off x="4757421" y="-797667"/>
              <a:ext cx="3601795" cy="8910536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2237FBC2-4D5C-459C-83EB-EBB51952C5B6}"/>
              </a:ext>
            </a:extLst>
          </p:cNvPr>
          <p:cNvSpPr/>
          <p:nvPr/>
        </p:nvSpPr>
        <p:spPr>
          <a:xfrm>
            <a:off x="3261360" y="3187700"/>
            <a:ext cx="391160" cy="3911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4640311-3C21-48BC-B0BC-C35AB2CEDA52}"/>
              </a:ext>
            </a:extLst>
          </p:cNvPr>
          <p:cNvGrpSpPr/>
          <p:nvPr/>
        </p:nvGrpSpPr>
        <p:grpSpPr>
          <a:xfrm>
            <a:off x="-243840" y="-332740"/>
            <a:ext cx="10798847" cy="8101327"/>
            <a:chOff x="-243840" y="-332740"/>
            <a:chExt cx="10798847" cy="8101327"/>
          </a:xfrm>
          <a:solidFill>
            <a:schemeClr val="bg1">
              <a:lumMod val="95000"/>
            </a:schemeClr>
          </a:solidFill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AE72F22-EBB4-4E72-B908-EF0F2A754061}"/>
                </a:ext>
              </a:extLst>
            </p:cNvPr>
            <p:cNvGrpSpPr/>
            <p:nvPr/>
          </p:nvGrpSpPr>
          <p:grpSpPr>
            <a:xfrm>
              <a:off x="248920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BB078E3-B323-42E3-880B-B59FAAFF4775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47B222-4895-43B3-8683-C80A9C542DF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74F5749-7064-4112-821E-DB33C7A72C27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700F74-9EB4-4383-8F02-DBB145753F6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476843-4EC2-4155-B551-BF063413217D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A6B636-B7FF-4F58-A79E-7F8A568C25CC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B502E6-7B3A-4907-BF10-9A5734D033FE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A340107-4432-462B-A27D-39D86CB0170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849873E-F1D6-4F4A-BBAA-EC2B412C95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52494B7-0F2C-465E-92F9-F615BB295ACA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18BC39E-8624-4B14-8C8B-DAC60EC4B4CA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758EC1-808C-49D4-B44E-4C104C0B1E96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FED7ED5-65F8-44E1-9DF2-D99CF83137D0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6A5EE82-D05E-47DD-8511-9343DB189687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D6AB0CA-DF8C-4AF0-94B6-2B436803C82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2DD1E2A-8486-4276-BF6A-CB1A05AB486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B466462-5F69-4683-9458-01A4A01B2C73}"/>
                </a:ext>
              </a:extLst>
            </p:cNvPr>
            <p:cNvGrpSpPr/>
            <p:nvPr/>
          </p:nvGrpSpPr>
          <p:grpSpPr>
            <a:xfrm>
              <a:off x="5214621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31DC58-F20A-47C4-BED3-38C22BADD064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0FB642E-DBF0-4D72-8D9E-B774980D5A16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033261-7725-4A29-8DD1-C26F7BDEB24A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1388675-3E4F-4994-8C1D-E6CD41206A70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2EEBBE-DF02-4C5C-97FF-D64953381DE9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4FAAAB4-FE62-44F0-9222-5EB25B5C68BA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8A0583D-9824-4A15-9307-FEDA35830296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2253BC-E892-4D37-BFD5-1BB625A0DE19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747CA5-3B55-4B51-B89E-6071E65C47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4A8C77-BA6A-47D5-81E5-F118C1D824E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FE07BA-38A9-4C5C-A96D-452AC9B56F42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7B9207D-6D98-4823-A3D5-77F382555E3D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5DBC46B-0BF7-4FE9-A964-D7B3390E5F6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A66E1B9-0DC4-4C7E-8FFD-2E5D4329326D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A7E1BE-47F6-4DD1-8ADF-8A79138F09B2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7D77C80-8B1B-4C58-9CAB-790AE1C29043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073CECF-CB82-4612-A72A-7644CA358C71}"/>
                </a:ext>
              </a:extLst>
            </p:cNvPr>
            <p:cNvGrpSpPr/>
            <p:nvPr/>
          </p:nvGrpSpPr>
          <p:grpSpPr>
            <a:xfrm>
              <a:off x="7959127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9C6257-E3DA-4DB2-8BC2-3E4A285F8136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15E7BBF-AFEB-4EC4-83DE-3A66C0418CCD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F5D4737-E488-48BF-9AA3-9DFF39EF0A58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840C013-2D20-4587-9D57-F02462B92B59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2A0C144-29AF-4CA8-A074-CD1F9FDC90E3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66D687-C7F2-45CB-AE02-C6C2040D47E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2F9FF1B-9D0E-438D-A77B-0DBCBEB0DA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03E5DF6-F05B-478B-8424-43510A826AA1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1684AA-C035-4D53-9B24-1B213546B25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B9CB3E2-4B51-4DF3-A1DC-A3A67FD4EEF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8020B3D-EA6A-497A-8B16-D4544C5DB913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46A138-9370-4AFF-8776-F6A60B858754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DFD450A-475E-46D7-8877-7AFAF59F8E38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A5581AD-60BB-4E5B-AA17-AA8D8FFEDEA0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012B9D-3F15-4D62-B4F6-2D41A5E8E219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1B6B13D-2886-41E9-8AB5-BBA601ED11B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A2860B43-0312-4F5C-A904-D8683039D3D9}"/>
                </a:ext>
              </a:extLst>
            </p:cNvPr>
            <p:cNvGrpSpPr/>
            <p:nvPr/>
          </p:nvGrpSpPr>
          <p:grpSpPr>
            <a:xfrm>
              <a:off x="-24384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D2C75E5-CA7F-4ADB-B968-D4AA1D8EB06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50196BF-9377-416F-A2CB-3D9B5E2BEAC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CDE1826-CE5C-47D2-B578-EA6A94E4F923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597AC96-2684-43B9-A67D-FD60613B64A7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6B76FF8-989F-4F44-8B85-F03383080B57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0F8313F-0C1A-46EB-BAD1-FED85177DB12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C5C3AC-718A-410E-8C2F-2C79A0CA6FD2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377D656-321C-4BE7-AF1C-F6162AB634F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9140A69-AFD2-45AC-BE0B-D61D92155FE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ECE6808-1360-4A5F-AC61-6CAE5755F7D2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44367AF-CDB1-4933-BA69-9BF0541DD857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B35084A-6E2C-4952-BD17-9A43AAA74868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C846E5E-6024-4C98-A20D-30AE1740452B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8FB1E96-9B80-4D05-82E8-50B50456B693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FAC3B76-12A8-4657-B56D-1138015A7F90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520DEA2-9F52-4F13-85E7-E64BC98E99E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3628670-C903-4611-A8CD-31F74592AC73}"/>
                </a:ext>
              </a:extLst>
            </p:cNvPr>
            <p:cNvGrpSpPr/>
            <p:nvPr/>
          </p:nvGrpSpPr>
          <p:grpSpPr>
            <a:xfrm>
              <a:off x="2489200" y="-33274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9B30A3A-3CEB-46FD-B44D-5990D5A88AF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9C1D73C-64C1-4464-8671-6650FCFA299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C78B473-4A5D-471F-94FE-0DA5F2CC6FA4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30AC02E-986E-42D3-B7C5-71B1D0E2B538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29AECA-3C9D-4249-9160-740DE491D2C5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5F93BB5-F242-4217-9EBC-AA66D059174E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1EEE512-7AC9-4462-9FA9-B1D9745A43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90B1C96C-AE14-474D-AD8D-81499F36EC3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7359368-C9E9-49B0-9E6B-D1DAD90B7B7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731895B-391D-4F6B-8E38-8ECB2A32B91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DF0EA42-9341-4A5D-9331-D3BC138110DF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DA5130A-E4DE-4FDC-BEEA-0193D9FB047C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493E85D-4BA0-42B1-917C-54F5A3E7F38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F81D098-7D6B-42CC-A722-E096A30498E5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EFBA3F4-1791-4151-A7E0-A60B2FBD3C73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04F135-F9E3-4597-8911-3DE0946E6B8F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06DBF80-4300-4286-96CD-217B87F5D4C1}"/>
                </a:ext>
              </a:extLst>
            </p:cNvPr>
            <p:cNvGrpSpPr/>
            <p:nvPr/>
          </p:nvGrpSpPr>
          <p:grpSpPr>
            <a:xfrm>
              <a:off x="2489200" y="5167627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8CA3D7F8-E48B-44F9-83C2-8B80EDEAB270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A998DC6-CF8A-4EE3-AB63-F1F84875160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01F1F85-15F5-4153-8F98-3C3B439E4506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5CDA8B16-3FA1-4E03-8E3E-CDCA84F9FE8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C492F1B-080D-429F-8C29-7A73A7926FF0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5390D44-9D27-4454-BE1E-5ADA4017FA3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01BF7C4-AF0C-473E-B494-17189C8C3A2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6F48F3E-7A34-4168-9D74-BBEDD148A3C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16CE585-DF65-4EAB-A181-F61A9DB8346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8150D629-F215-4708-8BE0-A6CED389A434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C5ED88B-5D7E-418F-817C-A16A1BE13D0D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DA7D60E-3E88-42EE-99C0-5A1DA08C375F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93BAF8C-28D9-4E1F-AF08-4BE84AA82D0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CB858BA-83DE-4C99-A249-19B3D90E97EF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566C98-0EF4-4200-90DD-FB81BFF3503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7561C85-2C4A-4090-84BE-42A8EDC131D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</p:grp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DAFB7783-03A6-485F-AEFD-BD9281DE0DAE}"/>
              </a:ext>
            </a:extLst>
          </p:cNvPr>
          <p:cNvSpPr/>
          <p:nvPr/>
        </p:nvSpPr>
        <p:spPr>
          <a:xfrm>
            <a:off x="-192566" y="25066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BF7CF704-3050-4E7D-8DC1-C02668258053}"/>
              </a:ext>
            </a:extLst>
          </p:cNvPr>
          <p:cNvSpPr/>
          <p:nvPr/>
        </p:nvSpPr>
        <p:spPr>
          <a:xfrm>
            <a:off x="3173162" y="309027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098013F7-498A-430D-8C5B-4D3D64D6A5F1}"/>
              </a:ext>
            </a:extLst>
          </p:cNvPr>
          <p:cNvSpPr/>
          <p:nvPr/>
        </p:nvSpPr>
        <p:spPr>
          <a:xfrm>
            <a:off x="6522017" y="3771583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E985401E-981C-48E9-993A-0F6106812E2E}"/>
              </a:ext>
            </a:extLst>
          </p:cNvPr>
          <p:cNvSpPr/>
          <p:nvPr/>
        </p:nvSpPr>
        <p:spPr>
          <a:xfrm>
            <a:off x="9883133" y="4376420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06A1F39B-AADC-41CF-9D2D-9FA81B99DFC7}"/>
              </a:ext>
            </a:extLst>
          </p:cNvPr>
          <p:cNvSpPr/>
          <p:nvPr/>
        </p:nvSpPr>
        <p:spPr>
          <a:xfrm>
            <a:off x="3862610" y="9889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0634BE91-72CB-4D71-8F06-6E6B2359D1D4}"/>
              </a:ext>
            </a:extLst>
          </p:cNvPr>
          <p:cNvSpPr/>
          <p:nvPr/>
        </p:nvSpPr>
        <p:spPr>
          <a:xfrm>
            <a:off x="4480830" y="5210641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6342DB3-240C-4940-B86C-67C465F4AF05}"/>
              </a:ext>
            </a:extLst>
          </p:cNvPr>
          <p:cNvCxnSpPr>
            <a:cxnSpLocks/>
          </p:cNvCxnSpPr>
          <p:nvPr/>
        </p:nvCxnSpPr>
        <p:spPr>
          <a:xfrm>
            <a:off x="4442026" y="4991083"/>
            <a:ext cx="25186" cy="826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9DECEDE-5086-4586-A8A3-31E3F9902213}"/>
              </a:ext>
            </a:extLst>
          </p:cNvPr>
          <p:cNvCxnSpPr>
            <a:cxnSpLocks/>
          </p:cNvCxnSpPr>
          <p:nvPr/>
        </p:nvCxnSpPr>
        <p:spPr>
          <a:xfrm>
            <a:off x="5850248" y="3717232"/>
            <a:ext cx="26611" cy="6380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58B5F3C-16E9-4718-B2DA-3C22C0783C60}"/>
              </a:ext>
            </a:extLst>
          </p:cNvPr>
          <p:cNvCxnSpPr>
            <a:cxnSpLocks/>
          </p:cNvCxnSpPr>
          <p:nvPr/>
        </p:nvCxnSpPr>
        <p:spPr>
          <a:xfrm>
            <a:off x="5839409" y="3076420"/>
            <a:ext cx="1378601" cy="115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FD7DE77-5256-4085-A39A-8343C3DA944D}"/>
              </a:ext>
            </a:extLst>
          </p:cNvPr>
          <p:cNvCxnSpPr>
            <a:cxnSpLocks/>
          </p:cNvCxnSpPr>
          <p:nvPr/>
        </p:nvCxnSpPr>
        <p:spPr>
          <a:xfrm>
            <a:off x="7186977" y="2422779"/>
            <a:ext cx="0" cy="1978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B79044-E4B2-4E92-88D7-C444D1B19EDE}"/>
              </a:ext>
            </a:extLst>
          </p:cNvPr>
          <p:cNvCxnSpPr>
            <a:cxnSpLocks/>
          </p:cNvCxnSpPr>
          <p:nvPr/>
        </p:nvCxnSpPr>
        <p:spPr>
          <a:xfrm>
            <a:off x="5876858" y="4370397"/>
            <a:ext cx="1310117" cy="25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497ED6D-69C4-4CD5-9AEE-915BB6B59370}"/>
              </a:ext>
            </a:extLst>
          </p:cNvPr>
          <p:cNvCxnSpPr>
            <a:cxnSpLocks/>
          </p:cNvCxnSpPr>
          <p:nvPr/>
        </p:nvCxnSpPr>
        <p:spPr>
          <a:xfrm>
            <a:off x="7831808" y="2402146"/>
            <a:ext cx="1436077" cy="235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CF4036CA-92F7-4CBC-87F3-53530171449F}"/>
              </a:ext>
            </a:extLst>
          </p:cNvPr>
          <p:cNvCxnSpPr>
            <a:cxnSpLocks/>
          </p:cNvCxnSpPr>
          <p:nvPr/>
        </p:nvCxnSpPr>
        <p:spPr>
          <a:xfrm flipH="1">
            <a:off x="-246801" y="4343963"/>
            <a:ext cx="3713" cy="616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62369BC9-A757-441D-98C7-1617C05B284A}"/>
              </a:ext>
            </a:extLst>
          </p:cNvPr>
          <p:cNvCxnSpPr>
            <a:cxnSpLocks/>
          </p:cNvCxnSpPr>
          <p:nvPr/>
        </p:nvCxnSpPr>
        <p:spPr>
          <a:xfrm>
            <a:off x="5084256" y="4383396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F0DA2DD7-2022-42BC-96F1-8AC3869CDE6A}"/>
              </a:ext>
            </a:extLst>
          </p:cNvPr>
          <p:cNvCxnSpPr>
            <a:cxnSpLocks/>
          </p:cNvCxnSpPr>
          <p:nvPr/>
        </p:nvCxnSpPr>
        <p:spPr>
          <a:xfrm>
            <a:off x="9298963" y="2983650"/>
            <a:ext cx="0" cy="14138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40A2B9A9-CF40-492D-AEFA-A60265468BB8}"/>
              </a:ext>
            </a:extLst>
          </p:cNvPr>
          <p:cNvCxnSpPr>
            <a:cxnSpLocks/>
          </p:cNvCxnSpPr>
          <p:nvPr/>
        </p:nvCxnSpPr>
        <p:spPr>
          <a:xfrm flipV="1">
            <a:off x="3761501" y="-332740"/>
            <a:ext cx="49486" cy="33954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7E4888FB-DE1F-48EC-88AF-EDCAAA1851D3}"/>
              </a:ext>
            </a:extLst>
          </p:cNvPr>
          <p:cNvCxnSpPr>
            <a:cxnSpLocks/>
          </p:cNvCxnSpPr>
          <p:nvPr/>
        </p:nvCxnSpPr>
        <p:spPr>
          <a:xfrm flipV="1">
            <a:off x="4411981" y="293936"/>
            <a:ext cx="734577" cy="125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F480FF0C-A812-4D0A-8C41-B8D6EE60D3E5}"/>
              </a:ext>
            </a:extLst>
          </p:cNvPr>
          <p:cNvCxnSpPr>
            <a:cxnSpLocks/>
          </p:cNvCxnSpPr>
          <p:nvPr/>
        </p:nvCxnSpPr>
        <p:spPr>
          <a:xfrm>
            <a:off x="5118098" y="294010"/>
            <a:ext cx="2068877" cy="2162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6991FD56-7C37-4BC7-87A0-921A277C2523}"/>
              </a:ext>
            </a:extLst>
          </p:cNvPr>
          <p:cNvCxnSpPr>
            <a:cxnSpLocks/>
          </p:cNvCxnSpPr>
          <p:nvPr/>
        </p:nvCxnSpPr>
        <p:spPr>
          <a:xfrm flipH="1" flipV="1">
            <a:off x="3188684" y="3050599"/>
            <a:ext cx="635328" cy="454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90BFFF9-C0BC-43E6-A96E-16EE9EE52195}"/>
              </a:ext>
            </a:extLst>
          </p:cNvPr>
          <p:cNvCxnSpPr>
            <a:cxnSpLocks/>
          </p:cNvCxnSpPr>
          <p:nvPr/>
        </p:nvCxnSpPr>
        <p:spPr>
          <a:xfrm flipH="1">
            <a:off x="3147759" y="3033955"/>
            <a:ext cx="17628" cy="737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6CDEEE04-9FBE-4B1B-8FF4-3F123EF79416}"/>
              </a:ext>
            </a:extLst>
          </p:cNvPr>
          <p:cNvCxnSpPr>
            <a:cxnSpLocks/>
          </p:cNvCxnSpPr>
          <p:nvPr/>
        </p:nvCxnSpPr>
        <p:spPr>
          <a:xfrm>
            <a:off x="1055691" y="4988766"/>
            <a:ext cx="1357188" cy="37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9B54B02-7B26-42A2-ADCB-233AF2449FCE}"/>
              </a:ext>
            </a:extLst>
          </p:cNvPr>
          <p:cNvCxnSpPr>
            <a:cxnSpLocks/>
          </p:cNvCxnSpPr>
          <p:nvPr/>
        </p:nvCxnSpPr>
        <p:spPr>
          <a:xfrm flipV="1">
            <a:off x="5062221" y="2426687"/>
            <a:ext cx="830577" cy="300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DD87780-D8C2-4513-B001-118522AE1704}"/>
              </a:ext>
            </a:extLst>
          </p:cNvPr>
          <p:cNvCxnSpPr>
            <a:cxnSpLocks/>
          </p:cNvCxnSpPr>
          <p:nvPr/>
        </p:nvCxnSpPr>
        <p:spPr>
          <a:xfrm flipH="1" flipV="1">
            <a:off x="2412879" y="4988992"/>
            <a:ext cx="26378" cy="20645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711726D-A568-4EC2-B57D-9B374A393EA4}"/>
              </a:ext>
            </a:extLst>
          </p:cNvPr>
          <p:cNvCxnSpPr>
            <a:cxnSpLocks/>
          </p:cNvCxnSpPr>
          <p:nvPr/>
        </p:nvCxnSpPr>
        <p:spPr>
          <a:xfrm flipH="1" flipV="1">
            <a:off x="3810775" y="6395584"/>
            <a:ext cx="691414" cy="167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6B03934-F014-4AF7-93EE-3F23B5AFC933}"/>
              </a:ext>
            </a:extLst>
          </p:cNvPr>
          <p:cNvCxnSpPr>
            <a:cxnSpLocks/>
          </p:cNvCxnSpPr>
          <p:nvPr/>
        </p:nvCxnSpPr>
        <p:spPr>
          <a:xfrm flipV="1">
            <a:off x="4472116" y="5018791"/>
            <a:ext cx="612140" cy="7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57CE5D8-9567-489E-AC7D-333B368A439F}"/>
              </a:ext>
            </a:extLst>
          </p:cNvPr>
          <p:cNvCxnSpPr>
            <a:cxnSpLocks/>
          </p:cNvCxnSpPr>
          <p:nvPr/>
        </p:nvCxnSpPr>
        <p:spPr>
          <a:xfrm flipV="1">
            <a:off x="5092474" y="4355243"/>
            <a:ext cx="15559" cy="64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C2939-7AEB-4353-9CF9-20EFABDF138D}"/>
              </a:ext>
            </a:extLst>
          </p:cNvPr>
          <p:cNvCxnSpPr>
            <a:cxnSpLocks/>
          </p:cNvCxnSpPr>
          <p:nvPr/>
        </p:nvCxnSpPr>
        <p:spPr>
          <a:xfrm flipH="1">
            <a:off x="3093028" y="6374536"/>
            <a:ext cx="766417" cy="67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BE1930A-80EB-41C8-9951-E2E00600CA5F}"/>
              </a:ext>
            </a:extLst>
          </p:cNvPr>
          <p:cNvCxnSpPr>
            <a:cxnSpLocks/>
          </p:cNvCxnSpPr>
          <p:nvPr/>
        </p:nvCxnSpPr>
        <p:spPr>
          <a:xfrm flipH="1" flipV="1">
            <a:off x="3768585" y="5770887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5866261-FADA-4A6A-83CA-6B6C594D4F38}"/>
              </a:ext>
            </a:extLst>
          </p:cNvPr>
          <p:cNvCxnSpPr>
            <a:cxnSpLocks/>
          </p:cNvCxnSpPr>
          <p:nvPr/>
        </p:nvCxnSpPr>
        <p:spPr>
          <a:xfrm>
            <a:off x="3756056" y="5817867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8AD81C6-518D-48D0-B128-E171FB2CB024}"/>
              </a:ext>
            </a:extLst>
          </p:cNvPr>
          <p:cNvCxnSpPr>
            <a:cxnSpLocks/>
          </p:cNvCxnSpPr>
          <p:nvPr/>
        </p:nvCxnSpPr>
        <p:spPr>
          <a:xfrm flipV="1">
            <a:off x="5815133" y="3731108"/>
            <a:ext cx="706884" cy="13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F61FC83-0A0C-4F56-B944-14AB7C313720}"/>
              </a:ext>
            </a:extLst>
          </p:cNvPr>
          <p:cNvCxnSpPr>
            <a:cxnSpLocks/>
          </p:cNvCxnSpPr>
          <p:nvPr/>
        </p:nvCxnSpPr>
        <p:spPr>
          <a:xfrm>
            <a:off x="6500488" y="3049215"/>
            <a:ext cx="17135" cy="6869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C4CAB55-4BB0-480F-A21A-576E839BAEF2}"/>
              </a:ext>
            </a:extLst>
          </p:cNvPr>
          <p:cNvCxnSpPr>
            <a:cxnSpLocks/>
          </p:cNvCxnSpPr>
          <p:nvPr/>
        </p:nvCxnSpPr>
        <p:spPr>
          <a:xfrm>
            <a:off x="9294763" y="2422737"/>
            <a:ext cx="1266236" cy="340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D3D3E6A-3669-492D-AA84-C297770369B1}"/>
              </a:ext>
            </a:extLst>
          </p:cNvPr>
          <p:cNvCxnSpPr>
            <a:cxnSpLocks/>
          </p:cNvCxnSpPr>
          <p:nvPr/>
        </p:nvCxnSpPr>
        <p:spPr>
          <a:xfrm flipV="1">
            <a:off x="3755467" y="1576935"/>
            <a:ext cx="1458248" cy="289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FA220E01-B6DD-4196-9F5E-684EC03080FF}"/>
              </a:ext>
            </a:extLst>
          </p:cNvPr>
          <p:cNvCxnSpPr>
            <a:cxnSpLocks/>
          </p:cNvCxnSpPr>
          <p:nvPr/>
        </p:nvCxnSpPr>
        <p:spPr>
          <a:xfrm flipV="1">
            <a:off x="5165906" y="1563386"/>
            <a:ext cx="0" cy="9134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2554E7-3E0C-4E52-914A-29ED64A7AB2F}"/>
              </a:ext>
            </a:extLst>
          </p:cNvPr>
          <p:cNvCxnSpPr>
            <a:cxnSpLocks/>
          </p:cNvCxnSpPr>
          <p:nvPr/>
        </p:nvCxnSpPr>
        <p:spPr>
          <a:xfrm flipH="1" flipV="1">
            <a:off x="1706881" y="4337265"/>
            <a:ext cx="21095" cy="6313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7D97517-6C32-4AFE-91E4-1C24EA6A7E3F}"/>
              </a:ext>
            </a:extLst>
          </p:cNvPr>
          <p:cNvCxnSpPr>
            <a:cxnSpLocks/>
          </p:cNvCxnSpPr>
          <p:nvPr/>
        </p:nvCxnSpPr>
        <p:spPr>
          <a:xfrm flipH="1" flipV="1">
            <a:off x="9922871" y="4355243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94594E44-33BD-48C3-8297-F15AB68F1514}"/>
              </a:ext>
            </a:extLst>
          </p:cNvPr>
          <p:cNvCxnSpPr>
            <a:cxnSpLocks/>
          </p:cNvCxnSpPr>
          <p:nvPr/>
        </p:nvCxnSpPr>
        <p:spPr>
          <a:xfrm flipH="1">
            <a:off x="5864864" y="2477666"/>
            <a:ext cx="948" cy="6430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1A50BF6C-C4E8-4E98-B240-A238692363AE}"/>
              </a:ext>
            </a:extLst>
          </p:cNvPr>
          <p:cNvCxnSpPr>
            <a:cxnSpLocks/>
          </p:cNvCxnSpPr>
          <p:nvPr/>
        </p:nvCxnSpPr>
        <p:spPr>
          <a:xfrm flipH="1" flipV="1">
            <a:off x="3829091" y="7790688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0DE77007-8331-4A0A-907A-6CEB2B1E16A9}"/>
              </a:ext>
            </a:extLst>
          </p:cNvPr>
          <p:cNvCxnSpPr>
            <a:cxnSpLocks/>
          </p:cNvCxnSpPr>
          <p:nvPr/>
        </p:nvCxnSpPr>
        <p:spPr>
          <a:xfrm flipH="1" flipV="1">
            <a:off x="4428716" y="6457565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74BEAF3-7068-410C-AC36-7C143853382E}"/>
              </a:ext>
            </a:extLst>
          </p:cNvPr>
          <p:cNvCxnSpPr>
            <a:cxnSpLocks/>
          </p:cNvCxnSpPr>
          <p:nvPr/>
        </p:nvCxnSpPr>
        <p:spPr>
          <a:xfrm flipH="1" flipV="1">
            <a:off x="3746503" y="972963"/>
            <a:ext cx="691414" cy="167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F4963FF-4364-40ED-8EB4-7C4DA6FAA06E}"/>
              </a:ext>
            </a:extLst>
          </p:cNvPr>
          <p:cNvCxnSpPr>
            <a:cxnSpLocks/>
          </p:cNvCxnSpPr>
          <p:nvPr/>
        </p:nvCxnSpPr>
        <p:spPr>
          <a:xfrm flipH="1" flipV="1">
            <a:off x="4417470" y="272793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907CD1B3-3CBC-47EF-8E58-7743AE1CF568}"/>
              </a:ext>
            </a:extLst>
          </p:cNvPr>
          <p:cNvCxnSpPr>
            <a:cxnSpLocks/>
          </p:cNvCxnSpPr>
          <p:nvPr/>
        </p:nvCxnSpPr>
        <p:spPr>
          <a:xfrm flipH="1" flipV="1">
            <a:off x="1662939" y="4390658"/>
            <a:ext cx="2121339" cy="173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74BE78C4-9F2A-46D7-AF88-246AFB0898F2}"/>
              </a:ext>
            </a:extLst>
          </p:cNvPr>
          <p:cNvCxnSpPr>
            <a:cxnSpLocks/>
          </p:cNvCxnSpPr>
          <p:nvPr/>
        </p:nvCxnSpPr>
        <p:spPr>
          <a:xfrm flipH="1" flipV="1">
            <a:off x="3160538" y="3757054"/>
            <a:ext cx="637420" cy="4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70623C3E-5FFF-40E4-8C63-60B2A0FF7E11}"/>
              </a:ext>
            </a:extLst>
          </p:cNvPr>
          <p:cNvCxnSpPr>
            <a:cxnSpLocks/>
          </p:cNvCxnSpPr>
          <p:nvPr/>
        </p:nvCxnSpPr>
        <p:spPr>
          <a:xfrm flipH="1" flipV="1">
            <a:off x="3768585" y="3764780"/>
            <a:ext cx="28321" cy="6326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CFA07B2-DD6A-4A0E-8374-9A1293B0D065}"/>
              </a:ext>
            </a:extLst>
          </p:cNvPr>
          <p:cNvCxnSpPr>
            <a:cxnSpLocks/>
          </p:cNvCxnSpPr>
          <p:nvPr/>
        </p:nvCxnSpPr>
        <p:spPr>
          <a:xfrm>
            <a:off x="5114547" y="-318073"/>
            <a:ext cx="2742538" cy="26992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EC57461E-EE5F-49BD-86DB-3BA129FEC2B1}"/>
              </a:ext>
            </a:extLst>
          </p:cNvPr>
          <p:cNvCxnSpPr>
            <a:cxnSpLocks/>
          </p:cNvCxnSpPr>
          <p:nvPr/>
        </p:nvCxnSpPr>
        <p:spPr>
          <a:xfrm>
            <a:off x="3806481" y="-303560"/>
            <a:ext cx="1436077" cy="235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5EBDD80B-5D9D-4861-9DE2-7C3DA1AD154A}"/>
              </a:ext>
            </a:extLst>
          </p:cNvPr>
          <p:cNvCxnSpPr>
            <a:cxnSpLocks/>
          </p:cNvCxnSpPr>
          <p:nvPr/>
        </p:nvCxnSpPr>
        <p:spPr>
          <a:xfrm flipH="1" flipV="1">
            <a:off x="3825830" y="7078473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B76593C-7BB0-40E5-951B-116348AF1C22}"/>
              </a:ext>
            </a:extLst>
          </p:cNvPr>
          <p:cNvCxnSpPr>
            <a:cxnSpLocks/>
          </p:cNvCxnSpPr>
          <p:nvPr/>
        </p:nvCxnSpPr>
        <p:spPr>
          <a:xfrm flipH="1">
            <a:off x="3744352" y="7135550"/>
            <a:ext cx="775497" cy="17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CBC1859A-1FDF-442C-941A-06C31703CFC8}"/>
              </a:ext>
            </a:extLst>
          </p:cNvPr>
          <p:cNvCxnSpPr>
            <a:cxnSpLocks/>
          </p:cNvCxnSpPr>
          <p:nvPr/>
        </p:nvCxnSpPr>
        <p:spPr>
          <a:xfrm>
            <a:off x="2512672" y="-332283"/>
            <a:ext cx="1266236" cy="340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FAFF28A0-4B32-4D33-88C7-3E7F94E5BA6A}"/>
              </a:ext>
            </a:extLst>
          </p:cNvPr>
          <p:cNvCxnSpPr>
            <a:cxnSpLocks/>
          </p:cNvCxnSpPr>
          <p:nvPr/>
        </p:nvCxnSpPr>
        <p:spPr>
          <a:xfrm flipH="1">
            <a:off x="7918758" y="3033955"/>
            <a:ext cx="1353873" cy="152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F9017F1E-1CBD-41B7-A550-10FFF412E2E3}"/>
              </a:ext>
            </a:extLst>
          </p:cNvPr>
          <p:cNvCxnSpPr>
            <a:cxnSpLocks/>
          </p:cNvCxnSpPr>
          <p:nvPr/>
        </p:nvCxnSpPr>
        <p:spPr>
          <a:xfrm>
            <a:off x="7967980" y="2374854"/>
            <a:ext cx="18646" cy="7246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DA26CBB8-7F87-4A6B-9E62-38AFA0BF4234}"/>
              </a:ext>
            </a:extLst>
          </p:cNvPr>
          <p:cNvCxnSpPr>
            <a:cxnSpLocks/>
          </p:cNvCxnSpPr>
          <p:nvPr/>
        </p:nvCxnSpPr>
        <p:spPr>
          <a:xfrm>
            <a:off x="406399" y="5005003"/>
            <a:ext cx="6492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7290E7A-9856-4F99-A610-5564F284CD21}"/>
              </a:ext>
            </a:extLst>
          </p:cNvPr>
          <p:cNvCxnSpPr>
            <a:cxnSpLocks/>
          </p:cNvCxnSpPr>
          <p:nvPr/>
        </p:nvCxnSpPr>
        <p:spPr>
          <a:xfrm>
            <a:off x="8596176" y="3713243"/>
            <a:ext cx="37008" cy="126818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5F5FD27-DFF0-4B97-99AE-A867EBD0227D}"/>
              </a:ext>
            </a:extLst>
          </p:cNvPr>
          <p:cNvCxnSpPr>
            <a:cxnSpLocks/>
          </p:cNvCxnSpPr>
          <p:nvPr/>
        </p:nvCxnSpPr>
        <p:spPr>
          <a:xfrm flipH="1" flipV="1">
            <a:off x="8643432" y="3667362"/>
            <a:ext cx="649802" cy="277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5095764-A5FA-4235-A1D1-420D979AAFA4}"/>
              </a:ext>
            </a:extLst>
          </p:cNvPr>
          <p:cNvCxnSpPr>
            <a:cxnSpLocks/>
          </p:cNvCxnSpPr>
          <p:nvPr/>
        </p:nvCxnSpPr>
        <p:spPr>
          <a:xfrm flipH="1" flipV="1">
            <a:off x="9293920" y="4376419"/>
            <a:ext cx="649802" cy="277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EB985A60-A7BA-4A16-985B-7986C393C2EE}"/>
              </a:ext>
            </a:extLst>
          </p:cNvPr>
          <p:cNvCxnSpPr>
            <a:cxnSpLocks/>
          </p:cNvCxnSpPr>
          <p:nvPr/>
        </p:nvCxnSpPr>
        <p:spPr>
          <a:xfrm flipH="1" flipV="1">
            <a:off x="8537702" y="4971950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A5A6FB4-030D-4B47-985F-15FCC04AEF8A}"/>
              </a:ext>
            </a:extLst>
          </p:cNvPr>
          <p:cNvCxnSpPr>
            <a:cxnSpLocks/>
          </p:cNvCxnSpPr>
          <p:nvPr/>
        </p:nvCxnSpPr>
        <p:spPr>
          <a:xfrm>
            <a:off x="3133830" y="4355243"/>
            <a:ext cx="38730" cy="21128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90594C03-CC4D-4933-8FDC-125C58CE84FB}"/>
              </a:ext>
            </a:extLst>
          </p:cNvPr>
          <p:cNvCxnSpPr>
            <a:cxnSpLocks/>
          </p:cNvCxnSpPr>
          <p:nvPr/>
        </p:nvCxnSpPr>
        <p:spPr>
          <a:xfrm flipH="1">
            <a:off x="2385038" y="7020835"/>
            <a:ext cx="775497" cy="17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409DBC71-B71F-481C-949A-F654B6911B50}"/>
              </a:ext>
            </a:extLst>
          </p:cNvPr>
          <p:cNvCxnSpPr>
            <a:cxnSpLocks/>
          </p:cNvCxnSpPr>
          <p:nvPr/>
        </p:nvCxnSpPr>
        <p:spPr>
          <a:xfrm flipH="1" flipV="1">
            <a:off x="3127895" y="7042020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8AA84496-67D8-4997-A73C-28E4019A9FBD}"/>
              </a:ext>
            </a:extLst>
          </p:cNvPr>
          <p:cNvCxnSpPr>
            <a:cxnSpLocks/>
          </p:cNvCxnSpPr>
          <p:nvPr/>
        </p:nvCxnSpPr>
        <p:spPr>
          <a:xfrm flipH="1" flipV="1">
            <a:off x="9871248" y="4985836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CD5A003-01B8-4EE0-B895-2497F1894242}"/>
              </a:ext>
            </a:extLst>
          </p:cNvPr>
          <p:cNvCxnSpPr>
            <a:cxnSpLocks/>
          </p:cNvCxnSpPr>
          <p:nvPr/>
        </p:nvCxnSpPr>
        <p:spPr>
          <a:xfrm flipH="1" flipV="1">
            <a:off x="2530785" y="7777643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62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D6D09A8-6658-481B-9D23-0617C953FC4A}"/>
              </a:ext>
            </a:extLst>
          </p:cNvPr>
          <p:cNvGrpSpPr/>
          <p:nvPr/>
        </p:nvGrpSpPr>
        <p:grpSpPr>
          <a:xfrm>
            <a:off x="58368" y="9719"/>
            <a:ext cx="7395376" cy="7407049"/>
            <a:chOff x="58368" y="9719"/>
            <a:chExt cx="7395376" cy="740704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2032001" y="1960880"/>
              <a:ext cx="3505200" cy="356869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1367867" y="1283998"/>
              <a:ext cx="4808711" cy="489581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6230EA0-94D3-47EB-AA70-26685B7AD00F}"/>
                </a:ext>
              </a:extLst>
            </p:cNvPr>
            <p:cNvSpPr/>
            <p:nvPr/>
          </p:nvSpPr>
          <p:spPr>
            <a:xfrm>
              <a:off x="751840" y="654733"/>
              <a:ext cx="6051664" cy="606160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ECBB83E-353F-4D95-8623-0CFB059C64FC}"/>
                </a:ext>
              </a:extLst>
            </p:cNvPr>
            <p:cNvSpPr/>
            <p:nvPr/>
          </p:nvSpPr>
          <p:spPr>
            <a:xfrm>
              <a:off x="58368" y="9719"/>
              <a:ext cx="7395376" cy="740704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64E8D6B-50F4-4F99-A625-4842E927370E}"/>
              </a:ext>
            </a:extLst>
          </p:cNvPr>
          <p:cNvGrpSpPr/>
          <p:nvPr/>
        </p:nvGrpSpPr>
        <p:grpSpPr>
          <a:xfrm>
            <a:off x="2834639" y="-2354095"/>
            <a:ext cx="7325359" cy="11984477"/>
            <a:chOff x="2834639" y="-2354095"/>
            <a:chExt cx="7325359" cy="11984477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993729-B257-4136-9FF1-C1B55734F46A}"/>
                </a:ext>
              </a:extLst>
            </p:cNvPr>
            <p:cNvSpPr/>
            <p:nvPr/>
          </p:nvSpPr>
          <p:spPr>
            <a:xfrm>
              <a:off x="2834639" y="-2354095"/>
              <a:ext cx="7325359" cy="1198447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E509E1A-635A-4F15-9720-A10ECDAB70AE}"/>
                </a:ext>
              </a:extLst>
            </p:cNvPr>
            <p:cNvSpPr/>
            <p:nvPr/>
          </p:nvSpPr>
          <p:spPr>
            <a:xfrm>
              <a:off x="3456940" y="-1828800"/>
              <a:ext cx="6197675" cy="1094484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4079243" y="-1303506"/>
              <a:ext cx="4930213" cy="9878529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19844B6-E37B-4D07-9066-5794ECCCA28E}"/>
                </a:ext>
              </a:extLst>
            </p:cNvPr>
            <p:cNvSpPr/>
            <p:nvPr/>
          </p:nvSpPr>
          <p:spPr>
            <a:xfrm>
              <a:off x="4757421" y="-797667"/>
              <a:ext cx="3601795" cy="8910536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2237FBC2-4D5C-459C-83EB-EBB51952C5B6}"/>
              </a:ext>
            </a:extLst>
          </p:cNvPr>
          <p:cNvSpPr/>
          <p:nvPr/>
        </p:nvSpPr>
        <p:spPr>
          <a:xfrm>
            <a:off x="3261360" y="3187700"/>
            <a:ext cx="391160" cy="3911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4640311-3C21-48BC-B0BC-C35AB2CEDA52}"/>
              </a:ext>
            </a:extLst>
          </p:cNvPr>
          <p:cNvGrpSpPr/>
          <p:nvPr/>
        </p:nvGrpSpPr>
        <p:grpSpPr>
          <a:xfrm>
            <a:off x="-243840" y="-332740"/>
            <a:ext cx="10798847" cy="8101327"/>
            <a:chOff x="-243840" y="-332740"/>
            <a:chExt cx="10798847" cy="8101327"/>
          </a:xfrm>
          <a:solidFill>
            <a:schemeClr val="bg1">
              <a:lumMod val="95000"/>
            </a:schemeClr>
          </a:solidFill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AE72F22-EBB4-4E72-B908-EF0F2A754061}"/>
                </a:ext>
              </a:extLst>
            </p:cNvPr>
            <p:cNvGrpSpPr/>
            <p:nvPr/>
          </p:nvGrpSpPr>
          <p:grpSpPr>
            <a:xfrm>
              <a:off x="248920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BB078E3-B323-42E3-880B-B59FAAFF4775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47B222-4895-43B3-8683-C80A9C542DF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74F5749-7064-4112-821E-DB33C7A72C27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700F74-9EB4-4383-8F02-DBB145753F6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476843-4EC2-4155-B551-BF063413217D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A6B636-B7FF-4F58-A79E-7F8A568C25CC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B502E6-7B3A-4907-BF10-9A5734D033FE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A340107-4432-462B-A27D-39D86CB0170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849873E-F1D6-4F4A-BBAA-EC2B412C95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52494B7-0F2C-465E-92F9-F615BB295ACA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18BC39E-8624-4B14-8C8B-DAC60EC4B4CA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758EC1-808C-49D4-B44E-4C104C0B1E96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FED7ED5-65F8-44E1-9DF2-D99CF83137D0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6A5EE82-D05E-47DD-8511-9343DB189687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D6AB0CA-DF8C-4AF0-94B6-2B436803C82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2DD1E2A-8486-4276-BF6A-CB1A05AB486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B466462-5F69-4683-9458-01A4A01B2C73}"/>
                </a:ext>
              </a:extLst>
            </p:cNvPr>
            <p:cNvGrpSpPr/>
            <p:nvPr/>
          </p:nvGrpSpPr>
          <p:grpSpPr>
            <a:xfrm>
              <a:off x="5214621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31DC58-F20A-47C4-BED3-38C22BADD064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0FB642E-DBF0-4D72-8D9E-B774980D5A16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033261-7725-4A29-8DD1-C26F7BDEB24A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1388675-3E4F-4994-8C1D-E6CD41206A70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2EEBBE-DF02-4C5C-97FF-D64953381DE9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4FAAAB4-FE62-44F0-9222-5EB25B5C68BA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8A0583D-9824-4A15-9307-FEDA35830296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2253BC-E892-4D37-BFD5-1BB625A0DE19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747CA5-3B55-4B51-B89E-6071E65C47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4A8C77-BA6A-47D5-81E5-F118C1D824E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FE07BA-38A9-4C5C-A96D-452AC9B56F42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7B9207D-6D98-4823-A3D5-77F382555E3D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5DBC46B-0BF7-4FE9-A964-D7B3390E5F6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A66E1B9-0DC4-4C7E-8FFD-2E5D4329326D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A7E1BE-47F6-4DD1-8ADF-8A79138F09B2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7D77C80-8B1B-4C58-9CAB-790AE1C29043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073CECF-CB82-4612-A72A-7644CA358C71}"/>
                </a:ext>
              </a:extLst>
            </p:cNvPr>
            <p:cNvGrpSpPr/>
            <p:nvPr/>
          </p:nvGrpSpPr>
          <p:grpSpPr>
            <a:xfrm>
              <a:off x="7959127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9C6257-E3DA-4DB2-8BC2-3E4A285F8136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15E7BBF-AFEB-4EC4-83DE-3A66C0418CCD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F5D4737-E488-48BF-9AA3-9DFF39EF0A58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840C013-2D20-4587-9D57-F02462B92B59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2A0C144-29AF-4CA8-A074-CD1F9FDC90E3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66D687-C7F2-45CB-AE02-C6C2040D47E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2F9FF1B-9D0E-438D-A77B-0DBCBEB0DA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03E5DF6-F05B-478B-8424-43510A826AA1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1684AA-C035-4D53-9B24-1B213546B25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B9CB3E2-4B51-4DF3-A1DC-A3A67FD4EEF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8020B3D-EA6A-497A-8B16-D4544C5DB913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46A138-9370-4AFF-8776-F6A60B858754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DFD450A-475E-46D7-8877-7AFAF59F8E38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A5581AD-60BB-4E5B-AA17-AA8D8FFEDEA0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012B9D-3F15-4D62-B4F6-2D41A5E8E219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1B6B13D-2886-41E9-8AB5-BBA601ED11B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A2860B43-0312-4F5C-A904-D8683039D3D9}"/>
                </a:ext>
              </a:extLst>
            </p:cNvPr>
            <p:cNvGrpSpPr/>
            <p:nvPr/>
          </p:nvGrpSpPr>
          <p:grpSpPr>
            <a:xfrm>
              <a:off x="-24384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D2C75E5-CA7F-4ADB-B968-D4AA1D8EB06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50196BF-9377-416F-A2CB-3D9B5E2BEAC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CDE1826-CE5C-47D2-B578-EA6A94E4F923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597AC96-2684-43B9-A67D-FD60613B64A7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6B76FF8-989F-4F44-8B85-F03383080B57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0F8313F-0C1A-46EB-BAD1-FED85177DB12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C5C3AC-718A-410E-8C2F-2C79A0CA6FD2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377D656-321C-4BE7-AF1C-F6162AB634F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9140A69-AFD2-45AC-BE0B-D61D92155FE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ECE6808-1360-4A5F-AC61-6CAE5755F7D2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44367AF-CDB1-4933-BA69-9BF0541DD857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B35084A-6E2C-4952-BD17-9A43AAA74868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C846E5E-6024-4C98-A20D-30AE1740452B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8FB1E96-9B80-4D05-82E8-50B50456B693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FAC3B76-12A8-4657-B56D-1138015A7F90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520DEA2-9F52-4F13-85E7-E64BC98E99E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3628670-C903-4611-A8CD-31F74592AC73}"/>
                </a:ext>
              </a:extLst>
            </p:cNvPr>
            <p:cNvGrpSpPr/>
            <p:nvPr/>
          </p:nvGrpSpPr>
          <p:grpSpPr>
            <a:xfrm>
              <a:off x="2489200" y="-33274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9B30A3A-3CEB-46FD-B44D-5990D5A88AF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9C1D73C-64C1-4464-8671-6650FCFA299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C78B473-4A5D-471F-94FE-0DA5F2CC6FA4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30AC02E-986E-42D3-B7C5-71B1D0E2B538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29AECA-3C9D-4249-9160-740DE491D2C5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5F93BB5-F242-4217-9EBC-AA66D059174E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1EEE512-7AC9-4462-9FA9-B1D9745A43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90B1C96C-AE14-474D-AD8D-81499F36EC3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7359368-C9E9-49B0-9E6B-D1DAD90B7B7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731895B-391D-4F6B-8E38-8ECB2A32B91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DF0EA42-9341-4A5D-9331-D3BC138110DF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DA5130A-E4DE-4FDC-BEEA-0193D9FB047C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493E85D-4BA0-42B1-917C-54F5A3E7F38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F81D098-7D6B-42CC-A722-E096A30498E5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EFBA3F4-1791-4151-A7E0-A60B2FBD3C73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04F135-F9E3-4597-8911-3DE0946E6B8F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06DBF80-4300-4286-96CD-217B87F5D4C1}"/>
                </a:ext>
              </a:extLst>
            </p:cNvPr>
            <p:cNvGrpSpPr/>
            <p:nvPr/>
          </p:nvGrpSpPr>
          <p:grpSpPr>
            <a:xfrm>
              <a:off x="2489200" y="5167627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8CA3D7F8-E48B-44F9-83C2-8B80EDEAB270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A998DC6-CF8A-4EE3-AB63-F1F84875160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01F1F85-15F5-4153-8F98-3C3B439E4506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5CDA8B16-3FA1-4E03-8E3E-CDCA84F9FE8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C492F1B-080D-429F-8C29-7A73A7926FF0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5390D44-9D27-4454-BE1E-5ADA4017FA3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01BF7C4-AF0C-473E-B494-17189C8C3A2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6F48F3E-7A34-4168-9D74-BBEDD148A3C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16CE585-DF65-4EAB-A181-F61A9DB8346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8150D629-F215-4708-8BE0-A6CED389A434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C5ED88B-5D7E-418F-817C-A16A1BE13D0D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DA7D60E-3E88-42EE-99C0-5A1DA08C375F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93BAF8C-28D9-4E1F-AF08-4BE84AA82D0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CB858BA-83DE-4C99-A249-19B3D90E97EF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566C98-0EF4-4200-90DD-FB81BFF3503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7561C85-2C4A-4090-84BE-42A8EDC131D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</p:grp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DAFB7783-03A6-485F-AEFD-BD9281DE0DAE}"/>
              </a:ext>
            </a:extLst>
          </p:cNvPr>
          <p:cNvSpPr/>
          <p:nvPr/>
        </p:nvSpPr>
        <p:spPr>
          <a:xfrm>
            <a:off x="-192566" y="25066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BF7CF704-3050-4E7D-8DC1-C02668258053}"/>
              </a:ext>
            </a:extLst>
          </p:cNvPr>
          <p:cNvSpPr/>
          <p:nvPr/>
        </p:nvSpPr>
        <p:spPr>
          <a:xfrm>
            <a:off x="3173162" y="309027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098013F7-498A-430D-8C5B-4D3D64D6A5F1}"/>
              </a:ext>
            </a:extLst>
          </p:cNvPr>
          <p:cNvSpPr/>
          <p:nvPr/>
        </p:nvSpPr>
        <p:spPr>
          <a:xfrm>
            <a:off x="6522017" y="3771583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E985401E-981C-48E9-993A-0F6106812E2E}"/>
              </a:ext>
            </a:extLst>
          </p:cNvPr>
          <p:cNvSpPr/>
          <p:nvPr/>
        </p:nvSpPr>
        <p:spPr>
          <a:xfrm>
            <a:off x="9883133" y="4376420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06A1F39B-AADC-41CF-9D2D-9FA81B99DFC7}"/>
              </a:ext>
            </a:extLst>
          </p:cNvPr>
          <p:cNvSpPr/>
          <p:nvPr/>
        </p:nvSpPr>
        <p:spPr>
          <a:xfrm>
            <a:off x="3862610" y="9889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0634BE91-72CB-4D71-8F06-6E6B2359D1D4}"/>
              </a:ext>
            </a:extLst>
          </p:cNvPr>
          <p:cNvSpPr/>
          <p:nvPr/>
        </p:nvSpPr>
        <p:spPr>
          <a:xfrm>
            <a:off x="4480830" y="5210641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6342DB3-240C-4940-B86C-67C465F4AF05}"/>
              </a:ext>
            </a:extLst>
          </p:cNvPr>
          <p:cNvCxnSpPr>
            <a:cxnSpLocks/>
          </p:cNvCxnSpPr>
          <p:nvPr/>
        </p:nvCxnSpPr>
        <p:spPr>
          <a:xfrm>
            <a:off x="4442026" y="4991083"/>
            <a:ext cx="25186" cy="826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9DECEDE-5086-4586-A8A3-31E3F9902213}"/>
              </a:ext>
            </a:extLst>
          </p:cNvPr>
          <p:cNvCxnSpPr>
            <a:cxnSpLocks/>
          </p:cNvCxnSpPr>
          <p:nvPr/>
        </p:nvCxnSpPr>
        <p:spPr>
          <a:xfrm>
            <a:off x="5850248" y="3717232"/>
            <a:ext cx="26611" cy="6380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58B5F3C-16E9-4718-B2DA-3C22C0783C60}"/>
              </a:ext>
            </a:extLst>
          </p:cNvPr>
          <p:cNvCxnSpPr>
            <a:cxnSpLocks/>
          </p:cNvCxnSpPr>
          <p:nvPr/>
        </p:nvCxnSpPr>
        <p:spPr>
          <a:xfrm>
            <a:off x="5839409" y="3076420"/>
            <a:ext cx="1378601" cy="115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FD7DE77-5256-4085-A39A-8343C3DA944D}"/>
              </a:ext>
            </a:extLst>
          </p:cNvPr>
          <p:cNvCxnSpPr>
            <a:cxnSpLocks/>
          </p:cNvCxnSpPr>
          <p:nvPr/>
        </p:nvCxnSpPr>
        <p:spPr>
          <a:xfrm>
            <a:off x="7186977" y="2422779"/>
            <a:ext cx="0" cy="1978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B79044-E4B2-4E92-88D7-C444D1B19EDE}"/>
              </a:ext>
            </a:extLst>
          </p:cNvPr>
          <p:cNvCxnSpPr>
            <a:cxnSpLocks/>
          </p:cNvCxnSpPr>
          <p:nvPr/>
        </p:nvCxnSpPr>
        <p:spPr>
          <a:xfrm>
            <a:off x="5876858" y="4370397"/>
            <a:ext cx="1310117" cy="25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497ED6D-69C4-4CD5-9AEE-915BB6B59370}"/>
              </a:ext>
            </a:extLst>
          </p:cNvPr>
          <p:cNvCxnSpPr>
            <a:cxnSpLocks/>
          </p:cNvCxnSpPr>
          <p:nvPr/>
        </p:nvCxnSpPr>
        <p:spPr>
          <a:xfrm>
            <a:off x="7831808" y="2402146"/>
            <a:ext cx="1436077" cy="235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CF4036CA-92F7-4CBC-87F3-53530171449F}"/>
              </a:ext>
            </a:extLst>
          </p:cNvPr>
          <p:cNvCxnSpPr>
            <a:cxnSpLocks/>
          </p:cNvCxnSpPr>
          <p:nvPr/>
        </p:nvCxnSpPr>
        <p:spPr>
          <a:xfrm flipH="1">
            <a:off x="-245743" y="4393481"/>
            <a:ext cx="3713" cy="616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62369BC9-A757-441D-98C7-1617C05B284A}"/>
              </a:ext>
            </a:extLst>
          </p:cNvPr>
          <p:cNvCxnSpPr>
            <a:cxnSpLocks/>
          </p:cNvCxnSpPr>
          <p:nvPr/>
        </p:nvCxnSpPr>
        <p:spPr>
          <a:xfrm>
            <a:off x="5084256" y="4383396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F0DA2DD7-2022-42BC-96F1-8AC3869CDE6A}"/>
              </a:ext>
            </a:extLst>
          </p:cNvPr>
          <p:cNvCxnSpPr>
            <a:cxnSpLocks/>
          </p:cNvCxnSpPr>
          <p:nvPr/>
        </p:nvCxnSpPr>
        <p:spPr>
          <a:xfrm>
            <a:off x="9298963" y="3681248"/>
            <a:ext cx="0" cy="716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40A2B9A9-CF40-492D-AEFA-A60265468BB8}"/>
              </a:ext>
            </a:extLst>
          </p:cNvPr>
          <p:cNvCxnSpPr>
            <a:cxnSpLocks/>
          </p:cNvCxnSpPr>
          <p:nvPr/>
        </p:nvCxnSpPr>
        <p:spPr>
          <a:xfrm flipV="1">
            <a:off x="3761501" y="-332740"/>
            <a:ext cx="49486" cy="33954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7E4888FB-DE1F-48EC-88AF-EDCAAA1851D3}"/>
              </a:ext>
            </a:extLst>
          </p:cNvPr>
          <p:cNvCxnSpPr>
            <a:cxnSpLocks/>
          </p:cNvCxnSpPr>
          <p:nvPr/>
        </p:nvCxnSpPr>
        <p:spPr>
          <a:xfrm flipV="1">
            <a:off x="4411981" y="293936"/>
            <a:ext cx="734577" cy="125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F480FF0C-A812-4D0A-8C41-B8D6EE60D3E5}"/>
              </a:ext>
            </a:extLst>
          </p:cNvPr>
          <p:cNvCxnSpPr>
            <a:cxnSpLocks/>
          </p:cNvCxnSpPr>
          <p:nvPr/>
        </p:nvCxnSpPr>
        <p:spPr>
          <a:xfrm>
            <a:off x="5118098" y="294010"/>
            <a:ext cx="2068877" cy="2162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6991FD56-7C37-4BC7-87A0-921A277C2523}"/>
              </a:ext>
            </a:extLst>
          </p:cNvPr>
          <p:cNvCxnSpPr>
            <a:cxnSpLocks/>
          </p:cNvCxnSpPr>
          <p:nvPr/>
        </p:nvCxnSpPr>
        <p:spPr>
          <a:xfrm flipH="1" flipV="1">
            <a:off x="3188684" y="3050599"/>
            <a:ext cx="635328" cy="454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90BFFF9-C0BC-43E6-A96E-16EE9EE52195}"/>
              </a:ext>
            </a:extLst>
          </p:cNvPr>
          <p:cNvCxnSpPr>
            <a:cxnSpLocks/>
          </p:cNvCxnSpPr>
          <p:nvPr/>
        </p:nvCxnSpPr>
        <p:spPr>
          <a:xfrm flipH="1">
            <a:off x="3147759" y="3033955"/>
            <a:ext cx="17628" cy="7376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6CDEEE04-9FBE-4B1B-8FF4-3F123EF79416}"/>
              </a:ext>
            </a:extLst>
          </p:cNvPr>
          <p:cNvCxnSpPr>
            <a:cxnSpLocks/>
          </p:cNvCxnSpPr>
          <p:nvPr/>
        </p:nvCxnSpPr>
        <p:spPr>
          <a:xfrm>
            <a:off x="1055691" y="4988766"/>
            <a:ext cx="1357188" cy="37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9B54B02-7B26-42A2-ADCB-233AF2449FCE}"/>
              </a:ext>
            </a:extLst>
          </p:cNvPr>
          <p:cNvCxnSpPr>
            <a:cxnSpLocks/>
          </p:cNvCxnSpPr>
          <p:nvPr/>
        </p:nvCxnSpPr>
        <p:spPr>
          <a:xfrm flipV="1">
            <a:off x="5062221" y="2426687"/>
            <a:ext cx="830577" cy="300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DD87780-D8C2-4513-B001-118522AE1704}"/>
              </a:ext>
            </a:extLst>
          </p:cNvPr>
          <p:cNvCxnSpPr>
            <a:cxnSpLocks/>
          </p:cNvCxnSpPr>
          <p:nvPr/>
        </p:nvCxnSpPr>
        <p:spPr>
          <a:xfrm flipV="1">
            <a:off x="2439257" y="5816414"/>
            <a:ext cx="26845" cy="1237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6B03934-F014-4AF7-93EE-3F23B5AFC933}"/>
              </a:ext>
            </a:extLst>
          </p:cNvPr>
          <p:cNvCxnSpPr>
            <a:cxnSpLocks/>
          </p:cNvCxnSpPr>
          <p:nvPr/>
        </p:nvCxnSpPr>
        <p:spPr>
          <a:xfrm flipV="1">
            <a:off x="4472116" y="5018791"/>
            <a:ext cx="612140" cy="7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57CE5D8-9567-489E-AC7D-333B368A439F}"/>
              </a:ext>
            </a:extLst>
          </p:cNvPr>
          <p:cNvCxnSpPr>
            <a:cxnSpLocks/>
          </p:cNvCxnSpPr>
          <p:nvPr/>
        </p:nvCxnSpPr>
        <p:spPr>
          <a:xfrm flipV="1">
            <a:off x="5092474" y="4355243"/>
            <a:ext cx="15559" cy="64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C2939-7AEB-4353-9CF9-20EFABDF138D}"/>
              </a:ext>
            </a:extLst>
          </p:cNvPr>
          <p:cNvCxnSpPr>
            <a:cxnSpLocks/>
          </p:cNvCxnSpPr>
          <p:nvPr/>
        </p:nvCxnSpPr>
        <p:spPr>
          <a:xfrm flipH="1">
            <a:off x="3093028" y="6374536"/>
            <a:ext cx="766417" cy="67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BE1930A-80EB-41C8-9951-E2E00600CA5F}"/>
              </a:ext>
            </a:extLst>
          </p:cNvPr>
          <p:cNvCxnSpPr>
            <a:cxnSpLocks/>
          </p:cNvCxnSpPr>
          <p:nvPr/>
        </p:nvCxnSpPr>
        <p:spPr>
          <a:xfrm flipH="1" flipV="1">
            <a:off x="3768585" y="5770887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5866261-FADA-4A6A-83CA-6B6C594D4F38}"/>
              </a:ext>
            </a:extLst>
          </p:cNvPr>
          <p:cNvCxnSpPr>
            <a:cxnSpLocks/>
          </p:cNvCxnSpPr>
          <p:nvPr/>
        </p:nvCxnSpPr>
        <p:spPr>
          <a:xfrm>
            <a:off x="3756056" y="5817867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8AD81C6-518D-48D0-B128-E171FB2CB024}"/>
              </a:ext>
            </a:extLst>
          </p:cNvPr>
          <p:cNvCxnSpPr>
            <a:cxnSpLocks/>
          </p:cNvCxnSpPr>
          <p:nvPr/>
        </p:nvCxnSpPr>
        <p:spPr>
          <a:xfrm flipV="1">
            <a:off x="5815133" y="3731108"/>
            <a:ext cx="706884" cy="13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F61FC83-0A0C-4F56-B944-14AB7C313720}"/>
              </a:ext>
            </a:extLst>
          </p:cNvPr>
          <p:cNvCxnSpPr>
            <a:cxnSpLocks/>
          </p:cNvCxnSpPr>
          <p:nvPr/>
        </p:nvCxnSpPr>
        <p:spPr>
          <a:xfrm>
            <a:off x="6500488" y="3049215"/>
            <a:ext cx="17135" cy="6869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D3D3E6A-3669-492D-AA84-C297770369B1}"/>
              </a:ext>
            </a:extLst>
          </p:cNvPr>
          <p:cNvCxnSpPr>
            <a:cxnSpLocks/>
          </p:cNvCxnSpPr>
          <p:nvPr/>
        </p:nvCxnSpPr>
        <p:spPr>
          <a:xfrm flipV="1">
            <a:off x="3755467" y="1576935"/>
            <a:ext cx="1458248" cy="289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FA220E01-B6DD-4196-9F5E-684EC03080FF}"/>
              </a:ext>
            </a:extLst>
          </p:cNvPr>
          <p:cNvCxnSpPr>
            <a:cxnSpLocks/>
          </p:cNvCxnSpPr>
          <p:nvPr/>
        </p:nvCxnSpPr>
        <p:spPr>
          <a:xfrm flipV="1">
            <a:off x="5165906" y="1563386"/>
            <a:ext cx="0" cy="9134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2554E7-3E0C-4E52-914A-29ED64A7AB2F}"/>
              </a:ext>
            </a:extLst>
          </p:cNvPr>
          <p:cNvCxnSpPr>
            <a:cxnSpLocks/>
          </p:cNvCxnSpPr>
          <p:nvPr/>
        </p:nvCxnSpPr>
        <p:spPr>
          <a:xfrm flipH="1" flipV="1">
            <a:off x="2407755" y="5023951"/>
            <a:ext cx="18742" cy="746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7D97517-6C32-4AFE-91E4-1C24EA6A7E3F}"/>
              </a:ext>
            </a:extLst>
          </p:cNvPr>
          <p:cNvCxnSpPr>
            <a:cxnSpLocks/>
          </p:cNvCxnSpPr>
          <p:nvPr/>
        </p:nvCxnSpPr>
        <p:spPr>
          <a:xfrm flipH="1" flipV="1">
            <a:off x="9922871" y="4355243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94594E44-33BD-48C3-8297-F15AB68F1514}"/>
              </a:ext>
            </a:extLst>
          </p:cNvPr>
          <p:cNvCxnSpPr>
            <a:cxnSpLocks/>
          </p:cNvCxnSpPr>
          <p:nvPr/>
        </p:nvCxnSpPr>
        <p:spPr>
          <a:xfrm flipH="1">
            <a:off x="5864864" y="2477666"/>
            <a:ext cx="948" cy="6430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0DE77007-8331-4A0A-907A-6CEB2B1E16A9}"/>
              </a:ext>
            </a:extLst>
          </p:cNvPr>
          <p:cNvCxnSpPr>
            <a:cxnSpLocks/>
          </p:cNvCxnSpPr>
          <p:nvPr/>
        </p:nvCxnSpPr>
        <p:spPr>
          <a:xfrm flipH="1" flipV="1">
            <a:off x="3793217" y="6521622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74BEAF3-7068-410C-AC36-7C143853382E}"/>
              </a:ext>
            </a:extLst>
          </p:cNvPr>
          <p:cNvCxnSpPr>
            <a:cxnSpLocks/>
          </p:cNvCxnSpPr>
          <p:nvPr/>
        </p:nvCxnSpPr>
        <p:spPr>
          <a:xfrm flipH="1" flipV="1">
            <a:off x="3746503" y="972963"/>
            <a:ext cx="691414" cy="167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F4963FF-4364-40ED-8EB4-7C4DA6FAA06E}"/>
              </a:ext>
            </a:extLst>
          </p:cNvPr>
          <p:cNvCxnSpPr>
            <a:cxnSpLocks/>
          </p:cNvCxnSpPr>
          <p:nvPr/>
        </p:nvCxnSpPr>
        <p:spPr>
          <a:xfrm flipH="1" flipV="1">
            <a:off x="4417470" y="272793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907CD1B3-3CBC-47EF-8E58-7743AE1CF568}"/>
              </a:ext>
            </a:extLst>
          </p:cNvPr>
          <p:cNvCxnSpPr>
            <a:cxnSpLocks/>
          </p:cNvCxnSpPr>
          <p:nvPr/>
        </p:nvCxnSpPr>
        <p:spPr>
          <a:xfrm flipH="1" flipV="1">
            <a:off x="3093028" y="4383929"/>
            <a:ext cx="691251" cy="241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74BE78C4-9F2A-46D7-AF88-246AFB0898F2}"/>
              </a:ext>
            </a:extLst>
          </p:cNvPr>
          <p:cNvCxnSpPr>
            <a:cxnSpLocks/>
          </p:cNvCxnSpPr>
          <p:nvPr/>
        </p:nvCxnSpPr>
        <p:spPr>
          <a:xfrm flipH="1" flipV="1">
            <a:off x="3160538" y="3757054"/>
            <a:ext cx="637420" cy="4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70623C3E-5FFF-40E4-8C63-60B2A0FF7E11}"/>
              </a:ext>
            </a:extLst>
          </p:cNvPr>
          <p:cNvCxnSpPr>
            <a:cxnSpLocks/>
          </p:cNvCxnSpPr>
          <p:nvPr/>
        </p:nvCxnSpPr>
        <p:spPr>
          <a:xfrm flipH="1" flipV="1">
            <a:off x="3768585" y="3764780"/>
            <a:ext cx="28321" cy="6326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CFA07B2-DD6A-4A0E-8374-9A1293B0D065}"/>
              </a:ext>
            </a:extLst>
          </p:cNvPr>
          <p:cNvCxnSpPr>
            <a:cxnSpLocks/>
          </p:cNvCxnSpPr>
          <p:nvPr/>
        </p:nvCxnSpPr>
        <p:spPr>
          <a:xfrm>
            <a:off x="5114547" y="-318073"/>
            <a:ext cx="2742538" cy="26992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EC57461E-EE5F-49BD-86DB-3BA129FEC2B1}"/>
              </a:ext>
            </a:extLst>
          </p:cNvPr>
          <p:cNvCxnSpPr>
            <a:cxnSpLocks/>
          </p:cNvCxnSpPr>
          <p:nvPr/>
        </p:nvCxnSpPr>
        <p:spPr>
          <a:xfrm>
            <a:off x="3806481" y="-303560"/>
            <a:ext cx="1436077" cy="235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B76593C-7BB0-40E5-951B-116348AF1C22}"/>
              </a:ext>
            </a:extLst>
          </p:cNvPr>
          <p:cNvCxnSpPr>
            <a:cxnSpLocks/>
          </p:cNvCxnSpPr>
          <p:nvPr/>
        </p:nvCxnSpPr>
        <p:spPr>
          <a:xfrm flipH="1">
            <a:off x="3744353" y="7083077"/>
            <a:ext cx="1363680" cy="694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F9017F1E-1CBD-41B7-A550-10FFF412E2E3}"/>
              </a:ext>
            </a:extLst>
          </p:cNvPr>
          <p:cNvCxnSpPr>
            <a:cxnSpLocks/>
          </p:cNvCxnSpPr>
          <p:nvPr/>
        </p:nvCxnSpPr>
        <p:spPr>
          <a:xfrm>
            <a:off x="7967980" y="2374854"/>
            <a:ext cx="51284" cy="20226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DA26CBB8-7F87-4A6B-9E62-38AFA0BF4234}"/>
              </a:ext>
            </a:extLst>
          </p:cNvPr>
          <p:cNvCxnSpPr>
            <a:cxnSpLocks/>
          </p:cNvCxnSpPr>
          <p:nvPr/>
        </p:nvCxnSpPr>
        <p:spPr>
          <a:xfrm>
            <a:off x="406399" y="5005003"/>
            <a:ext cx="6492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7290E7A-9856-4F99-A610-5564F284CD21}"/>
              </a:ext>
            </a:extLst>
          </p:cNvPr>
          <p:cNvCxnSpPr>
            <a:cxnSpLocks/>
          </p:cNvCxnSpPr>
          <p:nvPr/>
        </p:nvCxnSpPr>
        <p:spPr>
          <a:xfrm>
            <a:off x="8596176" y="3713243"/>
            <a:ext cx="19967" cy="684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5F5FD27-DFF0-4B97-99AE-A867EBD0227D}"/>
              </a:ext>
            </a:extLst>
          </p:cNvPr>
          <p:cNvCxnSpPr>
            <a:cxnSpLocks/>
          </p:cNvCxnSpPr>
          <p:nvPr/>
        </p:nvCxnSpPr>
        <p:spPr>
          <a:xfrm flipH="1" flipV="1">
            <a:off x="8683126" y="3681248"/>
            <a:ext cx="610108" cy="138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5095764-A5FA-4235-A1D1-420D979AAFA4}"/>
              </a:ext>
            </a:extLst>
          </p:cNvPr>
          <p:cNvCxnSpPr>
            <a:cxnSpLocks/>
          </p:cNvCxnSpPr>
          <p:nvPr/>
        </p:nvCxnSpPr>
        <p:spPr>
          <a:xfrm flipH="1" flipV="1">
            <a:off x="9293920" y="4376419"/>
            <a:ext cx="649802" cy="277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A5A6FB4-030D-4B47-985F-15FCC04AEF8A}"/>
              </a:ext>
            </a:extLst>
          </p:cNvPr>
          <p:cNvCxnSpPr>
            <a:cxnSpLocks/>
          </p:cNvCxnSpPr>
          <p:nvPr/>
        </p:nvCxnSpPr>
        <p:spPr>
          <a:xfrm>
            <a:off x="3133830" y="4355243"/>
            <a:ext cx="38730" cy="21128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4619526-1597-431B-A417-FB1BF6017967}"/>
              </a:ext>
            </a:extLst>
          </p:cNvPr>
          <p:cNvCxnSpPr>
            <a:cxnSpLocks/>
          </p:cNvCxnSpPr>
          <p:nvPr/>
        </p:nvCxnSpPr>
        <p:spPr>
          <a:xfrm>
            <a:off x="2548937" y="5791320"/>
            <a:ext cx="624225" cy="108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699498E-17BA-4E38-85E2-D3567AE40494}"/>
              </a:ext>
            </a:extLst>
          </p:cNvPr>
          <p:cNvCxnSpPr>
            <a:cxnSpLocks/>
          </p:cNvCxnSpPr>
          <p:nvPr/>
        </p:nvCxnSpPr>
        <p:spPr>
          <a:xfrm flipH="1">
            <a:off x="-222533" y="5017028"/>
            <a:ext cx="634429" cy="74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14E5E85-59E7-4ECC-802E-E4AF2DF9C5ED}"/>
              </a:ext>
            </a:extLst>
          </p:cNvPr>
          <p:cNvCxnSpPr>
            <a:cxnSpLocks/>
          </p:cNvCxnSpPr>
          <p:nvPr/>
        </p:nvCxnSpPr>
        <p:spPr>
          <a:xfrm flipH="1" flipV="1">
            <a:off x="7977303" y="4362533"/>
            <a:ext cx="49831" cy="5975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93B4834-7748-49D4-82DF-AEDF4526AD15}"/>
              </a:ext>
            </a:extLst>
          </p:cNvPr>
          <p:cNvCxnSpPr>
            <a:cxnSpLocks/>
          </p:cNvCxnSpPr>
          <p:nvPr/>
        </p:nvCxnSpPr>
        <p:spPr>
          <a:xfrm flipH="1">
            <a:off x="2460214" y="7157656"/>
            <a:ext cx="3713" cy="616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2BCCB34-EB66-4446-BC29-7CC9866FA7E0}"/>
              </a:ext>
            </a:extLst>
          </p:cNvPr>
          <p:cNvCxnSpPr>
            <a:cxnSpLocks/>
          </p:cNvCxnSpPr>
          <p:nvPr/>
        </p:nvCxnSpPr>
        <p:spPr>
          <a:xfrm flipH="1">
            <a:off x="10594031" y="4343963"/>
            <a:ext cx="3713" cy="616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B9B7D03-28A3-4527-80A9-D8A2DF00677B}"/>
              </a:ext>
            </a:extLst>
          </p:cNvPr>
          <p:cNvCxnSpPr>
            <a:cxnSpLocks/>
          </p:cNvCxnSpPr>
          <p:nvPr/>
        </p:nvCxnSpPr>
        <p:spPr>
          <a:xfrm flipH="1" flipV="1">
            <a:off x="7228262" y="5010875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BEBADE5A-99FF-47D9-92AE-997B9B042369}"/>
              </a:ext>
            </a:extLst>
          </p:cNvPr>
          <p:cNvCxnSpPr>
            <a:cxnSpLocks/>
          </p:cNvCxnSpPr>
          <p:nvPr/>
        </p:nvCxnSpPr>
        <p:spPr>
          <a:xfrm flipH="1" flipV="1">
            <a:off x="8013673" y="4408235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50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D6D09A8-6658-481B-9D23-0617C953FC4A}"/>
              </a:ext>
            </a:extLst>
          </p:cNvPr>
          <p:cNvGrpSpPr/>
          <p:nvPr/>
        </p:nvGrpSpPr>
        <p:grpSpPr>
          <a:xfrm>
            <a:off x="58368" y="9719"/>
            <a:ext cx="7395376" cy="7407049"/>
            <a:chOff x="58368" y="9719"/>
            <a:chExt cx="7395376" cy="740704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2032001" y="1960880"/>
              <a:ext cx="3505200" cy="356869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1367867" y="1283998"/>
              <a:ext cx="4808711" cy="489581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6230EA0-94D3-47EB-AA70-26685B7AD00F}"/>
                </a:ext>
              </a:extLst>
            </p:cNvPr>
            <p:cNvSpPr/>
            <p:nvPr/>
          </p:nvSpPr>
          <p:spPr>
            <a:xfrm>
              <a:off x="751840" y="654733"/>
              <a:ext cx="6051664" cy="606160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ECBB83E-353F-4D95-8623-0CFB059C64FC}"/>
                </a:ext>
              </a:extLst>
            </p:cNvPr>
            <p:cNvSpPr/>
            <p:nvPr/>
          </p:nvSpPr>
          <p:spPr>
            <a:xfrm>
              <a:off x="58368" y="9719"/>
              <a:ext cx="7395376" cy="740704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64E8D6B-50F4-4F99-A625-4842E927370E}"/>
              </a:ext>
            </a:extLst>
          </p:cNvPr>
          <p:cNvGrpSpPr/>
          <p:nvPr/>
        </p:nvGrpSpPr>
        <p:grpSpPr>
          <a:xfrm>
            <a:off x="2834639" y="-2354095"/>
            <a:ext cx="7325359" cy="11984477"/>
            <a:chOff x="2834639" y="-2354095"/>
            <a:chExt cx="7325359" cy="11984477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993729-B257-4136-9FF1-C1B55734F46A}"/>
                </a:ext>
              </a:extLst>
            </p:cNvPr>
            <p:cNvSpPr/>
            <p:nvPr/>
          </p:nvSpPr>
          <p:spPr>
            <a:xfrm>
              <a:off x="2834639" y="-2354095"/>
              <a:ext cx="7325359" cy="1198447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E509E1A-635A-4F15-9720-A10ECDAB70AE}"/>
                </a:ext>
              </a:extLst>
            </p:cNvPr>
            <p:cNvSpPr/>
            <p:nvPr/>
          </p:nvSpPr>
          <p:spPr>
            <a:xfrm>
              <a:off x="3456940" y="-1828800"/>
              <a:ext cx="6197675" cy="1094484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4079243" y="-1303506"/>
              <a:ext cx="4930213" cy="9878529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19844B6-E37B-4D07-9066-5794ECCCA28E}"/>
                </a:ext>
              </a:extLst>
            </p:cNvPr>
            <p:cNvSpPr/>
            <p:nvPr/>
          </p:nvSpPr>
          <p:spPr>
            <a:xfrm>
              <a:off x="4757421" y="-797667"/>
              <a:ext cx="3601795" cy="8910536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2237FBC2-4D5C-459C-83EB-EBB51952C5B6}"/>
              </a:ext>
            </a:extLst>
          </p:cNvPr>
          <p:cNvSpPr/>
          <p:nvPr/>
        </p:nvSpPr>
        <p:spPr>
          <a:xfrm>
            <a:off x="3261360" y="3187700"/>
            <a:ext cx="391160" cy="3911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4640311-3C21-48BC-B0BC-C35AB2CEDA52}"/>
              </a:ext>
            </a:extLst>
          </p:cNvPr>
          <p:cNvGrpSpPr/>
          <p:nvPr/>
        </p:nvGrpSpPr>
        <p:grpSpPr>
          <a:xfrm>
            <a:off x="-243840" y="-332740"/>
            <a:ext cx="10798847" cy="8101327"/>
            <a:chOff x="-243840" y="-332740"/>
            <a:chExt cx="10798847" cy="8101327"/>
          </a:xfrm>
          <a:solidFill>
            <a:schemeClr val="bg1">
              <a:lumMod val="95000"/>
            </a:schemeClr>
          </a:solidFill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AE72F22-EBB4-4E72-B908-EF0F2A754061}"/>
                </a:ext>
              </a:extLst>
            </p:cNvPr>
            <p:cNvGrpSpPr/>
            <p:nvPr/>
          </p:nvGrpSpPr>
          <p:grpSpPr>
            <a:xfrm>
              <a:off x="248920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BB078E3-B323-42E3-880B-B59FAAFF4775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47B222-4895-43B3-8683-C80A9C542DF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74F5749-7064-4112-821E-DB33C7A72C27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700F74-9EB4-4383-8F02-DBB145753F6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476843-4EC2-4155-B551-BF063413217D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A6B636-B7FF-4F58-A79E-7F8A568C25CC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B502E6-7B3A-4907-BF10-9A5734D033FE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A340107-4432-462B-A27D-39D86CB0170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849873E-F1D6-4F4A-BBAA-EC2B412C95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52494B7-0F2C-465E-92F9-F615BB295ACA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18BC39E-8624-4B14-8C8B-DAC60EC4B4CA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758EC1-808C-49D4-B44E-4C104C0B1E96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FED7ED5-65F8-44E1-9DF2-D99CF83137D0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6A5EE82-D05E-47DD-8511-9343DB189687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D6AB0CA-DF8C-4AF0-94B6-2B436803C82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2DD1E2A-8486-4276-BF6A-CB1A05AB486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B466462-5F69-4683-9458-01A4A01B2C73}"/>
                </a:ext>
              </a:extLst>
            </p:cNvPr>
            <p:cNvGrpSpPr/>
            <p:nvPr/>
          </p:nvGrpSpPr>
          <p:grpSpPr>
            <a:xfrm>
              <a:off x="5214621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31DC58-F20A-47C4-BED3-38C22BADD064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0FB642E-DBF0-4D72-8D9E-B774980D5A16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033261-7725-4A29-8DD1-C26F7BDEB24A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1388675-3E4F-4994-8C1D-E6CD41206A70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2EEBBE-DF02-4C5C-97FF-D64953381DE9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4FAAAB4-FE62-44F0-9222-5EB25B5C68BA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8A0583D-9824-4A15-9307-FEDA35830296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2253BC-E892-4D37-BFD5-1BB625A0DE19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747CA5-3B55-4B51-B89E-6071E65C47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4A8C77-BA6A-47D5-81E5-F118C1D824E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FE07BA-38A9-4C5C-A96D-452AC9B56F42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7B9207D-6D98-4823-A3D5-77F382555E3D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5DBC46B-0BF7-4FE9-A964-D7B3390E5F6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A66E1B9-0DC4-4C7E-8FFD-2E5D4329326D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A7E1BE-47F6-4DD1-8ADF-8A79138F09B2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7D77C80-8B1B-4C58-9CAB-790AE1C29043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073CECF-CB82-4612-A72A-7644CA358C71}"/>
                </a:ext>
              </a:extLst>
            </p:cNvPr>
            <p:cNvGrpSpPr/>
            <p:nvPr/>
          </p:nvGrpSpPr>
          <p:grpSpPr>
            <a:xfrm>
              <a:off x="7959127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9C6257-E3DA-4DB2-8BC2-3E4A285F8136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15E7BBF-AFEB-4EC4-83DE-3A66C0418CCD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F5D4737-E488-48BF-9AA3-9DFF39EF0A58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840C013-2D20-4587-9D57-F02462B92B59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2A0C144-29AF-4CA8-A074-CD1F9FDC90E3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66D687-C7F2-45CB-AE02-C6C2040D47E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2F9FF1B-9D0E-438D-A77B-0DBCBEB0DA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03E5DF6-F05B-478B-8424-43510A826AA1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1684AA-C035-4D53-9B24-1B213546B25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B9CB3E2-4B51-4DF3-A1DC-A3A67FD4EEF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8020B3D-EA6A-497A-8B16-D4544C5DB913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46A138-9370-4AFF-8776-F6A60B858754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DFD450A-475E-46D7-8877-7AFAF59F8E38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A5581AD-60BB-4E5B-AA17-AA8D8FFEDEA0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012B9D-3F15-4D62-B4F6-2D41A5E8E219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1B6B13D-2886-41E9-8AB5-BBA601ED11B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A2860B43-0312-4F5C-A904-D8683039D3D9}"/>
                </a:ext>
              </a:extLst>
            </p:cNvPr>
            <p:cNvGrpSpPr/>
            <p:nvPr/>
          </p:nvGrpSpPr>
          <p:grpSpPr>
            <a:xfrm>
              <a:off x="-24384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D2C75E5-CA7F-4ADB-B968-D4AA1D8EB06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50196BF-9377-416F-A2CB-3D9B5E2BEAC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CDE1826-CE5C-47D2-B578-EA6A94E4F923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597AC96-2684-43B9-A67D-FD60613B64A7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6B76FF8-989F-4F44-8B85-F03383080B57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0F8313F-0C1A-46EB-BAD1-FED85177DB12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C5C3AC-718A-410E-8C2F-2C79A0CA6FD2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377D656-321C-4BE7-AF1C-F6162AB634F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9140A69-AFD2-45AC-BE0B-D61D92155FE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ECE6808-1360-4A5F-AC61-6CAE5755F7D2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44367AF-CDB1-4933-BA69-9BF0541DD857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B35084A-6E2C-4952-BD17-9A43AAA74868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C846E5E-6024-4C98-A20D-30AE1740452B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8FB1E96-9B80-4D05-82E8-50B50456B693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FAC3B76-12A8-4657-B56D-1138015A7F90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520DEA2-9F52-4F13-85E7-E64BC98E99E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3628670-C903-4611-A8CD-31F74592AC73}"/>
                </a:ext>
              </a:extLst>
            </p:cNvPr>
            <p:cNvGrpSpPr/>
            <p:nvPr/>
          </p:nvGrpSpPr>
          <p:grpSpPr>
            <a:xfrm>
              <a:off x="2489200" y="-33274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9B30A3A-3CEB-46FD-B44D-5990D5A88AF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9C1D73C-64C1-4464-8671-6650FCFA299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C78B473-4A5D-471F-94FE-0DA5F2CC6FA4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30AC02E-986E-42D3-B7C5-71B1D0E2B538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29AECA-3C9D-4249-9160-740DE491D2C5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5F93BB5-F242-4217-9EBC-AA66D059174E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1EEE512-7AC9-4462-9FA9-B1D9745A43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90B1C96C-AE14-474D-AD8D-81499F36EC3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7359368-C9E9-49B0-9E6B-D1DAD90B7B7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731895B-391D-4F6B-8E38-8ECB2A32B91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DF0EA42-9341-4A5D-9331-D3BC138110DF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DA5130A-E4DE-4FDC-BEEA-0193D9FB047C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493E85D-4BA0-42B1-917C-54F5A3E7F38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F81D098-7D6B-42CC-A722-E096A30498E5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EFBA3F4-1791-4151-A7E0-A60B2FBD3C73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04F135-F9E3-4597-8911-3DE0946E6B8F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06DBF80-4300-4286-96CD-217B87F5D4C1}"/>
                </a:ext>
              </a:extLst>
            </p:cNvPr>
            <p:cNvGrpSpPr/>
            <p:nvPr/>
          </p:nvGrpSpPr>
          <p:grpSpPr>
            <a:xfrm>
              <a:off x="2489200" y="5167627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8CA3D7F8-E48B-44F9-83C2-8B80EDEAB270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A998DC6-CF8A-4EE3-AB63-F1F84875160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01F1F85-15F5-4153-8F98-3C3B439E4506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5CDA8B16-3FA1-4E03-8E3E-CDCA84F9FE8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C492F1B-080D-429F-8C29-7A73A7926FF0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5390D44-9D27-4454-BE1E-5ADA4017FA3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01BF7C4-AF0C-473E-B494-17189C8C3A2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6F48F3E-7A34-4168-9D74-BBEDD148A3C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16CE585-DF65-4EAB-A181-F61A9DB8346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8150D629-F215-4708-8BE0-A6CED389A434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C5ED88B-5D7E-418F-817C-A16A1BE13D0D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DA7D60E-3E88-42EE-99C0-5A1DA08C375F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93BAF8C-28D9-4E1F-AF08-4BE84AA82D0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CB858BA-83DE-4C99-A249-19B3D90E97EF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566C98-0EF4-4200-90DD-FB81BFF3503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7561C85-2C4A-4090-84BE-42A8EDC131D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</p:grp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DAFB7783-03A6-485F-AEFD-BD9281DE0DAE}"/>
              </a:ext>
            </a:extLst>
          </p:cNvPr>
          <p:cNvSpPr/>
          <p:nvPr/>
        </p:nvSpPr>
        <p:spPr>
          <a:xfrm>
            <a:off x="-192566" y="25066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BF7CF704-3050-4E7D-8DC1-C02668258053}"/>
              </a:ext>
            </a:extLst>
          </p:cNvPr>
          <p:cNvSpPr/>
          <p:nvPr/>
        </p:nvSpPr>
        <p:spPr>
          <a:xfrm>
            <a:off x="2512122" y="309027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098013F7-498A-430D-8C5B-4D3D64D6A5F1}"/>
              </a:ext>
            </a:extLst>
          </p:cNvPr>
          <p:cNvSpPr/>
          <p:nvPr/>
        </p:nvSpPr>
        <p:spPr>
          <a:xfrm>
            <a:off x="6522017" y="3771583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E985401E-981C-48E9-993A-0F6106812E2E}"/>
              </a:ext>
            </a:extLst>
          </p:cNvPr>
          <p:cNvSpPr/>
          <p:nvPr/>
        </p:nvSpPr>
        <p:spPr>
          <a:xfrm>
            <a:off x="9336291" y="4376420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06A1F39B-AADC-41CF-9D2D-9FA81B99DFC7}"/>
              </a:ext>
            </a:extLst>
          </p:cNvPr>
          <p:cNvSpPr/>
          <p:nvPr/>
        </p:nvSpPr>
        <p:spPr>
          <a:xfrm>
            <a:off x="3862610" y="9889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0634BE91-72CB-4D71-8F06-6E6B2359D1D4}"/>
              </a:ext>
            </a:extLst>
          </p:cNvPr>
          <p:cNvSpPr/>
          <p:nvPr/>
        </p:nvSpPr>
        <p:spPr>
          <a:xfrm>
            <a:off x="4480830" y="5210641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6342DB3-240C-4940-B86C-67C465F4AF05}"/>
              </a:ext>
            </a:extLst>
          </p:cNvPr>
          <p:cNvCxnSpPr>
            <a:cxnSpLocks/>
          </p:cNvCxnSpPr>
          <p:nvPr/>
        </p:nvCxnSpPr>
        <p:spPr>
          <a:xfrm>
            <a:off x="4442026" y="4991083"/>
            <a:ext cx="25186" cy="826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9DECEDE-5086-4586-A8A3-31E3F9902213}"/>
              </a:ext>
            </a:extLst>
          </p:cNvPr>
          <p:cNvCxnSpPr>
            <a:cxnSpLocks/>
          </p:cNvCxnSpPr>
          <p:nvPr/>
        </p:nvCxnSpPr>
        <p:spPr>
          <a:xfrm>
            <a:off x="5850248" y="3717232"/>
            <a:ext cx="26611" cy="6380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58B5F3C-16E9-4718-B2DA-3C22C0783C60}"/>
              </a:ext>
            </a:extLst>
          </p:cNvPr>
          <p:cNvCxnSpPr>
            <a:cxnSpLocks/>
          </p:cNvCxnSpPr>
          <p:nvPr/>
        </p:nvCxnSpPr>
        <p:spPr>
          <a:xfrm>
            <a:off x="5839409" y="3076420"/>
            <a:ext cx="1378601" cy="115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FD7DE77-5256-4085-A39A-8343C3DA944D}"/>
              </a:ext>
            </a:extLst>
          </p:cNvPr>
          <p:cNvCxnSpPr>
            <a:cxnSpLocks/>
          </p:cNvCxnSpPr>
          <p:nvPr/>
        </p:nvCxnSpPr>
        <p:spPr>
          <a:xfrm>
            <a:off x="7186977" y="2422779"/>
            <a:ext cx="0" cy="1978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B79044-E4B2-4E92-88D7-C444D1B19EDE}"/>
              </a:ext>
            </a:extLst>
          </p:cNvPr>
          <p:cNvCxnSpPr>
            <a:cxnSpLocks/>
          </p:cNvCxnSpPr>
          <p:nvPr/>
        </p:nvCxnSpPr>
        <p:spPr>
          <a:xfrm>
            <a:off x="5876858" y="4370397"/>
            <a:ext cx="1310117" cy="25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497ED6D-69C4-4CD5-9AEE-915BB6B59370}"/>
              </a:ext>
            </a:extLst>
          </p:cNvPr>
          <p:cNvCxnSpPr>
            <a:cxnSpLocks/>
          </p:cNvCxnSpPr>
          <p:nvPr/>
        </p:nvCxnSpPr>
        <p:spPr>
          <a:xfrm>
            <a:off x="7831808" y="2402146"/>
            <a:ext cx="1436077" cy="235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62369BC9-A757-441D-98C7-1617C05B284A}"/>
              </a:ext>
            </a:extLst>
          </p:cNvPr>
          <p:cNvCxnSpPr>
            <a:cxnSpLocks/>
          </p:cNvCxnSpPr>
          <p:nvPr/>
        </p:nvCxnSpPr>
        <p:spPr>
          <a:xfrm>
            <a:off x="5084256" y="4383396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F0DA2DD7-2022-42BC-96F1-8AC3869CDE6A}"/>
              </a:ext>
            </a:extLst>
          </p:cNvPr>
          <p:cNvCxnSpPr>
            <a:cxnSpLocks/>
          </p:cNvCxnSpPr>
          <p:nvPr/>
        </p:nvCxnSpPr>
        <p:spPr>
          <a:xfrm>
            <a:off x="9298963" y="3681248"/>
            <a:ext cx="0" cy="716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40A2B9A9-CF40-492D-AEFA-A60265468BB8}"/>
              </a:ext>
            </a:extLst>
          </p:cNvPr>
          <p:cNvCxnSpPr>
            <a:cxnSpLocks/>
          </p:cNvCxnSpPr>
          <p:nvPr/>
        </p:nvCxnSpPr>
        <p:spPr>
          <a:xfrm flipV="1">
            <a:off x="3761501" y="-332740"/>
            <a:ext cx="49486" cy="33954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7E4888FB-DE1F-48EC-88AF-EDCAAA1851D3}"/>
              </a:ext>
            </a:extLst>
          </p:cNvPr>
          <p:cNvCxnSpPr>
            <a:cxnSpLocks/>
          </p:cNvCxnSpPr>
          <p:nvPr/>
        </p:nvCxnSpPr>
        <p:spPr>
          <a:xfrm flipV="1">
            <a:off x="4411981" y="293936"/>
            <a:ext cx="734577" cy="125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F480FF0C-A812-4D0A-8C41-B8D6EE60D3E5}"/>
              </a:ext>
            </a:extLst>
          </p:cNvPr>
          <p:cNvCxnSpPr>
            <a:cxnSpLocks/>
          </p:cNvCxnSpPr>
          <p:nvPr/>
        </p:nvCxnSpPr>
        <p:spPr>
          <a:xfrm>
            <a:off x="5118098" y="294010"/>
            <a:ext cx="2068877" cy="21627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6991FD56-7C37-4BC7-87A0-921A277C2523}"/>
              </a:ext>
            </a:extLst>
          </p:cNvPr>
          <p:cNvCxnSpPr>
            <a:cxnSpLocks/>
          </p:cNvCxnSpPr>
          <p:nvPr/>
        </p:nvCxnSpPr>
        <p:spPr>
          <a:xfrm flipH="1" flipV="1">
            <a:off x="390003" y="3062688"/>
            <a:ext cx="3434009" cy="333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90BFFF9-C0BC-43E6-A96E-16EE9EE52195}"/>
              </a:ext>
            </a:extLst>
          </p:cNvPr>
          <p:cNvCxnSpPr>
            <a:cxnSpLocks/>
          </p:cNvCxnSpPr>
          <p:nvPr/>
        </p:nvCxnSpPr>
        <p:spPr>
          <a:xfrm>
            <a:off x="1661660" y="3761365"/>
            <a:ext cx="1486099" cy="102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6CDEEE04-9FBE-4B1B-8FF4-3F123EF79416}"/>
              </a:ext>
            </a:extLst>
          </p:cNvPr>
          <p:cNvCxnSpPr>
            <a:cxnSpLocks/>
          </p:cNvCxnSpPr>
          <p:nvPr/>
        </p:nvCxnSpPr>
        <p:spPr>
          <a:xfrm>
            <a:off x="1055691" y="4988766"/>
            <a:ext cx="1357188" cy="37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9B54B02-7B26-42A2-ADCB-233AF2449FCE}"/>
              </a:ext>
            </a:extLst>
          </p:cNvPr>
          <p:cNvCxnSpPr>
            <a:cxnSpLocks/>
          </p:cNvCxnSpPr>
          <p:nvPr/>
        </p:nvCxnSpPr>
        <p:spPr>
          <a:xfrm flipV="1">
            <a:off x="5062221" y="2426687"/>
            <a:ext cx="830577" cy="300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DD87780-D8C2-4513-B001-118522AE1704}"/>
              </a:ext>
            </a:extLst>
          </p:cNvPr>
          <p:cNvCxnSpPr>
            <a:cxnSpLocks/>
          </p:cNvCxnSpPr>
          <p:nvPr/>
        </p:nvCxnSpPr>
        <p:spPr>
          <a:xfrm flipV="1">
            <a:off x="2439257" y="5816414"/>
            <a:ext cx="26845" cy="1237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6B03934-F014-4AF7-93EE-3F23B5AFC933}"/>
              </a:ext>
            </a:extLst>
          </p:cNvPr>
          <p:cNvCxnSpPr>
            <a:cxnSpLocks/>
          </p:cNvCxnSpPr>
          <p:nvPr/>
        </p:nvCxnSpPr>
        <p:spPr>
          <a:xfrm flipV="1">
            <a:off x="4472116" y="5018791"/>
            <a:ext cx="612140" cy="78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57CE5D8-9567-489E-AC7D-333B368A439F}"/>
              </a:ext>
            </a:extLst>
          </p:cNvPr>
          <p:cNvCxnSpPr>
            <a:cxnSpLocks/>
          </p:cNvCxnSpPr>
          <p:nvPr/>
        </p:nvCxnSpPr>
        <p:spPr>
          <a:xfrm flipV="1">
            <a:off x="5092474" y="4355243"/>
            <a:ext cx="15559" cy="649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C2939-7AEB-4353-9CF9-20EFABDF138D}"/>
              </a:ext>
            </a:extLst>
          </p:cNvPr>
          <p:cNvCxnSpPr>
            <a:cxnSpLocks/>
          </p:cNvCxnSpPr>
          <p:nvPr/>
        </p:nvCxnSpPr>
        <p:spPr>
          <a:xfrm flipH="1">
            <a:off x="3093028" y="6374536"/>
            <a:ext cx="766417" cy="67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BE1930A-80EB-41C8-9951-E2E00600CA5F}"/>
              </a:ext>
            </a:extLst>
          </p:cNvPr>
          <p:cNvCxnSpPr>
            <a:cxnSpLocks/>
          </p:cNvCxnSpPr>
          <p:nvPr/>
        </p:nvCxnSpPr>
        <p:spPr>
          <a:xfrm flipH="1" flipV="1">
            <a:off x="3768585" y="5770887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5866261-FADA-4A6A-83CA-6B6C594D4F38}"/>
              </a:ext>
            </a:extLst>
          </p:cNvPr>
          <p:cNvCxnSpPr>
            <a:cxnSpLocks/>
          </p:cNvCxnSpPr>
          <p:nvPr/>
        </p:nvCxnSpPr>
        <p:spPr>
          <a:xfrm>
            <a:off x="3756056" y="5817867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8AD81C6-518D-48D0-B128-E171FB2CB024}"/>
              </a:ext>
            </a:extLst>
          </p:cNvPr>
          <p:cNvCxnSpPr>
            <a:cxnSpLocks/>
          </p:cNvCxnSpPr>
          <p:nvPr/>
        </p:nvCxnSpPr>
        <p:spPr>
          <a:xfrm flipV="1">
            <a:off x="5815133" y="3731108"/>
            <a:ext cx="706884" cy="13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F61FC83-0A0C-4F56-B944-14AB7C313720}"/>
              </a:ext>
            </a:extLst>
          </p:cNvPr>
          <p:cNvCxnSpPr>
            <a:cxnSpLocks/>
          </p:cNvCxnSpPr>
          <p:nvPr/>
        </p:nvCxnSpPr>
        <p:spPr>
          <a:xfrm>
            <a:off x="6500488" y="3049215"/>
            <a:ext cx="17135" cy="6869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D3D3E6A-3669-492D-AA84-C297770369B1}"/>
              </a:ext>
            </a:extLst>
          </p:cNvPr>
          <p:cNvCxnSpPr>
            <a:cxnSpLocks/>
          </p:cNvCxnSpPr>
          <p:nvPr/>
        </p:nvCxnSpPr>
        <p:spPr>
          <a:xfrm flipV="1">
            <a:off x="3755467" y="1576935"/>
            <a:ext cx="1458248" cy="289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FA220E01-B6DD-4196-9F5E-684EC03080FF}"/>
              </a:ext>
            </a:extLst>
          </p:cNvPr>
          <p:cNvCxnSpPr>
            <a:cxnSpLocks/>
          </p:cNvCxnSpPr>
          <p:nvPr/>
        </p:nvCxnSpPr>
        <p:spPr>
          <a:xfrm flipV="1">
            <a:off x="5165906" y="1563386"/>
            <a:ext cx="0" cy="9134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2554E7-3E0C-4E52-914A-29ED64A7AB2F}"/>
              </a:ext>
            </a:extLst>
          </p:cNvPr>
          <p:cNvCxnSpPr>
            <a:cxnSpLocks/>
          </p:cNvCxnSpPr>
          <p:nvPr/>
        </p:nvCxnSpPr>
        <p:spPr>
          <a:xfrm flipH="1" flipV="1">
            <a:off x="2407755" y="5023951"/>
            <a:ext cx="18742" cy="746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7D97517-6C32-4AFE-91E4-1C24EA6A7E3F}"/>
              </a:ext>
            </a:extLst>
          </p:cNvPr>
          <p:cNvCxnSpPr>
            <a:cxnSpLocks/>
          </p:cNvCxnSpPr>
          <p:nvPr/>
        </p:nvCxnSpPr>
        <p:spPr>
          <a:xfrm flipH="1" flipV="1">
            <a:off x="9920271" y="4991117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94594E44-33BD-48C3-8297-F15AB68F1514}"/>
              </a:ext>
            </a:extLst>
          </p:cNvPr>
          <p:cNvCxnSpPr>
            <a:cxnSpLocks/>
          </p:cNvCxnSpPr>
          <p:nvPr/>
        </p:nvCxnSpPr>
        <p:spPr>
          <a:xfrm flipH="1">
            <a:off x="5864864" y="2477666"/>
            <a:ext cx="948" cy="6430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0DE77007-8331-4A0A-907A-6CEB2B1E16A9}"/>
              </a:ext>
            </a:extLst>
          </p:cNvPr>
          <p:cNvCxnSpPr>
            <a:cxnSpLocks/>
          </p:cNvCxnSpPr>
          <p:nvPr/>
        </p:nvCxnSpPr>
        <p:spPr>
          <a:xfrm flipH="1" flipV="1">
            <a:off x="3793217" y="6521622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74BEAF3-7068-410C-AC36-7C143853382E}"/>
              </a:ext>
            </a:extLst>
          </p:cNvPr>
          <p:cNvCxnSpPr>
            <a:cxnSpLocks/>
          </p:cNvCxnSpPr>
          <p:nvPr/>
        </p:nvCxnSpPr>
        <p:spPr>
          <a:xfrm flipH="1" flipV="1">
            <a:off x="3746503" y="972963"/>
            <a:ext cx="691414" cy="167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F4963FF-4364-40ED-8EB4-7C4DA6FAA06E}"/>
              </a:ext>
            </a:extLst>
          </p:cNvPr>
          <p:cNvCxnSpPr>
            <a:cxnSpLocks/>
          </p:cNvCxnSpPr>
          <p:nvPr/>
        </p:nvCxnSpPr>
        <p:spPr>
          <a:xfrm flipH="1" flipV="1">
            <a:off x="4417470" y="272793"/>
            <a:ext cx="55427" cy="7292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907CD1B3-3CBC-47EF-8E58-7743AE1CF568}"/>
              </a:ext>
            </a:extLst>
          </p:cNvPr>
          <p:cNvCxnSpPr>
            <a:cxnSpLocks/>
          </p:cNvCxnSpPr>
          <p:nvPr/>
        </p:nvCxnSpPr>
        <p:spPr>
          <a:xfrm flipH="1" flipV="1">
            <a:off x="3093028" y="4383929"/>
            <a:ext cx="691251" cy="241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74BE78C4-9F2A-46D7-AF88-246AFB0898F2}"/>
              </a:ext>
            </a:extLst>
          </p:cNvPr>
          <p:cNvCxnSpPr>
            <a:cxnSpLocks/>
          </p:cNvCxnSpPr>
          <p:nvPr/>
        </p:nvCxnSpPr>
        <p:spPr>
          <a:xfrm flipH="1" flipV="1">
            <a:off x="3160538" y="3757054"/>
            <a:ext cx="637420" cy="4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70623C3E-5FFF-40E4-8C63-60B2A0FF7E11}"/>
              </a:ext>
            </a:extLst>
          </p:cNvPr>
          <p:cNvCxnSpPr>
            <a:cxnSpLocks/>
          </p:cNvCxnSpPr>
          <p:nvPr/>
        </p:nvCxnSpPr>
        <p:spPr>
          <a:xfrm flipH="1" flipV="1">
            <a:off x="3768585" y="3764780"/>
            <a:ext cx="28321" cy="6326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CFA07B2-DD6A-4A0E-8374-9A1293B0D065}"/>
              </a:ext>
            </a:extLst>
          </p:cNvPr>
          <p:cNvCxnSpPr>
            <a:cxnSpLocks/>
          </p:cNvCxnSpPr>
          <p:nvPr/>
        </p:nvCxnSpPr>
        <p:spPr>
          <a:xfrm>
            <a:off x="5114547" y="-318073"/>
            <a:ext cx="2742538" cy="26992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EC57461E-EE5F-49BD-86DB-3BA129FEC2B1}"/>
              </a:ext>
            </a:extLst>
          </p:cNvPr>
          <p:cNvCxnSpPr>
            <a:cxnSpLocks/>
          </p:cNvCxnSpPr>
          <p:nvPr/>
        </p:nvCxnSpPr>
        <p:spPr>
          <a:xfrm>
            <a:off x="3806481" y="-303560"/>
            <a:ext cx="1436077" cy="235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B76593C-7BB0-40E5-951B-116348AF1C22}"/>
              </a:ext>
            </a:extLst>
          </p:cNvPr>
          <p:cNvCxnSpPr>
            <a:cxnSpLocks/>
          </p:cNvCxnSpPr>
          <p:nvPr/>
        </p:nvCxnSpPr>
        <p:spPr>
          <a:xfrm flipH="1">
            <a:off x="3744353" y="7083077"/>
            <a:ext cx="1363680" cy="694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F9017F1E-1CBD-41B7-A550-10FFF412E2E3}"/>
              </a:ext>
            </a:extLst>
          </p:cNvPr>
          <p:cNvCxnSpPr>
            <a:cxnSpLocks/>
          </p:cNvCxnSpPr>
          <p:nvPr/>
        </p:nvCxnSpPr>
        <p:spPr>
          <a:xfrm>
            <a:off x="7967980" y="2374854"/>
            <a:ext cx="51284" cy="20226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DA26CBB8-7F87-4A6B-9E62-38AFA0BF4234}"/>
              </a:ext>
            </a:extLst>
          </p:cNvPr>
          <p:cNvCxnSpPr>
            <a:cxnSpLocks/>
          </p:cNvCxnSpPr>
          <p:nvPr/>
        </p:nvCxnSpPr>
        <p:spPr>
          <a:xfrm>
            <a:off x="406399" y="5005003"/>
            <a:ext cx="6492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7290E7A-9856-4F99-A610-5564F284CD21}"/>
              </a:ext>
            </a:extLst>
          </p:cNvPr>
          <p:cNvCxnSpPr>
            <a:cxnSpLocks/>
          </p:cNvCxnSpPr>
          <p:nvPr/>
        </p:nvCxnSpPr>
        <p:spPr>
          <a:xfrm>
            <a:off x="8596176" y="3713243"/>
            <a:ext cx="19967" cy="684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5F5FD27-DFF0-4B97-99AE-A867EBD0227D}"/>
              </a:ext>
            </a:extLst>
          </p:cNvPr>
          <p:cNvCxnSpPr>
            <a:cxnSpLocks/>
          </p:cNvCxnSpPr>
          <p:nvPr/>
        </p:nvCxnSpPr>
        <p:spPr>
          <a:xfrm flipH="1" flipV="1">
            <a:off x="8683126" y="3681248"/>
            <a:ext cx="610108" cy="138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5095764-A5FA-4235-A1D1-420D979AAFA4}"/>
              </a:ext>
            </a:extLst>
          </p:cNvPr>
          <p:cNvCxnSpPr>
            <a:cxnSpLocks/>
          </p:cNvCxnSpPr>
          <p:nvPr/>
        </p:nvCxnSpPr>
        <p:spPr>
          <a:xfrm flipH="1" flipV="1">
            <a:off x="9293920" y="4376419"/>
            <a:ext cx="649802" cy="277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A5A6FB4-030D-4B47-985F-15FCC04AEF8A}"/>
              </a:ext>
            </a:extLst>
          </p:cNvPr>
          <p:cNvCxnSpPr>
            <a:cxnSpLocks/>
          </p:cNvCxnSpPr>
          <p:nvPr/>
        </p:nvCxnSpPr>
        <p:spPr>
          <a:xfrm>
            <a:off x="3133830" y="4355243"/>
            <a:ext cx="38730" cy="21128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4619526-1597-431B-A417-FB1BF6017967}"/>
              </a:ext>
            </a:extLst>
          </p:cNvPr>
          <p:cNvCxnSpPr>
            <a:cxnSpLocks/>
          </p:cNvCxnSpPr>
          <p:nvPr/>
        </p:nvCxnSpPr>
        <p:spPr>
          <a:xfrm>
            <a:off x="2548937" y="5791320"/>
            <a:ext cx="624225" cy="108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699498E-17BA-4E38-85E2-D3567AE40494}"/>
              </a:ext>
            </a:extLst>
          </p:cNvPr>
          <p:cNvCxnSpPr>
            <a:cxnSpLocks/>
          </p:cNvCxnSpPr>
          <p:nvPr/>
        </p:nvCxnSpPr>
        <p:spPr>
          <a:xfrm flipH="1">
            <a:off x="-222533" y="5017028"/>
            <a:ext cx="634429" cy="74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14E5E85-59E7-4ECC-802E-E4AF2DF9C5ED}"/>
              </a:ext>
            </a:extLst>
          </p:cNvPr>
          <p:cNvCxnSpPr>
            <a:cxnSpLocks/>
          </p:cNvCxnSpPr>
          <p:nvPr/>
        </p:nvCxnSpPr>
        <p:spPr>
          <a:xfrm flipH="1" flipV="1">
            <a:off x="7977304" y="4362534"/>
            <a:ext cx="12309" cy="7115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93B4834-7748-49D4-82DF-AEDF4526AD15}"/>
              </a:ext>
            </a:extLst>
          </p:cNvPr>
          <p:cNvCxnSpPr>
            <a:cxnSpLocks/>
          </p:cNvCxnSpPr>
          <p:nvPr/>
        </p:nvCxnSpPr>
        <p:spPr>
          <a:xfrm flipH="1">
            <a:off x="2460214" y="7157656"/>
            <a:ext cx="3713" cy="616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2BCCB34-EB66-4446-BC29-7CC9866FA7E0}"/>
              </a:ext>
            </a:extLst>
          </p:cNvPr>
          <p:cNvCxnSpPr>
            <a:cxnSpLocks/>
          </p:cNvCxnSpPr>
          <p:nvPr/>
        </p:nvCxnSpPr>
        <p:spPr>
          <a:xfrm flipH="1">
            <a:off x="9934043" y="4343963"/>
            <a:ext cx="3713" cy="6161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B9B7D03-28A3-4527-80A9-D8A2DF00677B}"/>
              </a:ext>
            </a:extLst>
          </p:cNvPr>
          <p:cNvCxnSpPr>
            <a:cxnSpLocks/>
          </p:cNvCxnSpPr>
          <p:nvPr/>
        </p:nvCxnSpPr>
        <p:spPr>
          <a:xfrm flipH="1" flipV="1">
            <a:off x="7228262" y="5010875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BEBADE5A-99FF-47D9-92AE-997B9B042369}"/>
              </a:ext>
            </a:extLst>
          </p:cNvPr>
          <p:cNvCxnSpPr>
            <a:cxnSpLocks/>
          </p:cNvCxnSpPr>
          <p:nvPr/>
        </p:nvCxnSpPr>
        <p:spPr>
          <a:xfrm flipH="1" flipV="1">
            <a:off x="8013673" y="4408235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141F400-327F-4104-A14F-1CA2FE991EFB}"/>
              </a:ext>
            </a:extLst>
          </p:cNvPr>
          <p:cNvCxnSpPr>
            <a:cxnSpLocks/>
          </p:cNvCxnSpPr>
          <p:nvPr/>
        </p:nvCxnSpPr>
        <p:spPr>
          <a:xfrm flipH="1">
            <a:off x="417263" y="2967912"/>
            <a:ext cx="17778" cy="1436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F75FA3E8-09D4-4CF8-A22E-0A34B41B0A8C}"/>
              </a:ext>
            </a:extLst>
          </p:cNvPr>
          <p:cNvCxnSpPr>
            <a:cxnSpLocks/>
          </p:cNvCxnSpPr>
          <p:nvPr/>
        </p:nvCxnSpPr>
        <p:spPr>
          <a:xfrm flipH="1">
            <a:off x="5104230" y="4966387"/>
            <a:ext cx="2082745" cy="2116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C7874259-545F-4A0D-9E1B-5695C30B9ECA}"/>
              </a:ext>
            </a:extLst>
          </p:cNvPr>
          <p:cNvCxnSpPr>
            <a:cxnSpLocks/>
          </p:cNvCxnSpPr>
          <p:nvPr/>
        </p:nvCxnSpPr>
        <p:spPr>
          <a:xfrm flipV="1">
            <a:off x="422104" y="4357493"/>
            <a:ext cx="1340690" cy="264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CB49CDB6-EC00-4704-9B25-112287024A67}"/>
              </a:ext>
            </a:extLst>
          </p:cNvPr>
          <p:cNvCxnSpPr>
            <a:cxnSpLocks/>
          </p:cNvCxnSpPr>
          <p:nvPr/>
        </p:nvCxnSpPr>
        <p:spPr>
          <a:xfrm>
            <a:off x="1688485" y="3705205"/>
            <a:ext cx="0" cy="6345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8A91B39B-7406-417C-9AD2-9F6C30FCD99A}"/>
              </a:ext>
            </a:extLst>
          </p:cNvPr>
          <p:cNvCxnSpPr>
            <a:cxnSpLocks/>
          </p:cNvCxnSpPr>
          <p:nvPr/>
        </p:nvCxnSpPr>
        <p:spPr>
          <a:xfrm flipH="1" flipV="1">
            <a:off x="2452679" y="7733026"/>
            <a:ext cx="692630" cy="277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45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D6D09A8-6658-481B-9D23-0617C953FC4A}"/>
              </a:ext>
            </a:extLst>
          </p:cNvPr>
          <p:cNvGrpSpPr/>
          <p:nvPr/>
        </p:nvGrpSpPr>
        <p:grpSpPr>
          <a:xfrm>
            <a:off x="58368" y="9719"/>
            <a:ext cx="7395376" cy="7407049"/>
            <a:chOff x="58368" y="9719"/>
            <a:chExt cx="7395376" cy="740704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2032001" y="1960880"/>
              <a:ext cx="3505200" cy="356869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1367867" y="1283998"/>
              <a:ext cx="4808711" cy="489581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6230EA0-94D3-47EB-AA70-26685B7AD00F}"/>
                </a:ext>
              </a:extLst>
            </p:cNvPr>
            <p:cNvSpPr/>
            <p:nvPr/>
          </p:nvSpPr>
          <p:spPr>
            <a:xfrm>
              <a:off x="751840" y="654733"/>
              <a:ext cx="6051664" cy="606160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ECBB83E-353F-4D95-8623-0CFB059C64FC}"/>
                </a:ext>
              </a:extLst>
            </p:cNvPr>
            <p:cNvSpPr/>
            <p:nvPr/>
          </p:nvSpPr>
          <p:spPr>
            <a:xfrm>
              <a:off x="58368" y="9719"/>
              <a:ext cx="7395376" cy="740704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64E8D6B-50F4-4F99-A625-4842E927370E}"/>
              </a:ext>
            </a:extLst>
          </p:cNvPr>
          <p:cNvGrpSpPr/>
          <p:nvPr/>
        </p:nvGrpSpPr>
        <p:grpSpPr>
          <a:xfrm>
            <a:off x="2834639" y="-2354095"/>
            <a:ext cx="7325359" cy="11984477"/>
            <a:chOff x="2834639" y="-2354095"/>
            <a:chExt cx="7325359" cy="11984477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993729-B257-4136-9FF1-C1B55734F46A}"/>
                </a:ext>
              </a:extLst>
            </p:cNvPr>
            <p:cNvSpPr/>
            <p:nvPr/>
          </p:nvSpPr>
          <p:spPr>
            <a:xfrm>
              <a:off x="2834639" y="-2354095"/>
              <a:ext cx="7325359" cy="1198447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E509E1A-635A-4F15-9720-A10ECDAB70AE}"/>
                </a:ext>
              </a:extLst>
            </p:cNvPr>
            <p:cNvSpPr/>
            <p:nvPr/>
          </p:nvSpPr>
          <p:spPr>
            <a:xfrm>
              <a:off x="3456940" y="-1828800"/>
              <a:ext cx="6197675" cy="1094484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4079243" y="-1303506"/>
              <a:ext cx="4930213" cy="9878529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19844B6-E37B-4D07-9066-5794ECCCA28E}"/>
                </a:ext>
              </a:extLst>
            </p:cNvPr>
            <p:cNvSpPr/>
            <p:nvPr/>
          </p:nvSpPr>
          <p:spPr>
            <a:xfrm>
              <a:off x="4757421" y="-797667"/>
              <a:ext cx="3601795" cy="8910536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2237FBC2-4D5C-459C-83EB-EBB51952C5B6}"/>
              </a:ext>
            </a:extLst>
          </p:cNvPr>
          <p:cNvSpPr/>
          <p:nvPr/>
        </p:nvSpPr>
        <p:spPr>
          <a:xfrm>
            <a:off x="3261360" y="3187700"/>
            <a:ext cx="391160" cy="3911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4640311-3C21-48BC-B0BC-C35AB2CEDA52}"/>
              </a:ext>
            </a:extLst>
          </p:cNvPr>
          <p:cNvGrpSpPr/>
          <p:nvPr/>
        </p:nvGrpSpPr>
        <p:grpSpPr>
          <a:xfrm>
            <a:off x="-243840" y="-332740"/>
            <a:ext cx="10798847" cy="8101327"/>
            <a:chOff x="-243840" y="-332740"/>
            <a:chExt cx="10798847" cy="8101327"/>
          </a:xfrm>
          <a:solidFill>
            <a:schemeClr val="bg1">
              <a:lumMod val="95000"/>
            </a:schemeClr>
          </a:solidFill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AE72F22-EBB4-4E72-B908-EF0F2A754061}"/>
                </a:ext>
              </a:extLst>
            </p:cNvPr>
            <p:cNvGrpSpPr/>
            <p:nvPr/>
          </p:nvGrpSpPr>
          <p:grpSpPr>
            <a:xfrm>
              <a:off x="248920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BB078E3-B323-42E3-880B-B59FAAFF4775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47B222-4895-43B3-8683-C80A9C542DF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74F5749-7064-4112-821E-DB33C7A72C27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700F74-9EB4-4383-8F02-DBB145753F6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476843-4EC2-4155-B551-BF063413217D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A6B636-B7FF-4F58-A79E-7F8A568C25CC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B502E6-7B3A-4907-BF10-9A5734D033FE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A340107-4432-462B-A27D-39D86CB0170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849873E-F1D6-4F4A-BBAA-EC2B412C95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52494B7-0F2C-465E-92F9-F615BB295ACA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18BC39E-8624-4B14-8C8B-DAC60EC4B4CA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758EC1-808C-49D4-B44E-4C104C0B1E96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FED7ED5-65F8-44E1-9DF2-D99CF83137D0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6A5EE82-D05E-47DD-8511-9343DB189687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D6AB0CA-DF8C-4AF0-94B6-2B436803C82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2DD1E2A-8486-4276-BF6A-CB1A05AB486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B466462-5F69-4683-9458-01A4A01B2C73}"/>
                </a:ext>
              </a:extLst>
            </p:cNvPr>
            <p:cNvGrpSpPr/>
            <p:nvPr/>
          </p:nvGrpSpPr>
          <p:grpSpPr>
            <a:xfrm>
              <a:off x="5214621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31DC58-F20A-47C4-BED3-38C22BADD064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0FB642E-DBF0-4D72-8D9E-B774980D5A16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033261-7725-4A29-8DD1-C26F7BDEB24A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1388675-3E4F-4994-8C1D-E6CD41206A70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2EEBBE-DF02-4C5C-97FF-D64953381DE9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4FAAAB4-FE62-44F0-9222-5EB25B5C68BA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8A0583D-9824-4A15-9307-FEDA35830296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2253BC-E892-4D37-BFD5-1BB625A0DE19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747CA5-3B55-4B51-B89E-6071E65C47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4A8C77-BA6A-47D5-81E5-F118C1D824E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FE07BA-38A9-4C5C-A96D-452AC9B56F42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7B9207D-6D98-4823-A3D5-77F382555E3D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5DBC46B-0BF7-4FE9-A964-D7B3390E5F6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A66E1B9-0DC4-4C7E-8FFD-2E5D4329326D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A7E1BE-47F6-4DD1-8ADF-8A79138F09B2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7D77C80-8B1B-4C58-9CAB-790AE1C29043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073CECF-CB82-4612-A72A-7644CA358C71}"/>
                </a:ext>
              </a:extLst>
            </p:cNvPr>
            <p:cNvGrpSpPr/>
            <p:nvPr/>
          </p:nvGrpSpPr>
          <p:grpSpPr>
            <a:xfrm>
              <a:off x="7959127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9C6257-E3DA-4DB2-8BC2-3E4A285F8136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15E7BBF-AFEB-4EC4-83DE-3A66C0418CCD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F5D4737-E488-48BF-9AA3-9DFF39EF0A58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840C013-2D20-4587-9D57-F02462B92B59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2A0C144-29AF-4CA8-A074-CD1F9FDC90E3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66D687-C7F2-45CB-AE02-C6C2040D47E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2F9FF1B-9D0E-438D-A77B-0DBCBEB0DA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03E5DF6-F05B-478B-8424-43510A826AA1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1684AA-C035-4D53-9B24-1B213546B25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B9CB3E2-4B51-4DF3-A1DC-A3A67FD4EEF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8020B3D-EA6A-497A-8B16-D4544C5DB913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46A138-9370-4AFF-8776-F6A60B858754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DFD450A-475E-46D7-8877-7AFAF59F8E38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A5581AD-60BB-4E5B-AA17-AA8D8FFEDEA0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012B9D-3F15-4D62-B4F6-2D41A5E8E219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1B6B13D-2886-41E9-8AB5-BBA601ED11B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A2860B43-0312-4F5C-A904-D8683039D3D9}"/>
                </a:ext>
              </a:extLst>
            </p:cNvPr>
            <p:cNvGrpSpPr/>
            <p:nvPr/>
          </p:nvGrpSpPr>
          <p:grpSpPr>
            <a:xfrm>
              <a:off x="-24384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D2C75E5-CA7F-4ADB-B968-D4AA1D8EB06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50196BF-9377-416F-A2CB-3D9B5E2BEAC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CDE1826-CE5C-47D2-B578-EA6A94E4F923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597AC96-2684-43B9-A67D-FD60613B64A7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6B76FF8-989F-4F44-8B85-F03383080B57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0F8313F-0C1A-46EB-BAD1-FED85177DB12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C5C3AC-718A-410E-8C2F-2C79A0CA6FD2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377D656-321C-4BE7-AF1C-F6162AB634F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9140A69-AFD2-45AC-BE0B-D61D92155FE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ECE6808-1360-4A5F-AC61-6CAE5755F7D2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44367AF-CDB1-4933-BA69-9BF0541DD857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B35084A-6E2C-4952-BD17-9A43AAA74868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C846E5E-6024-4C98-A20D-30AE1740452B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8FB1E96-9B80-4D05-82E8-50B50456B693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FAC3B76-12A8-4657-B56D-1138015A7F90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520DEA2-9F52-4F13-85E7-E64BC98E99E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3628670-C903-4611-A8CD-31F74592AC73}"/>
                </a:ext>
              </a:extLst>
            </p:cNvPr>
            <p:cNvGrpSpPr/>
            <p:nvPr/>
          </p:nvGrpSpPr>
          <p:grpSpPr>
            <a:xfrm>
              <a:off x="2489200" y="-33274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9B30A3A-3CEB-46FD-B44D-5990D5A88AF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9C1D73C-64C1-4464-8671-6650FCFA299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C78B473-4A5D-471F-94FE-0DA5F2CC6FA4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30AC02E-986E-42D3-B7C5-71B1D0E2B538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29AECA-3C9D-4249-9160-740DE491D2C5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5F93BB5-F242-4217-9EBC-AA66D059174E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1EEE512-7AC9-4462-9FA9-B1D9745A43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90B1C96C-AE14-474D-AD8D-81499F36EC3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7359368-C9E9-49B0-9E6B-D1DAD90B7B7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731895B-391D-4F6B-8E38-8ECB2A32B91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DF0EA42-9341-4A5D-9331-D3BC138110DF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DA5130A-E4DE-4FDC-BEEA-0193D9FB047C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493E85D-4BA0-42B1-917C-54F5A3E7F38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F81D098-7D6B-42CC-A722-E096A30498E5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EFBA3F4-1791-4151-A7E0-A60B2FBD3C73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04F135-F9E3-4597-8911-3DE0946E6B8F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06DBF80-4300-4286-96CD-217B87F5D4C1}"/>
                </a:ext>
              </a:extLst>
            </p:cNvPr>
            <p:cNvGrpSpPr/>
            <p:nvPr/>
          </p:nvGrpSpPr>
          <p:grpSpPr>
            <a:xfrm>
              <a:off x="2489200" y="5167627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8CA3D7F8-E48B-44F9-83C2-8B80EDEAB270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A998DC6-CF8A-4EE3-AB63-F1F84875160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01F1F85-15F5-4153-8F98-3C3B439E4506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5CDA8B16-3FA1-4E03-8E3E-CDCA84F9FE8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C492F1B-080D-429F-8C29-7A73A7926FF0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5390D44-9D27-4454-BE1E-5ADA4017FA3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01BF7C4-AF0C-473E-B494-17189C8C3A2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6F48F3E-7A34-4168-9D74-BBEDD148A3C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16CE585-DF65-4EAB-A181-F61A9DB8346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8150D629-F215-4708-8BE0-A6CED389A434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C5ED88B-5D7E-418F-817C-A16A1BE13D0D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DA7D60E-3E88-42EE-99C0-5A1DA08C375F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93BAF8C-28D9-4E1F-AF08-4BE84AA82D0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CB858BA-83DE-4C99-A249-19B3D90E97EF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566C98-0EF4-4200-90DD-FB81BFF3503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7561C85-2C4A-4090-84BE-42A8EDC131D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</p:grp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DAFB7783-03A6-485F-AEFD-BD9281DE0DAE}"/>
              </a:ext>
            </a:extLst>
          </p:cNvPr>
          <p:cNvSpPr/>
          <p:nvPr/>
        </p:nvSpPr>
        <p:spPr>
          <a:xfrm>
            <a:off x="-192566" y="25066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BF7CF704-3050-4E7D-8DC1-C02668258053}"/>
              </a:ext>
            </a:extLst>
          </p:cNvPr>
          <p:cNvSpPr/>
          <p:nvPr/>
        </p:nvSpPr>
        <p:spPr>
          <a:xfrm>
            <a:off x="2512122" y="309027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098013F7-498A-430D-8C5B-4D3D64D6A5F1}"/>
              </a:ext>
            </a:extLst>
          </p:cNvPr>
          <p:cNvSpPr/>
          <p:nvPr/>
        </p:nvSpPr>
        <p:spPr>
          <a:xfrm>
            <a:off x="6522017" y="3771583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E985401E-981C-48E9-993A-0F6106812E2E}"/>
              </a:ext>
            </a:extLst>
          </p:cNvPr>
          <p:cNvSpPr/>
          <p:nvPr/>
        </p:nvSpPr>
        <p:spPr>
          <a:xfrm>
            <a:off x="9336291" y="4376420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06A1F39B-AADC-41CF-9D2D-9FA81B99DFC7}"/>
              </a:ext>
            </a:extLst>
          </p:cNvPr>
          <p:cNvSpPr/>
          <p:nvPr/>
        </p:nvSpPr>
        <p:spPr>
          <a:xfrm>
            <a:off x="3862610" y="9889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0634BE91-72CB-4D71-8F06-6E6B2359D1D4}"/>
              </a:ext>
            </a:extLst>
          </p:cNvPr>
          <p:cNvSpPr/>
          <p:nvPr/>
        </p:nvSpPr>
        <p:spPr>
          <a:xfrm>
            <a:off x="4480830" y="5210641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6342DB3-240C-4940-B86C-67C465F4AF05}"/>
              </a:ext>
            </a:extLst>
          </p:cNvPr>
          <p:cNvCxnSpPr>
            <a:cxnSpLocks/>
          </p:cNvCxnSpPr>
          <p:nvPr/>
        </p:nvCxnSpPr>
        <p:spPr>
          <a:xfrm flipH="1">
            <a:off x="4452928" y="4340489"/>
            <a:ext cx="15386" cy="14851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9DECEDE-5086-4586-A8A3-31E3F9902213}"/>
              </a:ext>
            </a:extLst>
          </p:cNvPr>
          <p:cNvCxnSpPr>
            <a:cxnSpLocks/>
          </p:cNvCxnSpPr>
          <p:nvPr/>
        </p:nvCxnSpPr>
        <p:spPr>
          <a:xfrm>
            <a:off x="5850248" y="3717232"/>
            <a:ext cx="26611" cy="6380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58B5F3C-16E9-4718-B2DA-3C22C0783C60}"/>
              </a:ext>
            </a:extLst>
          </p:cNvPr>
          <p:cNvCxnSpPr>
            <a:cxnSpLocks/>
          </p:cNvCxnSpPr>
          <p:nvPr/>
        </p:nvCxnSpPr>
        <p:spPr>
          <a:xfrm>
            <a:off x="5839409" y="3076420"/>
            <a:ext cx="1378601" cy="115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FD7DE77-5256-4085-A39A-8343C3DA944D}"/>
              </a:ext>
            </a:extLst>
          </p:cNvPr>
          <p:cNvCxnSpPr>
            <a:cxnSpLocks/>
          </p:cNvCxnSpPr>
          <p:nvPr/>
        </p:nvCxnSpPr>
        <p:spPr>
          <a:xfrm>
            <a:off x="7186977" y="2422779"/>
            <a:ext cx="0" cy="1978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B79044-E4B2-4E92-88D7-C444D1B19EDE}"/>
              </a:ext>
            </a:extLst>
          </p:cNvPr>
          <p:cNvCxnSpPr>
            <a:cxnSpLocks/>
          </p:cNvCxnSpPr>
          <p:nvPr/>
        </p:nvCxnSpPr>
        <p:spPr>
          <a:xfrm>
            <a:off x="5876858" y="4370397"/>
            <a:ext cx="1310117" cy="25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497ED6D-69C4-4CD5-9AEE-915BB6B59370}"/>
              </a:ext>
            </a:extLst>
          </p:cNvPr>
          <p:cNvCxnSpPr>
            <a:cxnSpLocks/>
          </p:cNvCxnSpPr>
          <p:nvPr/>
        </p:nvCxnSpPr>
        <p:spPr>
          <a:xfrm>
            <a:off x="7963132" y="2422779"/>
            <a:ext cx="1330102" cy="51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62369BC9-A757-441D-98C7-1617C05B284A}"/>
              </a:ext>
            </a:extLst>
          </p:cNvPr>
          <p:cNvCxnSpPr>
            <a:cxnSpLocks/>
          </p:cNvCxnSpPr>
          <p:nvPr/>
        </p:nvCxnSpPr>
        <p:spPr>
          <a:xfrm>
            <a:off x="5084256" y="4383396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F0DA2DD7-2022-42BC-96F1-8AC3869CDE6A}"/>
              </a:ext>
            </a:extLst>
          </p:cNvPr>
          <p:cNvCxnSpPr>
            <a:cxnSpLocks/>
          </p:cNvCxnSpPr>
          <p:nvPr/>
        </p:nvCxnSpPr>
        <p:spPr>
          <a:xfrm>
            <a:off x="9298963" y="3681248"/>
            <a:ext cx="0" cy="716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40A2B9A9-CF40-492D-AEFA-A60265468BB8}"/>
              </a:ext>
            </a:extLst>
          </p:cNvPr>
          <p:cNvCxnSpPr>
            <a:cxnSpLocks/>
          </p:cNvCxnSpPr>
          <p:nvPr/>
        </p:nvCxnSpPr>
        <p:spPr>
          <a:xfrm flipV="1">
            <a:off x="3810987" y="-332740"/>
            <a:ext cx="0" cy="34219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7E4888FB-DE1F-48EC-88AF-EDCAAA1851D3}"/>
              </a:ext>
            </a:extLst>
          </p:cNvPr>
          <p:cNvCxnSpPr>
            <a:cxnSpLocks/>
          </p:cNvCxnSpPr>
          <p:nvPr/>
        </p:nvCxnSpPr>
        <p:spPr>
          <a:xfrm flipV="1">
            <a:off x="4411981" y="293936"/>
            <a:ext cx="734577" cy="125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F480FF0C-A812-4D0A-8C41-B8D6EE60D3E5}"/>
              </a:ext>
            </a:extLst>
          </p:cNvPr>
          <p:cNvCxnSpPr>
            <a:cxnSpLocks/>
          </p:cNvCxnSpPr>
          <p:nvPr/>
        </p:nvCxnSpPr>
        <p:spPr>
          <a:xfrm>
            <a:off x="5118098" y="294010"/>
            <a:ext cx="2068877" cy="2162758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6991FD56-7C37-4BC7-87A0-921A277C2523}"/>
              </a:ext>
            </a:extLst>
          </p:cNvPr>
          <p:cNvCxnSpPr>
            <a:cxnSpLocks/>
          </p:cNvCxnSpPr>
          <p:nvPr/>
        </p:nvCxnSpPr>
        <p:spPr>
          <a:xfrm flipH="1" flipV="1">
            <a:off x="390003" y="3062688"/>
            <a:ext cx="3434009" cy="333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90BFFF9-C0BC-43E6-A96E-16EE9EE52195}"/>
              </a:ext>
            </a:extLst>
          </p:cNvPr>
          <p:cNvCxnSpPr>
            <a:cxnSpLocks/>
          </p:cNvCxnSpPr>
          <p:nvPr/>
        </p:nvCxnSpPr>
        <p:spPr>
          <a:xfrm>
            <a:off x="1669218" y="3704505"/>
            <a:ext cx="2123999" cy="203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6CDEEE04-9FBE-4B1B-8FF4-3F123EF79416}"/>
              </a:ext>
            </a:extLst>
          </p:cNvPr>
          <p:cNvCxnSpPr>
            <a:cxnSpLocks/>
          </p:cNvCxnSpPr>
          <p:nvPr/>
        </p:nvCxnSpPr>
        <p:spPr>
          <a:xfrm>
            <a:off x="-207423" y="5026180"/>
            <a:ext cx="2703539" cy="31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9B54B02-7B26-42A2-ADCB-233AF2449FCE}"/>
              </a:ext>
            </a:extLst>
          </p:cNvPr>
          <p:cNvCxnSpPr>
            <a:cxnSpLocks/>
          </p:cNvCxnSpPr>
          <p:nvPr/>
        </p:nvCxnSpPr>
        <p:spPr>
          <a:xfrm>
            <a:off x="5084256" y="2422779"/>
            <a:ext cx="808542" cy="39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57CE5D8-9567-489E-AC7D-333B368A439F}"/>
              </a:ext>
            </a:extLst>
          </p:cNvPr>
          <p:cNvCxnSpPr>
            <a:cxnSpLocks/>
          </p:cNvCxnSpPr>
          <p:nvPr/>
        </p:nvCxnSpPr>
        <p:spPr>
          <a:xfrm>
            <a:off x="4446506" y="4365752"/>
            <a:ext cx="671833" cy="112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C2939-7AEB-4353-9CF9-20EFABDF138D}"/>
              </a:ext>
            </a:extLst>
          </p:cNvPr>
          <p:cNvCxnSpPr>
            <a:cxnSpLocks/>
          </p:cNvCxnSpPr>
          <p:nvPr/>
        </p:nvCxnSpPr>
        <p:spPr>
          <a:xfrm flipH="1" flipV="1">
            <a:off x="3151969" y="6446611"/>
            <a:ext cx="647746" cy="113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BE1930A-80EB-41C8-9951-E2E00600CA5F}"/>
              </a:ext>
            </a:extLst>
          </p:cNvPr>
          <p:cNvCxnSpPr>
            <a:cxnSpLocks/>
          </p:cNvCxnSpPr>
          <p:nvPr/>
        </p:nvCxnSpPr>
        <p:spPr>
          <a:xfrm flipH="1" flipV="1">
            <a:off x="3781577" y="5801300"/>
            <a:ext cx="3023" cy="12979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5866261-FADA-4A6A-83CA-6B6C594D4F38}"/>
              </a:ext>
            </a:extLst>
          </p:cNvPr>
          <p:cNvCxnSpPr>
            <a:cxnSpLocks/>
          </p:cNvCxnSpPr>
          <p:nvPr/>
        </p:nvCxnSpPr>
        <p:spPr>
          <a:xfrm flipV="1">
            <a:off x="3756056" y="5810078"/>
            <a:ext cx="685970" cy="77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8AD81C6-518D-48D0-B128-E171FB2CB024}"/>
              </a:ext>
            </a:extLst>
          </p:cNvPr>
          <p:cNvCxnSpPr>
            <a:cxnSpLocks/>
          </p:cNvCxnSpPr>
          <p:nvPr/>
        </p:nvCxnSpPr>
        <p:spPr>
          <a:xfrm>
            <a:off x="5848352" y="3731108"/>
            <a:ext cx="6736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F61FC83-0A0C-4F56-B944-14AB7C313720}"/>
              </a:ext>
            </a:extLst>
          </p:cNvPr>
          <p:cNvCxnSpPr>
            <a:cxnSpLocks/>
          </p:cNvCxnSpPr>
          <p:nvPr/>
        </p:nvCxnSpPr>
        <p:spPr>
          <a:xfrm>
            <a:off x="6500488" y="3049215"/>
            <a:ext cx="17135" cy="6869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D3D3E6A-3669-492D-AA84-C297770369B1}"/>
              </a:ext>
            </a:extLst>
          </p:cNvPr>
          <p:cNvCxnSpPr>
            <a:cxnSpLocks/>
          </p:cNvCxnSpPr>
          <p:nvPr/>
        </p:nvCxnSpPr>
        <p:spPr>
          <a:xfrm>
            <a:off x="3796907" y="1617980"/>
            <a:ext cx="12955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FA220E01-B6DD-4196-9F5E-684EC03080FF}"/>
              </a:ext>
            </a:extLst>
          </p:cNvPr>
          <p:cNvCxnSpPr>
            <a:cxnSpLocks/>
          </p:cNvCxnSpPr>
          <p:nvPr/>
        </p:nvCxnSpPr>
        <p:spPr>
          <a:xfrm flipV="1">
            <a:off x="5084256" y="1617980"/>
            <a:ext cx="5180" cy="7841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2554E7-3E0C-4E52-914A-29ED64A7AB2F}"/>
              </a:ext>
            </a:extLst>
          </p:cNvPr>
          <p:cNvCxnSpPr>
            <a:cxnSpLocks/>
          </p:cNvCxnSpPr>
          <p:nvPr/>
        </p:nvCxnSpPr>
        <p:spPr>
          <a:xfrm flipV="1">
            <a:off x="2481806" y="5004203"/>
            <a:ext cx="10880" cy="2749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7D97517-6C32-4AFE-91E4-1C24EA6A7E3F}"/>
              </a:ext>
            </a:extLst>
          </p:cNvPr>
          <p:cNvCxnSpPr>
            <a:cxnSpLocks/>
          </p:cNvCxnSpPr>
          <p:nvPr/>
        </p:nvCxnSpPr>
        <p:spPr>
          <a:xfrm flipH="1" flipV="1">
            <a:off x="9904767" y="5022725"/>
            <a:ext cx="650240" cy="65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94594E44-33BD-48C3-8297-F15AB68F1514}"/>
              </a:ext>
            </a:extLst>
          </p:cNvPr>
          <p:cNvCxnSpPr>
            <a:cxnSpLocks/>
          </p:cNvCxnSpPr>
          <p:nvPr/>
        </p:nvCxnSpPr>
        <p:spPr>
          <a:xfrm flipH="1">
            <a:off x="5865760" y="2402146"/>
            <a:ext cx="11098" cy="6648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74BEAF3-7068-410C-AC36-7C143853382E}"/>
              </a:ext>
            </a:extLst>
          </p:cNvPr>
          <p:cNvCxnSpPr>
            <a:cxnSpLocks/>
          </p:cNvCxnSpPr>
          <p:nvPr/>
        </p:nvCxnSpPr>
        <p:spPr>
          <a:xfrm flipH="1" flipV="1">
            <a:off x="3802871" y="970965"/>
            <a:ext cx="624472" cy="55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F4963FF-4364-40ED-8EB4-7C4DA6FAA06E}"/>
              </a:ext>
            </a:extLst>
          </p:cNvPr>
          <p:cNvCxnSpPr>
            <a:cxnSpLocks/>
          </p:cNvCxnSpPr>
          <p:nvPr/>
        </p:nvCxnSpPr>
        <p:spPr>
          <a:xfrm flipV="1">
            <a:off x="4417470" y="272794"/>
            <a:ext cx="1" cy="7108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907CD1B3-3CBC-47EF-8E58-7743AE1CF568}"/>
              </a:ext>
            </a:extLst>
          </p:cNvPr>
          <p:cNvCxnSpPr>
            <a:cxnSpLocks/>
          </p:cNvCxnSpPr>
          <p:nvPr/>
        </p:nvCxnSpPr>
        <p:spPr>
          <a:xfrm flipH="1" flipV="1">
            <a:off x="3133830" y="4392946"/>
            <a:ext cx="669041" cy="26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70623C3E-5FFF-40E4-8C63-60B2A0FF7E11}"/>
              </a:ext>
            </a:extLst>
          </p:cNvPr>
          <p:cNvCxnSpPr>
            <a:cxnSpLocks/>
          </p:cNvCxnSpPr>
          <p:nvPr/>
        </p:nvCxnSpPr>
        <p:spPr>
          <a:xfrm flipH="1" flipV="1">
            <a:off x="3788587" y="3704504"/>
            <a:ext cx="8320" cy="6929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CFA07B2-DD6A-4A0E-8374-9A1293B0D065}"/>
              </a:ext>
            </a:extLst>
          </p:cNvPr>
          <p:cNvCxnSpPr>
            <a:cxnSpLocks/>
          </p:cNvCxnSpPr>
          <p:nvPr/>
        </p:nvCxnSpPr>
        <p:spPr>
          <a:xfrm>
            <a:off x="5114547" y="-318073"/>
            <a:ext cx="2864249" cy="2750749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EC57461E-EE5F-49BD-86DB-3BA129FEC2B1}"/>
              </a:ext>
            </a:extLst>
          </p:cNvPr>
          <p:cNvCxnSpPr>
            <a:cxnSpLocks/>
          </p:cNvCxnSpPr>
          <p:nvPr/>
        </p:nvCxnSpPr>
        <p:spPr>
          <a:xfrm>
            <a:off x="3806481" y="-303560"/>
            <a:ext cx="13400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B76593C-7BB0-40E5-951B-116348AF1C22}"/>
              </a:ext>
            </a:extLst>
          </p:cNvPr>
          <p:cNvCxnSpPr>
            <a:cxnSpLocks/>
          </p:cNvCxnSpPr>
          <p:nvPr/>
        </p:nvCxnSpPr>
        <p:spPr>
          <a:xfrm flipH="1">
            <a:off x="3781577" y="7083077"/>
            <a:ext cx="1326456" cy="396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7290E7A-9856-4F99-A610-5564F284CD21}"/>
              </a:ext>
            </a:extLst>
          </p:cNvPr>
          <p:cNvCxnSpPr>
            <a:cxnSpLocks/>
          </p:cNvCxnSpPr>
          <p:nvPr/>
        </p:nvCxnSpPr>
        <p:spPr>
          <a:xfrm>
            <a:off x="8596176" y="3713243"/>
            <a:ext cx="19967" cy="684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5F5FD27-DFF0-4B97-99AE-A867EBD0227D}"/>
              </a:ext>
            </a:extLst>
          </p:cNvPr>
          <p:cNvCxnSpPr>
            <a:cxnSpLocks/>
          </p:cNvCxnSpPr>
          <p:nvPr/>
        </p:nvCxnSpPr>
        <p:spPr>
          <a:xfrm flipH="1">
            <a:off x="8592590" y="3695136"/>
            <a:ext cx="7006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5095764-A5FA-4235-A1D1-420D979AAFA4}"/>
              </a:ext>
            </a:extLst>
          </p:cNvPr>
          <p:cNvCxnSpPr>
            <a:cxnSpLocks/>
          </p:cNvCxnSpPr>
          <p:nvPr/>
        </p:nvCxnSpPr>
        <p:spPr>
          <a:xfrm flipH="1" flipV="1">
            <a:off x="9293920" y="4376419"/>
            <a:ext cx="649802" cy="277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A5A6FB4-030D-4B47-985F-15FCC04AEF8A}"/>
              </a:ext>
            </a:extLst>
          </p:cNvPr>
          <p:cNvCxnSpPr>
            <a:cxnSpLocks/>
          </p:cNvCxnSpPr>
          <p:nvPr/>
        </p:nvCxnSpPr>
        <p:spPr>
          <a:xfrm>
            <a:off x="3138494" y="4397468"/>
            <a:ext cx="6556" cy="2083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4619526-1597-431B-A417-FB1BF6017967}"/>
              </a:ext>
            </a:extLst>
          </p:cNvPr>
          <p:cNvCxnSpPr>
            <a:cxnSpLocks/>
          </p:cNvCxnSpPr>
          <p:nvPr/>
        </p:nvCxnSpPr>
        <p:spPr>
          <a:xfrm flipV="1">
            <a:off x="2468610" y="5802187"/>
            <a:ext cx="704552" cy="78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14E5E85-59E7-4ECC-802E-E4AF2DF9C5ED}"/>
              </a:ext>
            </a:extLst>
          </p:cNvPr>
          <p:cNvCxnSpPr>
            <a:cxnSpLocks/>
          </p:cNvCxnSpPr>
          <p:nvPr/>
        </p:nvCxnSpPr>
        <p:spPr>
          <a:xfrm flipH="1" flipV="1">
            <a:off x="7967980" y="2388592"/>
            <a:ext cx="25429" cy="26284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2BCCB34-EB66-4446-BC29-7CC9866FA7E0}"/>
              </a:ext>
            </a:extLst>
          </p:cNvPr>
          <p:cNvCxnSpPr>
            <a:cxnSpLocks/>
          </p:cNvCxnSpPr>
          <p:nvPr/>
        </p:nvCxnSpPr>
        <p:spPr>
          <a:xfrm>
            <a:off x="9926654" y="4383017"/>
            <a:ext cx="4552" cy="6397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B9B7D03-28A3-4527-80A9-D8A2DF00677B}"/>
              </a:ext>
            </a:extLst>
          </p:cNvPr>
          <p:cNvCxnSpPr>
            <a:cxnSpLocks/>
          </p:cNvCxnSpPr>
          <p:nvPr/>
        </p:nvCxnSpPr>
        <p:spPr>
          <a:xfrm flipH="1" flipV="1">
            <a:off x="7166287" y="5014633"/>
            <a:ext cx="823327" cy="180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BEBADE5A-99FF-47D9-92AE-997B9B042369}"/>
              </a:ext>
            </a:extLst>
          </p:cNvPr>
          <p:cNvCxnSpPr>
            <a:cxnSpLocks/>
          </p:cNvCxnSpPr>
          <p:nvPr/>
        </p:nvCxnSpPr>
        <p:spPr>
          <a:xfrm flipH="1" flipV="1">
            <a:off x="8013673" y="4408235"/>
            <a:ext cx="626828" cy="7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141F400-327F-4104-A14F-1CA2FE991EFB}"/>
              </a:ext>
            </a:extLst>
          </p:cNvPr>
          <p:cNvCxnSpPr>
            <a:cxnSpLocks/>
          </p:cNvCxnSpPr>
          <p:nvPr/>
        </p:nvCxnSpPr>
        <p:spPr>
          <a:xfrm>
            <a:off x="401754" y="3049215"/>
            <a:ext cx="15509" cy="13549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F75FA3E8-09D4-4CF8-A22E-0A34B41B0A8C}"/>
              </a:ext>
            </a:extLst>
          </p:cNvPr>
          <p:cNvCxnSpPr>
            <a:cxnSpLocks/>
          </p:cNvCxnSpPr>
          <p:nvPr/>
        </p:nvCxnSpPr>
        <p:spPr>
          <a:xfrm flipH="1">
            <a:off x="5104231" y="5018791"/>
            <a:ext cx="2069985" cy="2064286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C7874259-545F-4A0D-9E1B-5695C30B9ECA}"/>
              </a:ext>
            </a:extLst>
          </p:cNvPr>
          <p:cNvCxnSpPr>
            <a:cxnSpLocks/>
          </p:cNvCxnSpPr>
          <p:nvPr/>
        </p:nvCxnSpPr>
        <p:spPr>
          <a:xfrm flipV="1">
            <a:off x="422104" y="4376419"/>
            <a:ext cx="1284776" cy="75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CB49CDB6-EC00-4704-9B25-112287024A67}"/>
              </a:ext>
            </a:extLst>
          </p:cNvPr>
          <p:cNvCxnSpPr>
            <a:cxnSpLocks/>
          </p:cNvCxnSpPr>
          <p:nvPr/>
        </p:nvCxnSpPr>
        <p:spPr>
          <a:xfrm>
            <a:off x="1688486" y="3705205"/>
            <a:ext cx="4439" cy="685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8A91B39B-7406-417C-9AD2-9F6C30FCD99A}"/>
              </a:ext>
            </a:extLst>
          </p:cNvPr>
          <p:cNvCxnSpPr>
            <a:cxnSpLocks/>
          </p:cNvCxnSpPr>
          <p:nvPr/>
        </p:nvCxnSpPr>
        <p:spPr>
          <a:xfrm flipH="1" flipV="1">
            <a:off x="2481806" y="7754001"/>
            <a:ext cx="663503" cy="67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937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D6D09A8-6658-481B-9D23-0617C953FC4A}"/>
              </a:ext>
            </a:extLst>
          </p:cNvPr>
          <p:cNvGrpSpPr/>
          <p:nvPr/>
        </p:nvGrpSpPr>
        <p:grpSpPr>
          <a:xfrm>
            <a:off x="58368" y="9719"/>
            <a:ext cx="7395376" cy="7407049"/>
            <a:chOff x="58368" y="9719"/>
            <a:chExt cx="7395376" cy="7407049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EA66C6B-828C-4F93-8A7E-93CCF26020F8}"/>
                </a:ext>
              </a:extLst>
            </p:cNvPr>
            <p:cNvSpPr/>
            <p:nvPr/>
          </p:nvSpPr>
          <p:spPr>
            <a:xfrm>
              <a:off x="2032001" y="1960880"/>
              <a:ext cx="3505200" cy="3568693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8CDBF6E-CA09-4797-A054-0D16ADDBAAE2}"/>
                </a:ext>
              </a:extLst>
            </p:cNvPr>
            <p:cNvSpPr/>
            <p:nvPr/>
          </p:nvSpPr>
          <p:spPr>
            <a:xfrm>
              <a:off x="1367867" y="1283998"/>
              <a:ext cx="4808711" cy="489581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6230EA0-94D3-47EB-AA70-26685B7AD00F}"/>
                </a:ext>
              </a:extLst>
            </p:cNvPr>
            <p:cNvSpPr/>
            <p:nvPr/>
          </p:nvSpPr>
          <p:spPr>
            <a:xfrm>
              <a:off x="751840" y="654733"/>
              <a:ext cx="6051664" cy="6061608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ECBB83E-353F-4D95-8623-0CFB059C64FC}"/>
                </a:ext>
              </a:extLst>
            </p:cNvPr>
            <p:cNvSpPr/>
            <p:nvPr/>
          </p:nvSpPr>
          <p:spPr>
            <a:xfrm>
              <a:off x="58368" y="9719"/>
              <a:ext cx="7395376" cy="740704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64E8D6B-50F4-4F99-A625-4842E927370E}"/>
              </a:ext>
            </a:extLst>
          </p:cNvPr>
          <p:cNvGrpSpPr/>
          <p:nvPr/>
        </p:nvGrpSpPr>
        <p:grpSpPr>
          <a:xfrm>
            <a:off x="2834639" y="-2354095"/>
            <a:ext cx="7325359" cy="11984477"/>
            <a:chOff x="2834639" y="-2354095"/>
            <a:chExt cx="7325359" cy="11984477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993729-B257-4136-9FF1-C1B55734F46A}"/>
                </a:ext>
              </a:extLst>
            </p:cNvPr>
            <p:cNvSpPr/>
            <p:nvPr/>
          </p:nvSpPr>
          <p:spPr>
            <a:xfrm>
              <a:off x="2834639" y="-2354095"/>
              <a:ext cx="7325359" cy="1198447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E509E1A-635A-4F15-9720-A10ECDAB70AE}"/>
                </a:ext>
              </a:extLst>
            </p:cNvPr>
            <p:cNvSpPr/>
            <p:nvPr/>
          </p:nvSpPr>
          <p:spPr>
            <a:xfrm>
              <a:off x="3456940" y="-1828800"/>
              <a:ext cx="6197675" cy="10944847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E4091443-81F8-4DAE-BAEF-D4CACA3EA419}"/>
                </a:ext>
              </a:extLst>
            </p:cNvPr>
            <p:cNvSpPr/>
            <p:nvPr/>
          </p:nvSpPr>
          <p:spPr>
            <a:xfrm>
              <a:off x="4079243" y="-1303506"/>
              <a:ext cx="4930213" cy="9878529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19844B6-E37B-4D07-9066-5794ECCCA28E}"/>
                </a:ext>
              </a:extLst>
            </p:cNvPr>
            <p:cNvSpPr/>
            <p:nvPr/>
          </p:nvSpPr>
          <p:spPr>
            <a:xfrm>
              <a:off x="4757421" y="-797667"/>
              <a:ext cx="3601795" cy="8910536"/>
            </a:xfrm>
            <a:prstGeom prst="rect">
              <a:avLst/>
            </a:prstGeom>
            <a:noFill/>
            <a:ln w="63500" cmpd="dbl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2237FBC2-4D5C-459C-83EB-EBB51952C5B6}"/>
              </a:ext>
            </a:extLst>
          </p:cNvPr>
          <p:cNvSpPr/>
          <p:nvPr/>
        </p:nvSpPr>
        <p:spPr>
          <a:xfrm>
            <a:off x="3261360" y="3187700"/>
            <a:ext cx="391160" cy="3911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C4640311-3C21-48BC-B0BC-C35AB2CEDA52}"/>
              </a:ext>
            </a:extLst>
          </p:cNvPr>
          <p:cNvGrpSpPr/>
          <p:nvPr/>
        </p:nvGrpSpPr>
        <p:grpSpPr>
          <a:xfrm>
            <a:off x="-243840" y="-332740"/>
            <a:ext cx="10798847" cy="8101327"/>
            <a:chOff x="-243840" y="-332740"/>
            <a:chExt cx="10798847" cy="8101327"/>
          </a:xfrm>
          <a:solidFill>
            <a:schemeClr val="bg1">
              <a:lumMod val="95000"/>
            </a:schemeClr>
          </a:solidFill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AE72F22-EBB4-4E72-B908-EF0F2A754061}"/>
                </a:ext>
              </a:extLst>
            </p:cNvPr>
            <p:cNvGrpSpPr/>
            <p:nvPr/>
          </p:nvGrpSpPr>
          <p:grpSpPr>
            <a:xfrm>
              <a:off x="248920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BB078E3-B323-42E3-880B-B59FAAFF4775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B47B222-4895-43B3-8683-C80A9C542DF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74F5749-7064-4112-821E-DB33C7A72C27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6700F74-9EB4-4383-8F02-DBB145753F6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476843-4EC2-4155-B551-BF063413217D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BA6B636-B7FF-4F58-A79E-7F8A568C25CC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B502E6-7B3A-4907-BF10-9A5734D033FE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A340107-4432-462B-A27D-39D86CB0170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849873E-F1D6-4F4A-BBAA-EC2B412C95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052494B7-0F2C-465E-92F9-F615BB295ACA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E18BC39E-8624-4B14-8C8B-DAC60EC4B4CA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B2758EC1-808C-49D4-B44E-4C104C0B1E96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FED7ED5-65F8-44E1-9DF2-D99CF83137D0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6A5EE82-D05E-47DD-8511-9343DB189687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D6AB0CA-DF8C-4AF0-94B6-2B436803C82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2DD1E2A-8486-4276-BF6A-CB1A05AB486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B466462-5F69-4683-9458-01A4A01B2C73}"/>
                </a:ext>
              </a:extLst>
            </p:cNvPr>
            <p:cNvGrpSpPr/>
            <p:nvPr/>
          </p:nvGrpSpPr>
          <p:grpSpPr>
            <a:xfrm>
              <a:off x="5214621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31DC58-F20A-47C4-BED3-38C22BADD064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0FB642E-DBF0-4D72-8D9E-B774980D5A16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033261-7725-4A29-8DD1-C26F7BDEB24A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1388675-3E4F-4994-8C1D-E6CD41206A70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2EEBBE-DF02-4C5C-97FF-D64953381DE9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4FAAAB4-FE62-44F0-9222-5EB25B5C68BA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A8A0583D-9824-4A15-9307-FEDA35830296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02253BC-E892-4D37-BFD5-1BB625A0DE19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5747CA5-3B55-4B51-B89E-6071E65C478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04A8C77-BA6A-47D5-81E5-F118C1D824E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7FE07BA-38A9-4C5C-A96D-452AC9B56F42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7B9207D-6D98-4823-A3D5-77F382555E3D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55DBC46B-0BF7-4FE9-A964-D7B3390E5F6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A66E1B9-0DC4-4C7E-8FFD-2E5D4329326D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8A7E1BE-47F6-4DD1-8ADF-8A79138F09B2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B7D77C80-8B1B-4C58-9CAB-790AE1C29043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073CECF-CB82-4612-A72A-7644CA358C71}"/>
                </a:ext>
              </a:extLst>
            </p:cNvPr>
            <p:cNvGrpSpPr/>
            <p:nvPr/>
          </p:nvGrpSpPr>
          <p:grpSpPr>
            <a:xfrm>
              <a:off x="7959127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99C6257-E3DA-4DB2-8BC2-3E4A285F8136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15E7BBF-AFEB-4EC4-83DE-3A66C0418CCD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F5D4737-E488-48BF-9AA3-9DFF39EF0A58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6840C013-2D20-4587-9D57-F02462B92B59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02A0C144-29AF-4CA8-A074-CD1F9FDC90E3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766D687-C7F2-45CB-AE02-C6C2040D47E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2F9FF1B-9D0E-438D-A77B-0DBCBEB0DA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03E5DF6-F05B-478B-8424-43510A826AA1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1684AA-C035-4D53-9B24-1B213546B25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B9CB3E2-4B51-4DF3-A1DC-A3A67FD4EEF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8020B3D-EA6A-497A-8B16-D4544C5DB913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46A138-9370-4AFF-8776-F6A60B858754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DFD450A-475E-46D7-8877-7AFAF59F8E38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A5581AD-60BB-4E5B-AA17-AA8D8FFEDEA0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4012B9D-3F15-4D62-B4F6-2D41A5E8E219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1B6B13D-2886-41E9-8AB5-BBA601ED11B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A2860B43-0312-4F5C-A904-D8683039D3D9}"/>
                </a:ext>
              </a:extLst>
            </p:cNvPr>
            <p:cNvGrpSpPr/>
            <p:nvPr/>
          </p:nvGrpSpPr>
          <p:grpSpPr>
            <a:xfrm>
              <a:off x="-243840" y="242570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5D2C75E5-CA7F-4ADB-B968-D4AA1D8EB06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50196BF-9377-416F-A2CB-3D9B5E2BEAC1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CDE1826-CE5C-47D2-B578-EA6A94E4F923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597AC96-2684-43B9-A67D-FD60613B64A7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6B76FF8-989F-4F44-8B85-F03383080B57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D0F8313F-0C1A-46EB-BAD1-FED85177DB12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C5C3AC-718A-410E-8C2F-2C79A0CA6FD2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377D656-321C-4BE7-AF1C-F6162AB634FA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9140A69-AFD2-45AC-BE0B-D61D92155FE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ECE6808-1360-4A5F-AC61-6CAE5755F7D2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44367AF-CDB1-4933-BA69-9BF0541DD857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B35084A-6E2C-4952-BD17-9A43AAA74868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FC846E5E-6024-4C98-A20D-30AE1740452B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8FB1E96-9B80-4D05-82E8-50B50456B693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9FAC3B76-12A8-4657-B56D-1138015A7F90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520DEA2-9F52-4F13-85E7-E64BC98E99EA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3628670-C903-4611-A8CD-31F74592AC73}"/>
                </a:ext>
              </a:extLst>
            </p:cNvPr>
            <p:cNvGrpSpPr/>
            <p:nvPr/>
          </p:nvGrpSpPr>
          <p:grpSpPr>
            <a:xfrm>
              <a:off x="2489200" y="-332740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D9B30A3A-3CEB-46FD-B44D-5990D5A88AFC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C9C1D73C-64C1-4464-8671-6650FCFA299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C78B473-4A5D-471F-94FE-0DA5F2CC6FA4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30AC02E-986E-42D3-B7C5-71B1D0E2B538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B29AECA-3C9D-4249-9160-740DE491D2C5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5F93BB5-F242-4217-9EBC-AA66D059174E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1EEE512-7AC9-4462-9FA9-B1D9745A434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90B1C96C-AE14-474D-AD8D-81499F36EC3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7359368-C9E9-49B0-9E6B-D1DAD90B7B77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731895B-391D-4F6B-8E38-8ECB2A32B91E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DF0EA42-9341-4A5D-9331-D3BC138110DF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DA5130A-E4DE-4FDC-BEEA-0193D9FB047C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493E85D-4BA0-42B1-917C-54F5A3E7F38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F81D098-7D6B-42CC-A722-E096A30498E5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8EFBA3F4-1791-4151-A7E0-A60B2FBD3C73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004F135-F9E3-4597-8911-3DE0946E6B8F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E06DBF80-4300-4286-96CD-217B87F5D4C1}"/>
                </a:ext>
              </a:extLst>
            </p:cNvPr>
            <p:cNvGrpSpPr/>
            <p:nvPr/>
          </p:nvGrpSpPr>
          <p:grpSpPr>
            <a:xfrm>
              <a:off x="2489200" y="5167627"/>
              <a:ext cx="2595880" cy="2600960"/>
              <a:chOff x="2489200" y="2425700"/>
              <a:chExt cx="2595880" cy="2600960"/>
            </a:xfrm>
            <a:grpFill/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8CA3D7F8-E48B-44F9-83C2-8B80EDEAB270}"/>
                  </a:ext>
                </a:extLst>
              </p:cNvPr>
              <p:cNvSpPr/>
              <p:nvPr/>
            </p:nvSpPr>
            <p:spPr>
              <a:xfrm>
                <a:off x="248920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8A998DC6-CF8A-4EE3-AB63-F1F848751600}"/>
                  </a:ext>
                </a:extLst>
              </p:cNvPr>
              <p:cNvSpPr/>
              <p:nvPr/>
            </p:nvSpPr>
            <p:spPr>
              <a:xfrm>
                <a:off x="313944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C01F1F85-15F5-4153-8F98-3C3B439E4506}"/>
                  </a:ext>
                </a:extLst>
              </p:cNvPr>
              <p:cNvSpPr/>
              <p:nvPr/>
            </p:nvSpPr>
            <p:spPr>
              <a:xfrm>
                <a:off x="248920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5CDA8B16-3FA1-4E03-8E3E-CDCA84F9FE8A}"/>
                  </a:ext>
                </a:extLst>
              </p:cNvPr>
              <p:cNvSpPr/>
              <p:nvPr/>
            </p:nvSpPr>
            <p:spPr>
              <a:xfrm>
                <a:off x="31394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7C492F1B-080D-429F-8C29-7A73A7926FF0}"/>
                  </a:ext>
                </a:extLst>
              </p:cNvPr>
              <p:cNvSpPr/>
              <p:nvPr/>
            </p:nvSpPr>
            <p:spPr>
              <a:xfrm>
                <a:off x="3789680" y="242570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05390D44-9D27-4454-BE1E-5ADA4017FA3B}"/>
                  </a:ext>
                </a:extLst>
              </p:cNvPr>
              <p:cNvSpPr/>
              <p:nvPr/>
            </p:nvSpPr>
            <p:spPr>
              <a:xfrm>
                <a:off x="378968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01BF7C4-AF0C-473E-B494-17189C8C3A28}"/>
                  </a:ext>
                </a:extLst>
              </p:cNvPr>
              <p:cNvSpPr/>
              <p:nvPr/>
            </p:nvSpPr>
            <p:spPr>
              <a:xfrm>
                <a:off x="248920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B6F48F3E-7A34-4168-9D74-BBEDD148A3CB}"/>
                  </a:ext>
                </a:extLst>
              </p:cNvPr>
              <p:cNvSpPr/>
              <p:nvPr/>
            </p:nvSpPr>
            <p:spPr>
              <a:xfrm>
                <a:off x="31394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E16CE585-DF65-4EAB-A181-F61A9DB8346B}"/>
                  </a:ext>
                </a:extLst>
              </p:cNvPr>
              <p:cNvSpPr/>
              <p:nvPr/>
            </p:nvSpPr>
            <p:spPr>
              <a:xfrm>
                <a:off x="378968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8150D629-F215-4708-8BE0-A6CED389A434}"/>
                  </a:ext>
                </a:extLst>
              </p:cNvPr>
              <p:cNvSpPr/>
              <p:nvPr/>
            </p:nvSpPr>
            <p:spPr>
              <a:xfrm>
                <a:off x="4434840" y="2425700"/>
                <a:ext cx="650240" cy="65024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C5ED88B-5D7E-418F-817C-A16A1BE13D0D}"/>
                  </a:ext>
                </a:extLst>
              </p:cNvPr>
              <p:cNvSpPr/>
              <p:nvPr/>
            </p:nvSpPr>
            <p:spPr>
              <a:xfrm>
                <a:off x="4434840" y="307594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DA7D60E-3E88-42EE-99C0-5A1DA08C375F}"/>
                  </a:ext>
                </a:extLst>
              </p:cNvPr>
              <p:cNvSpPr/>
              <p:nvPr/>
            </p:nvSpPr>
            <p:spPr>
              <a:xfrm>
                <a:off x="4434840" y="372618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93BAF8C-28D9-4E1F-AF08-4BE84AA82D0D}"/>
                  </a:ext>
                </a:extLst>
              </p:cNvPr>
              <p:cNvSpPr/>
              <p:nvPr/>
            </p:nvSpPr>
            <p:spPr>
              <a:xfrm>
                <a:off x="248920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CB858BA-83DE-4C99-A249-19B3D90E97EF}"/>
                  </a:ext>
                </a:extLst>
              </p:cNvPr>
              <p:cNvSpPr/>
              <p:nvPr/>
            </p:nvSpPr>
            <p:spPr>
              <a:xfrm>
                <a:off x="31394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A566C98-0EF4-4200-90DD-FB81BFF35036}"/>
                  </a:ext>
                </a:extLst>
              </p:cNvPr>
              <p:cNvSpPr/>
              <p:nvPr/>
            </p:nvSpPr>
            <p:spPr>
              <a:xfrm>
                <a:off x="378968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F7561C85-2C4A-4090-84BE-42A8EDC131D6}"/>
                  </a:ext>
                </a:extLst>
              </p:cNvPr>
              <p:cNvSpPr/>
              <p:nvPr/>
            </p:nvSpPr>
            <p:spPr>
              <a:xfrm>
                <a:off x="4434840" y="4376420"/>
                <a:ext cx="650240" cy="65024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</p:grpSp>
      </p:grpSp>
      <p:sp>
        <p:nvSpPr>
          <p:cNvPr id="204" name="Star: 5 Points 203">
            <a:extLst>
              <a:ext uri="{FF2B5EF4-FFF2-40B4-BE49-F238E27FC236}">
                <a16:creationId xmlns:a16="http://schemas.microsoft.com/office/drawing/2014/main" id="{DAFB7783-03A6-485F-AEFD-BD9281DE0DAE}"/>
              </a:ext>
            </a:extLst>
          </p:cNvPr>
          <p:cNvSpPr/>
          <p:nvPr/>
        </p:nvSpPr>
        <p:spPr>
          <a:xfrm>
            <a:off x="-192566" y="25066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5" name="Star: 5 Points 204">
            <a:extLst>
              <a:ext uri="{FF2B5EF4-FFF2-40B4-BE49-F238E27FC236}">
                <a16:creationId xmlns:a16="http://schemas.microsoft.com/office/drawing/2014/main" id="{BF7CF704-3050-4E7D-8DC1-C02668258053}"/>
              </a:ext>
            </a:extLst>
          </p:cNvPr>
          <p:cNvSpPr/>
          <p:nvPr/>
        </p:nvSpPr>
        <p:spPr>
          <a:xfrm>
            <a:off x="2512122" y="309027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6" name="Star: 5 Points 205">
            <a:extLst>
              <a:ext uri="{FF2B5EF4-FFF2-40B4-BE49-F238E27FC236}">
                <a16:creationId xmlns:a16="http://schemas.microsoft.com/office/drawing/2014/main" id="{098013F7-498A-430D-8C5B-4D3D64D6A5F1}"/>
              </a:ext>
            </a:extLst>
          </p:cNvPr>
          <p:cNvSpPr/>
          <p:nvPr/>
        </p:nvSpPr>
        <p:spPr>
          <a:xfrm>
            <a:off x="6522017" y="3771583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7" name="Star: 5 Points 206">
            <a:extLst>
              <a:ext uri="{FF2B5EF4-FFF2-40B4-BE49-F238E27FC236}">
                <a16:creationId xmlns:a16="http://schemas.microsoft.com/office/drawing/2014/main" id="{E985401E-981C-48E9-993A-0F6106812E2E}"/>
              </a:ext>
            </a:extLst>
          </p:cNvPr>
          <p:cNvSpPr/>
          <p:nvPr/>
        </p:nvSpPr>
        <p:spPr>
          <a:xfrm>
            <a:off x="9336291" y="4376420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8" name="Star: 5 Points 207">
            <a:extLst>
              <a:ext uri="{FF2B5EF4-FFF2-40B4-BE49-F238E27FC236}">
                <a16:creationId xmlns:a16="http://schemas.microsoft.com/office/drawing/2014/main" id="{06A1F39B-AADC-41CF-9D2D-9FA81B99DFC7}"/>
              </a:ext>
            </a:extLst>
          </p:cNvPr>
          <p:cNvSpPr/>
          <p:nvPr/>
        </p:nvSpPr>
        <p:spPr>
          <a:xfrm>
            <a:off x="3862610" y="988917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9" name="Star: 5 Points 208">
            <a:extLst>
              <a:ext uri="{FF2B5EF4-FFF2-40B4-BE49-F238E27FC236}">
                <a16:creationId xmlns:a16="http://schemas.microsoft.com/office/drawing/2014/main" id="{0634BE91-72CB-4D71-8F06-6E6B2359D1D4}"/>
              </a:ext>
            </a:extLst>
          </p:cNvPr>
          <p:cNvSpPr/>
          <p:nvPr/>
        </p:nvSpPr>
        <p:spPr>
          <a:xfrm>
            <a:off x="4480830" y="5210641"/>
            <a:ext cx="583660" cy="58366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6342DB3-240C-4940-B86C-67C465F4AF05}"/>
              </a:ext>
            </a:extLst>
          </p:cNvPr>
          <p:cNvCxnSpPr>
            <a:cxnSpLocks/>
          </p:cNvCxnSpPr>
          <p:nvPr/>
        </p:nvCxnSpPr>
        <p:spPr>
          <a:xfrm flipH="1">
            <a:off x="4452928" y="4340489"/>
            <a:ext cx="15386" cy="14851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9DECEDE-5086-4586-A8A3-31E3F9902213}"/>
              </a:ext>
            </a:extLst>
          </p:cNvPr>
          <p:cNvCxnSpPr>
            <a:cxnSpLocks/>
          </p:cNvCxnSpPr>
          <p:nvPr/>
        </p:nvCxnSpPr>
        <p:spPr>
          <a:xfrm>
            <a:off x="5850248" y="3717232"/>
            <a:ext cx="26611" cy="6380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58B5F3C-16E9-4718-B2DA-3C22C0783C60}"/>
              </a:ext>
            </a:extLst>
          </p:cNvPr>
          <p:cNvCxnSpPr>
            <a:cxnSpLocks/>
          </p:cNvCxnSpPr>
          <p:nvPr/>
        </p:nvCxnSpPr>
        <p:spPr>
          <a:xfrm>
            <a:off x="5839409" y="3076420"/>
            <a:ext cx="1378601" cy="115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FD7DE77-5256-4085-A39A-8343C3DA944D}"/>
              </a:ext>
            </a:extLst>
          </p:cNvPr>
          <p:cNvCxnSpPr>
            <a:cxnSpLocks/>
          </p:cNvCxnSpPr>
          <p:nvPr/>
        </p:nvCxnSpPr>
        <p:spPr>
          <a:xfrm>
            <a:off x="7186977" y="2422779"/>
            <a:ext cx="0" cy="19789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E3B79044-E4B2-4E92-88D7-C444D1B19EDE}"/>
              </a:ext>
            </a:extLst>
          </p:cNvPr>
          <p:cNvCxnSpPr>
            <a:cxnSpLocks/>
          </p:cNvCxnSpPr>
          <p:nvPr/>
        </p:nvCxnSpPr>
        <p:spPr>
          <a:xfrm>
            <a:off x="5876858" y="4370397"/>
            <a:ext cx="1310117" cy="25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497ED6D-69C4-4CD5-9AEE-915BB6B59370}"/>
              </a:ext>
            </a:extLst>
          </p:cNvPr>
          <p:cNvCxnSpPr>
            <a:cxnSpLocks/>
          </p:cNvCxnSpPr>
          <p:nvPr/>
        </p:nvCxnSpPr>
        <p:spPr>
          <a:xfrm>
            <a:off x="7963132" y="2422779"/>
            <a:ext cx="1330102" cy="51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62369BC9-A757-441D-98C7-1617C05B284A}"/>
              </a:ext>
            </a:extLst>
          </p:cNvPr>
          <p:cNvCxnSpPr>
            <a:cxnSpLocks/>
          </p:cNvCxnSpPr>
          <p:nvPr/>
        </p:nvCxnSpPr>
        <p:spPr>
          <a:xfrm>
            <a:off x="5084256" y="4383396"/>
            <a:ext cx="7926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F0DA2DD7-2022-42BC-96F1-8AC3869CDE6A}"/>
              </a:ext>
            </a:extLst>
          </p:cNvPr>
          <p:cNvCxnSpPr>
            <a:cxnSpLocks/>
          </p:cNvCxnSpPr>
          <p:nvPr/>
        </p:nvCxnSpPr>
        <p:spPr>
          <a:xfrm>
            <a:off x="9298963" y="3681248"/>
            <a:ext cx="0" cy="716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40A2B9A9-CF40-492D-AEFA-A60265468BB8}"/>
              </a:ext>
            </a:extLst>
          </p:cNvPr>
          <p:cNvCxnSpPr>
            <a:cxnSpLocks/>
          </p:cNvCxnSpPr>
          <p:nvPr/>
        </p:nvCxnSpPr>
        <p:spPr>
          <a:xfrm flipV="1">
            <a:off x="3810987" y="-332740"/>
            <a:ext cx="0" cy="34219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7E4888FB-DE1F-48EC-88AF-EDCAAA1851D3}"/>
              </a:ext>
            </a:extLst>
          </p:cNvPr>
          <p:cNvCxnSpPr>
            <a:cxnSpLocks/>
          </p:cNvCxnSpPr>
          <p:nvPr/>
        </p:nvCxnSpPr>
        <p:spPr>
          <a:xfrm flipV="1">
            <a:off x="4411981" y="293936"/>
            <a:ext cx="734577" cy="125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F480FF0C-A812-4D0A-8C41-B8D6EE60D3E5}"/>
              </a:ext>
            </a:extLst>
          </p:cNvPr>
          <p:cNvCxnSpPr>
            <a:cxnSpLocks/>
          </p:cNvCxnSpPr>
          <p:nvPr/>
        </p:nvCxnSpPr>
        <p:spPr>
          <a:xfrm>
            <a:off x="5118098" y="294010"/>
            <a:ext cx="2068877" cy="2162758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6991FD56-7C37-4BC7-87A0-921A277C2523}"/>
              </a:ext>
            </a:extLst>
          </p:cNvPr>
          <p:cNvCxnSpPr>
            <a:cxnSpLocks/>
          </p:cNvCxnSpPr>
          <p:nvPr/>
        </p:nvCxnSpPr>
        <p:spPr>
          <a:xfrm flipH="1" flipV="1">
            <a:off x="390003" y="3062688"/>
            <a:ext cx="3434009" cy="333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90BFFF9-C0BC-43E6-A96E-16EE9EE52195}"/>
              </a:ext>
            </a:extLst>
          </p:cNvPr>
          <p:cNvCxnSpPr>
            <a:cxnSpLocks/>
          </p:cNvCxnSpPr>
          <p:nvPr/>
        </p:nvCxnSpPr>
        <p:spPr>
          <a:xfrm>
            <a:off x="1669218" y="3704505"/>
            <a:ext cx="2123999" cy="203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6CDEEE04-9FBE-4B1B-8FF4-3F123EF79416}"/>
              </a:ext>
            </a:extLst>
          </p:cNvPr>
          <p:cNvCxnSpPr>
            <a:cxnSpLocks/>
          </p:cNvCxnSpPr>
          <p:nvPr/>
        </p:nvCxnSpPr>
        <p:spPr>
          <a:xfrm>
            <a:off x="-207423" y="5026180"/>
            <a:ext cx="2703539" cy="31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9B54B02-7B26-42A2-ADCB-233AF2449FCE}"/>
              </a:ext>
            </a:extLst>
          </p:cNvPr>
          <p:cNvCxnSpPr>
            <a:cxnSpLocks/>
          </p:cNvCxnSpPr>
          <p:nvPr/>
        </p:nvCxnSpPr>
        <p:spPr>
          <a:xfrm>
            <a:off x="5084256" y="2422779"/>
            <a:ext cx="808542" cy="39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57CE5D8-9567-489E-AC7D-333B368A439F}"/>
              </a:ext>
            </a:extLst>
          </p:cNvPr>
          <p:cNvCxnSpPr>
            <a:cxnSpLocks/>
          </p:cNvCxnSpPr>
          <p:nvPr/>
        </p:nvCxnSpPr>
        <p:spPr>
          <a:xfrm>
            <a:off x="4446506" y="4365752"/>
            <a:ext cx="671833" cy="112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B1DC2939-7AEB-4353-9CF9-20EFABDF138D}"/>
              </a:ext>
            </a:extLst>
          </p:cNvPr>
          <p:cNvCxnSpPr>
            <a:cxnSpLocks/>
          </p:cNvCxnSpPr>
          <p:nvPr/>
        </p:nvCxnSpPr>
        <p:spPr>
          <a:xfrm flipH="1" flipV="1">
            <a:off x="3151969" y="6446611"/>
            <a:ext cx="647746" cy="113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BE1930A-80EB-41C8-9951-E2E00600CA5F}"/>
              </a:ext>
            </a:extLst>
          </p:cNvPr>
          <p:cNvCxnSpPr>
            <a:cxnSpLocks/>
          </p:cNvCxnSpPr>
          <p:nvPr/>
        </p:nvCxnSpPr>
        <p:spPr>
          <a:xfrm flipH="1" flipV="1">
            <a:off x="3781578" y="5801302"/>
            <a:ext cx="18137" cy="19742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5866261-FADA-4A6A-83CA-6B6C594D4F38}"/>
              </a:ext>
            </a:extLst>
          </p:cNvPr>
          <p:cNvCxnSpPr>
            <a:cxnSpLocks/>
          </p:cNvCxnSpPr>
          <p:nvPr/>
        </p:nvCxnSpPr>
        <p:spPr>
          <a:xfrm flipV="1">
            <a:off x="3756056" y="5810078"/>
            <a:ext cx="685970" cy="77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8AD81C6-518D-48D0-B128-E171FB2CB024}"/>
              </a:ext>
            </a:extLst>
          </p:cNvPr>
          <p:cNvCxnSpPr>
            <a:cxnSpLocks/>
          </p:cNvCxnSpPr>
          <p:nvPr/>
        </p:nvCxnSpPr>
        <p:spPr>
          <a:xfrm>
            <a:off x="5848352" y="3731108"/>
            <a:ext cx="6736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F61FC83-0A0C-4F56-B944-14AB7C313720}"/>
              </a:ext>
            </a:extLst>
          </p:cNvPr>
          <p:cNvCxnSpPr>
            <a:cxnSpLocks/>
          </p:cNvCxnSpPr>
          <p:nvPr/>
        </p:nvCxnSpPr>
        <p:spPr>
          <a:xfrm>
            <a:off x="6500488" y="3049215"/>
            <a:ext cx="17135" cy="6869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FD3D3E6A-3669-492D-AA84-C297770369B1}"/>
              </a:ext>
            </a:extLst>
          </p:cNvPr>
          <p:cNvCxnSpPr>
            <a:cxnSpLocks/>
          </p:cNvCxnSpPr>
          <p:nvPr/>
        </p:nvCxnSpPr>
        <p:spPr>
          <a:xfrm>
            <a:off x="3796907" y="1617980"/>
            <a:ext cx="12955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FA220E01-B6DD-4196-9F5E-684EC03080FF}"/>
              </a:ext>
            </a:extLst>
          </p:cNvPr>
          <p:cNvCxnSpPr>
            <a:cxnSpLocks/>
          </p:cNvCxnSpPr>
          <p:nvPr/>
        </p:nvCxnSpPr>
        <p:spPr>
          <a:xfrm flipH="1" flipV="1">
            <a:off x="5089436" y="1617980"/>
            <a:ext cx="360" cy="8146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2554E7-3E0C-4E52-914A-29ED64A7AB2F}"/>
              </a:ext>
            </a:extLst>
          </p:cNvPr>
          <p:cNvCxnSpPr>
            <a:cxnSpLocks/>
          </p:cNvCxnSpPr>
          <p:nvPr/>
        </p:nvCxnSpPr>
        <p:spPr>
          <a:xfrm flipV="1">
            <a:off x="2481806" y="5004203"/>
            <a:ext cx="10880" cy="274979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A7D97517-6C32-4AFE-91E4-1C24EA6A7E3F}"/>
              </a:ext>
            </a:extLst>
          </p:cNvPr>
          <p:cNvCxnSpPr>
            <a:cxnSpLocks/>
          </p:cNvCxnSpPr>
          <p:nvPr/>
        </p:nvCxnSpPr>
        <p:spPr>
          <a:xfrm flipH="1" flipV="1">
            <a:off x="9904767" y="5022725"/>
            <a:ext cx="650240" cy="65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94594E44-33BD-48C3-8297-F15AB68F1514}"/>
              </a:ext>
            </a:extLst>
          </p:cNvPr>
          <p:cNvCxnSpPr>
            <a:cxnSpLocks/>
          </p:cNvCxnSpPr>
          <p:nvPr/>
        </p:nvCxnSpPr>
        <p:spPr>
          <a:xfrm flipH="1">
            <a:off x="5865760" y="2402146"/>
            <a:ext cx="11098" cy="6648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274BEAF3-7068-410C-AC36-7C143853382E}"/>
              </a:ext>
            </a:extLst>
          </p:cNvPr>
          <p:cNvCxnSpPr>
            <a:cxnSpLocks/>
          </p:cNvCxnSpPr>
          <p:nvPr/>
        </p:nvCxnSpPr>
        <p:spPr>
          <a:xfrm flipH="1" flipV="1">
            <a:off x="3802871" y="970965"/>
            <a:ext cx="624472" cy="55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8F4963FF-4364-40ED-8EB4-7C4DA6FAA06E}"/>
              </a:ext>
            </a:extLst>
          </p:cNvPr>
          <p:cNvCxnSpPr>
            <a:cxnSpLocks/>
          </p:cNvCxnSpPr>
          <p:nvPr/>
        </p:nvCxnSpPr>
        <p:spPr>
          <a:xfrm flipV="1">
            <a:off x="4417470" y="272794"/>
            <a:ext cx="1" cy="7108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907CD1B3-3CBC-47EF-8E58-7743AE1CF568}"/>
              </a:ext>
            </a:extLst>
          </p:cNvPr>
          <p:cNvCxnSpPr>
            <a:cxnSpLocks/>
          </p:cNvCxnSpPr>
          <p:nvPr/>
        </p:nvCxnSpPr>
        <p:spPr>
          <a:xfrm flipH="1" flipV="1">
            <a:off x="3133830" y="4392946"/>
            <a:ext cx="669041" cy="26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70623C3E-5FFF-40E4-8C63-60B2A0FF7E11}"/>
              </a:ext>
            </a:extLst>
          </p:cNvPr>
          <p:cNvCxnSpPr>
            <a:cxnSpLocks/>
          </p:cNvCxnSpPr>
          <p:nvPr/>
        </p:nvCxnSpPr>
        <p:spPr>
          <a:xfrm flipH="1" flipV="1">
            <a:off x="3788587" y="3704504"/>
            <a:ext cx="8320" cy="6929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CFA07B2-DD6A-4A0E-8374-9A1293B0D065}"/>
              </a:ext>
            </a:extLst>
          </p:cNvPr>
          <p:cNvCxnSpPr>
            <a:cxnSpLocks/>
          </p:cNvCxnSpPr>
          <p:nvPr/>
        </p:nvCxnSpPr>
        <p:spPr>
          <a:xfrm>
            <a:off x="5114547" y="-318073"/>
            <a:ext cx="2864249" cy="2750749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EC57461E-EE5F-49BD-86DB-3BA129FEC2B1}"/>
              </a:ext>
            </a:extLst>
          </p:cNvPr>
          <p:cNvCxnSpPr>
            <a:cxnSpLocks/>
          </p:cNvCxnSpPr>
          <p:nvPr/>
        </p:nvCxnSpPr>
        <p:spPr>
          <a:xfrm>
            <a:off x="3806481" y="-303560"/>
            <a:ext cx="13400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B76593C-7BB0-40E5-951B-116348AF1C22}"/>
              </a:ext>
            </a:extLst>
          </p:cNvPr>
          <p:cNvCxnSpPr>
            <a:cxnSpLocks/>
          </p:cNvCxnSpPr>
          <p:nvPr/>
        </p:nvCxnSpPr>
        <p:spPr>
          <a:xfrm flipH="1">
            <a:off x="3802871" y="7755685"/>
            <a:ext cx="1257386" cy="30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7290E7A-9856-4F99-A610-5564F284CD21}"/>
              </a:ext>
            </a:extLst>
          </p:cNvPr>
          <p:cNvCxnSpPr>
            <a:cxnSpLocks/>
          </p:cNvCxnSpPr>
          <p:nvPr/>
        </p:nvCxnSpPr>
        <p:spPr>
          <a:xfrm>
            <a:off x="8596176" y="3713243"/>
            <a:ext cx="19967" cy="6842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5F5FD27-DFF0-4B97-99AE-A867EBD0227D}"/>
              </a:ext>
            </a:extLst>
          </p:cNvPr>
          <p:cNvCxnSpPr>
            <a:cxnSpLocks/>
          </p:cNvCxnSpPr>
          <p:nvPr/>
        </p:nvCxnSpPr>
        <p:spPr>
          <a:xfrm flipH="1">
            <a:off x="8592590" y="3695136"/>
            <a:ext cx="70064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5095764-A5FA-4235-A1D1-420D979AAFA4}"/>
              </a:ext>
            </a:extLst>
          </p:cNvPr>
          <p:cNvCxnSpPr>
            <a:cxnSpLocks/>
          </p:cNvCxnSpPr>
          <p:nvPr/>
        </p:nvCxnSpPr>
        <p:spPr>
          <a:xfrm flipH="1" flipV="1">
            <a:off x="9293920" y="4376419"/>
            <a:ext cx="649802" cy="277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A5A6FB4-030D-4B47-985F-15FCC04AEF8A}"/>
              </a:ext>
            </a:extLst>
          </p:cNvPr>
          <p:cNvCxnSpPr>
            <a:cxnSpLocks/>
          </p:cNvCxnSpPr>
          <p:nvPr/>
        </p:nvCxnSpPr>
        <p:spPr>
          <a:xfrm>
            <a:off x="3138494" y="4397468"/>
            <a:ext cx="6556" cy="2083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4619526-1597-431B-A417-FB1BF6017967}"/>
              </a:ext>
            </a:extLst>
          </p:cNvPr>
          <p:cNvCxnSpPr>
            <a:cxnSpLocks/>
          </p:cNvCxnSpPr>
          <p:nvPr/>
        </p:nvCxnSpPr>
        <p:spPr>
          <a:xfrm flipV="1">
            <a:off x="2468610" y="5802187"/>
            <a:ext cx="704552" cy="78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14E5E85-59E7-4ECC-802E-E4AF2DF9C5ED}"/>
              </a:ext>
            </a:extLst>
          </p:cNvPr>
          <p:cNvCxnSpPr>
            <a:cxnSpLocks/>
          </p:cNvCxnSpPr>
          <p:nvPr/>
        </p:nvCxnSpPr>
        <p:spPr>
          <a:xfrm flipH="1" flipV="1">
            <a:off x="7967980" y="2388592"/>
            <a:ext cx="25429" cy="26284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2BCCB34-EB66-4446-BC29-7CC9866FA7E0}"/>
              </a:ext>
            </a:extLst>
          </p:cNvPr>
          <p:cNvCxnSpPr>
            <a:cxnSpLocks/>
          </p:cNvCxnSpPr>
          <p:nvPr/>
        </p:nvCxnSpPr>
        <p:spPr>
          <a:xfrm>
            <a:off x="9926654" y="4383017"/>
            <a:ext cx="4552" cy="6397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B9B7D03-28A3-4527-80A9-D8A2DF00677B}"/>
              </a:ext>
            </a:extLst>
          </p:cNvPr>
          <p:cNvCxnSpPr>
            <a:cxnSpLocks/>
          </p:cNvCxnSpPr>
          <p:nvPr/>
        </p:nvCxnSpPr>
        <p:spPr>
          <a:xfrm flipH="1" flipV="1">
            <a:off x="7843519" y="5029480"/>
            <a:ext cx="146096" cy="32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BEBADE5A-99FF-47D9-92AE-997B9B042369}"/>
              </a:ext>
            </a:extLst>
          </p:cNvPr>
          <p:cNvCxnSpPr>
            <a:cxnSpLocks/>
          </p:cNvCxnSpPr>
          <p:nvPr/>
        </p:nvCxnSpPr>
        <p:spPr>
          <a:xfrm flipH="1" flipV="1">
            <a:off x="8013673" y="4408235"/>
            <a:ext cx="626828" cy="7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141F400-327F-4104-A14F-1CA2FE991EFB}"/>
              </a:ext>
            </a:extLst>
          </p:cNvPr>
          <p:cNvCxnSpPr>
            <a:cxnSpLocks/>
          </p:cNvCxnSpPr>
          <p:nvPr/>
        </p:nvCxnSpPr>
        <p:spPr>
          <a:xfrm>
            <a:off x="401754" y="3049215"/>
            <a:ext cx="15509" cy="13549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F75FA3E8-09D4-4CF8-A22E-0A34B41B0A8C}"/>
              </a:ext>
            </a:extLst>
          </p:cNvPr>
          <p:cNvCxnSpPr>
            <a:cxnSpLocks/>
          </p:cNvCxnSpPr>
          <p:nvPr/>
        </p:nvCxnSpPr>
        <p:spPr>
          <a:xfrm flipH="1">
            <a:off x="5124580" y="5056409"/>
            <a:ext cx="2699240" cy="2691808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C7874259-545F-4A0D-9E1B-5695C30B9ECA}"/>
              </a:ext>
            </a:extLst>
          </p:cNvPr>
          <p:cNvCxnSpPr>
            <a:cxnSpLocks/>
          </p:cNvCxnSpPr>
          <p:nvPr/>
        </p:nvCxnSpPr>
        <p:spPr>
          <a:xfrm flipV="1">
            <a:off x="422104" y="4376419"/>
            <a:ext cx="1284776" cy="75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CB49CDB6-EC00-4704-9B25-112287024A67}"/>
              </a:ext>
            </a:extLst>
          </p:cNvPr>
          <p:cNvCxnSpPr>
            <a:cxnSpLocks/>
          </p:cNvCxnSpPr>
          <p:nvPr/>
        </p:nvCxnSpPr>
        <p:spPr>
          <a:xfrm>
            <a:off x="1688486" y="3705205"/>
            <a:ext cx="4439" cy="685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8A91B39B-7406-417C-9AD2-9F6C30FCD99A}"/>
              </a:ext>
            </a:extLst>
          </p:cNvPr>
          <p:cNvCxnSpPr>
            <a:cxnSpLocks/>
          </p:cNvCxnSpPr>
          <p:nvPr/>
        </p:nvCxnSpPr>
        <p:spPr>
          <a:xfrm flipH="1" flipV="1">
            <a:off x="2481806" y="7754001"/>
            <a:ext cx="663503" cy="67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D6237ABB-5AB4-45B1-8956-8C32DB77DEEA}"/>
              </a:ext>
            </a:extLst>
          </p:cNvPr>
          <p:cNvCxnSpPr>
            <a:cxnSpLocks/>
          </p:cNvCxnSpPr>
          <p:nvPr/>
        </p:nvCxnSpPr>
        <p:spPr>
          <a:xfrm flipH="1" flipV="1">
            <a:off x="8013673" y="5029322"/>
            <a:ext cx="1264038" cy="33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5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9FB925-B05B-4F97-A58F-DA8D41314EE4}"/>
              </a:ext>
            </a:extLst>
          </p:cNvPr>
          <p:cNvSpPr/>
          <p:nvPr/>
        </p:nvSpPr>
        <p:spPr>
          <a:xfrm>
            <a:off x="-1308249" y="-5410200"/>
            <a:ext cx="13081298" cy="1645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2D9E9F-2C41-433B-A291-0179DF3F822D}"/>
              </a:ext>
            </a:extLst>
          </p:cNvPr>
          <p:cNvGrpSpPr/>
          <p:nvPr/>
        </p:nvGrpSpPr>
        <p:grpSpPr>
          <a:xfrm>
            <a:off x="-243840" y="-2354095"/>
            <a:ext cx="10798847" cy="11984477"/>
            <a:chOff x="-243840" y="-2354095"/>
            <a:chExt cx="10798847" cy="11984477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6D6D09A8-6658-481B-9D23-0617C953FC4A}"/>
                </a:ext>
              </a:extLst>
            </p:cNvPr>
            <p:cNvGrpSpPr/>
            <p:nvPr/>
          </p:nvGrpSpPr>
          <p:grpSpPr>
            <a:xfrm>
              <a:off x="58368" y="9719"/>
              <a:ext cx="7395376" cy="7407049"/>
              <a:chOff x="58368" y="9719"/>
              <a:chExt cx="7395376" cy="7407049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EA66C6B-828C-4F93-8A7E-93CCF26020F8}"/>
                  </a:ext>
                </a:extLst>
              </p:cNvPr>
              <p:cNvSpPr/>
              <p:nvPr/>
            </p:nvSpPr>
            <p:spPr>
              <a:xfrm>
                <a:off x="2032001" y="1960880"/>
                <a:ext cx="3505200" cy="3568693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88CDBF6E-CA09-4797-A054-0D16ADDBAAE2}"/>
                  </a:ext>
                </a:extLst>
              </p:cNvPr>
              <p:cNvSpPr/>
              <p:nvPr/>
            </p:nvSpPr>
            <p:spPr>
              <a:xfrm>
                <a:off x="1367867" y="1283998"/>
                <a:ext cx="4808711" cy="4895816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6230EA0-94D3-47EB-AA70-26685B7AD00F}"/>
                  </a:ext>
                </a:extLst>
              </p:cNvPr>
              <p:cNvSpPr/>
              <p:nvPr/>
            </p:nvSpPr>
            <p:spPr>
              <a:xfrm>
                <a:off x="751840" y="654733"/>
                <a:ext cx="6051664" cy="6061608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AECBB83E-353F-4D95-8623-0CFB059C64FC}"/>
                  </a:ext>
                </a:extLst>
              </p:cNvPr>
              <p:cNvSpPr/>
              <p:nvPr/>
            </p:nvSpPr>
            <p:spPr>
              <a:xfrm>
                <a:off x="58368" y="9719"/>
                <a:ext cx="7395376" cy="7407049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464E8D6B-50F4-4F99-A625-4842E927370E}"/>
                </a:ext>
              </a:extLst>
            </p:cNvPr>
            <p:cNvGrpSpPr/>
            <p:nvPr/>
          </p:nvGrpSpPr>
          <p:grpSpPr>
            <a:xfrm>
              <a:off x="2834639" y="-2354095"/>
              <a:ext cx="7325359" cy="11984477"/>
              <a:chOff x="2834639" y="-2354095"/>
              <a:chExt cx="7325359" cy="11984477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F993729-B257-4136-9FF1-C1B55734F46A}"/>
                  </a:ext>
                </a:extLst>
              </p:cNvPr>
              <p:cNvSpPr/>
              <p:nvPr/>
            </p:nvSpPr>
            <p:spPr>
              <a:xfrm>
                <a:off x="2834639" y="-2354095"/>
                <a:ext cx="7325359" cy="11984477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E509E1A-635A-4F15-9720-A10ECDAB70AE}"/>
                  </a:ext>
                </a:extLst>
              </p:cNvPr>
              <p:cNvSpPr/>
              <p:nvPr/>
            </p:nvSpPr>
            <p:spPr>
              <a:xfrm>
                <a:off x="3456940" y="-1828800"/>
                <a:ext cx="6197675" cy="10944847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E4091443-81F8-4DAE-BAEF-D4CACA3EA419}"/>
                  </a:ext>
                </a:extLst>
              </p:cNvPr>
              <p:cNvSpPr/>
              <p:nvPr/>
            </p:nvSpPr>
            <p:spPr>
              <a:xfrm>
                <a:off x="4079243" y="-1303506"/>
                <a:ext cx="4930213" cy="9878529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B19844B6-E37B-4D07-9066-5794ECCCA28E}"/>
                  </a:ext>
                </a:extLst>
              </p:cNvPr>
              <p:cNvSpPr/>
              <p:nvPr/>
            </p:nvSpPr>
            <p:spPr>
              <a:xfrm>
                <a:off x="4757421" y="-797667"/>
                <a:ext cx="3601795" cy="8910536"/>
              </a:xfrm>
              <a:prstGeom prst="rect">
                <a:avLst/>
              </a:prstGeom>
              <a:noFill/>
              <a:ln w="63500" cmpd="dbl"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89" name="Star: 5 Points 88">
              <a:extLst>
                <a:ext uri="{FF2B5EF4-FFF2-40B4-BE49-F238E27FC236}">
                  <a16:creationId xmlns:a16="http://schemas.microsoft.com/office/drawing/2014/main" id="{2237FBC2-4D5C-459C-83EB-EBB51952C5B6}"/>
                </a:ext>
              </a:extLst>
            </p:cNvPr>
            <p:cNvSpPr/>
            <p:nvPr/>
          </p:nvSpPr>
          <p:spPr>
            <a:xfrm>
              <a:off x="3261360" y="3187700"/>
              <a:ext cx="391160" cy="391160"/>
            </a:xfrm>
            <a:prstGeom prst="star5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507" name="Group 506">
              <a:extLst>
                <a:ext uri="{FF2B5EF4-FFF2-40B4-BE49-F238E27FC236}">
                  <a16:creationId xmlns:a16="http://schemas.microsoft.com/office/drawing/2014/main" id="{C4640311-3C21-48BC-B0BC-C35AB2CEDA52}"/>
                </a:ext>
              </a:extLst>
            </p:cNvPr>
            <p:cNvGrpSpPr/>
            <p:nvPr/>
          </p:nvGrpSpPr>
          <p:grpSpPr>
            <a:xfrm>
              <a:off x="-243840" y="-332740"/>
              <a:ext cx="10798847" cy="8101327"/>
              <a:chOff x="-243840" y="-332740"/>
              <a:chExt cx="10798847" cy="8101327"/>
            </a:xfrm>
            <a:solidFill>
              <a:schemeClr val="bg1">
                <a:lumMod val="95000"/>
              </a:schemeClr>
            </a:solidFill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BAE72F22-EBB4-4E72-B908-EF0F2A754061}"/>
                  </a:ext>
                </a:extLst>
              </p:cNvPr>
              <p:cNvGrpSpPr/>
              <p:nvPr/>
            </p:nvGrpSpPr>
            <p:grpSpPr>
              <a:xfrm>
                <a:off x="2489200" y="2425700"/>
                <a:ext cx="2595880" cy="2600960"/>
                <a:chOff x="2489200" y="2425700"/>
                <a:chExt cx="2595880" cy="2600960"/>
              </a:xfrm>
              <a:grpFill/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BB078E3-B323-42E3-880B-B59FAAFF4775}"/>
                    </a:ext>
                  </a:extLst>
                </p:cNvPr>
                <p:cNvSpPr/>
                <p:nvPr/>
              </p:nvSpPr>
              <p:spPr>
                <a:xfrm>
                  <a:off x="248920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8B47B222-4895-43B3-8683-C80A9C542DF1}"/>
                    </a:ext>
                  </a:extLst>
                </p:cNvPr>
                <p:cNvSpPr/>
                <p:nvPr/>
              </p:nvSpPr>
              <p:spPr>
                <a:xfrm>
                  <a:off x="31394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D74F5749-7064-4112-821E-DB33C7A72C27}"/>
                    </a:ext>
                  </a:extLst>
                </p:cNvPr>
                <p:cNvSpPr/>
                <p:nvPr/>
              </p:nvSpPr>
              <p:spPr>
                <a:xfrm>
                  <a:off x="248920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6700F74-9EB4-4383-8F02-DBB145753F6A}"/>
                    </a:ext>
                  </a:extLst>
                </p:cNvPr>
                <p:cNvSpPr/>
                <p:nvPr/>
              </p:nvSpPr>
              <p:spPr>
                <a:xfrm>
                  <a:off x="31394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0476843-4EC2-4155-B551-BF063413217D}"/>
                    </a:ext>
                  </a:extLst>
                </p:cNvPr>
                <p:cNvSpPr/>
                <p:nvPr/>
              </p:nvSpPr>
              <p:spPr>
                <a:xfrm>
                  <a:off x="378968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BA6B636-B7FF-4F58-A79E-7F8A568C25CC}"/>
                    </a:ext>
                  </a:extLst>
                </p:cNvPr>
                <p:cNvSpPr/>
                <p:nvPr/>
              </p:nvSpPr>
              <p:spPr>
                <a:xfrm>
                  <a:off x="378968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F4B502E6-7B3A-4907-BF10-9A5734D033FE}"/>
                    </a:ext>
                  </a:extLst>
                </p:cNvPr>
                <p:cNvSpPr/>
                <p:nvPr/>
              </p:nvSpPr>
              <p:spPr>
                <a:xfrm>
                  <a:off x="248920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1A340107-4432-462B-A27D-39D86CB0170A}"/>
                    </a:ext>
                  </a:extLst>
                </p:cNvPr>
                <p:cNvSpPr/>
                <p:nvPr/>
              </p:nvSpPr>
              <p:spPr>
                <a:xfrm>
                  <a:off x="31394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849873E-F1D6-4F4A-BBAA-EC2B412C9587}"/>
                    </a:ext>
                  </a:extLst>
                </p:cNvPr>
                <p:cNvSpPr/>
                <p:nvPr/>
              </p:nvSpPr>
              <p:spPr>
                <a:xfrm>
                  <a:off x="378968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052494B7-0F2C-465E-92F9-F615BB295ACA}"/>
                    </a:ext>
                  </a:extLst>
                </p:cNvPr>
                <p:cNvSpPr/>
                <p:nvPr/>
              </p:nvSpPr>
              <p:spPr>
                <a:xfrm>
                  <a:off x="44348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E18BC39E-8624-4B14-8C8B-DAC60EC4B4CA}"/>
                    </a:ext>
                  </a:extLst>
                </p:cNvPr>
                <p:cNvSpPr/>
                <p:nvPr/>
              </p:nvSpPr>
              <p:spPr>
                <a:xfrm>
                  <a:off x="44348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B2758EC1-808C-49D4-B44E-4C104C0B1E96}"/>
                    </a:ext>
                  </a:extLst>
                </p:cNvPr>
                <p:cNvSpPr/>
                <p:nvPr/>
              </p:nvSpPr>
              <p:spPr>
                <a:xfrm>
                  <a:off x="44348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0FED7ED5-65F8-44E1-9DF2-D99CF83137D0}"/>
                    </a:ext>
                  </a:extLst>
                </p:cNvPr>
                <p:cNvSpPr/>
                <p:nvPr/>
              </p:nvSpPr>
              <p:spPr>
                <a:xfrm>
                  <a:off x="248920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E6A5EE82-D05E-47DD-8511-9343DB189687}"/>
                    </a:ext>
                  </a:extLst>
                </p:cNvPr>
                <p:cNvSpPr/>
                <p:nvPr/>
              </p:nvSpPr>
              <p:spPr>
                <a:xfrm>
                  <a:off x="31394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CD6AB0CA-DF8C-4AF0-94B6-2B436803C826}"/>
                    </a:ext>
                  </a:extLst>
                </p:cNvPr>
                <p:cNvSpPr/>
                <p:nvPr/>
              </p:nvSpPr>
              <p:spPr>
                <a:xfrm>
                  <a:off x="378968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E2DD1E2A-8486-4276-BF6A-CB1A05AB486A}"/>
                    </a:ext>
                  </a:extLst>
                </p:cNvPr>
                <p:cNvSpPr/>
                <p:nvPr/>
              </p:nvSpPr>
              <p:spPr>
                <a:xfrm>
                  <a:off x="44348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466462-5F69-4683-9458-01A4A01B2C73}"/>
                  </a:ext>
                </a:extLst>
              </p:cNvPr>
              <p:cNvGrpSpPr/>
              <p:nvPr/>
            </p:nvGrpSpPr>
            <p:grpSpPr>
              <a:xfrm>
                <a:off x="5214621" y="2425700"/>
                <a:ext cx="2595880" cy="2600960"/>
                <a:chOff x="2489200" y="2425700"/>
                <a:chExt cx="2595880" cy="2600960"/>
              </a:xfrm>
              <a:grpFill/>
            </p:grpSpPr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E631DC58-F20A-47C4-BED3-38C22BADD064}"/>
                    </a:ext>
                  </a:extLst>
                </p:cNvPr>
                <p:cNvSpPr/>
                <p:nvPr/>
              </p:nvSpPr>
              <p:spPr>
                <a:xfrm>
                  <a:off x="248920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40FB642E-DBF0-4D72-8D9E-B774980D5A16}"/>
                    </a:ext>
                  </a:extLst>
                </p:cNvPr>
                <p:cNvSpPr/>
                <p:nvPr/>
              </p:nvSpPr>
              <p:spPr>
                <a:xfrm>
                  <a:off x="31394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D033261-7725-4A29-8DD1-C26F7BDEB24A}"/>
                    </a:ext>
                  </a:extLst>
                </p:cNvPr>
                <p:cNvSpPr/>
                <p:nvPr/>
              </p:nvSpPr>
              <p:spPr>
                <a:xfrm>
                  <a:off x="248920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C1388675-3E4F-4994-8C1D-E6CD41206A70}"/>
                    </a:ext>
                  </a:extLst>
                </p:cNvPr>
                <p:cNvSpPr/>
                <p:nvPr/>
              </p:nvSpPr>
              <p:spPr>
                <a:xfrm>
                  <a:off x="31394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842EEBBE-DF02-4C5C-97FF-D64953381DE9}"/>
                    </a:ext>
                  </a:extLst>
                </p:cNvPr>
                <p:cNvSpPr/>
                <p:nvPr/>
              </p:nvSpPr>
              <p:spPr>
                <a:xfrm>
                  <a:off x="378968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54FAAAB4-FE62-44F0-9222-5EB25B5C68BA}"/>
                    </a:ext>
                  </a:extLst>
                </p:cNvPr>
                <p:cNvSpPr/>
                <p:nvPr/>
              </p:nvSpPr>
              <p:spPr>
                <a:xfrm>
                  <a:off x="378968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A8A0583D-9824-4A15-9307-FEDA35830296}"/>
                    </a:ext>
                  </a:extLst>
                </p:cNvPr>
                <p:cNvSpPr/>
                <p:nvPr/>
              </p:nvSpPr>
              <p:spPr>
                <a:xfrm>
                  <a:off x="248920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B02253BC-E892-4D37-BFD5-1BB625A0DE19}"/>
                    </a:ext>
                  </a:extLst>
                </p:cNvPr>
                <p:cNvSpPr/>
                <p:nvPr/>
              </p:nvSpPr>
              <p:spPr>
                <a:xfrm>
                  <a:off x="31394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85747CA5-3B55-4B51-B89E-6071E65C4787}"/>
                    </a:ext>
                  </a:extLst>
                </p:cNvPr>
                <p:cNvSpPr/>
                <p:nvPr/>
              </p:nvSpPr>
              <p:spPr>
                <a:xfrm>
                  <a:off x="378968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304A8C77-BA6A-47D5-81E5-F118C1D824EE}"/>
                    </a:ext>
                  </a:extLst>
                </p:cNvPr>
                <p:cNvSpPr/>
                <p:nvPr/>
              </p:nvSpPr>
              <p:spPr>
                <a:xfrm>
                  <a:off x="44348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E7FE07BA-38A9-4C5C-A96D-452AC9B56F42}"/>
                    </a:ext>
                  </a:extLst>
                </p:cNvPr>
                <p:cNvSpPr/>
                <p:nvPr/>
              </p:nvSpPr>
              <p:spPr>
                <a:xfrm>
                  <a:off x="44348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C7B9207D-6D98-4823-A3D5-77F382555E3D}"/>
                    </a:ext>
                  </a:extLst>
                </p:cNvPr>
                <p:cNvSpPr/>
                <p:nvPr/>
              </p:nvSpPr>
              <p:spPr>
                <a:xfrm>
                  <a:off x="44348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55DBC46B-0BF7-4FE9-A964-D7B3390E5F6D}"/>
                    </a:ext>
                  </a:extLst>
                </p:cNvPr>
                <p:cNvSpPr/>
                <p:nvPr/>
              </p:nvSpPr>
              <p:spPr>
                <a:xfrm>
                  <a:off x="248920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3A66E1B9-0DC4-4C7E-8FFD-2E5D4329326D}"/>
                    </a:ext>
                  </a:extLst>
                </p:cNvPr>
                <p:cNvSpPr/>
                <p:nvPr/>
              </p:nvSpPr>
              <p:spPr>
                <a:xfrm>
                  <a:off x="31394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48A7E1BE-47F6-4DD1-8ADF-8A79138F09B2}"/>
                    </a:ext>
                  </a:extLst>
                </p:cNvPr>
                <p:cNvSpPr/>
                <p:nvPr/>
              </p:nvSpPr>
              <p:spPr>
                <a:xfrm>
                  <a:off x="378968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B7D77C80-8B1B-4C58-9CAB-790AE1C29043}"/>
                    </a:ext>
                  </a:extLst>
                </p:cNvPr>
                <p:cNvSpPr/>
                <p:nvPr/>
              </p:nvSpPr>
              <p:spPr>
                <a:xfrm>
                  <a:off x="44348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E073CECF-CB82-4612-A72A-7644CA358C71}"/>
                  </a:ext>
                </a:extLst>
              </p:cNvPr>
              <p:cNvGrpSpPr/>
              <p:nvPr/>
            </p:nvGrpSpPr>
            <p:grpSpPr>
              <a:xfrm>
                <a:off x="7959127" y="2425700"/>
                <a:ext cx="2595880" cy="2600960"/>
                <a:chOff x="2489200" y="2425700"/>
                <a:chExt cx="2595880" cy="2600960"/>
              </a:xfrm>
              <a:grpFill/>
            </p:grpSpPr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899C6257-E3DA-4DB2-8BC2-3E4A285F8136}"/>
                    </a:ext>
                  </a:extLst>
                </p:cNvPr>
                <p:cNvSpPr/>
                <p:nvPr/>
              </p:nvSpPr>
              <p:spPr>
                <a:xfrm>
                  <a:off x="248920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A15E7BBF-AFEB-4EC4-83DE-3A66C0418CCD}"/>
                    </a:ext>
                  </a:extLst>
                </p:cNvPr>
                <p:cNvSpPr/>
                <p:nvPr/>
              </p:nvSpPr>
              <p:spPr>
                <a:xfrm>
                  <a:off x="31394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BF5D4737-E488-48BF-9AA3-9DFF39EF0A58}"/>
                    </a:ext>
                  </a:extLst>
                </p:cNvPr>
                <p:cNvSpPr/>
                <p:nvPr/>
              </p:nvSpPr>
              <p:spPr>
                <a:xfrm>
                  <a:off x="248920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6840C013-2D20-4587-9D57-F02462B92B59}"/>
                    </a:ext>
                  </a:extLst>
                </p:cNvPr>
                <p:cNvSpPr/>
                <p:nvPr/>
              </p:nvSpPr>
              <p:spPr>
                <a:xfrm>
                  <a:off x="31394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02A0C144-29AF-4CA8-A074-CD1F9FDC90E3}"/>
                    </a:ext>
                  </a:extLst>
                </p:cNvPr>
                <p:cNvSpPr/>
                <p:nvPr/>
              </p:nvSpPr>
              <p:spPr>
                <a:xfrm>
                  <a:off x="378968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7766D687-C7F2-45CB-AE02-C6C2040D47EB}"/>
                    </a:ext>
                  </a:extLst>
                </p:cNvPr>
                <p:cNvSpPr/>
                <p:nvPr/>
              </p:nvSpPr>
              <p:spPr>
                <a:xfrm>
                  <a:off x="378968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C2F9FF1B-9D0E-438D-A77B-0DBCBEB0DA48}"/>
                    </a:ext>
                  </a:extLst>
                </p:cNvPr>
                <p:cNvSpPr/>
                <p:nvPr/>
              </p:nvSpPr>
              <p:spPr>
                <a:xfrm>
                  <a:off x="248920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803E5DF6-F05B-478B-8424-43510A826AA1}"/>
                    </a:ext>
                  </a:extLst>
                </p:cNvPr>
                <p:cNvSpPr/>
                <p:nvPr/>
              </p:nvSpPr>
              <p:spPr>
                <a:xfrm>
                  <a:off x="31394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761684AA-C035-4D53-9B24-1B213546B25B}"/>
                    </a:ext>
                  </a:extLst>
                </p:cNvPr>
                <p:cNvSpPr/>
                <p:nvPr/>
              </p:nvSpPr>
              <p:spPr>
                <a:xfrm>
                  <a:off x="378968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FB9CB3E2-4B51-4DF3-A1DC-A3A67FD4EEFE}"/>
                    </a:ext>
                  </a:extLst>
                </p:cNvPr>
                <p:cNvSpPr/>
                <p:nvPr/>
              </p:nvSpPr>
              <p:spPr>
                <a:xfrm>
                  <a:off x="44348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48020B3D-EA6A-497A-8B16-D4544C5DB913}"/>
                    </a:ext>
                  </a:extLst>
                </p:cNvPr>
                <p:cNvSpPr/>
                <p:nvPr/>
              </p:nvSpPr>
              <p:spPr>
                <a:xfrm>
                  <a:off x="44348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C46A138-9370-4AFF-8776-F6A60B858754}"/>
                    </a:ext>
                  </a:extLst>
                </p:cNvPr>
                <p:cNvSpPr/>
                <p:nvPr/>
              </p:nvSpPr>
              <p:spPr>
                <a:xfrm>
                  <a:off x="44348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BDFD450A-475E-46D7-8877-7AFAF59F8E38}"/>
                    </a:ext>
                  </a:extLst>
                </p:cNvPr>
                <p:cNvSpPr/>
                <p:nvPr/>
              </p:nvSpPr>
              <p:spPr>
                <a:xfrm>
                  <a:off x="248920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BA5581AD-60BB-4E5B-AA17-AA8D8FFEDEA0}"/>
                    </a:ext>
                  </a:extLst>
                </p:cNvPr>
                <p:cNvSpPr/>
                <p:nvPr/>
              </p:nvSpPr>
              <p:spPr>
                <a:xfrm>
                  <a:off x="31394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E4012B9D-3F15-4D62-B4F6-2D41A5E8E219}"/>
                    </a:ext>
                  </a:extLst>
                </p:cNvPr>
                <p:cNvSpPr/>
                <p:nvPr/>
              </p:nvSpPr>
              <p:spPr>
                <a:xfrm>
                  <a:off x="378968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B1B6B13D-2886-41E9-8AB5-BBA601ED11B6}"/>
                    </a:ext>
                  </a:extLst>
                </p:cNvPr>
                <p:cNvSpPr/>
                <p:nvPr/>
              </p:nvSpPr>
              <p:spPr>
                <a:xfrm>
                  <a:off x="44348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A2860B43-0312-4F5C-A904-D8683039D3D9}"/>
                  </a:ext>
                </a:extLst>
              </p:cNvPr>
              <p:cNvGrpSpPr/>
              <p:nvPr/>
            </p:nvGrpSpPr>
            <p:grpSpPr>
              <a:xfrm>
                <a:off x="-243840" y="2425700"/>
                <a:ext cx="2595880" cy="2600960"/>
                <a:chOff x="2489200" y="2425700"/>
                <a:chExt cx="2595880" cy="2600960"/>
              </a:xfrm>
              <a:grpFill/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5D2C75E5-CA7F-4ADB-B968-D4AA1D8EB06C}"/>
                    </a:ext>
                  </a:extLst>
                </p:cNvPr>
                <p:cNvSpPr/>
                <p:nvPr/>
              </p:nvSpPr>
              <p:spPr>
                <a:xfrm>
                  <a:off x="248920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450196BF-9377-416F-A2CB-3D9B5E2BEAC1}"/>
                    </a:ext>
                  </a:extLst>
                </p:cNvPr>
                <p:cNvSpPr/>
                <p:nvPr/>
              </p:nvSpPr>
              <p:spPr>
                <a:xfrm>
                  <a:off x="31394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7CDE1826-CE5C-47D2-B578-EA6A94E4F923}"/>
                    </a:ext>
                  </a:extLst>
                </p:cNvPr>
                <p:cNvSpPr/>
                <p:nvPr/>
              </p:nvSpPr>
              <p:spPr>
                <a:xfrm>
                  <a:off x="248920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B597AC96-2684-43B9-A67D-FD60613B64A7}"/>
                    </a:ext>
                  </a:extLst>
                </p:cNvPr>
                <p:cNvSpPr/>
                <p:nvPr/>
              </p:nvSpPr>
              <p:spPr>
                <a:xfrm>
                  <a:off x="31394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6B76FF8-989F-4F44-8B85-F03383080B57}"/>
                    </a:ext>
                  </a:extLst>
                </p:cNvPr>
                <p:cNvSpPr/>
                <p:nvPr/>
              </p:nvSpPr>
              <p:spPr>
                <a:xfrm>
                  <a:off x="378968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D0F8313F-0C1A-46EB-BAD1-FED85177DB12}"/>
                    </a:ext>
                  </a:extLst>
                </p:cNvPr>
                <p:cNvSpPr/>
                <p:nvPr/>
              </p:nvSpPr>
              <p:spPr>
                <a:xfrm>
                  <a:off x="378968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BFC5C3AC-718A-410E-8C2F-2C79A0CA6FD2}"/>
                    </a:ext>
                  </a:extLst>
                </p:cNvPr>
                <p:cNvSpPr/>
                <p:nvPr/>
              </p:nvSpPr>
              <p:spPr>
                <a:xfrm>
                  <a:off x="248920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1377D656-321C-4BE7-AF1C-F6162AB634FA}"/>
                    </a:ext>
                  </a:extLst>
                </p:cNvPr>
                <p:cNvSpPr/>
                <p:nvPr/>
              </p:nvSpPr>
              <p:spPr>
                <a:xfrm>
                  <a:off x="31394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E9140A69-AFD2-45AC-BE0B-D61D92155FEB}"/>
                    </a:ext>
                  </a:extLst>
                </p:cNvPr>
                <p:cNvSpPr/>
                <p:nvPr/>
              </p:nvSpPr>
              <p:spPr>
                <a:xfrm>
                  <a:off x="378968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8ECE6808-1360-4A5F-AC61-6CAE5755F7D2}"/>
                    </a:ext>
                  </a:extLst>
                </p:cNvPr>
                <p:cNvSpPr/>
                <p:nvPr/>
              </p:nvSpPr>
              <p:spPr>
                <a:xfrm>
                  <a:off x="44348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844367AF-CDB1-4933-BA69-9BF0541DD857}"/>
                    </a:ext>
                  </a:extLst>
                </p:cNvPr>
                <p:cNvSpPr/>
                <p:nvPr/>
              </p:nvSpPr>
              <p:spPr>
                <a:xfrm>
                  <a:off x="44348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4B35084A-6E2C-4952-BD17-9A43AAA74868}"/>
                    </a:ext>
                  </a:extLst>
                </p:cNvPr>
                <p:cNvSpPr/>
                <p:nvPr/>
              </p:nvSpPr>
              <p:spPr>
                <a:xfrm>
                  <a:off x="44348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FC846E5E-6024-4C98-A20D-30AE1740452B}"/>
                    </a:ext>
                  </a:extLst>
                </p:cNvPr>
                <p:cNvSpPr/>
                <p:nvPr/>
              </p:nvSpPr>
              <p:spPr>
                <a:xfrm>
                  <a:off x="248920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C8FB1E96-9B80-4D05-82E8-50B50456B693}"/>
                    </a:ext>
                  </a:extLst>
                </p:cNvPr>
                <p:cNvSpPr/>
                <p:nvPr/>
              </p:nvSpPr>
              <p:spPr>
                <a:xfrm>
                  <a:off x="31394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9FAC3B76-12A8-4657-B56D-1138015A7F90}"/>
                    </a:ext>
                  </a:extLst>
                </p:cNvPr>
                <p:cNvSpPr/>
                <p:nvPr/>
              </p:nvSpPr>
              <p:spPr>
                <a:xfrm>
                  <a:off x="378968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6520DEA2-9F52-4F13-85E7-E64BC98E99EA}"/>
                    </a:ext>
                  </a:extLst>
                </p:cNvPr>
                <p:cNvSpPr/>
                <p:nvPr/>
              </p:nvSpPr>
              <p:spPr>
                <a:xfrm>
                  <a:off x="44348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63628670-C903-4611-A8CD-31F74592AC73}"/>
                  </a:ext>
                </a:extLst>
              </p:cNvPr>
              <p:cNvGrpSpPr/>
              <p:nvPr/>
            </p:nvGrpSpPr>
            <p:grpSpPr>
              <a:xfrm>
                <a:off x="2489200" y="-332740"/>
                <a:ext cx="2595880" cy="2600960"/>
                <a:chOff x="2489200" y="2425700"/>
                <a:chExt cx="2595880" cy="2600960"/>
              </a:xfrm>
              <a:grpFill/>
            </p:grpSpPr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D9B30A3A-3CEB-46FD-B44D-5990D5A88AFC}"/>
                    </a:ext>
                  </a:extLst>
                </p:cNvPr>
                <p:cNvSpPr/>
                <p:nvPr/>
              </p:nvSpPr>
              <p:spPr>
                <a:xfrm>
                  <a:off x="248920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C9C1D73C-64C1-4464-8671-6650FCFA2990}"/>
                    </a:ext>
                  </a:extLst>
                </p:cNvPr>
                <p:cNvSpPr/>
                <p:nvPr/>
              </p:nvSpPr>
              <p:spPr>
                <a:xfrm>
                  <a:off x="31394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7C78B473-4A5D-471F-94FE-0DA5F2CC6FA4}"/>
                    </a:ext>
                  </a:extLst>
                </p:cNvPr>
                <p:cNvSpPr/>
                <p:nvPr/>
              </p:nvSpPr>
              <p:spPr>
                <a:xfrm>
                  <a:off x="248920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030AC02E-986E-42D3-B7C5-71B1D0E2B538}"/>
                    </a:ext>
                  </a:extLst>
                </p:cNvPr>
                <p:cNvSpPr/>
                <p:nvPr/>
              </p:nvSpPr>
              <p:spPr>
                <a:xfrm>
                  <a:off x="31394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2B29AECA-3C9D-4249-9160-740DE491D2C5}"/>
                    </a:ext>
                  </a:extLst>
                </p:cNvPr>
                <p:cNvSpPr/>
                <p:nvPr/>
              </p:nvSpPr>
              <p:spPr>
                <a:xfrm>
                  <a:off x="378968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15F93BB5-F242-4217-9EBC-AA66D059174E}"/>
                    </a:ext>
                  </a:extLst>
                </p:cNvPr>
                <p:cNvSpPr/>
                <p:nvPr/>
              </p:nvSpPr>
              <p:spPr>
                <a:xfrm>
                  <a:off x="378968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B1EEE512-7AC9-4462-9FA9-B1D9745A4348}"/>
                    </a:ext>
                  </a:extLst>
                </p:cNvPr>
                <p:cNvSpPr/>
                <p:nvPr/>
              </p:nvSpPr>
              <p:spPr>
                <a:xfrm>
                  <a:off x="248920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90B1C96C-AE14-474D-AD8D-81499F36EC3B}"/>
                    </a:ext>
                  </a:extLst>
                </p:cNvPr>
                <p:cNvSpPr/>
                <p:nvPr/>
              </p:nvSpPr>
              <p:spPr>
                <a:xfrm>
                  <a:off x="31394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27359368-C9E9-49B0-9E6B-D1DAD90B7B77}"/>
                    </a:ext>
                  </a:extLst>
                </p:cNvPr>
                <p:cNvSpPr/>
                <p:nvPr/>
              </p:nvSpPr>
              <p:spPr>
                <a:xfrm>
                  <a:off x="378968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7731895B-391D-4F6B-8E38-8ECB2A32B91E}"/>
                    </a:ext>
                  </a:extLst>
                </p:cNvPr>
                <p:cNvSpPr/>
                <p:nvPr/>
              </p:nvSpPr>
              <p:spPr>
                <a:xfrm>
                  <a:off x="44348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9DF0EA42-9341-4A5D-9331-D3BC138110DF}"/>
                    </a:ext>
                  </a:extLst>
                </p:cNvPr>
                <p:cNvSpPr/>
                <p:nvPr/>
              </p:nvSpPr>
              <p:spPr>
                <a:xfrm>
                  <a:off x="44348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FDA5130A-E4DE-4FDC-BEEA-0193D9FB047C}"/>
                    </a:ext>
                  </a:extLst>
                </p:cNvPr>
                <p:cNvSpPr/>
                <p:nvPr/>
              </p:nvSpPr>
              <p:spPr>
                <a:xfrm>
                  <a:off x="44348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9493E85D-4BA0-42B1-917C-54F5A3E7F38D}"/>
                    </a:ext>
                  </a:extLst>
                </p:cNvPr>
                <p:cNvSpPr/>
                <p:nvPr/>
              </p:nvSpPr>
              <p:spPr>
                <a:xfrm>
                  <a:off x="248920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4F81D098-7D6B-42CC-A722-E096A30498E5}"/>
                    </a:ext>
                  </a:extLst>
                </p:cNvPr>
                <p:cNvSpPr/>
                <p:nvPr/>
              </p:nvSpPr>
              <p:spPr>
                <a:xfrm>
                  <a:off x="31394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8EFBA3F4-1791-4151-A7E0-A60B2FBD3C73}"/>
                    </a:ext>
                  </a:extLst>
                </p:cNvPr>
                <p:cNvSpPr/>
                <p:nvPr/>
              </p:nvSpPr>
              <p:spPr>
                <a:xfrm>
                  <a:off x="378968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C004F135-F9E3-4597-8911-3DE0946E6B8F}"/>
                    </a:ext>
                  </a:extLst>
                </p:cNvPr>
                <p:cNvSpPr/>
                <p:nvPr/>
              </p:nvSpPr>
              <p:spPr>
                <a:xfrm>
                  <a:off x="44348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E06DBF80-4300-4286-96CD-217B87F5D4C1}"/>
                  </a:ext>
                </a:extLst>
              </p:cNvPr>
              <p:cNvGrpSpPr/>
              <p:nvPr/>
            </p:nvGrpSpPr>
            <p:grpSpPr>
              <a:xfrm>
                <a:off x="2489200" y="5167627"/>
                <a:ext cx="2595880" cy="2600960"/>
                <a:chOff x="2489200" y="2425700"/>
                <a:chExt cx="2595880" cy="2600960"/>
              </a:xfrm>
              <a:grpFill/>
            </p:grpSpPr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8CA3D7F8-E48B-44F9-83C2-8B80EDEAB270}"/>
                    </a:ext>
                  </a:extLst>
                </p:cNvPr>
                <p:cNvSpPr/>
                <p:nvPr/>
              </p:nvSpPr>
              <p:spPr>
                <a:xfrm>
                  <a:off x="248920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8A998DC6-CF8A-4EE3-AB63-F1F848751600}"/>
                    </a:ext>
                  </a:extLst>
                </p:cNvPr>
                <p:cNvSpPr/>
                <p:nvPr/>
              </p:nvSpPr>
              <p:spPr>
                <a:xfrm>
                  <a:off x="31394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C01F1F85-15F5-4153-8F98-3C3B439E4506}"/>
                    </a:ext>
                  </a:extLst>
                </p:cNvPr>
                <p:cNvSpPr/>
                <p:nvPr/>
              </p:nvSpPr>
              <p:spPr>
                <a:xfrm>
                  <a:off x="248920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5CDA8B16-3FA1-4E03-8E3E-CDCA84F9FE8A}"/>
                    </a:ext>
                  </a:extLst>
                </p:cNvPr>
                <p:cNvSpPr/>
                <p:nvPr/>
              </p:nvSpPr>
              <p:spPr>
                <a:xfrm>
                  <a:off x="31394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7C492F1B-080D-429F-8C29-7A73A7926FF0}"/>
                    </a:ext>
                  </a:extLst>
                </p:cNvPr>
                <p:cNvSpPr/>
                <p:nvPr/>
              </p:nvSpPr>
              <p:spPr>
                <a:xfrm>
                  <a:off x="378968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05390D44-9D27-4454-BE1E-5ADA4017FA3B}"/>
                    </a:ext>
                  </a:extLst>
                </p:cNvPr>
                <p:cNvSpPr/>
                <p:nvPr/>
              </p:nvSpPr>
              <p:spPr>
                <a:xfrm>
                  <a:off x="378968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001BF7C4-AF0C-473E-B494-17189C8C3A28}"/>
                    </a:ext>
                  </a:extLst>
                </p:cNvPr>
                <p:cNvSpPr/>
                <p:nvPr/>
              </p:nvSpPr>
              <p:spPr>
                <a:xfrm>
                  <a:off x="248920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B6F48F3E-7A34-4168-9D74-BBEDD148A3CB}"/>
                    </a:ext>
                  </a:extLst>
                </p:cNvPr>
                <p:cNvSpPr/>
                <p:nvPr/>
              </p:nvSpPr>
              <p:spPr>
                <a:xfrm>
                  <a:off x="31394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E16CE585-DF65-4EAB-A181-F61A9DB8346B}"/>
                    </a:ext>
                  </a:extLst>
                </p:cNvPr>
                <p:cNvSpPr/>
                <p:nvPr/>
              </p:nvSpPr>
              <p:spPr>
                <a:xfrm>
                  <a:off x="378968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8150D629-F215-4708-8BE0-A6CED389A434}"/>
                    </a:ext>
                  </a:extLst>
                </p:cNvPr>
                <p:cNvSpPr/>
                <p:nvPr/>
              </p:nvSpPr>
              <p:spPr>
                <a:xfrm>
                  <a:off x="4434840" y="242570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5C5ED88B-5D7E-418F-817C-A16A1BE13D0D}"/>
                    </a:ext>
                  </a:extLst>
                </p:cNvPr>
                <p:cNvSpPr/>
                <p:nvPr/>
              </p:nvSpPr>
              <p:spPr>
                <a:xfrm>
                  <a:off x="4434840" y="307594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5DA7D60E-3E88-42EE-99C0-5A1DA08C375F}"/>
                    </a:ext>
                  </a:extLst>
                </p:cNvPr>
                <p:cNvSpPr/>
                <p:nvPr/>
              </p:nvSpPr>
              <p:spPr>
                <a:xfrm>
                  <a:off x="4434840" y="372618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693BAF8C-28D9-4E1F-AF08-4BE84AA82D0D}"/>
                    </a:ext>
                  </a:extLst>
                </p:cNvPr>
                <p:cNvSpPr/>
                <p:nvPr/>
              </p:nvSpPr>
              <p:spPr>
                <a:xfrm>
                  <a:off x="248920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9CB858BA-83DE-4C99-A249-19B3D90E97EF}"/>
                    </a:ext>
                  </a:extLst>
                </p:cNvPr>
                <p:cNvSpPr/>
                <p:nvPr/>
              </p:nvSpPr>
              <p:spPr>
                <a:xfrm>
                  <a:off x="31394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EA566C98-0EF4-4200-90DD-FB81BFF35036}"/>
                    </a:ext>
                  </a:extLst>
                </p:cNvPr>
                <p:cNvSpPr/>
                <p:nvPr/>
              </p:nvSpPr>
              <p:spPr>
                <a:xfrm>
                  <a:off x="378968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F7561C85-2C4A-4090-84BE-42A8EDC131D6}"/>
                    </a:ext>
                  </a:extLst>
                </p:cNvPr>
                <p:cNvSpPr/>
                <p:nvPr/>
              </p:nvSpPr>
              <p:spPr>
                <a:xfrm>
                  <a:off x="4434840" y="4376420"/>
                  <a:ext cx="650240" cy="650240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</p:grp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6342DB3-240C-4940-B86C-67C465F4A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2928" y="4340489"/>
              <a:ext cx="15386" cy="14851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19DECEDE-5086-4586-A8A3-31E3F9902213}"/>
                </a:ext>
              </a:extLst>
            </p:cNvPr>
            <p:cNvCxnSpPr>
              <a:cxnSpLocks/>
            </p:cNvCxnSpPr>
            <p:nvPr/>
          </p:nvCxnSpPr>
          <p:spPr>
            <a:xfrm>
              <a:off x="5850248" y="3717232"/>
              <a:ext cx="26611" cy="6380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C58B5F3C-16E9-4718-B2DA-3C22C0783C60}"/>
                </a:ext>
              </a:extLst>
            </p:cNvPr>
            <p:cNvCxnSpPr>
              <a:cxnSpLocks/>
            </p:cNvCxnSpPr>
            <p:nvPr/>
          </p:nvCxnSpPr>
          <p:spPr>
            <a:xfrm>
              <a:off x="5839409" y="3076420"/>
              <a:ext cx="1378601" cy="115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AFD7DE77-5256-4085-A39A-8343C3DA944D}"/>
                </a:ext>
              </a:extLst>
            </p:cNvPr>
            <p:cNvCxnSpPr>
              <a:cxnSpLocks/>
            </p:cNvCxnSpPr>
            <p:nvPr/>
          </p:nvCxnSpPr>
          <p:spPr>
            <a:xfrm>
              <a:off x="7186977" y="2422779"/>
              <a:ext cx="0" cy="19789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E3B79044-E4B2-4E92-88D7-C444D1B19EDE}"/>
                </a:ext>
              </a:extLst>
            </p:cNvPr>
            <p:cNvCxnSpPr>
              <a:cxnSpLocks/>
            </p:cNvCxnSpPr>
            <p:nvPr/>
          </p:nvCxnSpPr>
          <p:spPr>
            <a:xfrm>
              <a:off x="5876858" y="4370397"/>
              <a:ext cx="1310117" cy="252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5497ED6D-69C4-4CD5-9AEE-915BB6B59370}"/>
                </a:ext>
              </a:extLst>
            </p:cNvPr>
            <p:cNvCxnSpPr>
              <a:cxnSpLocks/>
            </p:cNvCxnSpPr>
            <p:nvPr/>
          </p:nvCxnSpPr>
          <p:spPr>
            <a:xfrm>
              <a:off x="7963132" y="2422779"/>
              <a:ext cx="1330102" cy="511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62369BC9-A757-441D-98C7-1617C05B284A}"/>
                </a:ext>
              </a:extLst>
            </p:cNvPr>
            <p:cNvCxnSpPr>
              <a:cxnSpLocks/>
            </p:cNvCxnSpPr>
            <p:nvPr/>
          </p:nvCxnSpPr>
          <p:spPr>
            <a:xfrm>
              <a:off x="5084256" y="4383396"/>
              <a:ext cx="7926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F0DA2DD7-2022-42BC-96F1-8AC3869CDE6A}"/>
                </a:ext>
              </a:extLst>
            </p:cNvPr>
            <p:cNvCxnSpPr>
              <a:cxnSpLocks/>
            </p:cNvCxnSpPr>
            <p:nvPr/>
          </p:nvCxnSpPr>
          <p:spPr>
            <a:xfrm>
              <a:off x="9298963" y="3681248"/>
              <a:ext cx="0" cy="7162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40A2B9A9-CF40-492D-AEFA-A60265468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987" y="-332740"/>
              <a:ext cx="0" cy="34219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7E4888FB-DE1F-48EC-88AF-EDCAAA185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1981" y="293936"/>
              <a:ext cx="734577" cy="125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F480FF0C-A812-4D0A-8C41-B8D6EE60D3E5}"/>
                </a:ext>
              </a:extLst>
            </p:cNvPr>
            <p:cNvCxnSpPr>
              <a:cxnSpLocks/>
            </p:cNvCxnSpPr>
            <p:nvPr/>
          </p:nvCxnSpPr>
          <p:spPr>
            <a:xfrm>
              <a:off x="5118098" y="294010"/>
              <a:ext cx="2068877" cy="2162758"/>
            </a:xfrm>
            <a:prstGeom prst="line">
              <a:avLst/>
            </a:prstGeom>
            <a:ln w="3810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6991FD56-7C37-4BC7-87A0-921A277C2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003" y="3062688"/>
              <a:ext cx="3434009" cy="333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B90BFFF9-C0BC-43E6-A96E-16EE9EE52195}"/>
                </a:ext>
              </a:extLst>
            </p:cNvPr>
            <p:cNvCxnSpPr>
              <a:cxnSpLocks/>
            </p:cNvCxnSpPr>
            <p:nvPr/>
          </p:nvCxnSpPr>
          <p:spPr>
            <a:xfrm>
              <a:off x="1669218" y="3704505"/>
              <a:ext cx="2123999" cy="203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6CDEEE04-9FBE-4B1B-8FF4-3F123EF79416}"/>
                </a:ext>
              </a:extLst>
            </p:cNvPr>
            <p:cNvCxnSpPr>
              <a:cxnSpLocks/>
            </p:cNvCxnSpPr>
            <p:nvPr/>
          </p:nvCxnSpPr>
          <p:spPr>
            <a:xfrm>
              <a:off x="-207423" y="5026180"/>
              <a:ext cx="2703539" cy="31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59B54B02-7B26-42A2-ADCB-233AF2449FCE}"/>
                </a:ext>
              </a:extLst>
            </p:cNvPr>
            <p:cNvCxnSpPr>
              <a:cxnSpLocks/>
            </p:cNvCxnSpPr>
            <p:nvPr/>
          </p:nvCxnSpPr>
          <p:spPr>
            <a:xfrm>
              <a:off x="5084256" y="2422779"/>
              <a:ext cx="808542" cy="39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C57CE5D8-9567-489E-AC7D-333B368A439F}"/>
                </a:ext>
              </a:extLst>
            </p:cNvPr>
            <p:cNvCxnSpPr>
              <a:cxnSpLocks/>
            </p:cNvCxnSpPr>
            <p:nvPr/>
          </p:nvCxnSpPr>
          <p:spPr>
            <a:xfrm>
              <a:off x="4446506" y="4365752"/>
              <a:ext cx="671833" cy="112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B1DC2939-7AEB-4353-9CF9-20EFABDF1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1969" y="6446611"/>
              <a:ext cx="647746" cy="113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9BE1930A-80EB-41C8-9951-E2E00600CA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1578" y="5801302"/>
              <a:ext cx="18137" cy="197423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55866261-FADA-4A6A-83CA-6B6C594D4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6056" y="5810078"/>
              <a:ext cx="685970" cy="77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78AD81C6-518D-48D0-B128-E171FB2CB024}"/>
                </a:ext>
              </a:extLst>
            </p:cNvPr>
            <p:cNvCxnSpPr>
              <a:cxnSpLocks/>
            </p:cNvCxnSpPr>
            <p:nvPr/>
          </p:nvCxnSpPr>
          <p:spPr>
            <a:xfrm>
              <a:off x="5848352" y="3731108"/>
              <a:ext cx="6736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3F61FC83-0A0C-4F56-B944-14AB7C313720}"/>
                </a:ext>
              </a:extLst>
            </p:cNvPr>
            <p:cNvCxnSpPr>
              <a:cxnSpLocks/>
            </p:cNvCxnSpPr>
            <p:nvPr/>
          </p:nvCxnSpPr>
          <p:spPr>
            <a:xfrm>
              <a:off x="6500488" y="3049215"/>
              <a:ext cx="17135" cy="68690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FD3D3E6A-3669-492D-AA84-C297770369B1}"/>
                </a:ext>
              </a:extLst>
            </p:cNvPr>
            <p:cNvCxnSpPr>
              <a:cxnSpLocks/>
            </p:cNvCxnSpPr>
            <p:nvPr/>
          </p:nvCxnSpPr>
          <p:spPr>
            <a:xfrm>
              <a:off x="3796907" y="1617980"/>
              <a:ext cx="129556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FA220E01-B6DD-4196-9F5E-684EC03080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89436" y="1617980"/>
              <a:ext cx="360" cy="81469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372554E7-3E0C-4E52-914A-29ED64A7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1806" y="5004203"/>
              <a:ext cx="10880" cy="27497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A7D97517-6C32-4AFE-91E4-1C24EA6A7E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4767" y="5022725"/>
              <a:ext cx="650240" cy="65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4594E44-33BD-48C3-8297-F15AB68F15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5760" y="2402146"/>
              <a:ext cx="11098" cy="6648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274BEAF3-7068-410C-AC36-7C14385338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02871" y="970965"/>
              <a:ext cx="624472" cy="55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8F4963FF-4364-40ED-8EB4-7C4DA6FAA0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7470" y="272794"/>
              <a:ext cx="1" cy="7108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907CD1B3-3CBC-47EF-8E58-7743AE1CF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3830" y="4392946"/>
              <a:ext cx="669041" cy="26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70623C3E-5FFF-40E4-8C63-60B2A0FF7E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8587" y="3704504"/>
              <a:ext cx="8320" cy="69296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CFA07B2-DD6A-4A0E-8374-9A1293B0D065}"/>
                </a:ext>
              </a:extLst>
            </p:cNvPr>
            <p:cNvCxnSpPr>
              <a:cxnSpLocks/>
            </p:cNvCxnSpPr>
            <p:nvPr/>
          </p:nvCxnSpPr>
          <p:spPr>
            <a:xfrm>
              <a:off x="5114547" y="-318073"/>
              <a:ext cx="2864249" cy="2750749"/>
            </a:xfrm>
            <a:prstGeom prst="line">
              <a:avLst/>
            </a:prstGeom>
            <a:ln w="3810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EC57461E-EE5F-49BD-86DB-3BA129FEC2B1}"/>
                </a:ext>
              </a:extLst>
            </p:cNvPr>
            <p:cNvCxnSpPr>
              <a:cxnSpLocks/>
            </p:cNvCxnSpPr>
            <p:nvPr/>
          </p:nvCxnSpPr>
          <p:spPr>
            <a:xfrm>
              <a:off x="3806481" y="-303560"/>
              <a:ext cx="134007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1B76593C-7BB0-40E5-951B-116348AF1C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2871" y="7755685"/>
              <a:ext cx="1257386" cy="30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7290E7A-9856-4F99-A610-5564F284CD21}"/>
                </a:ext>
              </a:extLst>
            </p:cNvPr>
            <p:cNvCxnSpPr>
              <a:cxnSpLocks/>
            </p:cNvCxnSpPr>
            <p:nvPr/>
          </p:nvCxnSpPr>
          <p:spPr>
            <a:xfrm>
              <a:off x="8596176" y="3713243"/>
              <a:ext cx="19967" cy="6842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5F5FD27-DFF0-4B97-99AE-A867EBD02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2590" y="3695136"/>
              <a:ext cx="70064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5095764-A5FA-4235-A1D1-420D979AAF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93920" y="4376419"/>
              <a:ext cx="649802" cy="277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A5A6FB4-030D-4B47-985F-15FCC04AEF8A}"/>
                </a:ext>
              </a:extLst>
            </p:cNvPr>
            <p:cNvCxnSpPr>
              <a:cxnSpLocks/>
            </p:cNvCxnSpPr>
            <p:nvPr/>
          </p:nvCxnSpPr>
          <p:spPr>
            <a:xfrm>
              <a:off x="3138494" y="4397468"/>
              <a:ext cx="6556" cy="20835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74619526-1597-431B-A417-FB1BF60179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8610" y="5802187"/>
              <a:ext cx="704552" cy="78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14E5E85-59E7-4ECC-802E-E4AF2DF9C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67980" y="2388592"/>
              <a:ext cx="25429" cy="26284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D2BCCB34-EB66-4446-BC29-7CC9866FA7E0}"/>
                </a:ext>
              </a:extLst>
            </p:cNvPr>
            <p:cNvCxnSpPr>
              <a:cxnSpLocks/>
            </p:cNvCxnSpPr>
            <p:nvPr/>
          </p:nvCxnSpPr>
          <p:spPr>
            <a:xfrm>
              <a:off x="9926654" y="4383017"/>
              <a:ext cx="4552" cy="63970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AB9B7D03-28A3-4527-80A9-D8A2DF006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43519" y="5029480"/>
              <a:ext cx="146096" cy="32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BEBADE5A-99FF-47D9-92AE-997B9B0423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3673" y="4408235"/>
              <a:ext cx="626828" cy="73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1141F400-327F-4104-A14F-1CA2FE991EFB}"/>
                </a:ext>
              </a:extLst>
            </p:cNvPr>
            <p:cNvCxnSpPr>
              <a:cxnSpLocks/>
            </p:cNvCxnSpPr>
            <p:nvPr/>
          </p:nvCxnSpPr>
          <p:spPr>
            <a:xfrm>
              <a:off x="401754" y="3049215"/>
              <a:ext cx="15509" cy="13549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75FA3E8-09D4-4CF8-A22E-0A34B41B0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4580" y="5056409"/>
              <a:ext cx="2699240" cy="2691808"/>
            </a:xfrm>
            <a:prstGeom prst="line">
              <a:avLst/>
            </a:prstGeom>
            <a:ln w="3810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C7874259-545F-4A0D-9E1B-5695C30B9E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04" y="4376419"/>
              <a:ext cx="1284776" cy="75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CB49CDB6-EC00-4704-9B25-112287024A67}"/>
                </a:ext>
              </a:extLst>
            </p:cNvPr>
            <p:cNvCxnSpPr>
              <a:cxnSpLocks/>
            </p:cNvCxnSpPr>
            <p:nvPr/>
          </p:nvCxnSpPr>
          <p:spPr>
            <a:xfrm>
              <a:off x="1688486" y="3705205"/>
              <a:ext cx="4439" cy="6851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8A91B39B-7406-417C-9AD2-9F6C30FCD9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1806" y="7754001"/>
              <a:ext cx="663503" cy="67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D6237ABB-5AB4-45B1-8956-8C32DB77DE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3673" y="5029322"/>
              <a:ext cx="1264038" cy="33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TextBox 212">
            <a:extLst>
              <a:ext uri="{FF2B5EF4-FFF2-40B4-BE49-F238E27FC236}">
                <a16:creationId xmlns:a16="http://schemas.microsoft.com/office/drawing/2014/main" id="{CDAD2632-9B60-41B7-A5A0-02A4101EAAAC}"/>
              </a:ext>
            </a:extLst>
          </p:cNvPr>
          <p:cNvSpPr txBox="1"/>
          <p:nvPr/>
        </p:nvSpPr>
        <p:spPr>
          <a:xfrm>
            <a:off x="422025" y="-4621469"/>
            <a:ext cx="9405109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Star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Battle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pt-PT" sz="3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: 1</a:t>
            </a:r>
            <a:r>
              <a:rPr lang="pt-PT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★</a:t>
            </a:r>
            <a:endParaRPr lang="pt-PT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34BD6A2-687A-4489-B505-C22A37ED3A40}"/>
              </a:ext>
            </a:extLst>
          </p:cNvPr>
          <p:cNvSpPr txBox="1"/>
          <p:nvPr/>
        </p:nvSpPr>
        <p:spPr>
          <a:xfrm>
            <a:off x="-1206241" y="-3775667"/>
            <a:ext cx="12610842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cube,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exactly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star</a:t>
            </a:r>
            <a:r>
              <a:rPr lang="pt-PT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slice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face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Squares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containing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stars share no </a:t>
            </a:r>
            <a:r>
              <a:rPr lang="pt-PT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vertices</a:t>
            </a:r>
            <a:r>
              <a:rPr lang="pt-PT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837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BD69181-BFEF-43CC-A2C7-A5A891C2A08A}"/>
              </a:ext>
            </a:extLst>
          </p:cNvPr>
          <p:cNvGrpSpPr/>
          <p:nvPr/>
        </p:nvGrpSpPr>
        <p:grpSpPr>
          <a:xfrm>
            <a:off x="-1638529" y="-5478780"/>
            <a:ext cx="13081298" cy="16459200"/>
            <a:chOff x="-1638529" y="-5478780"/>
            <a:chExt cx="13081298" cy="164592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8953FF3-C734-4863-8B47-6C794C563676}"/>
                </a:ext>
              </a:extLst>
            </p:cNvPr>
            <p:cNvGrpSpPr/>
            <p:nvPr/>
          </p:nvGrpSpPr>
          <p:grpSpPr>
            <a:xfrm>
              <a:off x="-1638529" y="-5478780"/>
              <a:ext cx="13081298" cy="16459200"/>
              <a:chOff x="-1638529" y="-5478780"/>
              <a:chExt cx="13081298" cy="164592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29FB925-B05B-4F97-A58F-DA8D41314EE4}"/>
                  </a:ext>
                </a:extLst>
              </p:cNvPr>
              <p:cNvSpPr/>
              <p:nvPr/>
            </p:nvSpPr>
            <p:spPr>
              <a:xfrm>
                <a:off x="-1638529" y="-5478780"/>
                <a:ext cx="13081298" cy="164592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CDAD2632-9B60-41B7-A5A0-02A4101EAAAC}"/>
                  </a:ext>
                </a:extLst>
              </p:cNvPr>
              <p:cNvSpPr txBox="1"/>
              <p:nvPr/>
            </p:nvSpPr>
            <p:spPr>
              <a:xfrm>
                <a:off x="422025" y="-4621469"/>
                <a:ext cx="9405109" cy="584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Star </a:t>
                </a:r>
                <a:r>
                  <a:rPr lang="pt-PT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Battle</a:t>
                </a:r>
                <a:r>
                  <a:rPr lang="pt-PT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4x4x4 </a:t>
                </a:r>
                <a:r>
                  <a:rPr lang="pt-PT" sz="32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:r>
                  <a:rPr lang="pt-PT" sz="32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space</a:t>
                </a:r>
                <a:r>
                  <a:rPr lang="pt-PT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1</a:t>
                </a:r>
                <a:r>
                  <a:rPr lang="pt-PT" sz="3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★   v.2</a:t>
                </a:r>
                <a:endParaRPr lang="pt-PT" sz="3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34BD6A2-687A-4489-B505-C22A37ED3A40}"/>
                  </a:ext>
                </a:extLst>
              </p:cNvPr>
              <p:cNvSpPr txBox="1"/>
              <p:nvPr/>
            </p:nvSpPr>
            <p:spPr>
              <a:xfrm>
                <a:off x="-1206241" y="-3944839"/>
                <a:ext cx="12610842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Fold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cube,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then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place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exactly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</a:t>
                </a:r>
                <a:r>
                  <a:rPr lang="pt-PT" sz="3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face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region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DFE75773-37EC-4052-B598-AC31F5EB7567}"/>
                  </a:ext>
                </a:extLst>
              </p:cNvPr>
              <p:cNvSpPr/>
              <p:nvPr/>
            </p:nvSpPr>
            <p:spPr>
              <a:xfrm>
                <a:off x="6885415" y="10341263"/>
                <a:ext cx="43524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#4 (</a:t>
                </a:r>
                <a:r>
                  <a:rPr lang="pt-PT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easy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pt-PT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 Pedro PSI – 19</a:t>
                </a:r>
                <a:r>
                  <a:rPr lang="pt-PT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June</a:t>
                </a:r>
                <a:r>
                  <a:rPr lang="pt-PT" dirty="0">
                    <a:latin typeface="Arial" panose="020B0604020202020204" pitchFamily="34" charset="0"/>
                    <a:cs typeface="Arial" panose="020B0604020202020204" pitchFamily="34" charset="0"/>
                  </a:rPr>
                  <a:t> 2020</a:t>
                </a: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C472DE18-EAEF-4D36-AF4C-5C0AF1A23C23}"/>
                  </a:ext>
                </a:extLst>
              </p:cNvPr>
              <p:cNvSpPr txBox="1"/>
              <p:nvPr/>
            </p:nvSpPr>
            <p:spPr>
              <a:xfrm>
                <a:off x="2820886" y="9121847"/>
                <a:ext cx="1551780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lines</a:t>
                </a:r>
                <a:r>
                  <a:rPr lang="pt-PT" sz="2400" b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(z)</a:t>
                </a:r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AE9E128-FF3C-4D66-8767-76A928A52ACE}"/>
                  </a:ext>
                </a:extLst>
              </p:cNvPr>
              <p:cNvSpPr txBox="1"/>
              <p:nvPr/>
            </p:nvSpPr>
            <p:spPr>
              <a:xfrm>
                <a:off x="-1631983" y="3464303"/>
                <a:ext cx="1388143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lines</a:t>
                </a:r>
                <a:r>
                  <a:rPr lang="pt-PT" sz="2400" b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(x)</a:t>
                </a:r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20BF74BF-9D4F-4AB2-84D6-08175DFB15D8}"/>
                  </a:ext>
                </a:extLst>
              </p:cNvPr>
              <p:cNvSpPr txBox="1"/>
              <p:nvPr/>
            </p:nvSpPr>
            <p:spPr>
              <a:xfrm>
                <a:off x="146117" y="6883941"/>
                <a:ext cx="1363260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lines</a:t>
                </a:r>
                <a:r>
                  <a:rPr lang="pt-PT" sz="2400" b="1" dirty="0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(y)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37D61DE7-CBD1-4E55-AD83-4C77EB0D0B45}"/>
                  </a:ext>
                </a:extLst>
              </p:cNvPr>
              <p:cNvSpPr txBox="1"/>
              <p:nvPr/>
            </p:nvSpPr>
            <p:spPr>
              <a:xfrm>
                <a:off x="-1206241" y="-3350064"/>
                <a:ext cx="12610842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Squares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stars share no </a:t>
                </a:r>
                <a:r>
                  <a:rPr lang="pt-PT" sz="24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r>
                  <a:rPr lang="pt-PT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12D9E9F-2C41-433B-A291-0179DF3F822D}"/>
                </a:ext>
              </a:extLst>
            </p:cNvPr>
            <p:cNvGrpSpPr/>
            <p:nvPr/>
          </p:nvGrpSpPr>
          <p:grpSpPr>
            <a:xfrm>
              <a:off x="-243840" y="-2354095"/>
              <a:ext cx="10798847" cy="11984477"/>
              <a:chOff x="-243840" y="-2354095"/>
              <a:chExt cx="10798847" cy="11984477"/>
            </a:xfrm>
          </p:grpSpPr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6D6D09A8-6658-481B-9D23-0617C953FC4A}"/>
                  </a:ext>
                </a:extLst>
              </p:cNvPr>
              <p:cNvGrpSpPr/>
              <p:nvPr/>
            </p:nvGrpSpPr>
            <p:grpSpPr>
              <a:xfrm>
                <a:off x="58368" y="9719"/>
                <a:ext cx="7395376" cy="7407049"/>
                <a:chOff x="58368" y="9719"/>
                <a:chExt cx="7395376" cy="7407049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DEA66C6B-828C-4F93-8A7E-93CCF26020F8}"/>
                    </a:ext>
                  </a:extLst>
                </p:cNvPr>
                <p:cNvSpPr/>
                <p:nvPr/>
              </p:nvSpPr>
              <p:spPr>
                <a:xfrm>
                  <a:off x="2032001" y="1960880"/>
                  <a:ext cx="3505200" cy="3568693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88CDBF6E-CA09-4797-A054-0D16ADDBAAE2}"/>
                    </a:ext>
                  </a:extLst>
                </p:cNvPr>
                <p:cNvSpPr/>
                <p:nvPr/>
              </p:nvSpPr>
              <p:spPr>
                <a:xfrm>
                  <a:off x="1367867" y="1283998"/>
                  <a:ext cx="4808711" cy="4895816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16230EA0-94D3-47EB-AA70-26685B7AD00F}"/>
                    </a:ext>
                  </a:extLst>
                </p:cNvPr>
                <p:cNvSpPr/>
                <p:nvPr/>
              </p:nvSpPr>
              <p:spPr>
                <a:xfrm>
                  <a:off x="751840" y="654733"/>
                  <a:ext cx="6051664" cy="6061608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AECBB83E-353F-4D95-8623-0CFB059C64FC}"/>
                    </a:ext>
                  </a:extLst>
                </p:cNvPr>
                <p:cNvSpPr/>
                <p:nvPr/>
              </p:nvSpPr>
              <p:spPr>
                <a:xfrm>
                  <a:off x="58368" y="9719"/>
                  <a:ext cx="7395376" cy="7407049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464E8D6B-50F4-4F99-A625-4842E927370E}"/>
                  </a:ext>
                </a:extLst>
              </p:cNvPr>
              <p:cNvGrpSpPr/>
              <p:nvPr/>
            </p:nvGrpSpPr>
            <p:grpSpPr>
              <a:xfrm>
                <a:off x="2834639" y="-2354095"/>
                <a:ext cx="7325359" cy="11984477"/>
                <a:chOff x="2834639" y="-2354095"/>
                <a:chExt cx="7325359" cy="11984477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7F993729-B257-4136-9FF1-C1B55734F46A}"/>
                    </a:ext>
                  </a:extLst>
                </p:cNvPr>
                <p:cNvSpPr/>
                <p:nvPr/>
              </p:nvSpPr>
              <p:spPr>
                <a:xfrm>
                  <a:off x="2834639" y="-2354095"/>
                  <a:ext cx="7325359" cy="11984477"/>
                </a:xfrm>
                <a:prstGeom prst="rect">
                  <a:avLst/>
                </a:prstGeom>
                <a:noFill/>
                <a:ln w="63500" cmpd="dbl">
                  <a:solidFill>
                    <a:schemeClr val="bg1">
                      <a:lumMod val="6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0E509E1A-635A-4F15-9720-A10ECDAB70AE}"/>
                    </a:ext>
                  </a:extLst>
                </p:cNvPr>
                <p:cNvSpPr/>
                <p:nvPr/>
              </p:nvSpPr>
              <p:spPr>
                <a:xfrm>
                  <a:off x="3456940" y="-1828800"/>
                  <a:ext cx="6197675" cy="10944847"/>
                </a:xfrm>
                <a:prstGeom prst="rect">
                  <a:avLst/>
                </a:prstGeom>
                <a:noFill/>
                <a:ln w="63500" cmpd="dbl">
                  <a:solidFill>
                    <a:schemeClr val="bg1">
                      <a:lumMod val="6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E4091443-81F8-4DAE-BAEF-D4CACA3EA419}"/>
                    </a:ext>
                  </a:extLst>
                </p:cNvPr>
                <p:cNvSpPr/>
                <p:nvPr/>
              </p:nvSpPr>
              <p:spPr>
                <a:xfrm>
                  <a:off x="4079243" y="-1303506"/>
                  <a:ext cx="4930213" cy="9878529"/>
                </a:xfrm>
                <a:prstGeom prst="rect">
                  <a:avLst/>
                </a:prstGeom>
                <a:noFill/>
                <a:ln w="63500" cmpd="dbl">
                  <a:solidFill>
                    <a:schemeClr val="bg1">
                      <a:lumMod val="6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B19844B6-E37B-4D07-9066-5794ECCCA28E}"/>
                    </a:ext>
                  </a:extLst>
                </p:cNvPr>
                <p:cNvSpPr/>
                <p:nvPr/>
              </p:nvSpPr>
              <p:spPr>
                <a:xfrm>
                  <a:off x="4757421" y="-797667"/>
                  <a:ext cx="3601795" cy="8910536"/>
                </a:xfrm>
                <a:prstGeom prst="rect">
                  <a:avLst/>
                </a:prstGeom>
                <a:noFill/>
                <a:ln w="63500" cmpd="dbl">
                  <a:solidFill>
                    <a:schemeClr val="bg1">
                      <a:lumMod val="6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89" name="Star: 5 Points 88">
                <a:extLst>
                  <a:ext uri="{FF2B5EF4-FFF2-40B4-BE49-F238E27FC236}">
                    <a16:creationId xmlns:a16="http://schemas.microsoft.com/office/drawing/2014/main" id="{2237FBC2-4D5C-459C-83EB-EBB51952C5B6}"/>
                  </a:ext>
                </a:extLst>
              </p:cNvPr>
              <p:cNvSpPr/>
              <p:nvPr/>
            </p:nvSpPr>
            <p:spPr>
              <a:xfrm>
                <a:off x="3261360" y="3187700"/>
                <a:ext cx="391160" cy="391160"/>
              </a:xfrm>
              <a:prstGeom prst="star5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507" name="Group 506">
                <a:extLst>
                  <a:ext uri="{FF2B5EF4-FFF2-40B4-BE49-F238E27FC236}">
                    <a16:creationId xmlns:a16="http://schemas.microsoft.com/office/drawing/2014/main" id="{C4640311-3C21-48BC-B0BC-C35AB2CEDA52}"/>
                  </a:ext>
                </a:extLst>
              </p:cNvPr>
              <p:cNvGrpSpPr/>
              <p:nvPr/>
            </p:nvGrpSpPr>
            <p:grpSpPr>
              <a:xfrm>
                <a:off x="-243840" y="-332740"/>
                <a:ext cx="10798847" cy="8101327"/>
                <a:chOff x="-243840" y="-332740"/>
                <a:chExt cx="10798847" cy="8101327"/>
              </a:xfrm>
              <a:solidFill>
                <a:schemeClr val="bg1">
                  <a:lumMod val="95000"/>
                </a:schemeClr>
              </a:solidFill>
            </p:grpSpPr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BAE72F22-EBB4-4E72-B908-EF0F2A754061}"/>
                    </a:ext>
                  </a:extLst>
                </p:cNvPr>
                <p:cNvGrpSpPr/>
                <p:nvPr/>
              </p:nvGrpSpPr>
              <p:grpSpPr>
                <a:xfrm>
                  <a:off x="2489200" y="2425700"/>
                  <a:ext cx="2595880" cy="2600960"/>
                  <a:chOff x="2489200" y="2425700"/>
                  <a:chExt cx="2595880" cy="2600960"/>
                </a:xfrm>
                <a:grpFill/>
              </p:grpSpPr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9BB078E3-B323-42E3-880B-B59FAAFF4775}"/>
                      </a:ext>
                    </a:extLst>
                  </p:cNvPr>
                  <p:cNvSpPr/>
                  <p:nvPr/>
                </p:nvSpPr>
                <p:spPr>
                  <a:xfrm>
                    <a:off x="248920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8B47B222-4895-43B3-8683-C80A9C542DF1}"/>
                      </a:ext>
                    </a:extLst>
                  </p:cNvPr>
                  <p:cNvSpPr/>
                  <p:nvPr/>
                </p:nvSpPr>
                <p:spPr>
                  <a:xfrm>
                    <a:off x="313944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D74F5749-7064-4112-821E-DB33C7A72C27}"/>
                      </a:ext>
                    </a:extLst>
                  </p:cNvPr>
                  <p:cNvSpPr/>
                  <p:nvPr/>
                </p:nvSpPr>
                <p:spPr>
                  <a:xfrm>
                    <a:off x="248920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6700F74-9EB4-4383-8F02-DBB145753F6A}"/>
                      </a:ext>
                    </a:extLst>
                  </p:cNvPr>
                  <p:cNvSpPr/>
                  <p:nvPr/>
                </p:nvSpPr>
                <p:spPr>
                  <a:xfrm>
                    <a:off x="313944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10476843-4EC2-4155-B551-BF063413217D}"/>
                      </a:ext>
                    </a:extLst>
                  </p:cNvPr>
                  <p:cNvSpPr/>
                  <p:nvPr/>
                </p:nvSpPr>
                <p:spPr>
                  <a:xfrm>
                    <a:off x="3789680" y="242570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3BA6B636-B7FF-4F58-A79E-7F8A568C25CC}"/>
                      </a:ext>
                    </a:extLst>
                  </p:cNvPr>
                  <p:cNvSpPr/>
                  <p:nvPr/>
                </p:nvSpPr>
                <p:spPr>
                  <a:xfrm>
                    <a:off x="378968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F4B502E6-7B3A-4907-BF10-9A5734D033FE}"/>
                      </a:ext>
                    </a:extLst>
                  </p:cNvPr>
                  <p:cNvSpPr/>
                  <p:nvPr/>
                </p:nvSpPr>
                <p:spPr>
                  <a:xfrm>
                    <a:off x="248920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1A340107-4432-462B-A27D-39D86CB0170A}"/>
                      </a:ext>
                    </a:extLst>
                  </p:cNvPr>
                  <p:cNvSpPr/>
                  <p:nvPr/>
                </p:nvSpPr>
                <p:spPr>
                  <a:xfrm>
                    <a:off x="313944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849873E-F1D6-4F4A-BBAA-EC2B412C9587}"/>
                      </a:ext>
                    </a:extLst>
                  </p:cNvPr>
                  <p:cNvSpPr/>
                  <p:nvPr/>
                </p:nvSpPr>
                <p:spPr>
                  <a:xfrm>
                    <a:off x="378968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03" name="Rectangle 102">
                    <a:extLst>
                      <a:ext uri="{FF2B5EF4-FFF2-40B4-BE49-F238E27FC236}">
                        <a16:creationId xmlns:a16="http://schemas.microsoft.com/office/drawing/2014/main" id="{052494B7-0F2C-465E-92F9-F615BB295ACA}"/>
                      </a:ext>
                    </a:extLst>
                  </p:cNvPr>
                  <p:cNvSpPr/>
                  <p:nvPr/>
                </p:nvSpPr>
                <p:spPr>
                  <a:xfrm>
                    <a:off x="4434840" y="242570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E18BC39E-8624-4B14-8C8B-DAC60EC4B4CA}"/>
                      </a:ext>
                    </a:extLst>
                  </p:cNvPr>
                  <p:cNvSpPr/>
                  <p:nvPr/>
                </p:nvSpPr>
                <p:spPr>
                  <a:xfrm>
                    <a:off x="443484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05" name="Rectangle 104">
                    <a:extLst>
                      <a:ext uri="{FF2B5EF4-FFF2-40B4-BE49-F238E27FC236}">
                        <a16:creationId xmlns:a16="http://schemas.microsoft.com/office/drawing/2014/main" id="{B2758EC1-808C-49D4-B44E-4C104C0B1E96}"/>
                      </a:ext>
                    </a:extLst>
                  </p:cNvPr>
                  <p:cNvSpPr/>
                  <p:nvPr/>
                </p:nvSpPr>
                <p:spPr>
                  <a:xfrm>
                    <a:off x="443484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0FED7ED5-65F8-44E1-9DF2-D99CF83137D0}"/>
                      </a:ext>
                    </a:extLst>
                  </p:cNvPr>
                  <p:cNvSpPr/>
                  <p:nvPr/>
                </p:nvSpPr>
                <p:spPr>
                  <a:xfrm>
                    <a:off x="248920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E6A5EE82-D05E-47DD-8511-9343DB189687}"/>
                      </a:ext>
                    </a:extLst>
                  </p:cNvPr>
                  <p:cNvSpPr/>
                  <p:nvPr/>
                </p:nvSpPr>
                <p:spPr>
                  <a:xfrm>
                    <a:off x="313944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08" name="Rectangle 107">
                    <a:extLst>
                      <a:ext uri="{FF2B5EF4-FFF2-40B4-BE49-F238E27FC236}">
                        <a16:creationId xmlns:a16="http://schemas.microsoft.com/office/drawing/2014/main" id="{CD6AB0CA-DF8C-4AF0-94B6-2B436803C826}"/>
                      </a:ext>
                    </a:extLst>
                  </p:cNvPr>
                  <p:cNvSpPr/>
                  <p:nvPr/>
                </p:nvSpPr>
                <p:spPr>
                  <a:xfrm>
                    <a:off x="378968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E2DD1E2A-8486-4276-BF6A-CB1A05AB486A}"/>
                      </a:ext>
                    </a:extLst>
                  </p:cNvPr>
                  <p:cNvSpPr/>
                  <p:nvPr/>
                </p:nvSpPr>
                <p:spPr>
                  <a:xfrm>
                    <a:off x="443484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6B466462-5F69-4683-9458-01A4A01B2C73}"/>
                    </a:ext>
                  </a:extLst>
                </p:cNvPr>
                <p:cNvGrpSpPr/>
                <p:nvPr/>
              </p:nvGrpSpPr>
              <p:grpSpPr>
                <a:xfrm>
                  <a:off x="5214621" y="2425700"/>
                  <a:ext cx="2595880" cy="2600960"/>
                  <a:chOff x="2489200" y="2425700"/>
                  <a:chExt cx="2595880" cy="2600960"/>
                </a:xfrm>
                <a:grpFill/>
              </p:grpSpPr>
              <p:sp>
                <p:nvSpPr>
                  <p:cNvPr id="112" name="Rectangle 111">
                    <a:extLst>
                      <a:ext uri="{FF2B5EF4-FFF2-40B4-BE49-F238E27FC236}">
                        <a16:creationId xmlns:a16="http://schemas.microsoft.com/office/drawing/2014/main" id="{E631DC58-F20A-47C4-BED3-38C22BADD064}"/>
                      </a:ext>
                    </a:extLst>
                  </p:cNvPr>
                  <p:cNvSpPr/>
                  <p:nvPr/>
                </p:nvSpPr>
                <p:spPr>
                  <a:xfrm>
                    <a:off x="2489200" y="242570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3" name="Rectangle 112">
                    <a:extLst>
                      <a:ext uri="{FF2B5EF4-FFF2-40B4-BE49-F238E27FC236}">
                        <a16:creationId xmlns:a16="http://schemas.microsoft.com/office/drawing/2014/main" id="{40FB642E-DBF0-4D72-8D9E-B774980D5A16}"/>
                      </a:ext>
                    </a:extLst>
                  </p:cNvPr>
                  <p:cNvSpPr/>
                  <p:nvPr/>
                </p:nvSpPr>
                <p:spPr>
                  <a:xfrm>
                    <a:off x="3139440" y="2425700"/>
                    <a:ext cx="650240" cy="65024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DD033261-7725-4A29-8DD1-C26F7BDEB24A}"/>
                      </a:ext>
                    </a:extLst>
                  </p:cNvPr>
                  <p:cNvSpPr/>
                  <p:nvPr/>
                </p:nvSpPr>
                <p:spPr>
                  <a:xfrm>
                    <a:off x="248920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5" name="Rectangle 114">
                    <a:extLst>
                      <a:ext uri="{FF2B5EF4-FFF2-40B4-BE49-F238E27FC236}">
                        <a16:creationId xmlns:a16="http://schemas.microsoft.com/office/drawing/2014/main" id="{C1388675-3E4F-4994-8C1D-E6CD41206A70}"/>
                      </a:ext>
                    </a:extLst>
                  </p:cNvPr>
                  <p:cNvSpPr/>
                  <p:nvPr/>
                </p:nvSpPr>
                <p:spPr>
                  <a:xfrm>
                    <a:off x="313944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16" name="Rectangle 115">
                    <a:extLst>
                      <a:ext uri="{FF2B5EF4-FFF2-40B4-BE49-F238E27FC236}">
                        <a16:creationId xmlns:a16="http://schemas.microsoft.com/office/drawing/2014/main" id="{842EEBBE-DF02-4C5C-97FF-D64953381DE9}"/>
                      </a:ext>
                    </a:extLst>
                  </p:cNvPr>
                  <p:cNvSpPr/>
                  <p:nvPr/>
                </p:nvSpPr>
                <p:spPr>
                  <a:xfrm>
                    <a:off x="3789680" y="2425700"/>
                    <a:ext cx="650240" cy="65024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7" name="Rectangle 116">
                    <a:extLst>
                      <a:ext uri="{FF2B5EF4-FFF2-40B4-BE49-F238E27FC236}">
                        <a16:creationId xmlns:a16="http://schemas.microsoft.com/office/drawing/2014/main" id="{54FAAAB4-FE62-44F0-9222-5EB25B5C68BA}"/>
                      </a:ext>
                    </a:extLst>
                  </p:cNvPr>
                  <p:cNvSpPr/>
                  <p:nvPr/>
                </p:nvSpPr>
                <p:spPr>
                  <a:xfrm>
                    <a:off x="378968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A8A0583D-9824-4A15-9307-FEDA35830296}"/>
                      </a:ext>
                    </a:extLst>
                  </p:cNvPr>
                  <p:cNvSpPr/>
                  <p:nvPr/>
                </p:nvSpPr>
                <p:spPr>
                  <a:xfrm>
                    <a:off x="248920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B02253BC-E892-4D37-BFD5-1BB625A0DE19}"/>
                      </a:ext>
                    </a:extLst>
                  </p:cNvPr>
                  <p:cNvSpPr/>
                  <p:nvPr/>
                </p:nvSpPr>
                <p:spPr>
                  <a:xfrm>
                    <a:off x="313944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20" name="Rectangle 119">
                    <a:extLst>
                      <a:ext uri="{FF2B5EF4-FFF2-40B4-BE49-F238E27FC236}">
                        <a16:creationId xmlns:a16="http://schemas.microsoft.com/office/drawing/2014/main" id="{85747CA5-3B55-4B51-B89E-6071E65C4787}"/>
                      </a:ext>
                    </a:extLst>
                  </p:cNvPr>
                  <p:cNvSpPr/>
                  <p:nvPr/>
                </p:nvSpPr>
                <p:spPr>
                  <a:xfrm>
                    <a:off x="378968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1" name="Rectangle 120">
                    <a:extLst>
                      <a:ext uri="{FF2B5EF4-FFF2-40B4-BE49-F238E27FC236}">
                        <a16:creationId xmlns:a16="http://schemas.microsoft.com/office/drawing/2014/main" id="{304A8C77-BA6A-47D5-81E5-F118C1D824EE}"/>
                      </a:ext>
                    </a:extLst>
                  </p:cNvPr>
                  <p:cNvSpPr/>
                  <p:nvPr/>
                </p:nvSpPr>
                <p:spPr>
                  <a:xfrm>
                    <a:off x="4434840" y="242570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E7FE07BA-38A9-4C5C-A96D-452AC9B56F42}"/>
                      </a:ext>
                    </a:extLst>
                  </p:cNvPr>
                  <p:cNvSpPr/>
                  <p:nvPr/>
                </p:nvSpPr>
                <p:spPr>
                  <a:xfrm>
                    <a:off x="4434840" y="307594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C7B9207D-6D98-4823-A3D5-77F382555E3D}"/>
                      </a:ext>
                    </a:extLst>
                  </p:cNvPr>
                  <p:cNvSpPr/>
                  <p:nvPr/>
                </p:nvSpPr>
                <p:spPr>
                  <a:xfrm>
                    <a:off x="4434840" y="372618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55DBC46B-0BF7-4FE9-A964-D7B3390E5F6D}"/>
                      </a:ext>
                    </a:extLst>
                  </p:cNvPr>
                  <p:cNvSpPr/>
                  <p:nvPr/>
                </p:nvSpPr>
                <p:spPr>
                  <a:xfrm>
                    <a:off x="2489200" y="437642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3A66E1B9-0DC4-4C7E-8FFD-2E5D4329326D}"/>
                      </a:ext>
                    </a:extLst>
                  </p:cNvPr>
                  <p:cNvSpPr/>
                  <p:nvPr/>
                </p:nvSpPr>
                <p:spPr>
                  <a:xfrm>
                    <a:off x="3139440" y="437642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48A7E1BE-47F6-4DD1-8ADF-8A79138F09B2}"/>
                      </a:ext>
                    </a:extLst>
                  </p:cNvPr>
                  <p:cNvSpPr/>
                  <p:nvPr/>
                </p:nvSpPr>
                <p:spPr>
                  <a:xfrm>
                    <a:off x="3789680" y="437642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27" name="Rectangle 126">
                    <a:extLst>
                      <a:ext uri="{FF2B5EF4-FFF2-40B4-BE49-F238E27FC236}">
                        <a16:creationId xmlns:a16="http://schemas.microsoft.com/office/drawing/2014/main" id="{B7D77C80-8B1B-4C58-9CAB-790AE1C29043}"/>
                      </a:ext>
                    </a:extLst>
                  </p:cNvPr>
                  <p:cNvSpPr/>
                  <p:nvPr/>
                </p:nvSpPr>
                <p:spPr>
                  <a:xfrm>
                    <a:off x="4434840" y="437642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E073CECF-CB82-4612-A72A-7644CA358C71}"/>
                    </a:ext>
                  </a:extLst>
                </p:cNvPr>
                <p:cNvGrpSpPr/>
                <p:nvPr/>
              </p:nvGrpSpPr>
              <p:grpSpPr>
                <a:xfrm>
                  <a:off x="7959127" y="2425700"/>
                  <a:ext cx="2595880" cy="2600960"/>
                  <a:chOff x="2489200" y="2425700"/>
                  <a:chExt cx="2595880" cy="2600960"/>
                </a:xfrm>
                <a:grpFill/>
              </p:grpSpPr>
              <p:sp>
                <p:nvSpPr>
                  <p:cNvPr id="129" name="Rectangle 128">
                    <a:extLst>
                      <a:ext uri="{FF2B5EF4-FFF2-40B4-BE49-F238E27FC236}">
                        <a16:creationId xmlns:a16="http://schemas.microsoft.com/office/drawing/2014/main" id="{899C6257-E3DA-4DB2-8BC2-3E4A285F8136}"/>
                      </a:ext>
                    </a:extLst>
                  </p:cNvPr>
                  <p:cNvSpPr/>
                  <p:nvPr/>
                </p:nvSpPr>
                <p:spPr>
                  <a:xfrm>
                    <a:off x="248920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0" name="Rectangle 129">
                    <a:extLst>
                      <a:ext uri="{FF2B5EF4-FFF2-40B4-BE49-F238E27FC236}">
                        <a16:creationId xmlns:a16="http://schemas.microsoft.com/office/drawing/2014/main" id="{A15E7BBF-AFEB-4EC4-83DE-3A66C0418CCD}"/>
                      </a:ext>
                    </a:extLst>
                  </p:cNvPr>
                  <p:cNvSpPr/>
                  <p:nvPr/>
                </p:nvSpPr>
                <p:spPr>
                  <a:xfrm>
                    <a:off x="313944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BF5D4737-E488-48BF-9AA3-9DFF39EF0A58}"/>
                      </a:ext>
                    </a:extLst>
                  </p:cNvPr>
                  <p:cNvSpPr/>
                  <p:nvPr/>
                </p:nvSpPr>
                <p:spPr>
                  <a:xfrm>
                    <a:off x="2489200" y="307594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2" name="Rectangle 131">
                    <a:extLst>
                      <a:ext uri="{FF2B5EF4-FFF2-40B4-BE49-F238E27FC236}">
                        <a16:creationId xmlns:a16="http://schemas.microsoft.com/office/drawing/2014/main" id="{6840C013-2D20-4587-9D57-F02462B92B59}"/>
                      </a:ext>
                    </a:extLst>
                  </p:cNvPr>
                  <p:cNvSpPr/>
                  <p:nvPr/>
                </p:nvSpPr>
                <p:spPr>
                  <a:xfrm>
                    <a:off x="3139440" y="307594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3" name="Rectangle 132">
                    <a:extLst>
                      <a:ext uri="{FF2B5EF4-FFF2-40B4-BE49-F238E27FC236}">
                        <a16:creationId xmlns:a16="http://schemas.microsoft.com/office/drawing/2014/main" id="{02A0C144-29AF-4CA8-A074-CD1F9FDC90E3}"/>
                      </a:ext>
                    </a:extLst>
                  </p:cNvPr>
                  <p:cNvSpPr/>
                  <p:nvPr/>
                </p:nvSpPr>
                <p:spPr>
                  <a:xfrm>
                    <a:off x="378968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7766D687-C7F2-45CB-AE02-C6C2040D47EB}"/>
                      </a:ext>
                    </a:extLst>
                  </p:cNvPr>
                  <p:cNvSpPr/>
                  <p:nvPr/>
                </p:nvSpPr>
                <p:spPr>
                  <a:xfrm>
                    <a:off x="3789680" y="307594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35" name="Rectangle 134">
                    <a:extLst>
                      <a:ext uri="{FF2B5EF4-FFF2-40B4-BE49-F238E27FC236}">
                        <a16:creationId xmlns:a16="http://schemas.microsoft.com/office/drawing/2014/main" id="{C2F9FF1B-9D0E-438D-A77B-0DBCBEB0DA48}"/>
                      </a:ext>
                    </a:extLst>
                  </p:cNvPr>
                  <p:cNvSpPr/>
                  <p:nvPr/>
                </p:nvSpPr>
                <p:spPr>
                  <a:xfrm>
                    <a:off x="248920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6" name="Rectangle 135">
                    <a:extLst>
                      <a:ext uri="{FF2B5EF4-FFF2-40B4-BE49-F238E27FC236}">
                        <a16:creationId xmlns:a16="http://schemas.microsoft.com/office/drawing/2014/main" id="{803E5DF6-F05B-478B-8424-43510A826AA1}"/>
                      </a:ext>
                    </a:extLst>
                  </p:cNvPr>
                  <p:cNvSpPr/>
                  <p:nvPr/>
                </p:nvSpPr>
                <p:spPr>
                  <a:xfrm>
                    <a:off x="313944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7" name="Rectangle 136">
                    <a:extLst>
                      <a:ext uri="{FF2B5EF4-FFF2-40B4-BE49-F238E27FC236}">
                        <a16:creationId xmlns:a16="http://schemas.microsoft.com/office/drawing/2014/main" id="{761684AA-C035-4D53-9B24-1B213546B25B}"/>
                      </a:ext>
                    </a:extLst>
                  </p:cNvPr>
                  <p:cNvSpPr/>
                  <p:nvPr/>
                </p:nvSpPr>
                <p:spPr>
                  <a:xfrm>
                    <a:off x="378968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8" name="Rectangle 137">
                    <a:extLst>
                      <a:ext uri="{FF2B5EF4-FFF2-40B4-BE49-F238E27FC236}">
                        <a16:creationId xmlns:a16="http://schemas.microsoft.com/office/drawing/2014/main" id="{FB9CB3E2-4B51-4DF3-A1DC-A3A67FD4EEFE}"/>
                      </a:ext>
                    </a:extLst>
                  </p:cNvPr>
                  <p:cNvSpPr/>
                  <p:nvPr/>
                </p:nvSpPr>
                <p:spPr>
                  <a:xfrm>
                    <a:off x="443484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48020B3D-EA6A-497A-8B16-D4544C5DB913}"/>
                      </a:ext>
                    </a:extLst>
                  </p:cNvPr>
                  <p:cNvSpPr/>
                  <p:nvPr/>
                </p:nvSpPr>
                <p:spPr>
                  <a:xfrm>
                    <a:off x="4434840" y="307594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8C46A138-9370-4AFF-8776-F6A60B858754}"/>
                      </a:ext>
                    </a:extLst>
                  </p:cNvPr>
                  <p:cNvSpPr/>
                  <p:nvPr/>
                </p:nvSpPr>
                <p:spPr>
                  <a:xfrm>
                    <a:off x="443484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BDFD450A-475E-46D7-8877-7AFAF59F8E38}"/>
                      </a:ext>
                    </a:extLst>
                  </p:cNvPr>
                  <p:cNvSpPr/>
                  <p:nvPr/>
                </p:nvSpPr>
                <p:spPr>
                  <a:xfrm>
                    <a:off x="248920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BA5581AD-60BB-4E5B-AA17-AA8D8FFEDEA0}"/>
                      </a:ext>
                    </a:extLst>
                  </p:cNvPr>
                  <p:cNvSpPr/>
                  <p:nvPr/>
                </p:nvSpPr>
                <p:spPr>
                  <a:xfrm>
                    <a:off x="313944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E4012B9D-3F15-4D62-B4F6-2D41A5E8E219}"/>
                      </a:ext>
                    </a:extLst>
                  </p:cNvPr>
                  <p:cNvSpPr/>
                  <p:nvPr/>
                </p:nvSpPr>
                <p:spPr>
                  <a:xfrm>
                    <a:off x="378968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B1B6B13D-2886-41E9-8AB5-BBA601ED11B6}"/>
                      </a:ext>
                    </a:extLst>
                  </p:cNvPr>
                  <p:cNvSpPr/>
                  <p:nvPr/>
                </p:nvSpPr>
                <p:spPr>
                  <a:xfrm>
                    <a:off x="443484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A2860B43-0312-4F5C-A904-D8683039D3D9}"/>
                    </a:ext>
                  </a:extLst>
                </p:cNvPr>
                <p:cNvGrpSpPr/>
                <p:nvPr/>
              </p:nvGrpSpPr>
              <p:grpSpPr>
                <a:xfrm>
                  <a:off x="-243840" y="2425700"/>
                  <a:ext cx="2595880" cy="2600960"/>
                  <a:chOff x="2489200" y="2425700"/>
                  <a:chExt cx="2595880" cy="2600960"/>
                </a:xfrm>
                <a:grpFill/>
              </p:grpSpPr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5D2C75E5-CA7F-4ADB-B968-D4AA1D8EB06C}"/>
                      </a:ext>
                    </a:extLst>
                  </p:cNvPr>
                  <p:cNvSpPr/>
                  <p:nvPr/>
                </p:nvSpPr>
                <p:spPr>
                  <a:xfrm>
                    <a:off x="248920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450196BF-9377-416F-A2CB-3D9B5E2BEAC1}"/>
                      </a:ext>
                    </a:extLst>
                  </p:cNvPr>
                  <p:cNvSpPr/>
                  <p:nvPr/>
                </p:nvSpPr>
                <p:spPr>
                  <a:xfrm>
                    <a:off x="313944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7CDE1826-CE5C-47D2-B578-EA6A94E4F923}"/>
                      </a:ext>
                    </a:extLst>
                  </p:cNvPr>
                  <p:cNvSpPr/>
                  <p:nvPr/>
                </p:nvSpPr>
                <p:spPr>
                  <a:xfrm>
                    <a:off x="2489200" y="307594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49" name="Rectangle 148">
                    <a:extLst>
                      <a:ext uri="{FF2B5EF4-FFF2-40B4-BE49-F238E27FC236}">
                        <a16:creationId xmlns:a16="http://schemas.microsoft.com/office/drawing/2014/main" id="{B597AC96-2684-43B9-A67D-FD60613B64A7}"/>
                      </a:ext>
                    </a:extLst>
                  </p:cNvPr>
                  <p:cNvSpPr/>
                  <p:nvPr/>
                </p:nvSpPr>
                <p:spPr>
                  <a:xfrm>
                    <a:off x="313944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50" name="Rectangle 149">
                    <a:extLst>
                      <a:ext uri="{FF2B5EF4-FFF2-40B4-BE49-F238E27FC236}">
                        <a16:creationId xmlns:a16="http://schemas.microsoft.com/office/drawing/2014/main" id="{86B76FF8-989F-4F44-8B85-F03383080B57}"/>
                      </a:ext>
                    </a:extLst>
                  </p:cNvPr>
                  <p:cNvSpPr/>
                  <p:nvPr/>
                </p:nvSpPr>
                <p:spPr>
                  <a:xfrm>
                    <a:off x="378968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51" name="Rectangle 150">
                    <a:extLst>
                      <a:ext uri="{FF2B5EF4-FFF2-40B4-BE49-F238E27FC236}">
                        <a16:creationId xmlns:a16="http://schemas.microsoft.com/office/drawing/2014/main" id="{D0F8313F-0C1A-46EB-BAD1-FED85177DB12}"/>
                      </a:ext>
                    </a:extLst>
                  </p:cNvPr>
                  <p:cNvSpPr/>
                  <p:nvPr/>
                </p:nvSpPr>
                <p:spPr>
                  <a:xfrm>
                    <a:off x="378968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2" name="Rectangle 151">
                    <a:extLst>
                      <a:ext uri="{FF2B5EF4-FFF2-40B4-BE49-F238E27FC236}">
                        <a16:creationId xmlns:a16="http://schemas.microsoft.com/office/drawing/2014/main" id="{BFC5C3AC-718A-410E-8C2F-2C79A0CA6FD2}"/>
                      </a:ext>
                    </a:extLst>
                  </p:cNvPr>
                  <p:cNvSpPr/>
                  <p:nvPr/>
                </p:nvSpPr>
                <p:spPr>
                  <a:xfrm>
                    <a:off x="248920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53" name="Rectangle 152">
                    <a:extLst>
                      <a:ext uri="{FF2B5EF4-FFF2-40B4-BE49-F238E27FC236}">
                        <a16:creationId xmlns:a16="http://schemas.microsoft.com/office/drawing/2014/main" id="{1377D656-321C-4BE7-AF1C-F6162AB634FA}"/>
                      </a:ext>
                    </a:extLst>
                  </p:cNvPr>
                  <p:cNvSpPr/>
                  <p:nvPr/>
                </p:nvSpPr>
                <p:spPr>
                  <a:xfrm>
                    <a:off x="313944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4" name="Rectangle 153">
                    <a:extLst>
                      <a:ext uri="{FF2B5EF4-FFF2-40B4-BE49-F238E27FC236}">
                        <a16:creationId xmlns:a16="http://schemas.microsoft.com/office/drawing/2014/main" id="{E9140A69-AFD2-45AC-BE0B-D61D92155FEB}"/>
                      </a:ext>
                    </a:extLst>
                  </p:cNvPr>
                  <p:cNvSpPr/>
                  <p:nvPr/>
                </p:nvSpPr>
                <p:spPr>
                  <a:xfrm>
                    <a:off x="378968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8ECE6808-1360-4A5F-AC61-6CAE5755F7D2}"/>
                      </a:ext>
                    </a:extLst>
                  </p:cNvPr>
                  <p:cNvSpPr/>
                  <p:nvPr/>
                </p:nvSpPr>
                <p:spPr>
                  <a:xfrm>
                    <a:off x="443484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844367AF-CDB1-4933-BA69-9BF0541DD857}"/>
                      </a:ext>
                    </a:extLst>
                  </p:cNvPr>
                  <p:cNvSpPr/>
                  <p:nvPr/>
                </p:nvSpPr>
                <p:spPr>
                  <a:xfrm>
                    <a:off x="443484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57" name="Rectangle 156">
                    <a:extLst>
                      <a:ext uri="{FF2B5EF4-FFF2-40B4-BE49-F238E27FC236}">
                        <a16:creationId xmlns:a16="http://schemas.microsoft.com/office/drawing/2014/main" id="{4B35084A-6E2C-4952-BD17-9A43AAA74868}"/>
                      </a:ext>
                    </a:extLst>
                  </p:cNvPr>
                  <p:cNvSpPr/>
                  <p:nvPr/>
                </p:nvSpPr>
                <p:spPr>
                  <a:xfrm>
                    <a:off x="443484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8" name="Rectangle 157">
                    <a:extLst>
                      <a:ext uri="{FF2B5EF4-FFF2-40B4-BE49-F238E27FC236}">
                        <a16:creationId xmlns:a16="http://schemas.microsoft.com/office/drawing/2014/main" id="{FC846E5E-6024-4C98-A20D-30AE1740452B}"/>
                      </a:ext>
                    </a:extLst>
                  </p:cNvPr>
                  <p:cNvSpPr/>
                  <p:nvPr/>
                </p:nvSpPr>
                <p:spPr>
                  <a:xfrm>
                    <a:off x="248920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59" name="Rectangle 158">
                    <a:extLst>
                      <a:ext uri="{FF2B5EF4-FFF2-40B4-BE49-F238E27FC236}">
                        <a16:creationId xmlns:a16="http://schemas.microsoft.com/office/drawing/2014/main" id="{C8FB1E96-9B80-4D05-82E8-50B50456B693}"/>
                      </a:ext>
                    </a:extLst>
                  </p:cNvPr>
                  <p:cNvSpPr/>
                  <p:nvPr/>
                </p:nvSpPr>
                <p:spPr>
                  <a:xfrm>
                    <a:off x="313944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0" name="Rectangle 159">
                    <a:extLst>
                      <a:ext uri="{FF2B5EF4-FFF2-40B4-BE49-F238E27FC236}">
                        <a16:creationId xmlns:a16="http://schemas.microsoft.com/office/drawing/2014/main" id="{9FAC3B76-12A8-4657-B56D-1138015A7F90}"/>
                      </a:ext>
                    </a:extLst>
                  </p:cNvPr>
                  <p:cNvSpPr/>
                  <p:nvPr/>
                </p:nvSpPr>
                <p:spPr>
                  <a:xfrm>
                    <a:off x="378968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6520DEA2-9F52-4F13-85E7-E64BC98E99EA}"/>
                      </a:ext>
                    </a:extLst>
                  </p:cNvPr>
                  <p:cNvSpPr/>
                  <p:nvPr/>
                </p:nvSpPr>
                <p:spPr>
                  <a:xfrm>
                    <a:off x="443484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63628670-C903-4611-A8CD-31F74592AC73}"/>
                    </a:ext>
                  </a:extLst>
                </p:cNvPr>
                <p:cNvGrpSpPr/>
                <p:nvPr/>
              </p:nvGrpSpPr>
              <p:grpSpPr>
                <a:xfrm>
                  <a:off x="2489200" y="-332740"/>
                  <a:ext cx="2595880" cy="2600960"/>
                  <a:chOff x="2489200" y="2425700"/>
                  <a:chExt cx="2595880" cy="2600960"/>
                </a:xfrm>
                <a:grpFill/>
              </p:grpSpPr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D9B30A3A-3CEB-46FD-B44D-5990D5A88AFC}"/>
                      </a:ext>
                    </a:extLst>
                  </p:cNvPr>
                  <p:cNvSpPr/>
                  <p:nvPr/>
                </p:nvSpPr>
                <p:spPr>
                  <a:xfrm>
                    <a:off x="248920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4" name="Rectangle 163">
                    <a:extLst>
                      <a:ext uri="{FF2B5EF4-FFF2-40B4-BE49-F238E27FC236}">
                        <a16:creationId xmlns:a16="http://schemas.microsoft.com/office/drawing/2014/main" id="{C9C1D73C-64C1-4464-8671-6650FCFA2990}"/>
                      </a:ext>
                    </a:extLst>
                  </p:cNvPr>
                  <p:cNvSpPr/>
                  <p:nvPr/>
                </p:nvSpPr>
                <p:spPr>
                  <a:xfrm>
                    <a:off x="313944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7C78B473-4A5D-471F-94FE-0DA5F2CC6FA4}"/>
                      </a:ext>
                    </a:extLst>
                  </p:cNvPr>
                  <p:cNvSpPr/>
                  <p:nvPr/>
                </p:nvSpPr>
                <p:spPr>
                  <a:xfrm>
                    <a:off x="2489200" y="307594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030AC02E-986E-42D3-B7C5-71B1D0E2B538}"/>
                      </a:ext>
                    </a:extLst>
                  </p:cNvPr>
                  <p:cNvSpPr/>
                  <p:nvPr/>
                </p:nvSpPr>
                <p:spPr>
                  <a:xfrm>
                    <a:off x="3139440" y="307594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7" name="Rectangle 166">
                    <a:extLst>
                      <a:ext uri="{FF2B5EF4-FFF2-40B4-BE49-F238E27FC236}">
                        <a16:creationId xmlns:a16="http://schemas.microsoft.com/office/drawing/2014/main" id="{2B29AECA-3C9D-4249-9160-740DE491D2C5}"/>
                      </a:ext>
                    </a:extLst>
                  </p:cNvPr>
                  <p:cNvSpPr/>
                  <p:nvPr/>
                </p:nvSpPr>
                <p:spPr>
                  <a:xfrm>
                    <a:off x="3789680" y="242570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68" name="Rectangle 167">
                    <a:extLst>
                      <a:ext uri="{FF2B5EF4-FFF2-40B4-BE49-F238E27FC236}">
                        <a16:creationId xmlns:a16="http://schemas.microsoft.com/office/drawing/2014/main" id="{15F93BB5-F242-4217-9EBC-AA66D059174E}"/>
                      </a:ext>
                    </a:extLst>
                  </p:cNvPr>
                  <p:cNvSpPr/>
                  <p:nvPr/>
                </p:nvSpPr>
                <p:spPr>
                  <a:xfrm>
                    <a:off x="3789680" y="307594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69" name="Rectangle 168">
                    <a:extLst>
                      <a:ext uri="{FF2B5EF4-FFF2-40B4-BE49-F238E27FC236}">
                        <a16:creationId xmlns:a16="http://schemas.microsoft.com/office/drawing/2014/main" id="{B1EEE512-7AC9-4462-9FA9-B1D9745A4348}"/>
                      </a:ext>
                    </a:extLst>
                  </p:cNvPr>
                  <p:cNvSpPr/>
                  <p:nvPr/>
                </p:nvSpPr>
                <p:spPr>
                  <a:xfrm>
                    <a:off x="2489200" y="372618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90B1C96C-AE14-474D-AD8D-81499F36EC3B}"/>
                      </a:ext>
                    </a:extLst>
                  </p:cNvPr>
                  <p:cNvSpPr/>
                  <p:nvPr/>
                </p:nvSpPr>
                <p:spPr>
                  <a:xfrm>
                    <a:off x="3139440" y="372618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27359368-C9E9-49B0-9E6B-D1DAD90B7B77}"/>
                      </a:ext>
                    </a:extLst>
                  </p:cNvPr>
                  <p:cNvSpPr/>
                  <p:nvPr/>
                </p:nvSpPr>
                <p:spPr>
                  <a:xfrm>
                    <a:off x="378968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7731895B-391D-4F6B-8E38-8ECB2A32B91E}"/>
                      </a:ext>
                    </a:extLst>
                  </p:cNvPr>
                  <p:cNvSpPr/>
                  <p:nvPr/>
                </p:nvSpPr>
                <p:spPr>
                  <a:xfrm>
                    <a:off x="4434840" y="242570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9DF0EA42-9341-4A5D-9331-D3BC138110DF}"/>
                      </a:ext>
                    </a:extLst>
                  </p:cNvPr>
                  <p:cNvSpPr/>
                  <p:nvPr/>
                </p:nvSpPr>
                <p:spPr>
                  <a:xfrm>
                    <a:off x="443484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FDA5130A-E4DE-4FDC-BEEA-0193D9FB047C}"/>
                      </a:ext>
                    </a:extLst>
                  </p:cNvPr>
                  <p:cNvSpPr/>
                  <p:nvPr/>
                </p:nvSpPr>
                <p:spPr>
                  <a:xfrm>
                    <a:off x="443484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9493E85D-4BA0-42B1-917C-54F5A3E7F38D}"/>
                      </a:ext>
                    </a:extLst>
                  </p:cNvPr>
                  <p:cNvSpPr/>
                  <p:nvPr/>
                </p:nvSpPr>
                <p:spPr>
                  <a:xfrm>
                    <a:off x="248920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4F81D098-7D6B-42CC-A722-E096A30498E5}"/>
                      </a:ext>
                    </a:extLst>
                  </p:cNvPr>
                  <p:cNvSpPr/>
                  <p:nvPr/>
                </p:nvSpPr>
                <p:spPr>
                  <a:xfrm>
                    <a:off x="3139440" y="437642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8EFBA3F4-1791-4151-A7E0-A60B2FBD3C73}"/>
                      </a:ext>
                    </a:extLst>
                  </p:cNvPr>
                  <p:cNvSpPr/>
                  <p:nvPr/>
                </p:nvSpPr>
                <p:spPr>
                  <a:xfrm>
                    <a:off x="378968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C004F135-F9E3-4597-8911-3DE0946E6B8F}"/>
                      </a:ext>
                    </a:extLst>
                  </p:cNvPr>
                  <p:cNvSpPr/>
                  <p:nvPr/>
                </p:nvSpPr>
                <p:spPr>
                  <a:xfrm>
                    <a:off x="443484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E06DBF80-4300-4286-96CD-217B87F5D4C1}"/>
                    </a:ext>
                  </a:extLst>
                </p:cNvPr>
                <p:cNvGrpSpPr/>
                <p:nvPr/>
              </p:nvGrpSpPr>
              <p:grpSpPr>
                <a:xfrm>
                  <a:off x="2489200" y="5167627"/>
                  <a:ext cx="2595880" cy="2600960"/>
                  <a:chOff x="2489200" y="2425700"/>
                  <a:chExt cx="2595880" cy="2600960"/>
                </a:xfrm>
                <a:grpFill/>
              </p:grpSpPr>
              <p:sp>
                <p:nvSpPr>
                  <p:cNvPr id="180" name="Rectangle 179">
                    <a:extLst>
                      <a:ext uri="{FF2B5EF4-FFF2-40B4-BE49-F238E27FC236}">
                        <a16:creationId xmlns:a16="http://schemas.microsoft.com/office/drawing/2014/main" id="{8CA3D7F8-E48B-44F9-83C2-8B80EDEAB270}"/>
                      </a:ext>
                    </a:extLst>
                  </p:cNvPr>
                  <p:cNvSpPr/>
                  <p:nvPr/>
                </p:nvSpPr>
                <p:spPr>
                  <a:xfrm>
                    <a:off x="2489200" y="2425700"/>
                    <a:ext cx="650240" cy="650240"/>
                  </a:xfrm>
                  <a:prstGeom prst="rect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81" name="Rectangle 180">
                    <a:extLst>
                      <a:ext uri="{FF2B5EF4-FFF2-40B4-BE49-F238E27FC236}">
                        <a16:creationId xmlns:a16="http://schemas.microsoft.com/office/drawing/2014/main" id="{8A998DC6-CF8A-4EE3-AB63-F1F848751600}"/>
                      </a:ext>
                    </a:extLst>
                  </p:cNvPr>
                  <p:cNvSpPr/>
                  <p:nvPr/>
                </p:nvSpPr>
                <p:spPr>
                  <a:xfrm>
                    <a:off x="3139440" y="242570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C01F1F85-15F5-4153-8F98-3C3B439E4506}"/>
                      </a:ext>
                    </a:extLst>
                  </p:cNvPr>
                  <p:cNvSpPr/>
                  <p:nvPr/>
                </p:nvSpPr>
                <p:spPr>
                  <a:xfrm>
                    <a:off x="248920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5CDA8B16-3FA1-4E03-8E3E-CDCA84F9FE8A}"/>
                      </a:ext>
                    </a:extLst>
                  </p:cNvPr>
                  <p:cNvSpPr/>
                  <p:nvPr/>
                </p:nvSpPr>
                <p:spPr>
                  <a:xfrm>
                    <a:off x="3139440" y="307594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7C492F1B-080D-429F-8C29-7A73A7926FF0}"/>
                      </a:ext>
                    </a:extLst>
                  </p:cNvPr>
                  <p:cNvSpPr/>
                  <p:nvPr/>
                </p:nvSpPr>
                <p:spPr>
                  <a:xfrm>
                    <a:off x="3789680" y="2425700"/>
                    <a:ext cx="650240" cy="650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05390D44-9D27-4454-BE1E-5ADA4017FA3B}"/>
                      </a:ext>
                    </a:extLst>
                  </p:cNvPr>
                  <p:cNvSpPr/>
                  <p:nvPr/>
                </p:nvSpPr>
                <p:spPr>
                  <a:xfrm>
                    <a:off x="3789680" y="307594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001BF7C4-AF0C-473E-B494-17189C8C3A28}"/>
                      </a:ext>
                    </a:extLst>
                  </p:cNvPr>
                  <p:cNvSpPr/>
                  <p:nvPr/>
                </p:nvSpPr>
                <p:spPr>
                  <a:xfrm>
                    <a:off x="2489200" y="372618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B6F48F3E-7A34-4168-9D74-BBEDD148A3CB}"/>
                      </a:ext>
                    </a:extLst>
                  </p:cNvPr>
                  <p:cNvSpPr/>
                  <p:nvPr/>
                </p:nvSpPr>
                <p:spPr>
                  <a:xfrm>
                    <a:off x="3139440" y="372618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8" name="Rectangle 187">
                    <a:extLst>
                      <a:ext uri="{FF2B5EF4-FFF2-40B4-BE49-F238E27FC236}">
                        <a16:creationId xmlns:a16="http://schemas.microsoft.com/office/drawing/2014/main" id="{E16CE585-DF65-4EAB-A181-F61A9DB8346B}"/>
                      </a:ext>
                    </a:extLst>
                  </p:cNvPr>
                  <p:cNvSpPr/>
                  <p:nvPr/>
                </p:nvSpPr>
                <p:spPr>
                  <a:xfrm>
                    <a:off x="3789680" y="372618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89" name="Rectangle 188">
                    <a:extLst>
                      <a:ext uri="{FF2B5EF4-FFF2-40B4-BE49-F238E27FC236}">
                        <a16:creationId xmlns:a16="http://schemas.microsoft.com/office/drawing/2014/main" id="{8150D629-F215-4708-8BE0-A6CED389A434}"/>
                      </a:ext>
                    </a:extLst>
                  </p:cNvPr>
                  <p:cNvSpPr/>
                  <p:nvPr/>
                </p:nvSpPr>
                <p:spPr>
                  <a:xfrm>
                    <a:off x="4434840" y="242570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C5ED88B-5D7E-418F-817C-A16A1BE13D0D}"/>
                      </a:ext>
                    </a:extLst>
                  </p:cNvPr>
                  <p:cNvSpPr/>
                  <p:nvPr/>
                </p:nvSpPr>
                <p:spPr>
                  <a:xfrm>
                    <a:off x="4434840" y="307594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5DA7D60E-3E88-42EE-99C0-5A1DA08C375F}"/>
                      </a:ext>
                    </a:extLst>
                  </p:cNvPr>
                  <p:cNvSpPr/>
                  <p:nvPr/>
                </p:nvSpPr>
                <p:spPr>
                  <a:xfrm>
                    <a:off x="4434840" y="372618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693BAF8C-28D9-4E1F-AF08-4BE84AA82D0D}"/>
                      </a:ext>
                    </a:extLst>
                  </p:cNvPr>
                  <p:cNvSpPr/>
                  <p:nvPr/>
                </p:nvSpPr>
                <p:spPr>
                  <a:xfrm>
                    <a:off x="248920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9CB858BA-83DE-4C99-A249-19B3D90E97EF}"/>
                      </a:ext>
                    </a:extLst>
                  </p:cNvPr>
                  <p:cNvSpPr/>
                  <p:nvPr/>
                </p:nvSpPr>
                <p:spPr>
                  <a:xfrm>
                    <a:off x="3139440" y="4376420"/>
                    <a:ext cx="650240" cy="650240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EA566C98-0EF4-4200-90DD-FB81BFF35036}"/>
                      </a:ext>
                    </a:extLst>
                  </p:cNvPr>
                  <p:cNvSpPr/>
                  <p:nvPr/>
                </p:nvSpPr>
                <p:spPr>
                  <a:xfrm>
                    <a:off x="3789680" y="437642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7561C85-2C4A-4090-84BE-42A8EDC131D6}"/>
                      </a:ext>
                    </a:extLst>
                  </p:cNvPr>
                  <p:cNvSpPr/>
                  <p:nvPr/>
                </p:nvSpPr>
                <p:spPr>
                  <a:xfrm>
                    <a:off x="4434840" y="4376420"/>
                    <a:ext cx="650240" cy="650240"/>
                  </a:xfrm>
                  <a:prstGeom prst="rect">
                    <a:avLst/>
                  </a:prstGeom>
                  <a:solidFill>
                    <a:srgbClr val="F1D9FF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</p:grp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D6342DB3-240C-4940-B86C-67C465F4AF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2928" y="5034013"/>
                <a:ext cx="13194" cy="79164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19DECEDE-5086-4586-A8A3-31E3F99022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0248" y="3717232"/>
                <a:ext cx="26611" cy="63801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C58B5F3C-16E9-4718-B2DA-3C22C0783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9409" y="3076420"/>
                <a:ext cx="1378601" cy="1154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AFD7DE77-5256-4085-A39A-8343C3DA9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86977" y="2422779"/>
                <a:ext cx="0" cy="19789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E3B79044-E4B2-4E92-88D7-C444D1B19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6858" y="4370397"/>
                <a:ext cx="1310117" cy="252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5497ED6D-69C4-4CD5-9AEE-915BB6B593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63132" y="2422779"/>
                <a:ext cx="1330102" cy="51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62369BC9-A757-441D-98C7-1617C05B28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4256" y="4383396"/>
                <a:ext cx="79260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F0DA2DD7-2022-42BC-96F1-8AC3869CDE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8963" y="3681248"/>
                <a:ext cx="0" cy="7162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40A2B9A9-CF40-492D-AEFA-A60265468B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10987" y="967740"/>
                <a:ext cx="0" cy="212145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7E4888FB-DE1F-48EC-88AF-EDCAAA1851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11981" y="293936"/>
                <a:ext cx="734577" cy="1252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F480FF0C-A812-4D0A-8C41-B8D6EE60D3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8098" y="294010"/>
                <a:ext cx="2068877" cy="216275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>
                <a:extLst>
                  <a:ext uri="{FF2B5EF4-FFF2-40B4-BE49-F238E27FC236}">
                    <a16:creationId xmlns:a16="http://schemas.microsoft.com/office/drawing/2014/main" id="{6991FD56-7C37-4BC7-87A0-921A277C25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0003" y="3062688"/>
                <a:ext cx="3434009" cy="3334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>
                <a:extLst>
                  <a:ext uri="{FF2B5EF4-FFF2-40B4-BE49-F238E27FC236}">
                    <a16:creationId xmlns:a16="http://schemas.microsoft.com/office/drawing/2014/main" id="{B90BFFF9-C0BC-43E6-A96E-16EE9EE52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9218" y="3704505"/>
                <a:ext cx="2123999" cy="20323"/>
              </a:xfrm>
              <a:prstGeom prst="lin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6CDEEE04-9FBE-4B1B-8FF4-3F123EF794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07423" y="5026180"/>
                <a:ext cx="2703539" cy="314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C57CE5D8-9567-489E-AC7D-333B368A43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8339" y="4376953"/>
                <a:ext cx="28219" cy="65573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B1DC2939-7AEB-4353-9CF9-20EFABDF13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51969" y="6446611"/>
                <a:ext cx="647746" cy="113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9BE1930A-80EB-41C8-9951-E2E00600CA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93552" y="7104672"/>
                <a:ext cx="6164" cy="670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55866261-FADA-4A6A-83CA-6B6C594D4F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56056" y="5810078"/>
                <a:ext cx="685970" cy="778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78AD81C6-518D-48D0-B128-E171FB2CB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48352" y="3731108"/>
                <a:ext cx="67366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3F61FC83-0A0C-4F56-B944-14AB7C3137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0488" y="3049215"/>
                <a:ext cx="17135" cy="68690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FD3D3E6A-3669-492D-AA84-C29777036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3162" y="1617980"/>
                <a:ext cx="191931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372554E7-3E0C-4E52-914A-29ED64A7AB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81806" y="5004203"/>
                <a:ext cx="10880" cy="274979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A7D97517-6C32-4AFE-91E4-1C24EA6A7E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04767" y="5022725"/>
                <a:ext cx="650240" cy="659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94594E44-33BD-48C3-8297-F15AB68F15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65760" y="2402146"/>
                <a:ext cx="11098" cy="66484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274BEAF3-7068-410C-AC36-7C14385338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02871" y="970965"/>
                <a:ext cx="624472" cy="555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8F4963FF-4364-40ED-8EB4-7C4DA6FAA0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17470" y="272794"/>
                <a:ext cx="1" cy="71089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907CD1B3-3CBC-47EF-8E58-7743AE1CF5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33830" y="4392946"/>
                <a:ext cx="669041" cy="269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70623C3E-5FFF-40E4-8C63-60B2A0FF7E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88587" y="3704504"/>
                <a:ext cx="8320" cy="69296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DCFA07B2-DD6A-4A0E-8374-9A1293B0D0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4547" y="-318073"/>
                <a:ext cx="2864249" cy="2750749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EC57461E-EE5F-49BD-86DB-3BA129FEC2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6481" y="-303560"/>
                <a:ext cx="134007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1B76593C-7BB0-40E5-951B-116348AF1C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02871" y="7755685"/>
                <a:ext cx="1257386" cy="304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E7290E7A-9856-4F99-A610-5564F284C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96176" y="3713243"/>
                <a:ext cx="19967" cy="6842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45F5FD27-DFF0-4B97-99AE-A867EBD022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92590" y="3695136"/>
                <a:ext cx="70064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A5095764-A5FA-4235-A1D1-420D979AAF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93920" y="4376419"/>
                <a:ext cx="649802" cy="2777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BA5A6FB4-030D-4B47-985F-15FCC04AE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8494" y="4397468"/>
                <a:ext cx="6556" cy="20835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74619526-1597-431B-A417-FB1BF60179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68610" y="5802187"/>
                <a:ext cx="704552" cy="789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314E5E85-59E7-4ECC-802E-E4AF2DF9C5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967980" y="2388592"/>
                <a:ext cx="25429" cy="262843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D2BCCB34-EB66-4446-BC29-7CC9866FA7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6654" y="4383017"/>
                <a:ext cx="4552" cy="63970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B9B7D03-28A3-4527-80A9-D8A2DF0067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43519" y="5029480"/>
                <a:ext cx="146096" cy="320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BEBADE5A-99FF-47D9-92AE-997B9B0423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13673" y="4408235"/>
                <a:ext cx="626828" cy="733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1141F400-327F-4104-A14F-1CA2FE991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754" y="3049215"/>
                <a:ext cx="15509" cy="13549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F75FA3E8-09D4-4CF8-A22E-0A34B41B0A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24580" y="5056409"/>
                <a:ext cx="2699240" cy="2691808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C7874259-545F-4A0D-9E1B-5695C30B9E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104" y="4376419"/>
                <a:ext cx="1284776" cy="75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CB49CDB6-EC00-4704-9B25-112287024A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8486" y="3705205"/>
                <a:ext cx="4439" cy="6851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8A91B39B-7406-417C-9AD2-9F6C30FCD9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81806" y="7754001"/>
                <a:ext cx="663503" cy="679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D6237ABB-5AB4-45B1-8956-8C32DB77DE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13673" y="5029322"/>
                <a:ext cx="1264038" cy="33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9E08D0BA-8590-4C02-9785-C4BA5EC5C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7063" y="1613915"/>
                <a:ext cx="741050" cy="774677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4C64517D-C497-49EE-B9BB-4297873874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69140" y="5809259"/>
                <a:ext cx="6164" cy="6708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97CF457F-E930-4E31-AD76-DB7090F767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46127" y="6341733"/>
                <a:ext cx="0" cy="7696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EE3FB366-7611-4E1F-AADE-A7A5BAEE28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51969" y="7094468"/>
                <a:ext cx="647746" cy="113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39E47272-0C10-4B14-8C90-2251595811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73162" y="308134"/>
                <a:ext cx="676292" cy="1496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317839A-4F30-489A-A724-DA2CC852CC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18974" y="-332740"/>
                <a:ext cx="0" cy="64068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293B8422-D945-44F2-9AC8-D014CA3668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3162" y="293936"/>
                <a:ext cx="0" cy="131997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F53858CC-953A-49BA-898F-8DD4DF568F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61486" y="5002568"/>
                <a:ext cx="647746" cy="113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11CD969-4BD8-422E-880C-726E764E9A48}"/>
                </a:ext>
              </a:extLst>
            </p:cNvPr>
            <p:cNvGrpSpPr/>
            <p:nvPr/>
          </p:nvGrpSpPr>
          <p:grpSpPr>
            <a:xfrm>
              <a:off x="-1422399" y="2750820"/>
              <a:ext cx="933130" cy="1950720"/>
              <a:chOff x="-1082327" y="2750820"/>
              <a:chExt cx="593057" cy="1950720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BAF1B7F-52D3-4360-A299-EF3C8089CD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82327" y="3401060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>
                <a:extLst>
                  <a:ext uri="{FF2B5EF4-FFF2-40B4-BE49-F238E27FC236}">
                    <a16:creationId xmlns:a16="http://schemas.microsoft.com/office/drawing/2014/main" id="{C5E78DBE-70A4-4A0A-A28C-041277E776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70036" y="4036237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Arrow Connector 232">
                <a:extLst>
                  <a:ext uri="{FF2B5EF4-FFF2-40B4-BE49-F238E27FC236}">
                    <a16:creationId xmlns:a16="http://schemas.microsoft.com/office/drawing/2014/main" id="{81F86C24-D417-4D5F-9FA8-AE4DA2963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70036" y="4701540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D633178E-2B8F-4853-963F-60D44202E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082327" y="2750820"/>
                <a:ext cx="58076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1852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88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73</cp:revision>
  <dcterms:created xsi:type="dcterms:W3CDTF">2020-06-19T12:00:46Z</dcterms:created>
  <dcterms:modified xsi:type="dcterms:W3CDTF">2020-06-21T10:59:16Z</dcterms:modified>
</cp:coreProperties>
</file>