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FBE5D6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84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9E72-FC81-4049-BB6F-A5AD26F9D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75FDC-AF4F-4A32-A58A-3744117DB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B0B8-E5C1-4DF6-86BD-BC574EEF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ADF1-81A8-4B5B-90E7-6327BEEE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F21DD-2B3F-488C-BA7A-97787456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826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32A2-F243-4AA3-BEC1-51A5E323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41E80-2315-4A95-8171-5D1447765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115A4-49DC-4B35-990C-04FE59EA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A2663-A80C-40D7-9030-E9512709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1B99C-86AF-4034-8D4D-1FF76291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760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7EF1-4A0F-44F8-84EB-F1EC7A10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489C-1600-4C26-A189-8036DB0C5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6AB98-9E62-4AAF-AC4C-01DBD8C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ED017-B905-4F08-8FA0-80872590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902E-407B-41E3-8D9D-61CB596E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20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DEFF-1FCD-4E9B-89CA-912A805F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5E31-1DD4-48CB-AAF2-5BE1CB5C6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412D4-145E-4CA7-A364-FE4ED5930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7C6D5-8860-4DC0-9AF0-42863B5F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BBAFE-DAC6-45CB-BC92-88DFCDAC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29EA-4C30-4097-9406-BE68F26E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740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056E-7AAC-482C-8BF9-6AEF6EFD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A7B52-D98C-4D06-8045-F59E93FB0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44F90-DBC5-4C9E-9B0E-44D9C076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D3F01-9BEA-4A27-B21F-EEABC9A66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9DBCE-A167-4531-84EF-7B4A6BA9F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5E54F-E3E2-4198-B985-1A2C1105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659DF-8343-4A6B-8199-39EF15A8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263FC-07C1-412A-B80E-3C975449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340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7D64-6393-4869-91F7-97281A15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A0B3A-7001-41B9-AC0F-75A53092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24678-DF1F-4457-8903-D185461E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F0DBB-4B60-4D96-B797-2E72BC64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588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8C25C-D06F-4181-8AD3-BC45C2AB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B29D8-98EE-4DF3-B8E3-C33837D0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C6FE-9731-47F3-8ABC-2D7AF755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287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E46B-A92C-42BF-8449-79469960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CDCB-2D5D-4350-97D3-C4FF53A5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B4159-28B8-4A02-AD6C-285AABA6D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1F498-ADE0-44ED-AB32-512B8189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AE5A-31EF-43F5-A781-67B083B2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9DA1-E6A4-437C-8DA5-028E5B8D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481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2B29-8AFB-4A15-A924-9E723228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C2242-F3DF-4294-9BCF-7AB8A010C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FDAA0-2A88-4233-83BD-032F33072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CF925-3E78-4302-8151-3D4EB5A7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C4D51-BB1B-4027-BB16-72390308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B8FD1-F3CE-43D4-9C4F-3CD485E7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60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60C0-398D-429F-88AD-31478411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57C2E-988D-4F56-86FB-301D40267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E7E67-B3CC-4598-9B26-224F73C1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FB50-3573-4A12-A9CE-EF2CCCEE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8582F-E955-4867-B613-EF24F1B4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336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0B4CC-6444-4BF1-BC89-3C1D44C5A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D98BD-CBB7-4F56-9F96-DBAC19CB5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8866E-3FB6-4DAA-BB6F-7EFC2CF8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F46E-B893-4B62-AE97-D000D6D6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16C5A-E897-4CDC-8B02-D183455D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359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84316-98BF-4363-9F0E-25E18EAA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6EB53-DEF7-48AE-A812-DD756C435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F2C4-CFE4-4B8E-85E9-71AFA87F5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8BD31-7CD7-48FF-92E1-755A60680689}" type="datetimeFigureOut">
              <a:rPr lang="pt-PT" smtClean="0"/>
              <a:t>10/10/2020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203C-EC92-4663-A031-4190E07B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1C577-A51D-474C-B4AC-1F66539AE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617A-1A34-41E7-809A-03541100E15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94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C78EF120-EF93-4FA4-815E-4508D70CC195}"/>
              </a:ext>
            </a:extLst>
          </p:cNvPr>
          <p:cNvSpPr/>
          <p:nvPr/>
        </p:nvSpPr>
        <p:spPr>
          <a:xfrm>
            <a:off x="-1799860" y="-2387600"/>
            <a:ext cx="10529630" cy="11276118"/>
          </a:xfrm>
          <a:prstGeom prst="rect">
            <a:avLst/>
          </a:prstGeom>
          <a:solidFill>
            <a:srgbClr val="F8F8F8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B3F89A-D3E0-447E-9097-70B83E384323}"/>
              </a:ext>
            </a:extLst>
          </p:cNvPr>
          <p:cNvGrpSpPr/>
          <p:nvPr/>
        </p:nvGrpSpPr>
        <p:grpSpPr>
          <a:xfrm>
            <a:off x="-1102094" y="730287"/>
            <a:ext cx="9134097" cy="6128398"/>
            <a:chOff x="-981274" y="730287"/>
            <a:chExt cx="9134097" cy="612839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1370475" y="3250459"/>
              <a:ext cx="4383858" cy="2794988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539861" y="2574907"/>
              <a:ext cx="6014123" cy="4283778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-349023" y="1491668"/>
              <a:ext cx="7869593" cy="277400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6E3CCDB0-46D1-4836-AAE3-6A58CFEFFC1A}"/>
                </a:ext>
              </a:extLst>
            </p:cNvPr>
            <p:cNvSpPr/>
            <p:nvPr/>
          </p:nvSpPr>
          <p:spPr>
            <a:xfrm>
              <a:off x="-981274" y="730287"/>
              <a:ext cx="9134097" cy="427529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40CEB88-7E76-42AA-9851-25348A329F16}"/>
              </a:ext>
            </a:extLst>
          </p:cNvPr>
          <p:cNvGrpSpPr/>
          <p:nvPr/>
        </p:nvGrpSpPr>
        <p:grpSpPr>
          <a:xfrm>
            <a:off x="51580" y="298148"/>
            <a:ext cx="6826748" cy="6853846"/>
            <a:chOff x="150618" y="298148"/>
            <a:chExt cx="6826748" cy="685384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B502E6-7B3A-4907-BF10-9A5734D033FE}"/>
                </a:ext>
              </a:extLst>
            </p:cNvPr>
            <p:cNvSpPr/>
            <p:nvPr/>
          </p:nvSpPr>
          <p:spPr>
            <a:xfrm>
              <a:off x="1942282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40107-4432-462B-A27D-39D86CB0170A}"/>
                </a:ext>
              </a:extLst>
            </p:cNvPr>
            <p:cNvSpPr/>
            <p:nvPr/>
          </p:nvSpPr>
          <p:spPr>
            <a:xfrm>
              <a:off x="2755519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49873E-F1D6-4F4A-BBAA-EC2B412C9587}"/>
                </a:ext>
              </a:extLst>
            </p:cNvPr>
            <p:cNvSpPr/>
            <p:nvPr/>
          </p:nvSpPr>
          <p:spPr>
            <a:xfrm>
              <a:off x="3568757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2758EC1-808C-49D4-B44E-4C104C0B1E96}"/>
                </a:ext>
              </a:extLst>
            </p:cNvPr>
            <p:cNvSpPr/>
            <p:nvPr/>
          </p:nvSpPr>
          <p:spPr>
            <a:xfrm>
              <a:off x="4375640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FED7ED5-65F8-44E1-9DF2-D99CF83137D0}"/>
                </a:ext>
              </a:extLst>
            </p:cNvPr>
            <p:cNvSpPr/>
            <p:nvPr/>
          </p:nvSpPr>
          <p:spPr>
            <a:xfrm>
              <a:off x="1942282" y="4603230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6A5EE82-D05E-47DD-8511-9343DB189687}"/>
                </a:ext>
              </a:extLst>
            </p:cNvPr>
            <p:cNvSpPr/>
            <p:nvPr/>
          </p:nvSpPr>
          <p:spPr>
            <a:xfrm>
              <a:off x="2755519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D6AB0CA-DF8C-4AF0-94B6-2B436803C826}"/>
                </a:ext>
              </a:extLst>
            </p:cNvPr>
            <p:cNvSpPr/>
            <p:nvPr/>
          </p:nvSpPr>
          <p:spPr>
            <a:xfrm>
              <a:off x="3568757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2DD1E2A-8486-4276-BF6A-CB1A05AB486A}"/>
                </a:ext>
              </a:extLst>
            </p:cNvPr>
            <p:cNvSpPr/>
            <p:nvPr/>
          </p:nvSpPr>
          <p:spPr>
            <a:xfrm>
              <a:off x="4375640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8A0583D-9824-4A15-9307-FEDA35830296}"/>
                </a:ext>
              </a:extLst>
            </p:cNvPr>
            <p:cNvSpPr/>
            <p:nvPr/>
          </p:nvSpPr>
          <p:spPr>
            <a:xfrm>
              <a:off x="5350892" y="3789993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02253BC-E892-4D37-BFD5-1BB625A0DE19}"/>
                </a:ext>
              </a:extLst>
            </p:cNvPr>
            <p:cNvSpPr/>
            <p:nvPr/>
          </p:nvSpPr>
          <p:spPr>
            <a:xfrm>
              <a:off x="6164129" y="3789993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5DBC46B-0BF7-4FE9-A964-D7B3390E5F6D}"/>
                </a:ext>
              </a:extLst>
            </p:cNvPr>
            <p:cNvSpPr/>
            <p:nvPr/>
          </p:nvSpPr>
          <p:spPr>
            <a:xfrm>
              <a:off x="5350892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A66E1B9-0DC4-4C7E-8FFD-2E5D4329326D}"/>
                </a:ext>
              </a:extLst>
            </p:cNvPr>
            <p:cNvSpPr/>
            <p:nvPr/>
          </p:nvSpPr>
          <p:spPr>
            <a:xfrm>
              <a:off x="6164129" y="4603230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2F9FF1B-9D0E-438D-A77B-0DBCBEB0DA48}"/>
                </a:ext>
              </a:extLst>
            </p:cNvPr>
            <p:cNvSpPr/>
            <p:nvPr/>
          </p:nvSpPr>
          <p:spPr>
            <a:xfrm>
              <a:off x="1942282" y="298148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03E5DF6-F05B-478B-8424-43510A826AA1}"/>
                </a:ext>
              </a:extLst>
            </p:cNvPr>
            <p:cNvSpPr/>
            <p:nvPr/>
          </p:nvSpPr>
          <p:spPr>
            <a:xfrm>
              <a:off x="2755519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61684AA-C035-4D53-9B24-1B213546B25B}"/>
                </a:ext>
              </a:extLst>
            </p:cNvPr>
            <p:cNvSpPr/>
            <p:nvPr/>
          </p:nvSpPr>
          <p:spPr>
            <a:xfrm>
              <a:off x="3568757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C46A138-9370-4AFF-8776-F6A60B858754}"/>
                </a:ext>
              </a:extLst>
            </p:cNvPr>
            <p:cNvSpPr/>
            <p:nvPr/>
          </p:nvSpPr>
          <p:spPr>
            <a:xfrm>
              <a:off x="4375640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DFD450A-475E-46D7-8877-7AFAF59F8E38}"/>
                </a:ext>
              </a:extLst>
            </p:cNvPr>
            <p:cNvSpPr/>
            <p:nvPr/>
          </p:nvSpPr>
          <p:spPr>
            <a:xfrm>
              <a:off x="1942282" y="1111385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A5581AD-60BB-4E5B-AA17-AA8D8FFEDEA0}"/>
                </a:ext>
              </a:extLst>
            </p:cNvPr>
            <p:cNvSpPr/>
            <p:nvPr/>
          </p:nvSpPr>
          <p:spPr>
            <a:xfrm>
              <a:off x="2755519" y="111138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4012B9D-3F15-4D62-B4F6-2D41A5E8E219}"/>
                </a:ext>
              </a:extLst>
            </p:cNvPr>
            <p:cNvSpPr/>
            <p:nvPr/>
          </p:nvSpPr>
          <p:spPr>
            <a:xfrm>
              <a:off x="3568757" y="1111385"/>
              <a:ext cx="813237" cy="813237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1B6B13D-2886-41E9-8AB5-BBA601ED11B6}"/>
                </a:ext>
              </a:extLst>
            </p:cNvPr>
            <p:cNvSpPr/>
            <p:nvPr/>
          </p:nvSpPr>
          <p:spPr>
            <a:xfrm>
              <a:off x="4375640" y="111138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9140A69-AFD2-45AC-BE0B-D61D92155FEB}"/>
                </a:ext>
              </a:extLst>
            </p:cNvPr>
            <p:cNvSpPr/>
            <p:nvPr/>
          </p:nvSpPr>
          <p:spPr>
            <a:xfrm>
              <a:off x="150618" y="3789993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B35084A-6E2C-4952-BD17-9A43AAA74868}"/>
                </a:ext>
              </a:extLst>
            </p:cNvPr>
            <p:cNvSpPr/>
            <p:nvPr/>
          </p:nvSpPr>
          <p:spPr>
            <a:xfrm>
              <a:off x="957502" y="3789993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FAC3B76-12A8-4657-B56D-1138015A7F90}"/>
                </a:ext>
              </a:extLst>
            </p:cNvPr>
            <p:cNvSpPr/>
            <p:nvPr/>
          </p:nvSpPr>
          <p:spPr>
            <a:xfrm>
              <a:off x="150620" y="4603230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520DEA2-9F52-4F13-85E7-E64BC98E99EA}"/>
                </a:ext>
              </a:extLst>
            </p:cNvPr>
            <p:cNvSpPr/>
            <p:nvPr/>
          </p:nvSpPr>
          <p:spPr>
            <a:xfrm>
              <a:off x="957503" y="4603230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1EEE512-7AC9-4462-9FA9-B1D9745A4348}"/>
                </a:ext>
              </a:extLst>
            </p:cNvPr>
            <p:cNvSpPr/>
            <p:nvPr/>
          </p:nvSpPr>
          <p:spPr>
            <a:xfrm>
              <a:off x="1942283" y="204314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0B1C96C-AE14-474D-AD8D-81499F36EC3B}"/>
                </a:ext>
              </a:extLst>
            </p:cNvPr>
            <p:cNvSpPr/>
            <p:nvPr/>
          </p:nvSpPr>
          <p:spPr>
            <a:xfrm>
              <a:off x="2755520" y="204314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7359368-C9E9-49B0-9E6B-D1DAD90B7B77}"/>
                </a:ext>
              </a:extLst>
            </p:cNvPr>
            <p:cNvSpPr/>
            <p:nvPr/>
          </p:nvSpPr>
          <p:spPr>
            <a:xfrm>
              <a:off x="3568758" y="2043145"/>
              <a:ext cx="813237" cy="813237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DA5130A-E4DE-4FDC-BEEA-0193D9FB047C}"/>
                </a:ext>
              </a:extLst>
            </p:cNvPr>
            <p:cNvSpPr/>
            <p:nvPr/>
          </p:nvSpPr>
          <p:spPr>
            <a:xfrm>
              <a:off x="4375641" y="2043145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493E85D-4BA0-42B1-917C-54F5A3E7F38D}"/>
                </a:ext>
              </a:extLst>
            </p:cNvPr>
            <p:cNvSpPr/>
            <p:nvPr/>
          </p:nvSpPr>
          <p:spPr>
            <a:xfrm>
              <a:off x="1942283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F81D098-7D6B-42CC-A722-E096A30498E5}"/>
                </a:ext>
              </a:extLst>
            </p:cNvPr>
            <p:cNvSpPr/>
            <p:nvPr/>
          </p:nvSpPr>
          <p:spPr>
            <a:xfrm>
              <a:off x="2755520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EFBA3F4-1791-4151-A7E0-A60B2FBD3C73}"/>
                </a:ext>
              </a:extLst>
            </p:cNvPr>
            <p:cNvSpPr/>
            <p:nvPr/>
          </p:nvSpPr>
          <p:spPr>
            <a:xfrm>
              <a:off x="3568758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004F135-F9E3-4597-8911-3DE0946E6B8F}"/>
                </a:ext>
              </a:extLst>
            </p:cNvPr>
            <p:cNvSpPr/>
            <p:nvPr/>
          </p:nvSpPr>
          <p:spPr>
            <a:xfrm>
              <a:off x="4375641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01BF7C4-AF0C-473E-B494-17189C8C3A28}"/>
                </a:ext>
              </a:extLst>
            </p:cNvPr>
            <p:cNvSpPr/>
            <p:nvPr/>
          </p:nvSpPr>
          <p:spPr>
            <a:xfrm>
              <a:off x="1942283" y="5525517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6F48F3E-7A34-4168-9D74-BBEDD148A3CB}"/>
                </a:ext>
              </a:extLst>
            </p:cNvPr>
            <p:cNvSpPr/>
            <p:nvPr/>
          </p:nvSpPr>
          <p:spPr>
            <a:xfrm>
              <a:off x="2755520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16CE585-DF65-4EAB-A181-F61A9DB8346B}"/>
                </a:ext>
              </a:extLst>
            </p:cNvPr>
            <p:cNvSpPr/>
            <p:nvPr/>
          </p:nvSpPr>
          <p:spPr>
            <a:xfrm>
              <a:off x="3568758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5DA7D60E-3E88-42EE-99C0-5A1DA08C375F}"/>
                </a:ext>
              </a:extLst>
            </p:cNvPr>
            <p:cNvSpPr/>
            <p:nvPr/>
          </p:nvSpPr>
          <p:spPr>
            <a:xfrm>
              <a:off x="4375642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93BAF8C-28D9-4E1F-AF08-4BE84AA82D0D}"/>
                </a:ext>
              </a:extLst>
            </p:cNvPr>
            <p:cNvSpPr/>
            <p:nvPr/>
          </p:nvSpPr>
          <p:spPr>
            <a:xfrm>
              <a:off x="1942283" y="6338756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CB858BA-83DE-4C99-A249-19B3D90E97EF}"/>
                </a:ext>
              </a:extLst>
            </p:cNvPr>
            <p:cNvSpPr/>
            <p:nvPr/>
          </p:nvSpPr>
          <p:spPr>
            <a:xfrm>
              <a:off x="2755520" y="633875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EA566C98-0EF4-4200-90DD-FB81BFF35036}"/>
                </a:ext>
              </a:extLst>
            </p:cNvPr>
            <p:cNvSpPr/>
            <p:nvPr/>
          </p:nvSpPr>
          <p:spPr>
            <a:xfrm>
              <a:off x="3568757" y="6338757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7561C85-2C4A-4090-84BE-42A8EDC131D6}"/>
                </a:ext>
              </a:extLst>
            </p:cNvPr>
            <p:cNvSpPr/>
            <p:nvPr/>
          </p:nvSpPr>
          <p:spPr>
            <a:xfrm>
              <a:off x="4375640" y="6338754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2686DA07-C34F-4B8C-877A-DCB752B40213}"/>
              </a:ext>
            </a:extLst>
          </p:cNvPr>
          <p:cNvSpPr/>
          <p:nvPr/>
        </p:nvSpPr>
        <p:spPr>
          <a:xfrm>
            <a:off x="3426102" y="7849773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#14 by Pedro PSI – 10th of October 2020</a:t>
            </a:r>
          </a:p>
          <a:p>
            <a:pPr algn="r"/>
            <a:r>
              <a:rPr lang="pt-PT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4E1920D9-B70B-4B60-9FC5-D7566E883D55}"/>
              </a:ext>
            </a:extLst>
          </p:cNvPr>
          <p:cNvSpPr txBox="1"/>
          <p:nvPr/>
        </p:nvSpPr>
        <p:spPr>
          <a:xfrm>
            <a:off x="-1237600" y="-1891618"/>
            <a:ext cx="9405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Star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Battle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pt-PT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prism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★</a:t>
            </a:r>
            <a:endParaRPr lang="pt-P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6179CDCC-451A-4A77-B240-95EC4ED9E289}"/>
              </a:ext>
            </a:extLst>
          </p:cNvPr>
          <p:cNvSpPr txBox="1"/>
          <p:nvPr/>
        </p:nvSpPr>
        <p:spPr>
          <a:xfrm>
            <a:off x="-1799861" y="-1197725"/>
            <a:ext cx="1052963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Fold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prism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per </a:t>
            </a:r>
            <a:r>
              <a:rPr lang="pt-PT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pt-PT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in total.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share no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vertices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F8C40B-48DF-453B-BDC7-5014CC454C6C}"/>
              </a:ext>
            </a:extLst>
          </p:cNvPr>
          <p:cNvGrpSpPr/>
          <p:nvPr/>
        </p:nvGrpSpPr>
        <p:grpSpPr>
          <a:xfrm>
            <a:off x="81636" y="298148"/>
            <a:ext cx="6802132" cy="6853842"/>
            <a:chOff x="81636" y="298148"/>
            <a:chExt cx="6802132" cy="6853842"/>
          </a:xfrm>
        </p:grpSpPr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65E7A791-0C4D-4498-B1C9-B35674F0A989}"/>
                </a:ext>
              </a:extLst>
            </p:cNvPr>
            <p:cNvCxnSpPr>
              <a:cxnSpLocks/>
            </p:cNvCxnSpPr>
            <p:nvPr/>
          </p:nvCxnSpPr>
          <p:spPr>
            <a:xfrm>
              <a:off x="1864374" y="3789993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688E809-8759-4E4A-9145-FF6A1D6CD198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89E45D75-0F20-427D-9EC7-66256DB6FBF1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1111384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C115F6A-6E3F-4D27-9A67-64A62B93EECF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298148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3B4C3D77-46C8-473B-ADBB-DB15A84DCCCA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DBEC8DB-B0EF-46F7-B72C-A1D918A21D13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33D371E-4926-470E-B0E8-D7E474BF6FB4}"/>
                </a:ext>
              </a:extLst>
            </p:cNvPr>
            <p:cNvCxnSpPr>
              <a:cxnSpLocks/>
            </p:cNvCxnSpPr>
            <p:nvPr/>
          </p:nvCxnSpPr>
          <p:spPr>
            <a:xfrm>
              <a:off x="6878328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D1EDC97-211B-4328-831A-FB7EB01CE7E9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E78FF0FE-B9A7-420A-BA29-306C219FAA2B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633875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CA28B6C3-1ECC-4F30-A554-B5A7B8C2892D}"/>
                </a:ext>
              </a:extLst>
            </p:cNvPr>
            <p:cNvCxnSpPr>
              <a:cxnSpLocks/>
            </p:cNvCxnSpPr>
            <p:nvPr/>
          </p:nvCxnSpPr>
          <p:spPr>
            <a:xfrm>
              <a:off x="1858224" y="2043144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D881E85E-28C1-4FA8-8DFE-287EBD1605AF}"/>
                </a:ext>
              </a:extLst>
            </p:cNvPr>
            <p:cNvCxnSpPr>
              <a:cxnSpLocks/>
            </p:cNvCxnSpPr>
            <p:nvPr/>
          </p:nvCxnSpPr>
          <p:spPr>
            <a:xfrm>
              <a:off x="1849532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27195867-72FB-444A-8BC1-E780611472D1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111822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B43FD7D3-730E-476B-83DD-8F5DEF88776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2043144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43B6984-F605-4BE6-B7E4-ECBB0E388B28}"/>
                </a:ext>
              </a:extLst>
            </p:cNvPr>
            <p:cNvCxnSpPr>
              <a:cxnSpLocks/>
            </p:cNvCxnSpPr>
            <p:nvPr/>
          </p:nvCxnSpPr>
          <p:spPr>
            <a:xfrm>
              <a:off x="864817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FD80038E-82A9-4390-8514-4E5A98469345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91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ACAFCFB-62BF-4B89-9C3C-0EB6564B5620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44" y="1924622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5BA526F3-C7C5-42A3-B0C4-65768892CDEB}"/>
                </a:ext>
              </a:extLst>
            </p:cNvPr>
            <p:cNvCxnSpPr>
              <a:cxnSpLocks/>
            </p:cNvCxnSpPr>
            <p:nvPr/>
          </p:nvCxnSpPr>
          <p:spPr>
            <a:xfrm>
              <a:off x="1894182" y="3789993"/>
              <a:ext cx="31956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2232D7FB-9E72-4915-9174-37828CDF4B61}"/>
                </a:ext>
              </a:extLst>
            </p:cNvPr>
            <p:cNvCxnSpPr>
              <a:cxnSpLocks/>
            </p:cNvCxnSpPr>
            <p:nvPr/>
          </p:nvCxnSpPr>
          <p:spPr>
            <a:xfrm>
              <a:off x="1858224" y="2856381"/>
              <a:ext cx="163378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CE1B046C-93B2-4987-BD2F-5AE8B6DEF791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1924622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9A104C8-12F9-49E8-B9E7-BEE0F8F1D9F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298148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ECB3AA48-D58D-4470-BE2D-CE2CC48AAC56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458232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A2E8AA7-7DBC-40C1-BCC1-5497C8199150}"/>
                </a:ext>
              </a:extLst>
            </p:cNvPr>
            <p:cNvCxnSpPr>
              <a:cxnSpLocks/>
            </p:cNvCxnSpPr>
            <p:nvPr/>
          </p:nvCxnSpPr>
          <p:spPr>
            <a:xfrm>
              <a:off x="843036" y="542230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14C51AB4-5AD2-43F0-833A-F79FDCB49089}"/>
                </a:ext>
              </a:extLst>
            </p:cNvPr>
            <p:cNvCxnSpPr>
              <a:cxnSpLocks/>
            </p:cNvCxnSpPr>
            <p:nvPr/>
          </p:nvCxnSpPr>
          <p:spPr>
            <a:xfrm>
              <a:off x="5251854" y="3798330"/>
              <a:ext cx="16319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59B4F48-18BD-4486-B067-990D043BB896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30" y="460323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DEDF079-4B90-412B-93DA-78BA6DE67847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4617964"/>
              <a:ext cx="2453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C218C015-4BC3-4B84-8579-44E40B740EA5}"/>
                </a:ext>
              </a:extLst>
            </p:cNvPr>
            <p:cNvCxnSpPr>
              <a:cxnSpLocks/>
            </p:cNvCxnSpPr>
            <p:nvPr/>
          </p:nvCxnSpPr>
          <p:spPr>
            <a:xfrm>
              <a:off x="5282763" y="5416467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13195002-C974-4AE6-8A75-C97A003E2597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6338753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48EA86C-4DC5-4572-A3FF-1CCA98FE0548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7151990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28CC951F-3D17-4BC8-8922-C6781EF1037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535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377F499-D8F7-4D88-BB6B-32C8456FCB85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5416467"/>
              <a:ext cx="2453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8C1FDEF1-CE2D-4AF9-9BA6-F28F7CE00B21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379833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980255A1-C474-4AC2-A8CB-E91DE265EBF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532" y="1094752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4D363F17-CB66-400A-BC02-0E9F5F7192D3}"/>
                </a:ext>
              </a:extLst>
            </p:cNvPr>
            <p:cNvCxnSpPr>
              <a:cxnSpLocks/>
            </p:cNvCxnSpPr>
            <p:nvPr/>
          </p:nvCxnSpPr>
          <p:spPr>
            <a:xfrm>
              <a:off x="3464953" y="1118223"/>
              <a:ext cx="0" cy="17237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841F553D-E912-43F7-826F-C9C833CEAE22}"/>
                </a:ext>
              </a:extLst>
            </p:cNvPr>
            <p:cNvCxnSpPr>
              <a:cxnSpLocks/>
            </p:cNvCxnSpPr>
            <p:nvPr/>
          </p:nvCxnSpPr>
          <p:spPr>
            <a:xfrm>
              <a:off x="3463365" y="1101674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2814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C78EF120-EF93-4FA4-815E-4508D70CC195}"/>
              </a:ext>
            </a:extLst>
          </p:cNvPr>
          <p:cNvSpPr/>
          <p:nvPr/>
        </p:nvSpPr>
        <p:spPr>
          <a:xfrm>
            <a:off x="-1799860" y="-2387600"/>
            <a:ext cx="10529630" cy="11276118"/>
          </a:xfrm>
          <a:prstGeom prst="rect">
            <a:avLst/>
          </a:prstGeom>
          <a:solidFill>
            <a:srgbClr val="F8F8F8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B3F89A-D3E0-447E-9097-70B83E384323}"/>
              </a:ext>
            </a:extLst>
          </p:cNvPr>
          <p:cNvGrpSpPr/>
          <p:nvPr/>
        </p:nvGrpSpPr>
        <p:grpSpPr>
          <a:xfrm>
            <a:off x="-1102094" y="730287"/>
            <a:ext cx="9134097" cy="6128398"/>
            <a:chOff x="-981274" y="730287"/>
            <a:chExt cx="9134097" cy="612839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1370475" y="3250459"/>
              <a:ext cx="4383858" cy="2794988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539861" y="2574907"/>
              <a:ext cx="6014123" cy="4283778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-349023" y="1491668"/>
              <a:ext cx="7869593" cy="277400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6E3CCDB0-46D1-4836-AAE3-6A58CFEFFC1A}"/>
                </a:ext>
              </a:extLst>
            </p:cNvPr>
            <p:cNvSpPr/>
            <p:nvPr/>
          </p:nvSpPr>
          <p:spPr>
            <a:xfrm>
              <a:off x="-981274" y="730287"/>
              <a:ext cx="9134097" cy="427529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40CEB88-7E76-42AA-9851-25348A329F16}"/>
              </a:ext>
            </a:extLst>
          </p:cNvPr>
          <p:cNvGrpSpPr/>
          <p:nvPr/>
        </p:nvGrpSpPr>
        <p:grpSpPr>
          <a:xfrm>
            <a:off x="51580" y="298148"/>
            <a:ext cx="6826748" cy="6853846"/>
            <a:chOff x="150618" y="298148"/>
            <a:chExt cx="6826748" cy="685384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B502E6-7B3A-4907-BF10-9A5734D033FE}"/>
                </a:ext>
              </a:extLst>
            </p:cNvPr>
            <p:cNvSpPr/>
            <p:nvPr/>
          </p:nvSpPr>
          <p:spPr>
            <a:xfrm>
              <a:off x="1942282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40107-4432-462B-A27D-39D86CB0170A}"/>
                </a:ext>
              </a:extLst>
            </p:cNvPr>
            <p:cNvSpPr/>
            <p:nvPr/>
          </p:nvSpPr>
          <p:spPr>
            <a:xfrm>
              <a:off x="2755519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49873E-F1D6-4F4A-BBAA-EC2B412C9587}"/>
                </a:ext>
              </a:extLst>
            </p:cNvPr>
            <p:cNvSpPr/>
            <p:nvPr/>
          </p:nvSpPr>
          <p:spPr>
            <a:xfrm>
              <a:off x="3568757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2758EC1-808C-49D4-B44E-4C104C0B1E96}"/>
                </a:ext>
              </a:extLst>
            </p:cNvPr>
            <p:cNvSpPr/>
            <p:nvPr/>
          </p:nvSpPr>
          <p:spPr>
            <a:xfrm>
              <a:off x="4375640" y="378999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FED7ED5-65F8-44E1-9DF2-D99CF83137D0}"/>
                </a:ext>
              </a:extLst>
            </p:cNvPr>
            <p:cNvSpPr/>
            <p:nvPr/>
          </p:nvSpPr>
          <p:spPr>
            <a:xfrm>
              <a:off x="1942282" y="4603230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6A5EE82-D05E-47DD-8511-9343DB189687}"/>
                </a:ext>
              </a:extLst>
            </p:cNvPr>
            <p:cNvSpPr/>
            <p:nvPr/>
          </p:nvSpPr>
          <p:spPr>
            <a:xfrm>
              <a:off x="2755519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D6AB0CA-DF8C-4AF0-94B6-2B436803C826}"/>
                </a:ext>
              </a:extLst>
            </p:cNvPr>
            <p:cNvSpPr/>
            <p:nvPr/>
          </p:nvSpPr>
          <p:spPr>
            <a:xfrm>
              <a:off x="3568757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2DD1E2A-8486-4276-BF6A-CB1A05AB486A}"/>
                </a:ext>
              </a:extLst>
            </p:cNvPr>
            <p:cNvSpPr/>
            <p:nvPr/>
          </p:nvSpPr>
          <p:spPr>
            <a:xfrm>
              <a:off x="4375640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8A0583D-9824-4A15-9307-FEDA35830296}"/>
                </a:ext>
              </a:extLst>
            </p:cNvPr>
            <p:cNvSpPr/>
            <p:nvPr/>
          </p:nvSpPr>
          <p:spPr>
            <a:xfrm>
              <a:off x="5350892" y="3789993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02253BC-E892-4D37-BFD5-1BB625A0DE19}"/>
                </a:ext>
              </a:extLst>
            </p:cNvPr>
            <p:cNvSpPr/>
            <p:nvPr/>
          </p:nvSpPr>
          <p:spPr>
            <a:xfrm>
              <a:off x="6164129" y="3789993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5DBC46B-0BF7-4FE9-A964-D7B3390E5F6D}"/>
                </a:ext>
              </a:extLst>
            </p:cNvPr>
            <p:cNvSpPr/>
            <p:nvPr/>
          </p:nvSpPr>
          <p:spPr>
            <a:xfrm>
              <a:off x="5350892" y="4603230"/>
              <a:ext cx="813237" cy="8132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A66E1B9-0DC4-4C7E-8FFD-2E5D4329326D}"/>
                </a:ext>
              </a:extLst>
            </p:cNvPr>
            <p:cNvSpPr/>
            <p:nvPr/>
          </p:nvSpPr>
          <p:spPr>
            <a:xfrm>
              <a:off x="6164129" y="4603230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2F9FF1B-9D0E-438D-A77B-0DBCBEB0DA48}"/>
                </a:ext>
              </a:extLst>
            </p:cNvPr>
            <p:cNvSpPr/>
            <p:nvPr/>
          </p:nvSpPr>
          <p:spPr>
            <a:xfrm>
              <a:off x="1942282" y="298148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03E5DF6-F05B-478B-8424-43510A826AA1}"/>
                </a:ext>
              </a:extLst>
            </p:cNvPr>
            <p:cNvSpPr/>
            <p:nvPr/>
          </p:nvSpPr>
          <p:spPr>
            <a:xfrm>
              <a:off x="2755519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61684AA-C035-4D53-9B24-1B213546B25B}"/>
                </a:ext>
              </a:extLst>
            </p:cNvPr>
            <p:cNvSpPr/>
            <p:nvPr/>
          </p:nvSpPr>
          <p:spPr>
            <a:xfrm>
              <a:off x="3568757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C46A138-9370-4AFF-8776-F6A60B858754}"/>
                </a:ext>
              </a:extLst>
            </p:cNvPr>
            <p:cNvSpPr/>
            <p:nvPr/>
          </p:nvSpPr>
          <p:spPr>
            <a:xfrm>
              <a:off x="4375640" y="298148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DFD450A-475E-46D7-8877-7AFAF59F8E38}"/>
                </a:ext>
              </a:extLst>
            </p:cNvPr>
            <p:cNvSpPr/>
            <p:nvPr/>
          </p:nvSpPr>
          <p:spPr>
            <a:xfrm>
              <a:off x="1942282" y="1111385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A5581AD-60BB-4E5B-AA17-AA8D8FFEDEA0}"/>
                </a:ext>
              </a:extLst>
            </p:cNvPr>
            <p:cNvSpPr/>
            <p:nvPr/>
          </p:nvSpPr>
          <p:spPr>
            <a:xfrm>
              <a:off x="2755519" y="111138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4012B9D-3F15-4D62-B4F6-2D41A5E8E219}"/>
                </a:ext>
              </a:extLst>
            </p:cNvPr>
            <p:cNvSpPr/>
            <p:nvPr/>
          </p:nvSpPr>
          <p:spPr>
            <a:xfrm>
              <a:off x="3568757" y="1111385"/>
              <a:ext cx="813237" cy="813237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1B6B13D-2886-41E9-8AB5-BBA601ED11B6}"/>
                </a:ext>
              </a:extLst>
            </p:cNvPr>
            <p:cNvSpPr/>
            <p:nvPr/>
          </p:nvSpPr>
          <p:spPr>
            <a:xfrm>
              <a:off x="4375640" y="111138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9140A69-AFD2-45AC-BE0B-D61D92155FEB}"/>
                </a:ext>
              </a:extLst>
            </p:cNvPr>
            <p:cNvSpPr/>
            <p:nvPr/>
          </p:nvSpPr>
          <p:spPr>
            <a:xfrm>
              <a:off x="150618" y="3789993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B35084A-6E2C-4952-BD17-9A43AAA74868}"/>
                </a:ext>
              </a:extLst>
            </p:cNvPr>
            <p:cNvSpPr/>
            <p:nvPr/>
          </p:nvSpPr>
          <p:spPr>
            <a:xfrm>
              <a:off x="957502" y="3789993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FAC3B76-12A8-4657-B56D-1138015A7F90}"/>
                </a:ext>
              </a:extLst>
            </p:cNvPr>
            <p:cNvSpPr/>
            <p:nvPr/>
          </p:nvSpPr>
          <p:spPr>
            <a:xfrm>
              <a:off x="150620" y="4603230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520DEA2-9F52-4F13-85E7-E64BC98E99EA}"/>
                </a:ext>
              </a:extLst>
            </p:cNvPr>
            <p:cNvSpPr/>
            <p:nvPr/>
          </p:nvSpPr>
          <p:spPr>
            <a:xfrm>
              <a:off x="957503" y="4603230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1EEE512-7AC9-4462-9FA9-B1D9745A4348}"/>
                </a:ext>
              </a:extLst>
            </p:cNvPr>
            <p:cNvSpPr/>
            <p:nvPr/>
          </p:nvSpPr>
          <p:spPr>
            <a:xfrm>
              <a:off x="1942283" y="204314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0B1C96C-AE14-474D-AD8D-81499F36EC3B}"/>
                </a:ext>
              </a:extLst>
            </p:cNvPr>
            <p:cNvSpPr/>
            <p:nvPr/>
          </p:nvSpPr>
          <p:spPr>
            <a:xfrm>
              <a:off x="2755520" y="2043145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7359368-C9E9-49B0-9E6B-D1DAD90B7B77}"/>
                </a:ext>
              </a:extLst>
            </p:cNvPr>
            <p:cNvSpPr/>
            <p:nvPr/>
          </p:nvSpPr>
          <p:spPr>
            <a:xfrm>
              <a:off x="3568758" y="2043145"/>
              <a:ext cx="813237" cy="813237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DA5130A-E4DE-4FDC-BEEA-0193D9FB047C}"/>
                </a:ext>
              </a:extLst>
            </p:cNvPr>
            <p:cNvSpPr/>
            <p:nvPr/>
          </p:nvSpPr>
          <p:spPr>
            <a:xfrm>
              <a:off x="4375641" y="2043145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493E85D-4BA0-42B1-917C-54F5A3E7F38D}"/>
                </a:ext>
              </a:extLst>
            </p:cNvPr>
            <p:cNvSpPr/>
            <p:nvPr/>
          </p:nvSpPr>
          <p:spPr>
            <a:xfrm>
              <a:off x="1942283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F81D098-7D6B-42CC-A722-E096A30498E5}"/>
                </a:ext>
              </a:extLst>
            </p:cNvPr>
            <p:cNvSpPr/>
            <p:nvPr/>
          </p:nvSpPr>
          <p:spPr>
            <a:xfrm>
              <a:off x="2755520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EFBA3F4-1791-4151-A7E0-A60B2FBD3C73}"/>
                </a:ext>
              </a:extLst>
            </p:cNvPr>
            <p:cNvSpPr/>
            <p:nvPr/>
          </p:nvSpPr>
          <p:spPr>
            <a:xfrm>
              <a:off x="3568758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004F135-F9E3-4597-8911-3DE0946E6B8F}"/>
                </a:ext>
              </a:extLst>
            </p:cNvPr>
            <p:cNvSpPr/>
            <p:nvPr/>
          </p:nvSpPr>
          <p:spPr>
            <a:xfrm>
              <a:off x="4375641" y="2856382"/>
              <a:ext cx="813237" cy="8132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01BF7C4-AF0C-473E-B494-17189C8C3A28}"/>
                </a:ext>
              </a:extLst>
            </p:cNvPr>
            <p:cNvSpPr/>
            <p:nvPr/>
          </p:nvSpPr>
          <p:spPr>
            <a:xfrm>
              <a:off x="1942283" y="5525517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6F48F3E-7A34-4168-9D74-BBEDD148A3CB}"/>
                </a:ext>
              </a:extLst>
            </p:cNvPr>
            <p:cNvSpPr/>
            <p:nvPr/>
          </p:nvSpPr>
          <p:spPr>
            <a:xfrm>
              <a:off x="2755520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16CE585-DF65-4EAB-A181-F61A9DB8346B}"/>
                </a:ext>
              </a:extLst>
            </p:cNvPr>
            <p:cNvSpPr/>
            <p:nvPr/>
          </p:nvSpPr>
          <p:spPr>
            <a:xfrm>
              <a:off x="3568758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5DA7D60E-3E88-42EE-99C0-5A1DA08C375F}"/>
                </a:ext>
              </a:extLst>
            </p:cNvPr>
            <p:cNvSpPr/>
            <p:nvPr/>
          </p:nvSpPr>
          <p:spPr>
            <a:xfrm>
              <a:off x="4375642" y="5525517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93BAF8C-28D9-4E1F-AF08-4BE84AA82D0D}"/>
                </a:ext>
              </a:extLst>
            </p:cNvPr>
            <p:cNvSpPr/>
            <p:nvPr/>
          </p:nvSpPr>
          <p:spPr>
            <a:xfrm>
              <a:off x="1942283" y="6338756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CB858BA-83DE-4C99-A249-19B3D90E97EF}"/>
                </a:ext>
              </a:extLst>
            </p:cNvPr>
            <p:cNvSpPr/>
            <p:nvPr/>
          </p:nvSpPr>
          <p:spPr>
            <a:xfrm>
              <a:off x="2755520" y="6338753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EA566C98-0EF4-4200-90DD-FB81BFF35036}"/>
                </a:ext>
              </a:extLst>
            </p:cNvPr>
            <p:cNvSpPr/>
            <p:nvPr/>
          </p:nvSpPr>
          <p:spPr>
            <a:xfrm>
              <a:off x="3568757" y="6338757"/>
              <a:ext cx="813237" cy="813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7561C85-2C4A-4090-84BE-42A8EDC131D6}"/>
                </a:ext>
              </a:extLst>
            </p:cNvPr>
            <p:cNvSpPr/>
            <p:nvPr/>
          </p:nvSpPr>
          <p:spPr>
            <a:xfrm>
              <a:off x="4375640" y="6338754"/>
              <a:ext cx="813237" cy="8132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2686DA07-C34F-4B8C-877A-DCB752B40213}"/>
              </a:ext>
            </a:extLst>
          </p:cNvPr>
          <p:cNvSpPr/>
          <p:nvPr/>
        </p:nvSpPr>
        <p:spPr>
          <a:xfrm>
            <a:off x="3426102" y="7849773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#14 by Pedro PSI – 10th of October 2020</a:t>
            </a:r>
          </a:p>
          <a:p>
            <a:pPr algn="r"/>
            <a:r>
              <a:rPr lang="pt-PT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4E1920D9-B70B-4B60-9FC5-D7566E883D55}"/>
              </a:ext>
            </a:extLst>
          </p:cNvPr>
          <p:cNvSpPr txBox="1"/>
          <p:nvPr/>
        </p:nvSpPr>
        <p:spPr>
          <a:xfrm>
            <a:off x="-1237600" y="-1891618"/>
            <a:ext cx="9405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Star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Battle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pt-PT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prism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★</a:t>
            </a:r>
            <a:endParaRPr lang="pt-P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6179CDCC-451A-4A77-B240-95EC4ED9E289}"/>
              </a:ext>
            </a:extLst>
          </p:cNvPr>
          <p:cNvSpPr txBox="1"/>
          <p:nvPr/>
        </p:nvSpPr>
        <p:spPr>
          <a:xfrm>
            <a:off x="-1799861" y="-1197725"/>
            <a:ext cx="1052963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Fold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prism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per </a:t>
            </a:r>
            <a:r>
              <a:rPr lang="pt-PT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pt-PT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in total.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 stars share no </a:t>
            </a:r>
            <a:r>
              <a:rPr lang="pt-P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vertices</a:t>
            </a:r>
            <a:r>
              <a:rPr lang="pt-PT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F8C40B-48DF-453B-BDC7-5014CC454C6C}"/>
              </a:ext>
            </a:extLst>
          </p:cNvPr>
          <p:cNvGrpSpPr/>
          <p:nvPr/>
        </p:nvGrpSpPr>
        <p:grpSpPr>
          <a:xfrm>
            <a:off x="81636" y="298148"/>
            <a:ext cx="6802132" cy="6853842"/>
            <a:chOff x="81636" y="298148"/>
            <a:chExt cx="6802132" cy="6853842"/>
          </a:xfrm>
        </p:grpSpPr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65E7A791-0C4D-4498-B1C9-B35674F0A989}"/>
                </a:ext>
              </a:extLst>
            </p:cNvPr>
            <p:cNvCxnSpPr>
              <a:cxnSpLocks/>
            </p:cNvCxnSpPr>
            <p:nvPr/>
          </p:nvCxnSpPr>
          <p:spPr>
            <a:xfrm>
              <a:off x="1864374" y="3789993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688E809-8759-4E4A-9145-FF6A1D6CD198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89E45D75-0F20-427D-9EC7-66256DB6FBF1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1111384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C115F6A-6E3F-4D27-9A67-64A62B93EECF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298148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3B4C3D77-46C8-473B-ADBB-DB15A84DCCCA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DBEC8DB-B0EF-46F7-B72C-A1D918A21D13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33D371E-4926-470E-B0E8-D7E474BF6FB4}"/>
                </a:ext>
              </a:extLst>
            </p:cNvPr>
            <p:cNvCxnSpPr>
              <a:cxnSpLocks/>
            </p:cNvCxnSpPr>
            <p:nvPr/>
          </p:nvCxnSpPr>
          <p:spPr>
            <a:xfrm>
              <a:off x="6878328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D1EDC97-211B-4328-831A-FB7EB01CE7E9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378999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E78FF0FE-B9A7-420A-BA29-306C219FAA2B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633875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CA28B6C3-1ECC-4F30-A554-B5A7B8C2892D}"/>
                </a:ext>
              </a:extLst>
            </p:cNvPr>
            <p:cNvCxnSpPr>
              <a:cxnSpLocks/>
            </p:cNvCxnSpPr>
            <p:nvPr/>
          </p:nvCxnSpPr>
          <p:spPr>
            <a:xfrm>
              <a:off x="1858224" y="2043144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D881E85E-28C1-4FA8-8DFE-287EBD1605AF}"/>
                </a:ext>
              </a:extLst>
            </p:cNvPr>
            <p:cNvCxnSpPr>
              <a:cxnSpLocks/>
            </p:cNvCxnSpPr>
            <p:nvPr/>
          </p:nvCxnSpPr>
          <p:spPr>
            <a:xfrm>
              <a:off x="1849532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27195867-72FB-444A-8BC1-E780611472D1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1118223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B43FD7D3-730E-476B-83DD-8F5DEF887760}"/>
                </a:ext>
              </a:extLst>
            </p:cNvPr>
            <p:cNvCxnSpPr>
              <a:cxnSpLocks/>
            </p:cNvCxnSpPr>
            <p:nvPr/>
          </p:nvCxnSpPr>
          <p:spPr>
            <a:xfrm>
              <a:off x="5089839" y="2043144"/>
              <a:ext cx="0" cy="16264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43B6984-F605-4BE6-B7E4-ECBB0E388B28}"/>
                </a:ext>
              </a:extLst>
            </p:cNvPr>
            <p:cNvCxnSpPr>
              <a:cxnSpLocks/>
            </p:cNvCxnSpPr>
            <p:nvPr/>
          </p:nvCxnSpPr>
          <p:spPr>
            <a:xfrm>
              <a:off x="864817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FD80038E-82A9-4390-8514-4E5A98469345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91" y="4603230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ACAFCFB-62BF-4B89-9C3C-0EB6564B5620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44" y="1924622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5BA526F3-C7C5-42A3-B0C4-65768892CDEB}"/>
                </a:ext>
              </a:extLst>
            </p:cNvPr>
            <p:cNvCxnSpPr>
              <a:cxnSpLocks/>
            </p:cNvCxnSpPr>
            <p:nvPr/>
          </p:nvCxnSpPr>
          <p:spPr>
            <a:xfrm>
              <a:off x="1894182" y="3789993"/>
              <a:ext cx="31956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2232D7FB-9E72-4915-9174-37828CDF4B61}"/>
                </a:ext>
              </a:extLst>
            </p:cNvPr>
            <p:cNvCxnSpPr>
              <a:cxnSpLocks/>
            </p:cNvCxnSpPr>
            <p:nvPr/>
          </p:nvCxnSpPr>
          <p:spPr>
            <a:xfrm>
              <a:off x="1858224" y="2856381"/>
              <a:ext cx="163378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CE1B046C-93B2-4987-BD2F-5AE8B6DEF791}"/>
                </a:ext>
              </a:extLst>
            </p:cNvPr>
            <p:cNvCxnSpPr>
              <a:cxnSpLocks/>
            </p:cNvCxnSpPr>
            <p:nvPr/>
          </p:nvCxnSpPr>
          <p:spPr>
            <a:xfrm>
              <a:off x="4296298" y="1924622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9A104C8-12F9-49E8-B9E7-BEE0F8F1D9F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298148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ECB3AA48-D58D-4470-BE2D-CE2CC48AAC56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458232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A2E8AA7-7DBC-40C1-BCC1-5497C8199150}"/>
                </a:ext>
              </a:extLst>
            </p:cNvPr>
            <p:cNvCxnSpPr>
              <a:cxnSpLocks/>
            </p:cNvCxnSpPr>
            <p:nvPr/>
          </p:nvCxnSpPr>
          <p:spPr>
            <a:xfrm>
              <a:off x="843036" y="542230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14C51AB4-5AD2-43F0-833A-F79FDCB49089}"/>
                </a:ext>
              </a:extLst>
            </p:cNvPr>
            <p:cNvCxnSpPr>
              <a:cxnSpLocks/>
            </p:cNvCxnSpPr>
            <p:nvPr/>
          </p:nvCxnSpPr>
          <p:spPr>
            <a:xfrm>
              <a:off x="5251854" y="3798330"/>
              <a:ext cx="16319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59B4F48-18BD-4486-B067-990D043BB896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30" y="460323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DEDF079-4B90-412B-93DA-78BA6DE67847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4617964"/>
              <a:ext cx="2453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C218C015-4BC3-4B84-8579-44E40B740EA5}"/>
                </a:ext>
              </a:extLst>
            </p:cNvPr>
            <p:cNvCxnSpPr>
              <a:cxnSpLocks/>
            </p:cNvCxnSpPr>
            <p:nvPr/>
          </p:nvCxnSpPr>
          <p:spPr>
            <a:xfrm>
              <a:off x="5282763" y="5416467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13195002-C974-4AE6-8A75-C97A003E2597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6338753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48EA86C-4DC5-4572-A3FF-1CCA98FE0548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7151990"/>
              <a:ext cx="16201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28CC951F-3D17-4BC8-8922-C6781EF1037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535" y="5525517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377F499-D8F7-4D88-BB6B-32C8456FCB85}"/>
                </a:ext>
              </a:extLst>
            </p:cNvPr>
            <p:cNvCxnSpPr>
              <a:cxnSpLocks/>
            </p:cNvCxnSpPr>
            <p:nvPr/>
          </p:nvCxnSpPr>
          <p:spPr>
            <a:xfrm>
              <a:off x="2656481" y="5416467"/>
              <a:ext cx="2453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8C1FDEF1-CE2D-4AF9-9BA6-F28F7CE00B21}"/>
                </a:ext>
              </a:extLst>
            </p:cNvPr>
            <p:cNvCxnSpPr>
              <a:cxnSpLocks/>
            </p:cNvCxnSpPr>
            <p:nvPr/>
          </p:nvCxnSpPr>
          <p:spPr>
            <a:xfrm>
              <a:off x="81636" y="3798330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980255A1-C474-4AC2-A8CB-E91DE265EBF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532" y="1094752"/>
              <a:ext cx="0" cy="813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4D363F17-CB66-400A-BC02-0E9F5F7192D3}"/>
                </a:ext>
              </a:extLst>
            </p:cNvPr>
            <p:cNvCxnSpPr>
              <a:cxnSpLocks/>
            </p:cNvCxnSpPr>
            <p:nvPr/>
          </p:nvCxnSpPr>
          <p:spPr>
            <a:xfrm>
              <a:off x="3464953" y="1118223"/>
              <a:ext cx="0" cy="17237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841F553D-E912-43F7-826F-C9C833CEAE22}"/>
                </a:ext>
              </a:extLst>
            </p:cNvPr>
            <p:cNvCxnSpPr>
              <a:cxnSpLocks/>
            </p:cNvCxnSpPr>
            <p:nvPr/>
          </p:nvCxnSpPr>
          <p:spPr>
            <a:xfrm>
              <a:off x="3463365" y="1101674"/>
              <a:ext cx="8132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852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108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28</cp:revision>
  <dcterms:created xsi:type="dcterms:W3CDTF">2020-09-26T19:48:00Z</dcterms:created>
  <dcterms:modified xsi:type="dcterms:W3CDTF">2020-10-10T10:30:19Z</dcterms:modified>
</cp:coreProperties>
</file>