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1516" y="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131E3-B4F0-47B3-9BA0-2A796A6E5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32497-5267-446E-85A2-C07B83749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A65AD-B254-421B-A284-5126842A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2615A-B467-4062-A446-91DB05F7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20909-574C-4309-97F0-7B52ACB1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5712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2131-8FE4-479C-A3B7-517E9A43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513D3-3593-454F-98E4-46F1A12DC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BF5F4-6E26-48E5-9F3A-6064CB21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9B1EE-8ED8-45C6-90F6-BB4CC8CE4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FAD88-E883-456A-8AD7-E5700251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036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689F-6025-4132-9C9C-284F9D003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DF962-1B13-48EE-813F-80C1811DD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38FFC-796C-4EED-8143-0D60D2F2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355B6-C911-472A-B88E-83614E90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F95C5-17D3-4146-AC25-9E4D4446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900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4A1A-31EB-4CC3-8D4E-F875129B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7FDB-90E9-46B2-AE6A-4A54B18B3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8DF9E-8689-4A23-9572-66BE911A9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83BC-1D6B-4F4D-A0C3-6461D19D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41A0E-5D82-483C-878D-2CD16ADA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E509F-0141-4577-B5E1-FCA8D493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820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C9D8-9DC9-4C7D-B0D0-5519371F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48E4B-0027-4EF2-80F9-9F43F83B8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94E47-E03B-4049-8F31-BAAD84A6E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C0F31-079E-41A9-BCD2-D4D47C07C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DF19A-BA51-4F45-85E0-591AF00EA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12E3B-1C90-4767-BAD6-BCB3ACB6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291332-290C-4DAE-95BC-C67B09EB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4296CE-37A8-4073-A186-9C24F2F68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123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557B-C8DC-4EAA-8278-793365E3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6D981-584E-4B17-BC45-92D95B81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C7545-7613-4AD7-9B71-8C120D72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F9F416-67F8-4545-A57A-B7FEDD3C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9612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692E1-E649-4740-92E8-80EA89A4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FE8E0-ECF9-489D-B399-1C9150D8B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46900-814D-42F5-8456-1A231A3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358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F7DC-49CB-4613-80C7-17301EEC9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DBB2D-714D-45BE-A726-462B734EF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F752F-2077-4424-97CD-8F97E2F3D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87230-850F-4015-8015-C2653233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648D0B-08DF-4AB1-ADE7-D619A940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2CFF9A-C2FC-4163-A8DD-5EBBB08E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929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C6B2-1C0E-4235-8028-DEE809D69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882D98-9D9A-40D8-BC78-785789498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DE77C-4390-4F32-A10F-A0C47E450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860BB-215D-4E7D-8356-1FD12E13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8466C-97F9-4C45-B67B-576C1BA8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C4D33-4FBD-4261-9A04-847305FD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9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9E9E-76C1-4176-83EE-BEBC8B13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85F87-F073-4D1E-BDB0-3A8588999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4399-FDC8-48B0-839D-803708F0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5D5ED-0782-4367-AF3C-219957ED5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8CB26-7CF9-4A77-B7B5-5FD0A139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832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55946-FE50-4D8C-8525-E178B0E9C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589B1-8196-4F1F-A350-77082012D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12DA7-167F-4F6E-BDB0-868288BC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97504-D764-4464-9DFF-36B7E426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4DCFD-2AD2-43CD-90BA-36F74CEC6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6235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CE4CB-F45B-4B2F-A01B-2670A221C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CEBD9-B350-4876-9737-9DB0BEC1D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A0DB-3595-471E-AB09-80CDF43E2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6BE3F-6E0E-48AC-8C26-BB193E0C6EAA}" type="datetimeFigureOut">
              <a:rPr lang="pt-PT" smtClean="0"/>
              <a:t>11/08/2020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C78F9-2DE3-43C2-BCE6-588FC6B7E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13DE0-7B48-42CE-B34F-98B41BFBC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2AEFE-5E46-465D-BB70-CAFC59450C7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855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7BFDE-7F92-43F4-9668-93887F280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3929B-3CBA-4926-8089-1BAE8EEC9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9593C7-C457-47FB-8266-FF23F055FD6D}"/>
              </a:ext>
            </a:extLst>
          </p:cNvPr>
          <p:cNvGrpSpPr/>
          <p:nvPr/>
        </p:nvGrpSpPr>
        <p:grpSpPr>
          <a:xfrm>
            <a:off x="3503830" y="846538"/>
            <a:ext cx="5206992" cy="5201920"/>
            <a:chOff x="1262443" y="1073718"/>
            <a:chExt cx="5206992" cy="520192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7ED6A98-F925-48E9-8680-345FBC9835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6030" y="2987608"/>
              <a:ext cx="1321114" cy="4191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740F2F6-52B9-4F07-B902-05529A50E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6328" y="3043091"/>
              <a:ext cx="645160" cy="762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87C3AA8-D3C1-49F2-9DB5-43A0110C0C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2151" y="4335078"/>
              <a:ext cx="645160" cy="762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5338320-3EC0-4767-A46E-34C16C68A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4275" y="4335078"/>
              <a:ext cx="645160" cy="762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C04ACA6-CCF9-4B47-BE19-46690D4FE3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6096" y="2433260"/>
              <a:ext cx="645160" cy="762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7B9B98FB-4A7E-4958-AFC1-592759DF8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24678" y="2387692"/>
              <a:ext cx="1321114" cy="4191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E535039-5696-4E48-9534-32857ECCFBC9}"/>
                </a:ext>
              </a:extLst>
            </p:cNvPr>
            <p:cNvSpPr/>
            <p:nvPr/>
          </p:nvSpPr>
          <p:spPr>
            <a:xfrm>
              <a:off x="126244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C2BA09B-1FAA-4BA8-A95A-05C6B11C20EC}"/>
                </a:ext>
              </a:extLst>
            </p:cNvPr>
            <p:cNvSpPr/>
            <p:nvPr/>
          </p:nvSpPr>
          <p:spPr>
            <a:xfrm>
              <a:off x="191268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4861FCC-2B17-46A9-831D-39051E109AD7}"/>
                </a:ext>
              </a:extLst>
            </p:cNvPr>
            <p:cNvSpPr/>
            <p:nvPr/>
          </p:nvSpPr>
          <p:spPr>
            <a:xfrm>
              <a:off x="126244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8CFE77E-6EE6-431C-80DF-920BE0E3238F}"/>
                </a:ext>
              </a:extLst>
            </p:cNvPr>
            <p:cNvSpPr/>
            <p:nvPr/>
          </p:nvSpPr>
          <p:spPr>
            <a:xfrm>
              <a:off x="191268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73399D4-4824-45D2-AEBF-F997DF24B2F1}"/>
                </a:ext>
              </a:extLst>
            </p:cNvPr>
            <p:cNvSpPr/>
            <p:nvPr/>
          </p:nvSpPr>
          <p:spPr>
            <a:xfrm>
              <a:off x="256292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448F57B-0BC4-4E34-9BEE-8BAF68861A38}"/>
                </a:ext>
              </a:extLst>
            </p:cNvPr>
            <p:cNvSpPr/>
            <p:nvPr/>
          </p:nvSpPr>
          <p:spPr>
            <a:xfrm>
              <a:off x="321316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3632A0C-55AF-418A-A571-FD90141F979C}"/>
                </a:ext>
              </a:extLst>
            </p:cNvPr>
            <p:cNvSpPr/>
            <p:nvPr/>
          </p:nvSpPr>
          <p:spPr>
            <a:xfrm>
              <a:off x="256292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984029F-3504-4B73-9727-B70BF2882A3A}"/>
                </a:ext>
              </a:extLst>
            </p:cNvPr>
            <p:cNvSpPr/>
            <p:nvPr/>
          </p:nvSpPr>
          <p:spPr>
            <a:xfrm>
              <a:off x="321316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06478C-3B57-4329-9DEE-8454E1F2F673}"/>
                </a:ext>
              </a:extLst>
            </p:cNvPr>
            <p:cNvSpPr/>
            <p:nvPr/>
          </p:nvSpPr>
          <p:spPr>
            <a:xfrm>
              <a:off x="126244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B19C1DE-8465-455C-845F-DF62CE9BB68F}"/>
                </a:ext>
              </a:extLst>
            </p:cNvPr>
            <p:cNvSpPr/>
            <p:nvPr/>
          </p:nvSpPr>
          <p:spPr>
            <a:xfrm>
              <a:off x="191268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A12B53D-D800-4571-B8F8-6374B60D1594}"/>
                </a:ext>
              </a:extLst>
            </p:cNvPr>
            <p:cNvSpPr/>
            <p:nvPr/>
          </p:nvSpPr>
          <p:spPr>
            <a:xfrm>
              <a:off x="126244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4BE77F5-F675-4B22-BBE8-38E1F882A95F}"/>
                </a:ext>
              </a:extLst>
            </p:cNvPr>
            <p:cNvSpPr/>
            <p:nvPr/>
          </p:nvSpPr>
          <p:spPr>
            <a:xfrm>
              <a:off x="191268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2F661AF-325E-432F-A092-293EF0D5E7CE}"/>
                </a:ext>
              </a:extLst>
            </p:cNvPr>
            <p:cNvSpPr/>
            <p:nvPr/>
          </p:nvSpPr>
          <p:spPr>
            <a:xfrm>
              <a:off x="256292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07AB1D1-B377-4CDD-A025-877AA36E2000}"/>
                </a:ext>
              </a:extLst>
            </p:cNvPr>
            <p:cNvSpPr/>
            <p:nvPr/>
          </p:nvSpPr>
          <p:spPr>
            <a:xfrm>
              <a:off x="321316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9644313-D11D-4E80-A144-D96CF255D454}"/>
                </a:ext>
              </a:extLst>
            </p:cNvPr>
            <p:cNvSpPr/>
            <p:nvPr/>
          </p:nvSpPr>
          <p:spPr>
            <a:xfrm>
              <a:off x="256292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B2EE21E-9FE5-476D-8D68-89ECFC84F0CD}"/>
                </a:ext>
              </a:extLst>
            </p:cNvPr>
            <p:cNvSpPr/>
            <p:nvPr/>
          </p:nvSpPr>
          <p:spPr>
            <a:xfrm>
              <a:off x="321316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831EACF-B148-4BA6-AA40-ABA541AC6C59}"/>
                </a:ext>
              </a:extLst>
            </p:cNvPr>
            <p:cNvSpPr/>
            <p:nvPr/>
          </p:nvSpPr>
          <p:spPr>
            <a:xfrm>
              <a:off x="386340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BC355BA-398D-454D-959E-9C49508948BD}"/>
                </a:ext>
              </a:extLst>
            </p:cNvPr>
            <p:cNvSpPr/>
            <p:nvPr/>
          </p:nvSpPr>
          <p:spPr>
            <a:xfrm>
              <a:off x="451364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D53765E-C3F9-4738-B105-AB7B2A101281}"/>
                </a:ext>
              </a:extLst>
            </p:cNvPr>
            <p:cNvSpPr/>
            <p:nvPr/>
          </p:nvSpPr>
          <p:spPr>
            <a:xfrm>
              <a:off x="386340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335BDA2-F5DA-4DB5-8358-92216AE2CCBD}"/>
                </a:ext>
              </a:extLst>
            </p:cNvPr>
            <p:cNvSpPr/>
            <p:nvPr/>
          </p:nvSpPr>
          <p:spPr>
            <a:xfrm>
              <a:off x="451364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FE3752C-9BDC-4601-81F7-CF43AA71695A}"/>
                </a:ext>
              </a:extLst>
            </p:cNvPr>
            <p:cNvSpPr/>
            <p:nvPr/>
          </p:nvSpPr>
          <p:spPr>
            <a:xfrm>
              <a:off x="516388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D9225C1-7D47-41C4-82D6-362E10CAD830}"/>
                </a:ext>
              </a:extLst>
            </p:cNvPr>
            <p:cNvSpPr/>
            <p:nvPr/>
          </p:nvSpPr>
          <p:spPr>
            <a:xfrm>
              <a:off x="5814123" y="10737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23940E0-BFDB-4D28-9E55-FEA3503749E1}"/>
                </a:ext>
              </a:extLst>
            </p:cNvPr>
            <p:cNvSpPr/>
            <p:nvPr/>
          </p:nvSpPr>
          <p:spPr>
            <a:xfrm>
              <a:off x="516388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121AD93-E8B8-467B-BA89-7AE3E3179FD1}"/>
                </a:ext>
              </a:extLst>
            </p:cNvPr>
            <p:cNvSpPr/>
            <p:nvPr/>
          </p:nvSpPr>
          <p:spPr>
            <a:xfrm>
              <a:off x="5814123" y="17239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F3D9D46-FDD5-4657-BED5-DD3A23337C65}"/>
                </a:ext>
              </a:extLst>
            </p:cNvPr>
            <p:cNvSpPr/>
            <p:nvPr/>
          </p:nvSpPr>
          <p:spPr>
            <a:xfrm>
              <a:off x="386340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71D8322-F52E-48D5-8279-12F4E17B184E}"/>
                </a:ext>
              </a:extLst>
            </p:cNvPr>
            <p:cNvSpPr/>
            <p:nvPr/>
          </p:nvSpPr>
          <p:spPr>
            <a:xfrm>
              <a:off x="451364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E9B86FE-D7C5-4AA9-9809-C2EB819E0966}"/>
                </a:ext>
              </a:extLst>
            </p:cNvPr>
            <p:cNvSpPr/>
            <p:nvPr/>
          </p:nvSpPr>
          <p:spPr>
            <a:xfrm>
              <a:off x="386340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261E66C2-D8F3-4A13-A703-0D60D571811F}"/>
                </a:ext>
              </a:extLst>
            </p:cNvPr>
            <p:cNvSpPr/>
            <p:nvPr/>
          </p:nvSpPr>
          <p:spPr>
            <a:xfrm>
              <a:off x="451364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A89B314-E661-4576-A5F7-5D5464AC59E3}"/>
                </a:ext>
              </a:extLst>
            </p:cNvPr>
            <p:cNvSpPr/>
            <p:nvPr/>
          </p:nvSpPr>
          <p:spPr>
            <a:xfrm>
              <a:off x="516388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AE7C32D-A4F1-495D-8199-02905E3F3567}"/>
                </a:ext>
              </a:extLst>
            </p:cNvPr>
            <p:cNvSpPr/>
            <p:nvPr/>
          </p:nvSpPr>
          <p:spPr>
            <a:xfrm>
              <a:off x="5814123" y="23741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92C3A03-88FA-41DA-A7FE-281F19870704}"/>
                </a:ext>
              </a:extLst>
            </p:cNvPr>
            <p:cNvSpPr/>
            <p:nvPr/>
          </p:nvSpPr>
          <p:spPr>
            <a:xfrm>
              <a:off x="516388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8F56B80-9EF3-41BE-80E4-6882A52A6DA7}"/>
                </a:ext>
              </a:extLst>
            </p:cNvPr>
            <p:cNvSpPr/>
            <p:nvPr/>
          </p:nvSpPr>
          <p:spPr>
            <a:xfrm>
              <a:off x="5814123" y="302443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0E7A07C-7E55-44C9-A0F3-CB751BCB2025}"/>
                </a:ext>
              </a:extLst>
            </p:cNvPr>
            <p:cNvSpPr/>
            <p:nvPr/>
          </p:nvSpPr>
          <p:spPr>
            <a:xfrm>
              <a:off x="126244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FD62D96-BA33-4624-8BE5-A3448C096547}"/>
                </a:ext>
              </a:extLst>
            </p:cNvPr>
            <p:cNvSpPr/>
            <p:nvPr/>
          </p:nvSpPr>
          <p:spPr>
            <a:xfrm>
              <a:off x="191268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8CDCBFD-8533-4120-842A-A79ED78BE0E7}"/>
                </a:ext>
              </a:extLst>
            </p:cNvPr>
            <p:cNvSpPr/>
            <p:nvPr/>
          </p:nvSpPr>
          <p:spPr>
            <a:xfrm>
              <a:off x="126244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C53007E-4F0A-4011-9BA6-121AAFF555D7}"/>
                </a:ext>
              </a:extLst>
            </p:cNvPr>
            <p:cNvSpPr/>
            <p:nvPr/>
          </p:nvSpPr>
          <p:spPr>
            <a:xfrm>
              <a:off x="191268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0E43A81-3F92-4AC7-BFBD-6A2BBCFE735C}"/>
                </a:ext>
              </a:extLst>
            </p:cNvPr>
            <p:cNvSpPr/>
            <p:nvPr/>
          </p:nvSpPr>
          <p:spPr>
            <a:xfrm>
              <a:off x="256292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CCA2714-C4A2-405C-B265-2708152060C6}"/>
                </a:ext>
              </a:extLst>
            </p:cNvPr>
            <p:cNvSpPr/>
            <p:nvPr/>
          </p:nvSpPr>
          <p:spPr>
            <a:xfrm>
              <a:off x="321316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4418C2D-8553-4D27-8251-C6FF606317E6}"/>
                </a:ext>
              </a:extLst>
            </p:cNvPr>
            <p:cNvSpPr/>
            <p:nvPr/>
          </p:nvSpPr>
          <p:spPr>
            <a:xfrm>
              <a:off x="256292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5C588DA-B6E5-4179-9D28-F2E4BAB53FEC}"/>
                </a:ext>
              </a:extLst>
            </p:cNvPr>
            <p:cNvSpPr/>
            <p:nvPr/>
          </p:nvSpPr>
          <p:spPr>
            <a:xfrm>
              <a:off x="321316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0249A19-8A0F-44A0-8399-D2AE3E5BBFE7}"/>
                </a:ext>
              </a:extLst>
            </p:cNvPr>
            <p:cNvSpPr/>
            <p:nvPr/>
          </p:nvSpPr>
          <p:spPr>
            <a:xfrm>
              <a:off x="126244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FE1DD83-EA47-47BF-9002-0FDEEB69E9D7}"/>
                </a:ext>
              </a:extLst>
            </p:cNvPr>
            <p:cNvSpPr/>
            <p:nvPr/>
          </p:nvSpPr>
          <p:spPr>
            <a:xfrm>
              <a:off x="191268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D02EEA2-7FF4-469D-B173-289D37DB00AA}"/>
                </a:ext>
              </a:extLst>
            </p:cNvPr>
            <p:cNvSpPr/>
            <p:nvPr/>
          </p:nvSpPr>
          <p:spPr>
            <a:xfrm>
              <a:off x="126244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DDC812B-4DFC-42BE-816A-32DE55B59DF3}"/>
                </a:ext>
              </a:extLst>
            </p:cNvPr>
            <p:cNvSpPr/>
            <p:nvPr/>
          </p:nvSpPr>
          <p:spPr>
            <a:xfrm>
              <a:off x="191268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548E722-C6D9-4BE6-B140-F57F5401379D}"/>
                </a:ext>
              </a:extLst>
            </p:cNvPr>
            <p:cNvSpPr/>
            <p:nvPr/>
          </p:nvSpPr>
          <p:spPr>
            <a:xfrm>
              <a:off x="256292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84E28B4-3D2C-4A70-86ED-CB41A8DE5D21}"/>
                </a:ext>
              </a:extLst>
            </p:cNvPr>
            <p:cNvSpPr/>
            <p:nvPr/>
          </p:nvSpPr>
          <p:spPr>
            <a:xfrm>
              <a:off x="321316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4DE03A7-BD19-48F8-9EE7-82E8E6F3D72C}"/>
                </a:ext>
              </a:extLst>
            </p:cNvPr>
            <p:cNvSpPr/>
            <p:nvPr/>
          </p:nvSpPr>
          <p:spPr>
            <a:xfrm>
              <a:off x="256292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8465895-E4E8-427A-A807-D9802C31319E}"/>
                </a:ext>
              </a:extLst>
            </p:cNvPr>
            <p:cNvSpPr/>
            <p:nvPr/>
          </p:nvSpPr>
          <p:spPr>
            <a:xfrm>
              <a:off x="321316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6383D2E-4836-41C5-8810-9D626445FB1E}"/>
                </a:ext>
              </a:extLst>
            </p:cNvPr>
            <p:cNvSpPr/>
            <p:nvPr/>
          </p:nvSpPr>
          <p:spPr>
            <a:xfrm>
              <a:off x="386340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8F04910-8E52-4FC6-8941-E789B4E1E748}"/>
                </a:ext>
              </a:extLst>
            </p:cNvPr>
            <p:cNvSpPr/>
            <p:nvPr/>
          </p:nvSpPr>
          <p:spPr>
            <a:xfrm>
              <a:off x="451364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C314C86-663C-4B81-BD88-4A4E1247B708}"/>
                </a:ext>
              </a:extLst>
            </p:cNvPr>
            <p:cNvSpPr/>
            <p:nvPr/>
          </p:nvSpPr>
          <p:spPr>
            <a:xfrm>
              <a:off x="386340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9A7013E-6E1B-4919-BAE9-164132DDCB60}"/>
                </a:ext>
              </a:extLst>
            </p:cNvPr>
            <p:cNvSpPr/>
            <p:nvPr/>
          </p:nvSpPr>
          <p:spPr>
            <a:xfrm>
              <a:off x="451364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5E86FC1-71DE-4D16-86B9-CEF09E969D7A}"/>
                </a:ext>
              </a:extLst>
            </p:cNvPr>
            <p:cNvSpPr/>
            <p:nvPr/>
          </p:nvSpPr>
          <p:spPr>
            <a:xfrm>
              <a:off x="516388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5856A2E-CEEE-4434-9984-8C61F666EF82}"/>
                </a:ext>
              </a:extLst>
            </p:cNvPr>
            <p:cNvSpPr/>
            <p:nvPr/>
          </p:nvSpPr>
          <p:spPr>
            <a:xfrm>
              <a:off x="5814123" y="367467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0CEC034-8D3C-4CDA-BA08-A3643ABD66C0}"/>
                </a:ext>
              </a:extLst>
            </p:cNvPr>
            <p:cNvSpPr/>
            <p:nvPr/>
          </p:nvSpPr>
          <p:spPr>
            <a:xfrm>
              <a:off x="516388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E8C8F4B-F0EC-4DFC-80F1-F42C90FA02C9}"/>
                </a:ext>
              </a:extLst>
            </p:cNvPr>
            <p:cNvSpPr/>
            <p:nvPr/>
          </p:nvSpPr>
          <p:spPr>
            <a:xfrm>
              <a:off x="5814123" y="432491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E954AE7-60CF-4A4A-9F6B-A7A23D3022AA}"/>
                </a:ext>
              </a:extLst>
            </p:cNvPr>
            <p:cNvSpPr/>
            <p:nvPr/>
          </p:nvSpPr>
          <p:spPr>
            <a:xfrm>
              <a:off x="386340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703452A-B8E6-4C53-BE98-EA708591138A}"/>
                </a:ext>
              </a:extLst>
            </p:cNvPr>
            <p:cNvSpPr/>
            <p:nvPr/>
          </p:nvSpPr>
          <p:spPr>
            <a:xfrm>
              <a:off x="451364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D138112-CB00-4197-A2C0-968EBA64264C}"/>
                </a:ext>
              </a:extLst>
            </p:cNvPr>
            <p:cNvSpPr/>
            <p:nvPr/>
          </p:nvSpPr>
          <p:spPr>
            <a:xfrm>
              <a:off x="386340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22DCE03-7A71-4170-9245-5E523357C0B4}"/>
                </a:ext>
              </a:extLst>
            </p:cNvPr>
            <p:cNvSpPr/>
            <p:nvPr/>
          </p:nvSpPr>
          <p:spPr>
            <a:xfrm>
              <a:off x="451364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EE5F8A1-6EB4-45AE-841E-4486A6AD0144}"/>
                </a:ext>
              </a:extLst>
            </p:cNvPr>
            <p:cNvSpPr/>
            <p:nvPr/>
          </p:nvSpPr>
          <p:spPr>
            <a:xfrm>
              <a:off x="516388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76E01CE-0C45-4748-BB5B-04D0419EAFC4}"/>
                </a:ext>
              </a:extLst>
            </p:cNvPr>
            <p:cNvSpPr/>
            <p:nvPr/>
          </p:nvSpPr>
          <p:spPr>
            <a:xfrm>
              <a:off x="5814123" y="497515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B7C2AF0-628B-4061-852F-933B36DA9ADB}"/>
                </a:ext>
              </a:extLst>
            </p:cNvPr>
            <p:cNvSpPr/>
            <p:nvPr/>
          </p:nvSpPr>
          <p:spPr>
            <a:xfrm>
              <a:off x="516388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1C8FC9DB-AF72-439F-AE18-24FBF6AE61B5}"/>
                </a:ext>
              </a:extLst>
            </p:cNvPr>
            <p:cNvSpPr/>
            <p:nvPr/>
          </p:nvSpPr>
          <p:spPr>
            <a:xfrm>
              <a:off x="5814123" y="5625398"/>
              <a:ext cx="650240" cy="65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PT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7776AB-FE6C-4CF1-AFF9-73C4633275CC}"/>
              </a:ext>
            </a:extLst>
          </p:cNvPr>
          <p:cNvCxnSpPr>
            <a:cxnSpLocks/>
          </p:cNvCxnSpPr>
          <p:nvPr/>
        </p:nvCxnSpPr>
        <p:spPr>
          <a:xfrm flipH="1">
            <a:off x="3495411" y="821138"/>
            <a:ext cx="5201920" cy="0"/>
          </a:xfrm>
          <a:prstGeom prst="line">
            <a:avLst/>
          </a:prstGeom>
          <a:solidFill>
            <a:schemeClr val="bg1"/>
          </a:solidFill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BB7B522-09F0-4A4C-A5A4-B59EDEEF0277}"/>
              </a:ext>
            </a:extLst>
          </p:cNvPr>
          <p:cNvGrpSpPr/>
          <p:nvPr/>
        </p:nvGrpSpPr>
        <p:grpSpPr>
          <a:xfrm>
            <a:off x="3481178" y="809542"/>
            <a:ext cx="5229644" cy="5238916"/>
            <a:chOff x="1248210" y="1057042"/>
            <a:chExt cx="5229644" cy="523891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5F153F0-FE75-4B00-8DB5-2B9F36116C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7523" y="1068638"/>
              <a:ext cx="0" cy="519684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4608D0-05CC-403A-A478-8D4DCFF55732}"/>
                </a:ext>
              </a:extLst>
            </p:cNvPr>
            <p:cNvCxnSpPr>
              <a:cxnSpLocks/>
            </p:cNvCxnSpPr>
            <p:nvPr/>
          </p:nvCxnSpPr>
          <p:spPr>
            <a:xfrm>
              <a:off x="6459283" y="1068638"/>
              <a:ext cx="0" cy="519684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071FF91-5860-484D-A175-78B9266FC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2443" y="6275638"/>
              <a:ext cx="5196840" cy="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14FEB4B-63B1-4857-B5F0-658C667363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2443" y="1058478"/>
              <a:ext cx="5215411" cy="2540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053ABF2-0FB0-463B-B623-A4384957ED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14673" y="1710089"/>
              <a:ext cx="1974955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7F60C2-FDB0-4701-BC65-4177D72CD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9113" y="1058478"/>
              <a:ext cx="1" cy="68072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BA184FD-A0DD-48B8-B9F0-6659C48C6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9765" y="1057042"/>
              <a:ext cx="1" cy="704222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37683B-2AAD-4073-8C3C-2F2F8B030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9113" y="3664518"/>
              <a:ext cx="0" cy="133096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5392153-35A5-460E-91E2-EB046A0B4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7697" y="5003262"/>
              <a:ext cx="0" cy="680056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EF1866-7C13-41C4-BB30-496118E99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195" y="3664519"/>
              <a:ext cx="0" cy="665479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99FFBBB-463F-447B-8C3F-0079BDA234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6010" y="3014278"/>
              <a:ext cx="22213" cy="1305559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E6BD385-950E-4850-B82D-F0ACBC4A3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2532" y="4345238"/>
              <a:ext cx="758976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9292EF5-3274-4196-9222-26E616F773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7369" y="3049135"/>
              <a:ext cx="710647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456DDF-A604-452A-8CB5-41C91176B6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5716" y="3689508"/>
              <a:ext cx="654322" cy="7236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B6C88B-6213-40F5-8219-4168470BA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9424" y="4329998"/>
              <a:ext cx="658255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9CCC8E6-F2BB-4B1D-9EEF-8ECB28502D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88716" y="2394518"/>
              <a:ext cx="13816" cy="1336206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356C2D2-3C56-4DE1-BC32-B858ECBDE3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1013" y="5640927"/>
              <a:ext cx="1" cy="65503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1876B39-B78B-44D7-A202-9A0B09A14A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6347" y="4975158"/>
              <a:ext cx="658016" cy="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40AD5A0-6E29-4150-84CB-D97547B056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5730" y="5640927"/>
              <a:ext cx="634058" cy="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9C82499-2BA3-438E-8D3B-92DB897627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6347" y="4964998"/>
              <a:ext cx="0" cy="669403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54F7C5E-5D57-4DC6-88CC-ADFFC86B3C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0264" y="4333745"/>
              <a:ext cx="644742" cy="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CB77E82-3420-4062-8979-B288827D89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21103" y="5659575"/>
              <a:ext cx="1957120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542A48F-DC93-43CE-82F8-26F343114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71342" y="4995479"/>
              <a:ext cx="666435" cy="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9B1D62F-E38E-4296-AACF-8F2E85941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3233" y="3664518"/>
              <a:ext cx="1" cy="62455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BBF2129-49DB-4DB3-9EA4-8BE868FDB7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4673" y="4350952"/>
              <a:ext cx="644742" cy="1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B79D01A-5348-4475-A6C8-03650F7A5D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7679" y="4363018"/>
              <a:ext cx="0" cy="680056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C2789C0-A5A8-4D8D-8A7C-5E1E775CB2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8172" y="3063411"/>
              <a:ext cx="710647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B4C1A62-842E-4606-A157-2C31666C7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8210" y="2387023"/>
              <a:ext cx="654322" cy="7236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58BCC5E-C8A2-4964-831B-4027864924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80490" y="3694868"/>
              <a:ext cx="1392505" cy="35856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D8082D-AF62-4C92-B7D1-CFD53B33C1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53232" y="4376198"/>
              <a:ext cx="0" cy="1259528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2169778-217A-4488-9D18-5F7569CE09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0714" y="4346687"/>
              <a:ext cx="658255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D864796-95ED-4167-AF46-D8AAF5AFD557}"/>
                </a:ext>
              </a:extLst>
            </p:cNvPr>
            <p:cNvCxnSpPr>
              <a:cxnSpLocks/>
            </p:cNvCxnSpPr>
            <p:nvPr/>
          </p:nvCxnSpPr>
          <p:spPr>
            <a:xfrm>
              <a:off x="2596737" y="3049977"/>
              <a:ext cx="30256" cy="670422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C1C3B08-A892-43E4-A1D2-43E78BF98F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5730" y="5606235"/>
              <a:ext cx="0" cy="669403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D7B32FF-4D30-4252-AC79-020D45FDFF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0148" y="5640927"/>
              <a:ext cx="710647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39AB1D6-507A-4B21-A95D-F15FC842F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4747" y="5003262"/>
              <a:ext cx="1405518" cy="0"/>
            </a:xfrm>
            <a:prstGeom prst="line">
              <a:avLst/>
            </a:prstGeom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3" name="Picture 112">
            <a:extLst>
              <a:ext uri="{FF2B5EF4-FFF2-40B4-BE49-F238E27FC236}">
                <a16:creationId xmlns:a16="http://schemas.microsoft.com/office/drawing/2014/main" id="{4C54A7B0-D9FB-40D5-8E3A-14D796532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62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7A63B7-20E8-451A-AB84-7324ECB4D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3290" y="0"/>
            <a:ext cx="7836383" cy="6858000"/>
          </a:xfrm>
          <a:prstGeom prst="rect">
            <a:avLst/>
          </a:prstGeom>
        </p:spPr>
      </p:pic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8C4DB60-F421-4C8D-BDCA-AEB5A9DE85F4}"/>
              </a:ext>
            </a:extLst>
          </p:cNvPr>
          <p:cNvGrpSpPr/>
          <p:nvPr/>
        </p:nvGrpSpPr>
        <p:grpSpPr>
          <a:xfrm>
            <a:off x="6091631" y="1121100"/>
            <a:ext cx="4889795" cy="4894396"/>
            <a:chOff x="6091631" y="1121100"/>
            <a:chExt cx="4889795" cy="4894396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EA23840A-CF66-49FC-BBDC-0B43A55E6B67}"/>
                </a:ext>
              </a:extLst>
            </p:cNvPr>
            <p:cNvGrpSpPr/>
            <p:nvPr/>
          </p:nvGrpSpPr>
          <p:grpSpPr>
            <a:xfrm>
              <a:off x="6096000" y="1244296"/>
              <a:ext cx="4876636" cy="4726133"/>
              <a:chOff x="8108089" y="1055109"/>
              <a:chExt cx="4876636" cy="4726133"/>
            </a:xfrm>
            <a:solidFill>
              <a:schemeClr val="bg1">
                <a:lumMod val="85000"/>
              </a:schemeClr>
            </a:solidFill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845D51B-9FBA-4295-B61B-BA2F07E6C4C1}"/>
                  </a:ext>
                </a:extLst>
              </p:cNvPr>
              <p:cNvGrpSpPr/>
              <p:nvPr/>
            </p:nvGrpSpPr>
            <p:grpSpPr>
              <a:xfrm>
                <a:off x="9337821" y="2002221"/>
                <a:ext cx="2419569" cy="2372995"/>
                <a:chOff x="9337821" y="2002221"/>
                <a:chExt cx="2419569" cy="2372995"/>
              </a:xfrm>
              <a:grpFill/>
            </p:grpSpPr>
            <p:sp>
              <p:nvSpPr>
                <p:cNvPr id="5" name="Diamond 4">
                  <a:extLst>
                    <a:ext uri="{FF2B5EF4-FFF2-40B4-BE49-F238E27FC236}">
                      <a16:creationId xmlns:a16="http://schemas.microsoft.com/office/drawing/2014/main" id="{48DB2E29-BC5F-4769-8DCC-4AF84DA248B9}"/>
                    </a:ext>
                  </a:extLst>
                </p:cNvPr>
                <p:cNvSpPr/>
                <p:nvPr/>
              </p:nvSpPr>
              <p:spPr>
                <a:xfrm>
                  <a:off x="10106280" y="200222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FEED0F4D-2CAD-459D-A376-09534712262F}"/>
                    </a:ext>
                  </a:extLst>
                </p:cNvPr>
                <p:cNvGrpSpPr/>
                <p:nvPr/>
              </p:nvGrpSpPr>
              <p:grpSpPr>
                <a:xfrm>
                  <a:off x="9730787" y="3164484"/>
                  <a:ext cx="1633636" cy="1210732"/>
                  <a:chOff x="9735550" y="3164484"/>
                  <a:chExt cx="1633636" cy="1210732"/>
                </a:xfrm>
                <a:grpFill/>
              </p:grpSpPr>
              <p:sp>
                <p:nvSpPr>
                  <p:cNvPr id="7" name="Diamond 6">
                    <a:extLst>
                      <a:ext uri="{FF2B5EF4-FFF2-40B4-BE49-F238E27FC236}">
                        <a16:creationId xmlns:a16="http://schemas.microsoft.com/office/drawing/2014/main" id="{A0473E2B-84F7-44FF-992D-D4151B925304}"/>
                      </a:ext>
                    </a:extLst>
                  </p:cNvPr>
                  <p:cNvSpPr/>
                  <p:nvPr/>
                </p:nvSpPr>
                <p:spPr>
                  <a:xfrm rot="8640000">
                    <a:off x="10486536" y="3164484"/>
                    <a:ext cx="882650" cy="1210732"/>
                  </a:xfrm>
                  <a:prstGeom prst="diamond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  <p:sp>
                <p:nvSpPr>
                  <p:cNvPr id="13" name="Diamond 12">
                    <a:extLst>
                      <a:ext uri="{FF2B5EF4-FFF2-40B4-BE49-F238E27FC236}">
                        <a16:creationId xmlns:a16="http://schemas.microsoft.com/office/drawing/2014/main" id="{EBBBCD4F-FE14-472F-BAD6-284A09A47BC4}"/>
                      </a:ext>
                    </a:extLst>
                  </p:cNvPr>
                  <p:cNvSpPr/>
                  <p:nvPr/>
                </p:nvSpPr>
                <p:spPr>
                  <a:xfrm rot="2171884" flipH="1">
                    <a:off x="9735550" y="3164484"/>
                    <a:ext cx="882650" cy="1210732"/>
                  </a:xfrm>
                  <a:prstGeom prst="diamond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PT"/>
                  </a:p>
                </p:txBody>
              </p:sp>
            </p:grpSp>
            <p:sp>
              <p:nvSpPr>
                <p:cNvPr id="8" name="Diamond 7">
                  <a:extLst>
                    <a:ext uri="{FF2B5EF4-FFF2-40B4-BE49-F238E27FC236}">
                      <a16:creationId xmlns:a16="http://schemas.microsoft.com/office/drawing/2014/main" id="{3A538752-64EF-4DEE-9C99-DCCF1C993577}"/>
                    </a:ext>
                  </a:extLst>
                </p:cNvPr>
                <p:cNvSpPr/>
                <p:nvPr/>
              </p:nvSpPr>
              <p:spPr>
                <a:xfrm rot="15124317">
                  <a:off x="10710699" y="245008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4" name="Diamond 13">
                  <a:extLst>
                    <a:ext uri="{FF2B5EF4-FFF2-40B4-BE49-F238E27FC236}">
                      <a16:creationId xmlns:a16="http://schemas.microsoft.com/office/drawing/2014/main" id="{995DE07A-B2F7-485F-B354-578C160CBB85}"/>
                    </a:ext>
                  </a:extLst>
                </p:cNvPr>
                <p:cNvSpPr/>
                <p:nvPr/>
              </p:nvSpPr>
              <p:spPr>
                <a:xfrm rot="6475683" flipH="1">
                  <a:off x="9501862" y="245008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FF62132B-2F72-4F85-9868-D89B739BC428}"/>
                  </a:ext>
                </a:extLst>
              </p:cNvPr>
              <p:cNvGrpSpPr/>
              <p:nvPr/>
            </p:nvGrpSpPr>
            <p:grpSpPr>
              <a:xfrm>
                <a:off x="9207065" y="4068745"/>
                <a:ext cx="2688018" cy="1712497"/>
                <a:chOff x="9207065" y="4068745"/>
                <a:chExt cx="2688018" cy="1712497"/>
              </a:xfrm>
              <a:grpFill/>
            </p:grpSpPr>
            <p:sp>
              <p:nvSpPr>
                <p:cNvPr id="21" name="Diamond 20">
                  <a:extLst>
                    <a:ext uri="{FF2B5EF4-FFF2-40B4-BE49-F238E27FC236}">
                      <a16:creationId xmlns:a16="http://schemas.microsoft.com/office/drawing/2014/main" id="{CD583B87-9540-4BD3-8E93-CCB279F8E4BD}"/>
                    </a:ext>
                  </a:extLst>
                </p:cNvPr>
                <p:cNvSpPr/>
                <p:nvPr/>
              </p:nvSpPr>
              <p:spPr>
                <a:xfrm rot="15124317">
                  <a:off x="9489030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7" name="Diamond 26">
                  <a:extLst>
                    <a:ext uri="{FF2B5EF4-FFF2-40B4-BE49-F238E27FC236}">
                      <a16:creationId xmlns:a16="http://schemas.microsoft.com/office/drawing/2014/main" id="{D48F0506-F1AA-4F15-90FB-33E4C8E5E484}"/>
                    </a:ext>
                  </a:extLst>
                </p:cNvPr>
                <p:cNvSpPr/>
                <p:nvPr/>
              </p:nvSpPr>
              <p:spPr>
                <a:xfrm rot="6475683" flipH="1">
                  <a:off x="10733581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31" name="Diamond 30">
                  <a:extLst>
                    <a:ext uri="{FF2B5EF4-FFF2-40B4-BE49-F238E27FC236}">
                      <a16:creationId xmlns:a16="http://schemas.microsoft.com/office/drawing/2014/main" id="{B640A845-DA21-4147-B2B9-43E896E5194C}"/>
                    </a:ext>
                  </a:extLst>
                </p:cNvPr>
                <p:cNvSpPr/>
                <p:nvPr/>
              </p:nvSpPr>
              <p:spPr>
                <a:xfrm>
                  <a:off x="10111305" y="4570510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2" name="Diamond 41">
                  <a:extLst>
                    <a:ext uri="{FF2B5EF4-FFF2-40B4-BE49-F238E27FC236}">
                      <a16:creationId xmlns:a16="http://schemas.microsoft.com/office/drawing/2014/main" id="{68AA497F-B296-4107-AB1E-BD690AA1A44D}"/>
                    </a:ext>
                  </a:extLst>
                </p:cNvPr>
                <p:cNvSpPr/>
                <p:nvPr/>
              </p:nvSpPr>
              <p:spPr>
                <a:xfrm rot="12971884" flipH="1">
                  <a:off x="9207065" y="5158979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44" name="Diamond 43">
                  <a:extLst>
                    <a:ext uri="{FF2B5EF4-FFF2-40B4-BE49-F238E27FC236}">
                      <a16:creationId xmlns:a16="http://schemas.microsoft.com/office/drawing/2014/main" id="{A4C2382D-B6CD-4C3B-90D2-5F1AA38A2812}"/>
                    </a:ext>
                  </a:extLst>
                </p:cNvPr>
                <p:cNvSpPr/>
                <p:nvPr/>
              </p:nvSpPr>
              <p:spPr>
                <a:xfrm flipH="1">
                  <a:off x="9822911" y="4068745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57" name="Diamond 56">
                  <a:extLst>
                    <a:ext uri="{FF2B5EF4-FFF2-40B4-BE49-F238E27FC236}">
                      <a16:creationId xmlns:a16="http://schemas.microsoft.com/office/drawing/2014/main" id="{BF9E3A19-68B0-4EAD-9BBA-7D8FEEC24AFC}"/>
                    </a:ext>
                  </a:extLst>
                </p:cNvPr>
                <p:cNvSpPr/>
                <p:nvPr/>
              </p:nvSpPr>
              <p:spPr>
                <a:xfrm rot="8658236" flipH="1">
                  <a:off x="10430887" y="5162957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13DB704-5BEB-44AF-94C2-2E9A83566B33}"/>
                  </a:ext>
                </a:extLst>
              </p:cNvPr>
              <p:cNvGrpSpPr/>
              <p:nvPr/>
            </p:nvGrpSpPr>
            <p:grpSpPr>
              <a:xfrm rot="17280000">
                <a:off x="10784468" y="2911058"/>
                <a:ext cx="2688018" cy="1712497"/>
                <a:chOff x="9207065" y="4068745"/>
                <a:chExt cx="2688018" cy="1712497"/>
              </a:xfrm>
              <a:grpFill/>
            </p:grpSpPr>
            <p:sp>
              <p:nvSpPr>
                <p:cNvPr id="66" name="Diamond 65">
                  <a:extLst>
                    <a:ext uri="{FF2B5EF4-FFF2-40B4-BE49-F238E27FC236}">
                      <a16:creationId xmlns:a16="http://schemas.microsoft.com/office/drawing/2014/main" id="{8E94A8E7-FD47-42E6-90C8-A330EC52AC9D}"/>
                    </a:ext>
                  </a:extLst>
                </p:cNvPr>
                <p:cNvSpPr/>
                <p:nvPr/>
              </p:nvSpPr>
              <p:spPr>
                <a:xfrm rot="15124317">
                  <a:off x="9489030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7" name="Diamond 66">
                  <a:extLst>
                    <a:ext uri="{FF2B5EF4-FFF2-40B4-BE49-F238E27FC236}">
                      <a16:creationId xmlns:a16="http://schemas.microsoft.com/office/drawing/2014/main" id="{228FF421-A372-42B2-8AD0-20AC1577AE71}"/>
                    </a:ext>
                  </a:extLst>
                </p:cNvPr>
                <p:cNvSpPr/>
                <p:nvPr/>
              </p:nvSpPr>
              <p:spPr>
                <a:xfrm rot="6475683" flipH="1">
                  <a:off x="10733581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8" name="Diamond 67">
                  <a:extLst>
                    <a:ext uri="{FF2B5EF4-FFF2-40B4-BE49-F238E27FC236}">
                      <a16:creationId xmlns:a16="http://schemas.microsoft.com/office/drawing/2014/main" id="{64433CAC-5669-4D22-BA87-0AA32471A123}"/>
                    </a:ext>
                  </a:extLst>
                </p:cNvPr>
                <p:cNvSpPr/>
                <p:nvPr/>
              </p:nvSpPr>
              <p:spPr>
                <a:xfrm>
                  <a:off x="10111305" y="4570510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69" name="Diamond 68">
                  <a:extLst>
                    <a:ext uri="{FF2B5EF4-FFF2-40B4-BE49-F238E27FC236}">
                      <a16:creationId xmlns:a16="http://schemas.microsoft.com/office/drawing/2014/main" id="{49C50FF5-0D29-48A0-BCA4-D9715A3872C3}"/>
                    </a:ext>
                  </a:extLst>
                </p:cNvPr>
                <p:cNvSpPr/>
                <p:nvPr/>
              </p:nvSpPr>
              <p:spPr>
                <a:xfrm rot="12971884" flipH="1">
                  <a:off x="9207065" y="5158979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0" name="Diamond 69">
                  <a:extLst>
                    <a:ext uri="{FF2B5EF4-FFF2-40B4-BE49-F238E27FC236}">
                      <a16:creationId xmlns:a16="http://schemas.microsoft.com/office/drawing/2014/main" id="{E52E3410-7F8A-4612-B31D-49EBC3BE7346}"/>
                    </a:ext>
                  </a:extLst>
                </p:cNvPr>
                <p:cNvSpPr/>
                <p:nvPr/>
              </p:nvSpPr>
              <p:spPr>
                <a:xfrm flipH="1">
                  <a:off x="9822911" y="4068745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1" name="Diamond 70">
                  <a:extLst>
                    <a:ext uri="{FF2B5EF4-FFF2-40B4-BE49-F238E27FC236}">
                      <a16:creationId xmlns:a16="http://schemas.microsoft.com/office/drawing/2014/main" id="{8879CEEE-4308-4C4B-B31E-61953F13D0D9}"/>
                    </a:ext>
                  </a:extLst>
                </p:cNvPr>
                <p:cNvSpPr/>
                <p:nvPr/>
              </p:nvSpPr>
              <p:spPr>
                <a:xfrm rot="8658236" flipH="1">
                  <a:off x="10430887" y="5162957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C088ABC-E3DF-487F-A3E6-FD3FDE6E4550}"/>
                  </a:ext>
                </a:extLst>
              </p:cNvPr>
              <p:cNvGrpSpPr/>
              <p:nvPr/>
            </p:nvGrpSpPr>
            <p:grpSpPr>
              <a:xfrm rot="12960000">
                <a:off x="10193837" y="1055109"/>
                <a:ext cx="2688018" cy="1712497"/>
                <a:chOff x="9207065" y="4068745"/>
                <a:chExt cx="2688018" cy="1712497"/>
              </a:xfrm>
              <a:grpFill/>
            </p:grpSpPr>
            <p:sp>
              <p:nvSpPr>
                <p:cNvPr id="73" name="Diamond 72">
                  <a:extLst>
                    <a:ext uri="{FF2B5EF4-FFF2-40B4-BE49-F238E27FC236}">
                      <a16:creationId xmlns:a16="http://schemas.microsoft.com/office/drawing/2014/main" id="{8D300731-0E77-4714-B7B0-096CB9B54185}"/>
                    </a:ext>
                  </a:extLst>
                </p:cNvPr>
                <p:cNvSpPr/>
                <p:nvPr/>
              </p:nvSpPr>
              <p:spPr>
                <a:xfrm rot="15124317">
                  <a:off x="9489030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4" name="Diamond 73">
                  <a:extLst>
                    <a:ext uri="{FF2B5EF4-FFF2-40B4-BE49-F238E27FC236}">
                      <a16:creationId xmlns:a16="http://schemas.microsoft.com/office/drawing/2014/main" id="{6E032CCD-BF38-445E-9DDA-75F92E9D59C3}"/>
                    </a:ext>
                  </a:extLst>
                </p:cNvPr>
                <p:cNvSpPr/>
                <p:nvPr/>
              </p:nvSpPr>
              <p:spPr>
                <a:xfrm rot="6475683" flipH="1">
                  <a:off x="10733581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5" name="Diamond 74">
                  <a:extLst>
                    <a:ext uri="{FF2B5EF4-FFF2-40B4-BE49-F238E27FC236}">
                      <a16:creationId xmlns:a16="http://schemas.microsoft.com/office/drawing/2014/main" id="{C18B3A78-6D1C-4E83-8F12-ACCD5994BF12}"/>
                    </a:ext>
                  </a:extLst>
                </p:cNvPr>
                <p:cNvSpPr/>
                <p:nvPr/>
              </p:nvSpPr>
              <p:spPr>
                <a:xfrm>
                  <a:off x="10111305" y="4570510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6" name="Diamond 75">
                  <a:extLst>
                    <a:ext uri="{FF2B5EF4-FFF2-40B4-BE49-F238E27FC236}">
                      <a16:creationId xmlns:a16="http://schemas.microsoft.com/office/drawing/2014/main" id="{423CB4DD-1449-40E2-8CF6-4E9D08399FB7}"/>
                    </a:ext>
                  </a:extLst>
                </p:cNvPr>
                <p:cNvSpPr/>
                <p:nvPr/>
              </p:nvSpPr>
              <p:spPr>
                <a:xfrm rot="12971884" flipH="1">
                  <a:off x="9207065" y="5158979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7" name="Diamond 76">
                  <a:extLst>
                    <a:ext uri="{FF2B5EF4-FFF2-40B4-BE49-F238E27FC236}">
                      <a16:creationId xmlns:a16="http://schemas.microsoft.com/office/drawing/2014/main" id="{983AC3C8-EDB8-4495-B599-AC0973768AA9}"/>
                    </a:ext>
                  </a:extLst>
                </p:cNvPr>
                <p:cNvSpPr/>
                <p:nvPr/>
              </p:nvSpPr>
              <p:spPr>
                <a:xfrm flipH="1">
                  <a:off x="9822911" y="4068745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78" name="Diamond 77">
                  <a:extLst>
                    <a:ext uri="{FF2B5EF4-FFF2-40B4-BE49-F238E27FC236}">
                      <a16:creationId xmlns:a16="http://schemas.microsoft.com/office/drawing/2014/main" id="{EF219076-51C2-4AD1-BDC9-11C4F44B1037}"/>
                    </a:ext>
                  </a:extLst>
                </p:cNvPr>
                <p:cNvSpPr/>
                <p:nvPr/>
              </p:nvSpPr>
              <p:spPr>
                <a:xfrm rot="8658236" flipH="1">
                  <a:off x="10430887" y="5162957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B01728C0-7E88-4D8C-8AE4-314EE9218C46}"/>
                  </a:ext>
                </a:extLst>
              </p:cNvPr>
              <p:cNvGrpSpPr/>
              <p:nvPr/>
            </p:nvGrpSpPr>
            <p:grpSpPr>
              <a:xfrm rot="8640000">
                <a:off x="8222706" y="1055109"/>
                <a:ext cx="2688018" cy="1712497"/>
                <a:chOff x="9207065" y="4068745"/>
                <a:chExt cx="2688018" cy="1712497"/>
              </a:xfrm>
              <a:grpFill/>
            </p:grpSpPr>
            <p:sp>
              <p:nvSpPr>
                <p:cNvPr id="80" name="Diamond 79">
                  <a:extLst>
                    <a:ext uri="{FF2B5EF4-FFF2-40B4-BE49-F238E27FC236}">
                      <a16:creationId xmlns:a16="http://schemas.microsoft.com/office/drawing/2014/main" id="{A416F9CA-2888-4CF2-A48D-0C52D682552E}"/>
                    </a:ext>
                  </a:extLst>
                </p:cNvPr>
                <p:cNvSpPr/>
                <p:nvPr/>
              </p:nvSpPr>
              <p:spPr>
                <a:xfrm rot="15124317">
                  <a:off x="9489030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1" name="Diamond 80">
                  <a:extLst>
                    <a:ext uri="{FF2B5EF4-FFF2-40B4-BE49-F238E27FC236}">
                      <a16:creationId xmlns:a16="http://schemas.microsoft.com/office/drawing/2014/main" id="{86FCB218-5453-4311-99E6-22408229803E}"/>
                    </a:ext>
                  </a:extLst>
                </p:cNvPr>
                <p:cNvSpPr/>
                <p:nvPr/>
              </p:nvSpPr>
              <p:spPr>
                <a:xfrm rot="6475683" flipH="1">
                  <a:off x="10733581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2" name="Diamond 81">
                  <a:extLst>
                    <a:ext uri="{FF2B5EF4-FFF2-40B4-BE49-F238E27FC236}">
                      <a16:creationId xmlns:a16="http://schemas.microsoft.com/office/drawing/2014/main" id="{42A81729-FD1C-4914-8915-9EF946EBA835}"/>
                    </a:ext>
                  </a:extLst>
                </p:cNvPr>
                <p:cNvSpPr/>
                <p:nvPr/>
              </p:nvSpPr>
              <p:spPr>
                <a:xfrm>
                  <a:off x="10111305" y="4570510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3" name="Diamond 82">
                  <a:extLst>
                    <a:ext uri="{FF2B5EF4-FFF2-40B4-BE49-F238E27FC236}">
                      <a16:creationId xmlns:a16="http://schemas.microsoft.com/office/drawing/2014/main" id="{A44AFDB2-B714-4702-88E0-08853A19B0B7}"/>
                    </a:ext>
                  </a:extLst>
                </p:cNvPr>
                <p:cNvSpPr/>
                <p:nvPr/>
              </p:nvSpPr>
              <p:spPr>
                <a:xfrm rot="12971884" flipH="1">
                  <a:off x="9207065" y="5158979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4" name="Diamond 83">
                  <a:extLst>
                    <a:ext uri="{FF2B5EF4-FFF2-40B4-BE49-F238E27FC236}">
                      <a16:creationId xmlns:a16="http://schemas.microsoft.com/office/drawing/2014/main" id="{C3AB2B25-EE50-4564-9C4E-A8AA68BCB28A}"/>
                    </a:ext>
                  </a:extLst>
                </p:cNvPr>
                <p:cNvSpPr/>
                <p:nvPr/>
              </p:nvSpPr>
              <p:spPr>
                <a:xfrm flipH="1">
                  <a:off x="9822911" y="4068745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5" name="Diamond 84">
                  <a:extLst>
                    <a:ext uri="{FF2B5EF4-FFF2-40B4-BE49-F238E27FC236}">
                      <a16:creationId xmlns:a16="http://schemas.microsoft.com/office/drawing/2014/main" id="{2E66E1B6-59ED-443C-A8A5-692DD610342D}"/>
                    </a:ext>
                  </a:extLst>
                </p:cNvPr>
                <p:cNvSpPr/>
                <p:nvPr/>
              </p:nvSpPr>
              <p:spPr>
                <a:xfrm rot="8658236" flipH="1">
                  <a:off x="10430887" y="5162957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D5FC6D26-3604-48E3-AAF3-C5ABE9335A07}"/>
                  </a:ext>
                </a:extLst>
              </p:cNvPr>
              <p:cNvGrpSpPr/>
              <p:nvPr/>
            </p:nvGrpSpPr>
            <p:grpSpPr>
              <a:xfrm rot="4320000">
                <a:off x="7620329" y="2911058"/>
                <a:ext cx="2688018" cy="1712497"/>
                <a:chOff x="9207065" y="4068745"/>
                <a:chExt cx="2688018" cy="1712497"/>
              </a:xfrm>
              <a:grpFill/>
            </p:grpSpPr>
            <p:sp>
              <p:nvSpPr>
                <p:cNvPr id="87" name="Diamond 86">
                  <a:extLst>
                    <a:ext uri="{FF2B5EF4-FFF2-40B4-BE49-F238E27FC236}">
                      <a16:creationId xmlns:a16="http://schemas.microsoft.com/office/drawing/2014/main" id="{6DC2B59B-422A-4A3E-85DA-B9471D0D1C22}"/>
                    </a:ext>
                  </a:extLst>
                </p:cNvPr>
                <p:cNvSpPr/>
                <p:nvPr/>
              </p:nvSpPr>
              <p:spPr>
                <a:xfrm rot="15124317">
                  <a:off x="9489030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8" name="Diamond 87">
                  <a:extLst>
                    <a:ext uri="{FF2B5EF4-FFF2-40B4-BE49-F238E27FC236}">
                      <a16:creationId xmlns:a16="http://schemas.microsoft.com/office/drawing/2014/main" id="{74930D1E-35A3-4FE2-8326-A72AB3D359C5}"/>
                    </a:ext>
                  </a:extLst>
                </p:cNvPr>
                <p:cNvSpPr/>
                <p:nvPr/>
              </p:nvSpPr>
              <p:spPr>
                <a:xfrm rot="6475683" flipH="1">
                  <a:off x="10733581" y="4142141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89" name="Diamond 88">
                  <a:extLst>
                    <a:ext uri="{FF2B5EF4-FFF2-40B4-BE49-F238E27FC236}">
                      <a16:creationId xmlns:a16="http://schemas.microsoft.com/office/drawing/2014/main" id="{60A29EA0-5BBF-4B71-8B04-BD0705453784}"/>
                    </a:ext>
                  </a:extLst>
                </p:cNvPr>
                <p:cNvSpPr/>
                <p:nvPr/>
              </p:nvSpPr>
              <p:spPr>
                <a:xfrm>
                  <a:off x="10111305" y="4570510"/>
                  <a:ext cx="882650" cy="1210732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0" name="Diamond 89">
                  <a:extLst>
                    <a:ext uri="{FF2B5EF4-FFF2-40B4-BE49-F238E27FC236}">
                      <a16:creationId xmlns:a16="http://schemas.microsoft.com/office/drawing/2014/main" id="{BA83E0D2-1F62-47B2-8930-1887639286F9}"/>
                    </a:ext>
                  </a:extLst>
                </p:cNvPr>
                <p:cNvSpPr/>
                <p:nvPr/>
              </p:nvSpPr>
              <p:spPr>
                <a:xfrm rot="12971884" flipH="1">
                  <a:off x="9207065" y="5158979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1" name="Diamond 90">
                  <a:extLst>
                    <a:ext uri="{FF2B5EF4-FFF2-40B4-BE49-F238E27FC236}">
                      <a16:creationId xmlns:a16="http://schemas.microsoft.com/office/drawing/2014/main" id="{EBBD4EE7-6EDD-4B20-AF66-A172A86DB227}"/>
                    </a:ext>
                  </a:extLst>
                </p:cNvPr>
                <p:cNvSpPr/>
                <p:nvPr/>
              </p:nvSpPr>
              <p:spPr>
                <a:xfrm flipH="1">
                  <a:off x="9822911" y="4068745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92" name="Diamond 91">
                  <a:extLst>
                    <a:ext uri="{FF2B5EF4-FFF2-40B4-BE49-F238E27FC236}">
                      <a16:creationId xmlns:a16="http://schemas.microsoft.com/office/drawing/2014/main" id="{F6985EE2-9CAC-4A6F-99A2-D32F4B1C7EB8}"/>
                    </a:ext>
                  </a:extLst>
                </p:cNvPr>
                <p:cNvSpPr/>
                <p:nvPr/>
              </p:nvSpPr>
              <p:spPr>
                <a:xfrm rot="8658236" flipH="1">
                  <a:off x="10430887" y="5162957"/>
                  <a:ext cx="1464196" cy="472366"/>
                </a:xfrm>
                <a:prstGeom prst="diamond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FA08CB6-90B3-48BC-A174-F89FE6D92D75}"/>
                </a:ext>
              </a:extLst>
            </p:cNvPr>
            <p:cNvGrpSpPr/>
            <p:nvPr/>
          </p:nvGrpSpPr>
          <p:grpSpPr>
            <a:xfrm>
              <a:off x="6091631" y="1121100"/>
              <a:ext cx="4889795" cy="4894396"/>
              <a:chOff x="9197635" y="3746345"/>
              <a:chExt cx="4889795" cy="4894396"/>
            </a:xfrm>
          </p:grpSpPr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76994CF-D487-42B3-97FB-09AF59056883}"/>
                  </a:ext>
                </a:extLst>
              </p:cNvPr>
              <p:cNvCxnSpPr>
                <a:cxnSpLocks/>
                <a:stCxn id="78" idx="3"/>
                <a:endCxn id="83" idx="0"/>
              </p:cNvCxnSpPr>
              <p:nvPr/>
            </p:nvCxnSpPr>
            <p:spPr>
              <a:xfrm flipH="1" flipV="1">
                <a:off x="10880134" y="3749561"/>
                <a:ext cx="803189" cy="22908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26CAA909-6816-481B-BAA5-7CD25D89797E}"/>
                  </a:ext>
                </a:extLst>
              </p:cNvPr>
              <p:cNvCxnSpPr>
                <a:cxnSpLocks/>
                <a:stCxn id="78" idx="0"/>
                <a:endCxn id="78" idx="3"/>
              </p:cNvCxnSpPr>
              <p:nvPr/>
            </p:nvCxnSpPr>
            <p:spPr>
              <a:xfrm flipH="1">
                <a:off x="11683323" y="3746345"/>
                <a:ext cx="733341" cy="23229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92E2929-3C2A-4D55-BCD6-AFB8026A9A42}"/>
                  </a:ext>
                </a:extLst>
              </p:cNvPr>
              <p:cNvCxnSpPr>
                <a:cxnSpLocks/>
                <a:stCxn id="73" idx="0"/>
                <a:endCxn id="76" idx="0"/>
              </p:cNvCxnSpPr>
              <p:nvPr/>
            </p:nvCxnSpPr>
            <p:spPr>
              <a:xfrm flipV="1">
                <a:off x="13605111" y="4632879"/>
                <a:ext cx="22929" cy="78914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CE8F576-777E-424D-A7DA-DE51C655D824}"/>
                  </a:ext>
                </a:extLst>
              </p:cNvPr>
              <p:cNvCxnSpPr>
                <a:cxnSpLocks/>
                <a:stCxn id="71" idx="0"/>
              </p:cNvCxnSpPr>
              <p:nvPr/>
            </p:nvCxnSpPr>
            <p:spPr>
              <a:xfrm flipH="1" flipV="1">
                <a:off x="13569594" y="5423132"/>
                <a:ext cx="517836" cy="65137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BB09938-1F2B-4321-98B6-E099270AC649}"/>
                  </a:ext>
                </a:extLst>
              </p:cNvPr>
              <p:cNvCxnSpPr>
                <a:cxnSpLocks/>
                <a:stCxn id="76" idx="0"/>
              </p:cNvCxnSpPr>
              <p:nvPr/>
            </p:nvCxnSpPr>
            <p:spPr>
              <a:xfrm flipH="1" flipV="1">
                <a:off x="13155216" y="3982525"/>
                <a:ext cx="472824" cy="650354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5CA09CC0-2C91-4F8D-9A78-BCCEAB8EEEC0}"/>
                  </a:ext>
                </a:extLst>
              </p:cNvPr>
              <p:cNvCxnSpPr>
                <a:cxnSpLocks/>
                <a:stCxn id="78" idx="1"/>
              </p:cNvCxnSpPr>
              <p:nvPr/>
            </p:nvCxnSpPr>
            <p:spPr>
              <a:xfrm flipH="1" flipV="1">
                <a:off x="12407299" y="3760972"/>
                <a:ext cx="740200" cy="22543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05891960-F993-4F7D-9787-F9D141DF05B1}"/>
                  </a:ext>
                </a:extLst>
              </p:cNvPr>
              <p:cNvCxnSpPr>
                <a:cxnSpLocks/>
                <a:stCxn id="71" idx="1"/>
                <a:endCxn id="71" idx="0"/>
              </p:cNvCxnSpPr>
              <p:nvPr/>
            </p:nvCxnSpPr>
            <p:spPr>
              <a:xfrm flipV="1">
                <a:off x="14084957" y="6074504"/>
                <a:ext cx="2473" cy="76924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AF509918-19A4-47A2-86BE-AFACDB2C11BB}"/>
                  </a:ext>
                </a:extLst>
              </p:cNvPr>
              <p:cNvCxnSpPr>
                <a:cxnSpLocks/>
                <a:stCxn id="83" idx="0"/>
                <a:endCxn id="85" idx="1"/>
              </p:cNvCxnSpPr>
              <p:nvPr/>
            </p:nvCxnSpPr>
            <p:spPr>
              <a:xfrm flipH="1">
                <a:off x="10116808" y="3749561"/>
                <a:ext cx="763326" cy="25725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C5E125F-1CF8-4AE8-BF36-3C9A9E77DE5D}"/>
                  </a:ext>
                </a:extLst>
              </p:cNvPr>
              <p:cNvCxnSpPr>
                <a:cxnSpLocks/>
                <a:stCxn id="85" idx="1"/>
                <a:endCxn id="85" idx="0"/>
              </p:cNvCxnSpPr>
              <p:nvPr/>
            </p:nvCxnSpPr>
            <p:spPr>
              <a:xfrm flipH="1">
                <a:off x="9662654" y="4006812"/>
                <a:ext cx="454154" cy="62088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06E6BA0-087C-4D93-BA40-ED8D8CB09DD2}"/>
                  </a:ext>
                </a:extLst>
              </p:cNvPr>
              <p:cNvCxnSpPr>
                <a:cxnSpLocks/>
                <a:stCxn id="85" idx="0"/>
                <a:endCxn id="90" idx="1"/>
              </p:cNvCxnSpPr>
              <p:nvPr/>
            </p:nvCxnSpPr>
            <p:spPr>
              <a:xfrm flipH="1">
                <a:off x="9650641" y="4627694"/>
                <a:ext cx="12013" cy="8218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102B789-A0BE-4870-AA8C-695C0C421D3E}"/>
                  </a:ext>
                </a:extLst>
              </p:cNvPr>
              <p:cNvCxnSpPr>
                <a:cxnSpLocks/>
                <a:stCxn id="90" idx="1"/>
                <a:endCxn id="90" idx="0"/>
              </p:cNvCxnSpPr>
              <p:nvPr/>
            </p:nvCxnSpPr>
            <p:spPr>
              <a:xfrm flipH="1">
                <a:off x="9197635" y="5449587"/>
                <a:ext cx="453006" cy="62171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FB7894C7-BF9E-4D07-B767-726FC39B66ED}"/>
                  </a:ext>
                </a:extLst>
              </p:cNvPr>
              <p:cNvCxnSpPr>
                <a:cxnSpLocks/>
                <a:stCxn id="90" idx="0"/>
                <a:endCxn id="92" idx="1"/>
              </p:cNvCxnSpPr>
              <p:nvPr/>
            </p:nvCxnSpPr>
            <p:spPr>
              <a:xfrm>
                <a:off x="9197635" y="6071306"/>
                <a:ext cx="8780" cy="80546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7DD91DE-F746-483C-BDFE-093A8F7BAFCC}"/>
                  </a:ext>
                </a:extLst>
              </p:cNvPr>
              <p:cNvCxnSpPr>
                <a:cxnSpLocks/>
                <a:stCxn id="92" idx="1"/>
                <a:endCxn id="92" idx="0"/>
              </p:cNvCxnSpPr>
              <p:nvPr/>
            </p:nvCxnSpPr>
            <p:spPr>
              <a:xfrm>
                <a:off x="9206415" y="6876768"/>
                <a:ext cx="450152" cy="62378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E2646324-1882-4A35-AFD6-9A22FCE6CF0E}"/>
                  </a:ext>
                </a:extLst>
              </p:cNvPr>
              <p:cNvCxnSpPr>
                <a:cxnSpLocks/>
                <a:stCxn id="92" idx="0"/>
                <a:endCxn id="92" idx="3"/>
              </p:cNvCxnSpPr>
              <p:nvPr/>
            </p:nvCxnSpPr>
            <p:spPr>
              <a:xfrm>
                <a:off x="9656567" y="7500557"/>
                <a:ext cx="729826" cy="24311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4504D45-0DF5-465C-87CB-9FF316B27C8A}"/>
                  </a:ext>
                </a:extLst>
              </p:cNvPr>
              <p:cNvCxnSpPr>
                <a:cxnSpLocks/>
                <a:stCxn id="92" idx="3"/>
                <a:endCxn id="42" idx="0"/>
              </p:cNvCxnSpPr>
              <p:nvPr/>
            </p:nvCxnSpPr>
            <p:spPr>
              <a:xfrm>
                <a:off x="10386393" y="7743672"/>
                <a:ext cx="507200" cy="65651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EF1774EA-8E4D-4593-B404-5BF2841ACDCB}"/>
                  </a:ext>
                </a:extLst>
              </p:cNvPr>
              <p:cNvCxnSpPr>
                <a:cxnSpLocks/>
                <a:stCxn id="42" idx="0"/>
                <a:endCxn id="57" idx="1"/>
              </p:cNvCxnSpPr>
              <p:nvPr/>
            </p:nvCxnSpPr>
            <p:spPr>
              <a:xfrm>
                <a:off x="10893593" y="8400189"/>
                <a:ext cx="768753" cy="24055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6B749063-60ED-40A1-AC91-230E78903C02}"/>
                  </a:ext>
                </a:extLst>
              </p:cNvPr>
              <p:cNvCxnSpPr>
                <a:cxnSpLocks/>
                <a:stCxn id="71" idx="1"/>
                <a:endCxn id="69" idx="0"/>
              </p:cNvCxnSpPr>
              <p:nvPr/>
            </p:nvCxnSpPr>
            <p:spPr>
              <a:xfrm flipH="1">
                <a:off x="13618622" y="6843753"/>
                <a:ext cx="466335" cy="65679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BD706AE-0392-4661-B08F-35CC0C2D2A9E}"/>
                  </a:ext>
                </a:extLst>
              </p:cNvPr>
              <p:cNvCxnSpPr>
                <a:cxnSpLocks/>
                <a:stCxn id="69" idx="1"/>
                <a:endCxn id="69" idx="0"/>
              </p:cNvCxnSpPr>
              <p:nvPr/>
            </p:nvCxnSpPr>
            <p:spPr>
              <a:xfrm flipV="1">
                <a:off x="12886694" y="7500546"/>
                <a:ext cx="731928" cy="23671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C536264B-8BA6-4F85-BFF1-E130E5D64806}"/>
                  </a:ext>
                </a:extLst>
              </p:cNvPr>
              <p:cNvCxnSpPr>
                <a:cxnSpLocks/>
                <a:stCxn id="69" idx="1"/>
                <a:endCxn id="57" idx="0"/>
              </p:cNvCxnSpPr>
              <p:nvPr/>
            </p:nvCxnSpPr>
            <p:spPr>
              <a:xfrm flipH="1">
                <a:off x="12394709" y="7737257"/>
                <a:ext cx="491985" cy="66812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A80A33EF-C00E-4F56-B7E6-8BDBA1DE1FC5}"/>
                  </a:ext>
                </a:extLst>
              </p:cNvPr>
              <p:cNvCxnSpPr>
                <a:cxnSpLocks/>
                <a:stCxn id="57" idx="1"/>
                <a:endCxn id="57" idx="0"/>
              </p:cNvCxnSpPr>
              <p:nvPr/>
            </p:nvCxnSpPr>
            <p:spPr>
              <a:xfrm flipV="1">
                <a:off x="11662346" y="8405382"/>
                <a:ext cx="732363" cy="23535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67A5B355-3BB2-4CA1-ABD6-1315D5A65299}"/>
                  </a:ext>
                </a:extLst>
              </p:cNvPr>
              <p:cNvCxnSpPr>
                <a:cxnSpLocks/>
                <a:stCxn id="74" idx="3"/>
                <a:endCxn id="74" idx="0"/>
              </p:cNvCxnSpPr>
              <p:nvPr/>
            </p:nvCxnSpPr>
            <p:spPr>
              <a:xfrm flipV="1">
                <a:off x="11666033" y="4013396"/>
                <a:ext cx="273" cy="749156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760D1B5F-64DB-4BF1-8182-5EBE4FDD109C}"/>
                  </a:ext>
                </a:extLst>
              </p:cNvPr>
              <p:cNvCxnSpPr>
                <a:cxnSpLocks/>
                <a:stCxn id="76" idx="2"/>
                <a:endCxn id="78" idx="1"/>
              </p:cNvCxnSpPr>
              <p:nvPr/>
            </p:nvCxnSpPr>
            <p:spPr>
              <a:xfrm flipH="1" flipV="1">
                <a:off x="13147499" y="3986408"/>
                <a:ext cx="30793" cy="790887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37EF8959-3EC8-4703-8C74-A76A4AB2709D}"/>
                  </a:ext>
                </a:extLst>
              </p:cNvPr>
              <p:cNvCxnSpPr>
                <a:cxnSpLocks/>
                <a:stCxn id="77" idx="2"/>
                <a:endCxn id="74" idx="3"/>
              </p:cNvCxnSpPr>
              <p:nvPr/>
            </p:nvCxnSpPr>
            <p:spPr>
              <a:xfrm flipH="1" flipV="1">
                <a:off x="11666033" y="4762552"/>
                <a:ext cx="736904" cy="27149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BF5D4BE3-654B-4555-96C0-08CBC261A834}"/>
                  </a:ext>
                </a:extLst>
              </p:cNvPr>
              <p:cNvCxnSpPr>
                <a:cxnSpLocks/>
                <a:stCxn id="76" idx="2"/>
                <a:endCxn id="77" idx="2"/>
              </p:cNvCxnSpPr>
              <p:nvPr/>
            </p:nvCxnSpPr>
            <p:spPr>
              <a:xfrm flipH="1">
                <a:off x="12402937" y="4777295"/>
                <a:ext cx="775355" cy="256749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4582D5E7-04BF-4D37-96EA-EF2C6729D373}"/>
                  </a:ext>
                </a:extLst>
              </p:cNvPr>
              <p:cNvCxnSpPr>
                <a:cxnSpLocks/>
                <a:stCxn id="73" idx="0"/>
                <a:endCxn id="70" idx="1"/>
              </p:cNvCxnSpPr>
              <p:nvPr/>
            </p:nvCxnSpPr>
            <p:spPr>
              <a:xfrm flipH="1">
                <a:off x="12860122" y="5422020"/>
                <a:ext cx="744989" cy="26809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20BBF14F-6D57-42D9-AD6D-217F04432569}"/>
                  </a:ext>
                </a:extLst>
              </p:cNvPr>
              <p:cNvCxnSpPr>
                <a:cxnSpLocks/>
                <a:stCxn id="67" idx="3"/>
                <a:endCxn id="70" idx="0"/>
              </p:cNvCxnSpPr>
              <p:nvPr/>
            </p:nvCxnSpPr>
            <p:spPr>
              <a:xfrm flipH="1">
                <a:off x="12409268" y="5674637"/>
                <a:ext cx="479734" cy="63876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89FF0A8A-324B-4729-AF6C-DAADDE50DF1C}"/>
                  </a:ext>
                </a:extLst>
              </p:cNvPr>
              <p:cNvCxnSpPr>
                <a:cxnSpLocks/>
                <a:stCxn id="70" idx="0"/>
                <a:endCxn id="70" idx="3"/>
              </p:cNvCxnSpPr>
              <p:nvPr/>
            </p:nvCxnSpPr>
            <p:spPr>
              <a:xfrm flipH="1">
                <a:off x="12407660" y="6313400"/>
                <a:ext cx="1608" cy="76925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0AD2C34D-7DDC-4B8D-A570-2AE832D2C26E}"/>
                  </a:ext>
                </a:extLst>
              </p:cNvPr>
              <p:cNvCxnSpPr>
                <a:cxnSpLocks/>
                <a:stCxn id="70" idx="3"/>
                <a:endCxn id="66" idx="0"/>
              </p:cNvCxnSpPr>
              <p:nvPr/>
            </p:nvCxnSpPr>
            <p:spPr>
              <a:xfrm>
                <a:off x="12407660" y="7082652"/>
                <a:ext cx="453360" cy="63994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FF99717F-0512-4CDD-A59F-F20AD4FE1768}"/>
                  </a:ext>
                </a:extLst>
              </p:cNvPr>
              <p:cNvCxnSpPr>
                <a:cxnSpLocks/>
                <a:stCxn id="8" idx="3"/>
                <a:endCxn id="70" idx="1"/>
              </p:cNvCxnSpPr>
              <p:nvPr/>
            </p:nvCxnSpPr>
            <p:spPr>
              <a:xfrm>
                <a:off x="12110089" y="5449983"/>
                <a:ext cx="750033" cy="24013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8D2F7703-0531-4F2E-9AD4-1034DC98EE02}"/>
                  </a:ext>
                </a:extLst>
              </p:cNvPr>
              <p:cNvCxnSpPr>
                <a:cxnSpLocks/>
                <a:stCxn id="14" idx="0"/>
                <a:endCxn id="77" idx="0"/>
              </p:cNvCxnSpPr>
              <p:nvPr/>
            </p:nvCxnSpPr>
            <p:spPr>
              <a:xfrm flipV="1">
                <a:off x="11613074" y="5416196"/>
                <a:ext cx="512213" cy="64002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62BEE7BF-FA03-43CF-B2D1-EE3BA46800D2}"/>
                  </a:ext>
                </a:extLst>
              </p:cNvPr>
              <p:cNvCxnSpPr>
                <a:cxnSpLocks/>
                <a:stCxn id="13" idx="3"/>
                <a:endCxn id="14" idx="0"/>
              </p:cNvCxnSpPr>
              <p:nvPr/>
            </p:nvCxnSpPr>
            <p:spPr>
              <a:xfrm flipV="1">
                <a:off x="10909886" y="6056224"/>
                <a:ext cx="703188" cy="26742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CCE837EC-66A2-4339-BEFA-6BFAA33CEB3D}"/>
                  </a:ext>
                </a:extLst>
              </p:cNvPr>
              <p:cNvCxnSpPr>
                <a:cxnSpLocks/>
                <a:stCxn id="91" idx="3"/>
                <a:endCxn id="84" idx="2"/>
              </p:cNvCxnSpPr>
              <p:nvPr/>
            </p:nvCxnSpPr>
            <p:spPr>
              <a:xfrm flipV="1">
                <a:off x="10422955" y="5038670"/>
                <a:ext cx="460132" cy="65893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0CDA03A9-8F61-4D0E-A783-0F266333EDD9}"/>
                  </a:ext>
                </a:extLst>
              </p:cNvPr>
              <p:cNvCxnSpPr>
                <a:cxnSpLocks/>
                <a:stCxn id="84" idx="2"/>
                <a:endCxn id="74" idx="3"/>
              </p:cNvCxnSpPr>
              <p:nvPr/>
            </p:nvCxnSpPr>
            <p:spPr>
              <a:xfrm flipV="1">
                <a:off x="10883087" y="4762552"/>
                <a:ext cx="782946" cy="27611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85F9A6AF-E89D-45A8-B0E4-86DDEC15BE2A}"/>
                  </a:ext>
                </a:extLst>
              </p:cNvPr>
              <p:cNvCxnSpPr>
                <a:cxnSpLocks/>
                <a:stCxn id="13" idx="3"/>
                <a:endCxn id="91" idx="3"/>
              </p:cNvCxnSpPr>
              <p:nvPr/>
            </p:nvCxnSpPr>
            <p:spPr>
              <a:xfrm flipH="1" flipV="1">
                <a:off x="10422955" y="5697603"/>
                <a:ext cx="486931" cy="626042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C22BCBA7-A730-4187-A50B-0381594AE596}"/>
                  </a:ext>
                </a:extLst>
              </p:cNvPr>
              <p:cNvCxnSpPr>
                <a:cxnSpLocks/>
                <a:stCxn id="44" idx="2"/>
                <a:endCxn id="31" idx="3"/>
              </p:cNvCxnSpPr>
              <p:nvPr/>
            </p:nvCxnSpPr>
            <p:spPr>
              <a:xfrm>
                <a:off x="11648924" y="7355543"/>
                <a:ext cx="438946" cy="634765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C184912F-E2CF-4394-8D39-0D5CE4AA912C}"/>
                  </a:ext>
                </a:extLst>
              </p:cNvPr>
              <p:cNvCxnSpPr>
                <a:cxnSpLocks/>
                <a:stCxn id="31" idx="3"/>
                <a:endCxn id="57" idx="1"/>
              </p:cNvCxnSpPr>
              <p:nvPr/>
            </p:nvCxnSpPr>
            <p:spPr>
              <a:xfrm flipH="1">
                <a:off x="11662346" y="7990308"/>
                <a:ext cx="425524" cy="650433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A9B91BB1-2D78-4F69-A12A-9E0463FDFCBB}"/>
                  </a:ext>
                </a:extLst>
              </p:cNvPr>
              <p:cNvCxnSpPr>
                <a:cxnSpLocks/>
                <a:stCxn id="44" idx="2"/>
                <a:endCxn id="70" idx="3"/>
              </p:cNvCxnSpPr>
              <p:nvPr/>
            </p:nvCxnSpPr>
            <p:spPr>
              <a:xfrm flipV="1">
                <a:off x="11648924" y="7082652"/>
                <a:ext cx="758736" cy="272891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1435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7D71503-C506-4B34-A27A-53738EFE80A2}"/>
              </a:ext>
            </a:extLst>
          </p:cNvPr>
          <p:cNvGrpSpPr/>
          <p:nvPr/>
        </p:nvGrpSpPr>
        <p:grpSpPr>
          <a:xfrm>
            <a:off x="3580095" y="-1079676"/>
            <a:ext cx="7803339" cy="9072432"/>
            <a:chOff x="3580095" y="-1079676"/>
            <a:chExt cx="7803339" cy="9072432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81FE072E-BCE8-4E53-A8D6-8499E4D5713D}"/>
                </a:ext>
              </a:extLst>
            </p:cNvPr>
            <p:cNvSpPr/>
            <p:nvPr/>
          </p:nvSpPr>
          <p:spPr>
            <a:xfrm>
              <a:off x="3580095" y="-1079676"/>
              <a:ext cx="7803339" cy="90724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39485438-2DD1-401B-AD68-AA451831DDC2}"/>
                </a:ext>
              </a:extLst>
            </p:cNvPr>
            <p:cNvSpPr txBox="1"/>
            <p:nvPr/>
          </p:nvSpPr>
          <p:spPr>
            <a:xfrm>
              <a:off x="3962236" y="-693449"/>
              <a:ext cx="7039056" cy="5847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Penrose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★ 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0BF49DF-F3D8-46C3-9EAA-F1C5E78C2EC5}"/>
                </a:ext>
              </a:extLst>
            </p:cNvPr>
            <p:cNvSpPr txBox="1"/>
            <p:nvPr/>
          </p:nvSpPr>
          <p:spPr>
            <a:xfrm>
              <a:off x="3683260" y="-156759"/>
              <a:ext cx="7607041" cy="4001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2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0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8E1FF8DF-8A16-4B52-8C4D-AF4A757F2892}"/>
                </a:ext>
              </a:extLst>
            </p:cNvPr>
            <p:cNvSpPr/>
            <p:nvPr/>
          </p:nvSpPr>
          <p:spPr>
            <a:xfrm>
              <a:off x="6256664" y="7224691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#9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>
                  <a:latin typeface="Arial" panose="020B0604020202020204" pitchFamily="34" charset="0"/>
                  <a:cs typeface="Arial" panose="020B0604020202020204" pitchFamily="34" charset="0"/>
                </a:rPr>
                <a:t>Pedro PSI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– 11</a:t>
              </a:r>
              <a:r>
                <a:rPr lang="pt-PT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of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August</a:t>
              </a:r>
              <a:r>
                <a:rPr lang="pt-PT" b="1" dirty="0">
                  <a:latin typeface="Arial" panose="020B0604020202020204" pitchFamily="34" charset="0"/>
                  <a:cs typeface="Arial" panose="020B0604020202020204" pitchFamily="34" charset="0"/>
                </a:rPr>
                <a:t> 2020</a:t>
              </a:r>
              <a:endParaRPr lang="pt-PT" sz="3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E8F66B5B-66A4-41FD-B5E3-2D211396B32A}"/>
                </a:ext>
              </a:extLst>
            </p:cNvPr>
            <p:cNvSpPr txBox="1"/>
            <p:nvPr/>
          </p:nvSpPr>
          <p:spPr>
            <a:xfrm>
              <a:off x="3683260" y="178461"/>
              <a:ext cx="7607041" cy="4001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0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0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24C83A0-915F-4529-AEFE-7913568635F0}"/>
                </a:ext>
              </a:extLst>
            </p:cNvPr>
            <p:cNvGrpSpPr/>
            <p:nvPr/>
          </p:nvGrpSpPr>
          <p:grpSpPr>
            <a:xfrm>
              <a:off x="4764836" y="1042559"/>
              <a:ext cx="5630175" cy="5586757"/>
              <a:chOff x="4764836" y="1042559"/>
              <a:chExt cx="5630175" cy="558675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E6A5619-B963-424F-B076-9478BF5C1590}"/>
                  </a:ext>
                </a:extLst>
              </p:cNvPr>
              <p:cNvGrpSpPr/>
              <p:nvPr/>
            </p:nvGrpSpPr>
            <p:grpSpPr>
              <a:xfrm>
                <a:off x="4764836" y="1042559"/>
                <a:ext cx="5630175" cy="5586757"/>
                <a:chOff x="4740920" y="1394530"/>
                <a:chExt cx="5630175" cy="558675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EA98DB3-9A74-471C-9F9F-80C0CF1EEC51}"/>
                    </a:ext>
                  </a:extLst>
                </p:cNvPr>
                <p:cNvSpPr/>
                <p:nvPr/>
              </p:nvSpPr>
              <p:spPr>
                <a:xfrm>
                  <a:off x="7638835" y="1394530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2400" b="1" dirty="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403539F-D810-4F50-ADFE-DA69A04863C7}"/>
                    </a:ext>
                  </a:extLst>
                </p:cNvPr>
                <p:cNvSpPr/>
                <p:nvPr/>
              </p:nvSpPr>
              <p:spPr>
                <a:xfrm>
                  <a:off x="8608576" y="1427394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2400" b="1" dirty="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9F0FBD2-F2B0-448B-8390-C51B4DC4FA2A}"/>
                    </a:ext>
                  </a:extLst>
                </p:cNvPr>
                <p:cNvSpPr/>
                <p:nvPr/>
              </p:nvSpPr>
              <p:spPr>
                <a:xfrm>
                  <a:off x="9726081" y="5072669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2400" b="1" dirty="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6F74012-C6AB-4E7C-AC1C-7F7A645F2376}"/>
                    </a:ext>
                  </a:extLst>
                </p:cNvPr>
                <p:cNvSpPr/>
                <p:nvPr/>
              </p:nvSpPr>
              <p:spPr>
                <a:xfrm>
                  <a:off x="9516786" y="2725860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2400" b="1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F440264B-1C6E-421B-8CA8-5B4F4FA97CDB}"/>
                    </a:ext>
                  </a:extLst>
                </p:cNvPr>
                <p:cNvSpPr/>
                <p:nvPr/>
              </p:nvSpPr>
              <p:spPr>
                <a:xfrm>
                  <a:off x="9652972" y="3288484"/>
                  <a:ext cx="3898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2400" b="1" dirty="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D19E029-5743-4D0C-9CC9-55274802F70A}"/>
                    </a:ext>
                  </a:extLst>
                </p:cNvPr>
                <p:cNvSpPr/>
                <p:nvPr/>
              </p:nvSpPr>
              <p:spPr>
                <a:xfrm>
                  <a:off x="9998877" y="4204838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2400" b="1" dirty="0"/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BC1C8E8-5D07-456D-B3C7-3A3B249E35AF}"/>
                    </a:ext>
                  </a:extLst>
                </p:cNvPr>
                <p:cNvSpPr/>
                <p:nvPr/>
              </p:nvSpPr>
              <p:spPr>
                <a:xfrm>
                  <a:off x="9047003" y="5602219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  <a:endParaRPr lang="pt-PT" sz="2400" b="1" dirty="0"/>
                </a:p>
              </p:txBody>
            </p:sp>
            <p:sp>
              <p:nvSpPr>
                <p:cNvPr id="356" name="Rectangle 355">
                  <a:extLst>
                    <a:ext uri="{FF2B5EF4-FFF2-40B4-BE49-F238E27FC236}">
                      <a16:creationId xmlns:a16="http://schemas.microsoft.com/office/drawing/2014/main" id="{77D8BAE1-7F54-458A-8D27-3D8369859638}"/>
                    </a:ext>
                  </a:extLst>
                </p:cNvPr>
                <p:cNvSpPr/>
                <p:nvPr/>
              </p:nvSpPr>
              <p:spPr>
                <a:xfrm>
                  <a:off x="6864748" y="6519622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2400" b="1" dirty="0"/>
                </a:p>
              </p:txBody>
            </p:sp>
            <p:sp>
              <p:nvSpPr>
                <p:cNvPr id="357" name="Rectangle 356">
                  <a:extLst>
                    <a:ext uri="{FF2B5EF4-FFF2-40B4-BE49-F238E27FC236}">
                      <a16:creationId xmlns:a16="http://schemas.microsoft.com/office/drawing/2014/main" id="{F57025A7-DDA9-46A7-B765-CAD27EFB50C5}"/>
                    </a:ext>
                  </a:extLst>
                </p:cNvPr>
                <p:cNvSpPr/>
                <p:nvPr/>
              </p:nvSpPr>
              <p:spPr>
                <a:xfrm>
                  <a:off x="9266787" y="1899653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2400" b="1" dirty="0"/>
                </a:p>
              </p:txBody>
            </p:sp>
            <p:sp>
              <p:nvSpPr>
                <p:cNvPr id="358" name="Rectangle 357">
                  <a:extLst>
                    <a:ext uri="{FF2B5EF4-FFF2-40B4-BE49-F238E27FC236}">
                      <a16:creationId xmlns:a16="http://schemas.microsoft.com/office/drawing/2014/main" id="{6B9C19C8-5605-450E-BDBE-65809AE59E64}"/>
                    </a:ext>
                  </a:extLst>
                </p:cNvPr>
                <p:cNvSpPr/>
                <p:nvPr/>
              </p:nvSpPr>
              <p:spPr>
                <a:xfrm>
                  <a:off x="4947736" y="5047486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pt-PT" sz="2400" b="1" dirty="0"/>
                </a:p>
              </p:txBody>
            </p:sp>
            <p:sp>
              <p:nvSpPr>
                <p:cNvPr id="359" name="Rectangle 358">
                  <a:extLst>
                    <a:ext uri="{FF2B5EF4-FFF2-40B4-BE49-F238E27FC236}">
                      <a16:creationId xmlns:a16="http://schemas.microsoft.com/office/drawing/2014/main" id="{C8965614-084A-4E03-B8F5-19DC533A130D}"/>
                    </a:ext>
                  </a:extLst>
                </p:cNvPr>
                <p:cNvSpPr/>
                <p:nvPr/>
              </p:nvSpPr>
              <p:spPr>
                <a:xfrm>
                  <a:off x="5153117" y="2743809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2400" b="1" dirty="0"/>
                </a:p>
              </p:txBody>
            </p:sp>
            <p:sp>
              <p:nvSpPr>
                <p:cNvPr id="360" name="Rectangle 359">
                  <a:extLst>
                    <a:ext uri="{FF2B5EF4-FFF2-40B4-BE49-F238E27FC236}">
                      <a16:creationId xmlns:a16="http://schemas.microsoft.com/office/drawing/2014/main" id="{FBEBD9E3-F813-4CB3-9D10-BF984B5BD8E8}"/>
                    </a:ext>
                  </a:extLst>
                </p:cNvPr>
                <p:cNvSpPr/>
                <p:nvPr/>
              </p:nvSpPr>
              <p:spPr>
                <a:xfrm>
                  <a:off x="6178793" y="5987868"/>
                  <a:ext cx="38985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  <a:endParaRPr lang="pt-PT" sz="2400" b="1" dirty="0"/>
                </a:p>
              </p:txBody>
            </p:sp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BBBBB2D9-2B34-4C2B-AFE3-25DA960F3CB2}"/>
                    </a:ext>
                  </a:extLst>
                </p:cNvPr>
                <p:cNvSpPr/>
                <p:nvPr/>
              </p:nvSpPr>
              <p:spPr>
                <a:xfrm>
                  <a:off x="4740920" y="4204838"/>
                  <a:ext cx="37221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2400" b="1" dirty="0"/>
                </a:p>
              </p:txBody>
            </p:sp>
            <p:sp>
              <p:nvSpPr>
                <p:cNvPr id="362" name="Rectangle 361">
                  <a:extLst>
                    <a:ext uri="{FF2B5EF4-FFF2-40B4-BE49-F238E27FC236}">
                      <a16:creationId xmlns:a16="http://schemas.microsoft.com/office/drawing/2014/main" id="{5D7C0FD9-40A2-4E1C-9362-059A06F11F1F}"/>
                    </a:ext>
                  </a:extLst>
                </p:cNvPr>
                <p:cNvSpPr/>
                <p:nvPr/>
              </p:nvSpPr>
              <p:spPr>
                <a:xfrm>
                  <a:off x="5418719" y="1933897"/>
                  <a:ext cx="4235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  <a:endParaRPr lang="pt-PT" sz="2400" b="1" dirty="0"/>
                </a:p>
              </p:txBody>
            </p: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5D86DCA1-D3F1-41CD-B113-84E66D794784}"/>
                    </a:ext>
                  </a:extLst>
                </p:cNvPr>
                <p:cNvSpPr/>
                <p:nvPr/>
              </p:nvSpPr>
              <p:spPr>
                <a:xfrm>
                  <a:off x="8561772" y="5961453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2400" b="1" dirty="0"/>
                </a:p>
              </p:txBody>
            </p: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38D58751-E1C1-4BC2-87E1-D2A40F375CC3}"/>
                    </a:ext>
                  </a:extLst>
                </p:cNvPr>
                <p:cNvSpPr/>
                <p:nvPr/>
              </p:nvSpPr>
              <p:spPr>
                <a:xfrm>
                  <a:off x="4955568" y="3397193"/>
                  <a:ext cx="40748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2400" b="1" dirty="0"/>
                </a:p>
              </p:txBody>
            </p:sp>
            <p:sp>
              <p:nvSpPr>
                <p:cNvPr id="365" name="Rectangle 364">
                  <a:extLst>
                    <a:ext uri="{FF2B5EF4-FFF2-40B4-BE49-F238E27FC236}">
                      <a16:creationId xmlns:a16="http://schemas.microsoft.com/office/drawing/2014/main" id="{EEB69E78-41B1-4FB7-9618-A342E55959D5}"/>
                    </a:ext>
                  </a:extLst>
                </p:cNvPr>
                <p:cNvSpPr/>
                <p:nvPr/>
              </p:nvSpPr>
              <p:spPr>
                <a:xfrm>
                  <a:off x="7862794" y="6519622"/>
                  <a:ext cx="26962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2400" b="1" dirty="0"/>
                </a:p>
              </p:txBody>
            </p: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E207DCFB-A96B-47A5-A9D2-1DCE94FB6D1B}"/>
                    </a:ext>
                  </a:extLst>
                </p:cNvPr>
                <p:cNvSpPr/>
                <p:nvPr/>
              </p:nvSpPr>
              <p:spPr>
                <a:xfrm>
                  <a:off x="6159598" y="1464527"/>
                  <a:ext cx="26962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2400" b="1" dirty="0"/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CBB9C2A8-F389-478C-9E28-A1A8F332CC26}"/>
                    </a:ext>
                  </a:extLst>
                </p:cNvPr>
                <p:cNvSpPr/>
                <p:nvPr/>
              </p:nvSpPr>
              <p:spPr>
                <a:xfrm>
                  <a:off x="5652562" y="5602219"/>
                  <a:ext cx="35618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2400" b="1" dirty="0"/>
                </a:p>
              </p:txBody>
            </p:sp>
            <p:sp>
              <p:nvSpPr>
                <p:cNvPr id="368" name="Rectangle 367">
                  <a:extLst>
                    <a:ext uri="{FF2B5EF4-FFF2-40B4-BE49-F238E27FC236}">
                      <a16:creationId xmlns:a16="http://schemas.microsoft.com/office/drawing/2014/main" id="{A77BF059-459A-42FF-AC25-9AA68A8E97AF}"/>
                    </a:ext>
                  </a:extLst>
                </p:cNvPr>
                <p:cNvSpPr/>
                <p:nvPr/>
              </p:nvSpPr>
              <p:spPr>
                <a:xfrm>
                  <a:off x="7024688" y="1397345"/>
                  <a:ext cx="35618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2400" b="1" dirty="0"/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0CE6265-55E1-42AB-8747-58A9ECD2149E}"/>
                  </a:ext>
                </a:extLst>
              </p:cNvPr>
              <p:cNvGrpSpPr/>
              <p:nvPr/>
            </p:nvGrpSpPr>
            <p:grpSpPr>
              <a:xfrm>
                <a:off x="5113338" y="1362851"/>
                <a:ext cx="4889795" cy="4894396"/>
                <a:chOff x="5113338" y="1362851"/>
                <a:chExt cx="4889795" cy="4894396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3FFAF451-29B2-4037-9A44-C48BD74DFC02}"/>
                    </a:ext>
                  </a:extLst>
                </p:cNvPr>
                <p:cNvGrpSpPr/>
                <p:nvPr/>
              </p:nvGrpSpPr>
              <p:grpSpPr>
                <a:xfrm>
                  <a:off x="5117707" y="1486047"/>
                  <a:ext cx="4876636" cy="4726133"/>
                  <a:chOff x="8108089" y="1055109"/>
                  <a:chExt cx="4876636" cy="4726133"/>
                </a:xfrm>
                <a:solidFill>
                  <a:schemeClr val="bg1"/>
                </a:solidFill>
              </p:grpSpPr>
              <p:grpSp>
                <p:nvGrpSpPr>
                  <p:cNvPr id="231" name="Group 230">
                    <a:extLst>
                      <a:ext uri="{FF2B5EF4-FFF2-40B4-BE49-F238E27FC236}">
                        <a16:creationId xmlns:a16="http://schemas.microsoft.com/office/drawing/2014/main" id="{C3A00863-1C6A-4844-B02A-ED667F01A3A5}"/>
                      </a:ext>
                    </a:extLst>
                  </p:cNvPr>
                  <p:cNvGrpSpPr/>
                  <p:nvPr/>
                </p:nvGrpSpPr>
                <p:grpSpPr>
                  <a:xfrm>
                    <a:off x="9337821" y="2002221"/>
                    <a:ext cx="2419569" cy="2372995"/>
                    <a:chOff x="9337821" y="2002221"/>
                    <a:chExt cx="2419569" cy="2372995"/>
                  </a:xfrm>
                  <a:grpFill/>
                </p:grpSpPr>
                <p:sp>
                  <p:nvSpPr>
                    <p:cNvPr id="267" name="Diamond 266">
                      <a:extLst>
                        <a:ext uri="{FF2B5EF4-FFF2-40B4-BE49-F238E27FC236}">
                          <a16:creationId xmlns:a16="http://schemas.microsoft.com/office/drawing/2014/main" id="{CAF4695E-7477-425B-8C82-2E2CA110F0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6280" y="200222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grpSp>
                  <p:nvGrpSpPr>
                    <p:cNvPr id="268" name="Group 267">
                      <a:extLst>
                        <a:ext uri="{FF2B5EF4-FFF2-40B4-BE49-F238E27FC236}">
                          <a16:creationId xmlns:a16="http://schemas.microsoft.com/office/drawing/2014/main" id="{7E52388B-4E23-4C2A-AC2A-676877CF9C9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730787" y="3164484"/>
                      <a:ext cx="1633636" cy="1210732"/>
                      <a:chOff x="9735550" y="3164484"/>
                      <a:chExt cx="1633636" cy="1210732"/>
                    </a:xfrm>
                    <a:grpFill/>
                  </p:grpSpPr>
                  <p:sp>
                    <p:nvSpPr>
                      <p:cNvPr id="271" name="Diamond 270">
                        <a:extLst>
                          <a:ext uri="{FF2B5EF4-FFF2-40B4-BE49-F238E27FC236}">
                            <a16:creationId xmlns:a16="http://schemas.microsoft.com/office/drawing/2014/main" id="{F96E5E46-3B6E-4B04-8771-14A4460A96F6}"/>
                          </a:ext>
                        </a:extLst>
                      </p:cNvPr>
                      <p:cNvSpPr/>
                      <p:nvPr/>
                    </p:nvSpPr>
                    <p:spPr>
                      <a:xfrm rot="8640000">
                        <a:off x="10486536" y="3164484"/>
                        <a:ext cx="882650" cy="1210732"/>
                      </a:xfrm>
                      <a:prstGeom prst="diamond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  <p:sp>
                    <p:nvSpPr>
                      <p:cNvPr id="272" name="Diamond 271">
                        <a:extLst>
                          <a:ext uri="{FF2B5EF4-FFF2-40B4-BE49-F238E27FC236}">
                            <a16:creationId xmlns:a16="http://schemas.microsoft.com/office/drawing/2014/main" id="{AFE59600-9EFA-4E29-A003-7DE444FA4312}"/>
                          </a:ext>
                        </a:extLst>
                      </p:cNvPr>
                      <p:cNvSpPr/>
                      <p:nvPr/>
                    </p:nvSpPr>
                    <p:spPr>
                      <a:xfrm rot="2171884" flipH="1">
                        <a:off x="9735550" y="3164484"/>
                        <a:ext cx="882650" cy="1210732"/>
                      </a:xfrm>
                      <a:prstGeom prst="diamond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pt-PT"/>
                      </a:p>
                    </p:txBody>
                  </p:sp>
                </p:grpSp>
                <p:sp>
                  <p:nvSpPr>
                    <p:cNvPr id="269" name="Diamond 268">
                      <a:extLst>
                        <a:ext uri="{FF2B5EF4-FFF2-40B4-BE49-F238E27FC236}">
                          <a16:creationId xmlns:a16="http://schemas.microsoft.com/office/drawing/2014/main" id="{4CC83553-1882-4114-8186-E7070CE6B357}"/>
                        </a:ext>
                      </a:extLst>
                    </p:cNvPr>
                    <p:cNvSpPr/>
                    <p:nvPr/>
                  </p:nvSpPr>
                  <p:spPr>
                    <a:xfrm rot="15124317">
                      <a:off x="10710699" y="245008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70" name="Diamond 269">
                      <a:extLst>
                        <a:ext uri="{FF2B5EF4-FFF2-40B4-BE49-F238E27FC236}">
                          <a16:creationId xmlns:a16="http://schemas.microsoft.com/office/drawing/2014/main" id="{8010AE0B-D57F-4112-B14C-7A7ABE589285}"/>
                        </a:ext>
                      </a:extLst>
                    </p:cNvPr>
                    <p:cNvSpPr/>
                    <p:nvPr/>
                  </p:nvSpPr>
                  <p:spPr>
                    <a:xfrm rot="6475683" flipH="1">
                      <a:off x="9501862" y="245008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2" name="Group 231">
                    <a:extLst>
                      <a:ext uri="{FF2B5EF4-FFF2-40B4-BE49-F238E27FC236}">
                        <a16:creationId xmlns:a16="http://schemas.microsoft.com/office/drawing/2014/main" id="{1EFD5C50-5038-4C72-B2E2-321384BAEC4A}"/>
                      </a:ext>
                    </a:extLst>
                  </p:cNvPr>
                  <p:cNvGrpSpPr/>
                  <p:nvPr/>
                </p:nvGrpSpPr>
                <p:grpSpPr>
                  <a:xfrm>
                    <a:off x="9207065" y="4068745"/>
                    <a:ext cx="2688018" cy="1712497"/>
                    <a:chOff x="9207065" y="4068745"/>
                    <a:chExt cx="2688018" cy="1712497"/>
                  </a:xfrm>
                  <a:grpFill/>
                </p:grpSpPr>
                <p:sp>
                  <p:nvSpPr>
                    <p:cNvPr id="261" name="Diamond 260">
                      <a:extLst>
                        <a:ext uri="{FF2B5EF4-FFF2-40B4-BE49-F238E27FC236}">
                          <a16:creationId xmlns:a16="http://schemas.microsoft.com/office/drawing/2014/main" id="{29D8E446-C660-4D72-8B75-39320BD102BA}"/>
                        </a:ext>
                      </a:extLst>
                    </p:cNvPr>
                    <p:cNvSpPr/>
                    <p:nvPr/>
                  </p:nvSpPr>
                  <p:spPr>
                    <a:xfrm rot="15124317">
                      <a:off x="9489030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2" name="Diamond 261">
                      <a:extLst>
                        <a:ext uri="{FF2B5EF4-FFF2-40B4-BE49-F238E27FC236}">
                          <a16:creationId xmlns:a16="http://schemas.microsoft.com/office/drawing/2014/main" id="{E93FC3EE-D664-4CF8-92EB-4D13401FB1AD}"/>
                        </a:ext>
                      </a:extLst>
                    </p:cNvPr>
                    <p:cNvSpPr/>
                    <p:nvPr/>
                  </p:nvSpPr>
                  <p:spPr>
                    <a:xfrm rot="6475683" flipH="1">
                      <a:off x="10733581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3" name="Diamond 262">
                      <a:extLst>
                        <a:ext uri="{FF2B5EF4-FFF2-40B4-BE49-F238E27FC236}">
                          <a16:creationId xmlns:a16="http://schemas.microsoft.com/office/drawing/2014/main" id="{F7CD644C-4C20-443F-B804-842EC087C0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1305" y="4570510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4" name="Diamond 263">
                      <a:extLst>
                        <a:ext uri="{FF2B5EF4-FFF2-40B4-BE49-F238E27FC236}">
                          <a16:creationId xmlns:a16="http://schemas.microsoft.com/office/drawing/2014/main" id="{EAF847E8-8F97-4F90-A0ED-A0BB4B72CB29}"/>
                        </a:ext>
                      </a:extLst>
                    </p:cNvPr>
                    <p:cNvSpPr/>
                    <p:nvPr/>
                  </p:nvSpPr>
                  <p:spPr>
                    <a:xfrm rot="12971884" flipH="1">
                      <a:off x="9207065" y="5158979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5" name="Diamond 264">
                      <a:extLst>
                        <a:ext uri="{FF2B5EF4-FFF2-40B4-BE49-F238E27FC236}">
                          <a16:creationId xmlns:a16="http://schemas.microsoft.com/office/drawing/2014/main" id="{A2899950-A7F9-4DA8-A79E-2AE0449E6EE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822911" y="4068745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6" name="Diamond 265">
                      <a:extLst>
                        <a:ext uri="{FF2B5EF4-FFF2-40B4-BE49-F238E27FC236}">
                          <a16:creationId xmlns:a16="http://schemas.microsoft.com/office/drawing/2014/main" id="{8D163B44-1AB4-4CF2-B293-AAB9715B398B}"/>
                        </a:ext>
                      </a:extLst>
                    </p:cNvPr>
                    <p:cNvSpPr/>
                    <p:nvPr/>
                  </p:nvSpPr>
                  <p:spPr>
                    <a:xfrm rot="8658236" flipH="1">
                      <a:off x="10430887" y="5162957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3" name="Group 232">
                    <a:extLst>
                      <a:ext uri="{FF2B5EF4-FFF2-40B4-BE49-F238E27FC236}">
                        <a16:creationId xmlns:a16="http://schemas.microsoft.com/office/drawing/2014/main" id="{93D1B38A-63BF-4862-8729-44BB412D2507}"/>
                      </a:ext>
                    </a:extLst>
                  </p:cNvPr>
                  <p:cNvGrpSpPr/>
                  <p:nvPr/>
                </p:nvGrpSpPr>
                <p:grpSpPr>
                  <a:xfrm rot="17280000">
                    <a:off x="10784468" y="2911058"/>
                    <a:ext cx="2688018" cy="1712497"/>
                    <a:chOff x="9207065" y="4068745"/>
                    <a:chExt cx="2688018" cy="1712497"/>
                  </a:xfrm>
                  <a:grpFill/>
                </p:grpSpPr>
                <p:sp>
                  <p:nvSpPr>
                    <p:cNvPr id="255" name="Diamond 254">
                      <a:extLst>
                        <a:ext uri="{FF2B5EF4-FFF2-40B4-BE49-F238E27FC236}">
                          <a16:creationId xmlns:a16="http://schemas.microsoft.com/office/drawing/2014/main" id="{16A6824D-BEB7-4C8E-A387-2CF313891A80}"/>
                        </a:ext>
                      </a:extLst>
                    </p:cNvPr>
                    <p:cNvSpPr/>
                    <p:nvPr/>
                  </p:nvSpPr>
                  <p:spPr>
                    <a:xfrm rot="15124317">
                      <a:off x="9489030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6" name="Diamond 255">
                      <a:extLst>
                        <a:ext uri="{FF2B5EF4-FFF2-40B4-BE49-F238E27FC236}">
                          <a16:creationId xmlns:a16="http://schemas.microsoft.com/office/drawing/2014/main" id="{9AB6D37B-E4B9-4F87-B509-DDD1BF818892}"/>
                        </a:ext>
                      </a:extLst>
                    </p:cNvPr>
                    <p:cNvSpPr/>
                    <p:nvPr/>
                  </p:nvSpPr>
                  <p:spPr>
                    <a:xfrm rot="6475683" flipH="1">
                      <a:off x="10733581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7" name="Diamond 256">
                      <a:extLst>
                        <a:ext uri="{FF2B5EF4-FFF2-40B4-BE49-F238E27FC236}">
                          <a16:creationId xmlns:a16="http://schemas.microsoft.com/office/drawing/2014/main" id="{E9474056-82C2-42C1-A893-5BDB4D61DC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1305" y="4570510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8" name="Diamond 257">
                      <a:extLst>
                        <a:ext uri="{FF2B5EF4-FFF2-40B4-BE49-F238E27FC236}">
                          <a16:creationId xmlns:a16="http://schemas.microsoft.com/office/drawing/2014/main" id="{6C1157CD-F0AF-4F24-B36F-4D83F32A0E93}"/>
                        </a:ext>
                      </a:extLst>
                    </p:cNvPr>
                    <p:cNvSpPr/>
                    <p:nvPr/>
                  </p:nvSpPr>
                  <p:spPr>
                    <a:xfrm rot="12971884" flipH="1">
                      <a:off x="9207065" y="5158979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9" name="Diamond 258">
                      <a:extLst>
                        <a:ext uri="{FF2B5EF4-FFF2-40B4-BE49-F238E27FC236}">
                          <a16:creationId xmlns:a16="http://schemas.microsoft.com/office/drawing/2014/main" id="{46F518B3-FB2C-470A-BAA4-7DBDF0E837B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822911" y="4068745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60" name="Diamond 259">
                      <a:extLst>
                        <a:ext uri="{FF2B5EF4-FFF2-40B4-BE49-F238E27FC236}">
                          <a16:creationId xmlns:a16="http://schemas.microsoft.com/office/drawing/2014/main" id="{C0C87CDB-FEEA-4858-AA15-B6D7C7D6A46F}"/>
                        </a:ext>
                      </a:extLst>
                    </p:cNvPr>
                    <p:cNvSpPr/>
                    <p:nvPr/>
                  </p:nvSpPr>
                  <p:spPr>
                    <a:xfrm rot="8658236" flipH="1">
                      <a:off x="10430887" y="5162957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7B0E7FD3-A941-4B5C-A996-18E7E7BE6C91}"/>
                      </a:ext>
                    </a:extLst>
                  </p:cNvPr>
                  <p:cNvGrpSpPr/>
                  <p:nvPr/>
                </p:nvGrpSpPr>
                <p:grpSpPr>
                  <a:xfrm rot="12960000">
                    <a:off x="10193837" y="1055109"/>
                    <a:ext cx="2688018" cy="1712497"/>
                    <a:chOff x="9207065" y="4068745"/>
                    <a:chExt cx="2688018" cy="1712497"/>
                  </a:xfrm>
                  <a:grpFill/>
                </p:grpSpPr>
                <p:sp>
                  <p:nvSpPr>
                    <p:cNvPr id="249" name="Diamond 248">
                      <a:extLst>
                        <a:ext uri="{FF2B5EF4-FFF2-40B4-BE49-F238E27FC236}">
                          <a16:creationId xmlns:a16="http://schemas.microsoft.com/office/drawing/2014/main" id="{61B70AB8-E15A-45DE-B513-729390FA008A}"/>
                        </a:ext>
                      </a:extLst>
                    </p:cNvPr>
                    <p:cNvSpPr/>
                    <p:nvPr/>
                  </p:nvSpPr>
                  <p:spPr>
                    <a:xfrm rot="15124317">
                      <a:off x="9489030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0" name="Diamond 249">
                      <a:extLst>
                        <a:ext uri="{FF2B5EF4-FFF2-40B4-BE49-F238E27FC236}">
                          <a16:creationId xmlns:a16="http://schemas.microsoft.com/office/drawing/2014/main" id="{66B7D291-ADD9-405B-A888-34E6E6D2D9C8}"/>
                        </a:ext>
                      </a:extLst>
                    </p:cNvPr>
                    <p:cNvSpPr/>
                    <p:nvPr/>
                  </p:nvSpPr>
                  <p:spPr>
                    <a:xfrm rot="6475683" flipH="1">
                      <a:off x="10733581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1" name="Diamond 250">
                      <a:extLst>
                        <a:ext uri="{FF2B5EF4-FFF2-40B4-BE49-F238E27FC236}">
                          <a16:creationId xmlns:a16="http://schemas.microsoft.com/office/drawing/2014/main" id="{321917C2-ED81-472E-88EE-BE25875D9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1305" y="4570510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2" name="Diamond 251">
                      <a:extLst>
                        <a:ext uri="{FF2B5EF4-FFF2-40B4-BE49-F238E27FC236}">
                          <a16:creationId xmlns:a16="http://schemas.microsoft.com/office/drawing/2014/main" id="{88A13721-7303-4D8D-BCAD-79D9DBDD635E}"/>
                        </a:ext>
                      </a:extLst>
                    </p:cNvPr>
                    <p:cNvSpPr/>
                    <p:nvPr/>
                  </p:nvSpPr>
                  <p:spPr>
                    <a:xfrm rot="12971884" flipH="1">
                      <a:off x="9207065" y="5158979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3" name="Diamond 252">
                      <a:extLst>
                        <a:ext uri="{FF2B5EF4-FFF2-40B4-BE49-F238E27FC236}">
                          <a16:creationId xmlns:a16="http://schemas.microsoft.com/office/drawing/2014/main" id="{E9693F27-C179-4E23-9CBD-1BB829948318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822911" y="4068745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54" name="Diamond 253">
                      <a:extLst>
                        <a:ext uri="{FF2B5EF4-FFF2-40B4-BE49-F238E27FC236}">
                          <a16:creationId xmlns:a16="http://schemas.microsoft.com/office/drawing/2014/main" id="{004F4170-B8A6-4E2A-BA97-C0A1E086AC1D}"/>
                        </a:ext>
                      </a:extLst>
                    </p:cNvPr>
                    <p:cNvSpPr/>
                    <p:nvPr/>
                  </p:nvSpPr>
                  <p:spPr>
                    <a:xfrm rot="8658236" flipH="1">
                      <a:off x="10430887" y="5162957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5" name="Group 234">
                    <a:extLst>
                      <a:ext uri="{FF2B5EF4-FFF2-40B4-BE49-F238E27FC236}">
                        <a16:creationId xmlns:a16="http://schemas.microsoft.com/office/drawing/2014/main" id="{1353A14E-FFA2-42C3-A1F9-81D1621A13AB}"/>
                      </a:ext>
                    </a:extLst>
                  </p:cNvPr>
                  <p:cNvGrpSpPr/>
                  <p:nvPr/>
                </p:nvGrpSpPr>
                <p:grpSpPr>
                  <a:xfrm rot="8640000">
                    <a:off x="8222706" y="1055109"/>
                    <a:ext cx="2688018" cy="1712497"/>
                    <a:chOff x="9207065" y="4068745"/>
                    <a:chExt cx="2688018" cy="1712497"/>
                  </a:xfrm>
                  <a:grpFill/>
                </p:grpSpPr>
                <p:sp>
                  <p:nvSpPr>
                    <p:cNvPr id="243" name="Diamond 242">
                      <a:extLst>
                        <a:ext uri="{FF2B5EF4-FFF2-40B4-BE49-F238E27FC236}">
                          <a16:creationId xmlns:a16="http://schemas.microsoft.com/office/drawing/2014/main" id="{7E2932F6-F925-46AE-9D2A-6E87158FA911}"/>
                        </a:ext>
                      </a:extLst>
                    </p:cNvPr>
                    <p:cNvSpPr/>
                    <p:nvPr/>
                  </p:nvSpPr>
                  <p:spPr>
                    <a:xfrm rot="15124317">
                      <a:off x="9489030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4" name="Diamond 243">
                      <a:extLst>
                        <a:ext uri="{FF2B5EF4-FFF2-40B4-BE49-F238E27FC236}">
                          <a16:creationId xmlns:a16="http://schemas.microsoft.com/office/drawing/2014/main" id="{83571DB2-91FB-41F3-A296-D456EB67648B}"/>
                        </a:ext>
                      </a:extLst>
                    </p:cNvPr>
                    <p:cNvSpPr/>
                    <p:nvPr/>
                  </p:nvSpPr>
                  <p:spPr>
                    <a:xfrm rot="6475683" flipH="1">
                      <a:off x="10733581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5" name="Diamond 244">
                      <a:extLst>
                        <a:ext uri="{FF2B5EF4-FFF2-40B4-BE49-F238E27FC236}">
                          <a16:creationId xmlns:a16="http://schemas.microsoft.com/office/drawing/2014/main" id="{25FA5BAF-D0F4-4E21-9F6B-3EC5FC67B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1305" y="4570510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6" name="Diamond 245">
                      <a:extLst>
                        <a:ext uri="{FF2B5EF4-FFF2-40B4-BE49-F238E27FC236}">
                          <a16:creationId xmlns:a16="http://schemas.microsoft.com/office/drawing/2014/main" id="{70B582AA-B5D3-41D3-8908-D4BDC0447B81}"/>
                        </a:ext>
                      </a:extLst>
                    </p:cNvPr>
                    <p:cNvSpPr/>
                    <p:nvPr/>
                  </p:nvSpPr>
                  <p:spPr>
                    <a:xfrm rot="12971884" flipH="1">
                      <a:off x="9207065" y="5158979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7" name="Diamond 246">
                      <a:extLst>
                        <a:ext uri="{FF2B5EF4-FFF2-40B4-BE49-F238E27FC236}">
                          <a16:creationId xmlns:a16="http://schemas.microsoft.com/office/drawing/2014/main" id="{DAB95CA7-EB80-4A61-8580-6F4D0211D1E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822911" y="4068745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8" name="Diamond 247">
                      <a:extLst>
                        <a:ext uri="{FF2B5EF4-FFF2-40B4-BE49-F238E27FC236}">
                          <a16:creationId xmlns:a16="http://schemas.microsoft.com/office/drawing/2014/main" id="{4E257C4E-52E8-4824-898D-EC22D8CA6C41}"/>
                        </a:ext>
                      </a:extLst>
                    </p:cNvPr>
                    <p:cNvSpPr/>
                    <p:nvPr/>
                  </p:nvSpPr>
                  <p:spPr>
                    <a:xfrm rot="8658236" flipH="1">
                      <a:off x="10430887" y="5162957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  <p:grpSp>
                <p:nvGrpSpPr>
                  <p:cNvPr id="236" name="Group 235">
                    <a:extLst>
                      <a:ext uri="{FF2B5EF4-FFF2-40B4-BE49-F238E27FC236}">
                        <a16:creationId xmlns:a16="http://schemas.microsoft.com/office/drawing/2014/main" id="{C2326E8E-BCEC-45F0-9044-B9DF1A3B2358}"/>
                      </a:ext>
                    </a:extLst>
                  </p:cNvPr>
                  <p:cNvGrpSpPr/>
                  <p:nvPr/>
                </p:nvGrpSpPr>
                <p:grpSpPr>
                  <a:xfrm rot="4320000">
                    <a:off x="7620329" y="2911058"/>
                    <a:ext cx="2688018" cy="1712497"/>
                    <a:chOff x="9207065" y="4068745"/>
                    <a:chExt cx="2688018" cy="1712497"/>
                  </a:xfrm>
                  <a:grpFill/>
                </p:grpSpPr>
                <p:sp>
                  <p:nvSpPr>
                    <p:cNvPr id="237" name="Diamond 236">
                      <a:extLst>
                        <a:ext uri="{FF2B5EF4-FFF2-40B4-BE49-F238E27FC236}">
                          <a16:creationId xmlns:a16="http://schemas.microsoft.com/office/drawing/2014/main" id="{A5FBFECF-5216-4A84-977B-6CB1E3E519F2}"/>
                        </a:ext>
                      </a:extLst>
                    </p:cNvPr>
                    <p:cNvSpPr/>
                    <p:nvPr/>
                  </p:nvSpPr>
                  <p:spPr>
                    <a:xfrm rot="15124317">
                      <a:off x="9489030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38" name="Diamond 237">
                      <a:extLst>
                        <a:ext uri="{FF2B5EF4-FFF2-40B4-BE49-F238E27FC236}">
                          <a16:creationId xmlns:a16="http://schemas.microsoft.com/office/drawing/2014/main" id="{326CEA8F-6EB5-493F-9E9B-8CD6E9A96C1B}"/>
                        </a:ext>
                      </a:extLst>
                    </p:cNvPr>
                    <p:cNvSpPr/>
                    <p:nvPr/>
                  </p:nvSpPr>
                  <p:spPr>
                    <a:xfrm rot="6475683" flipH="1">
                      <a:off x="10733581" y="4142141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39" name="Diamond 238">
                      <a:extLst>
                        <a:ext uri="{FF2B5EF4-FFF2-40B4-BE49-F238E27FC236}">
                          <a16:creationId xmlns:a16="http://schemas.microsoft.com/office/drawing/2014/main" id="{9C55FE17-CC32-471A-B3D6-B7B688B500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11305" y="4570510"/>
                      <a:ext cx="882650" cy="1210732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0" name="Diamond 239">
                      <a:extLst>
                        <a:ext uri="{FF2B5EF4-FFF2-40B4-BE49-F238E27FC236}">
                          <a16:creationId xmlns:a16="http://schemas.microsoft.com/office/drawing/2014/main" id="{6879AD99-A5B7-4871-A967-3C75DDF2A521}"/>
                        </a:ext>
                      </a:extLst>
                    </p:cNvPr>
                    <p:cNvSpPr/>
                    <p:nvPr/>
                  </p:nvSpPr>
                  <p:spPr>
                    <a:xfrm rot="12971884" flipH="1">
                      <a:off x="9207065" y="5158979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1" name="Diamond 240">
                      <a:extLst>
                        <a:ext uri="{FF2B5EF4-FFF2-40B4-BE49-F238E27FC236}">
                          <a16:creationId xmlns:a16="http://schemas.microsoft.com/office/drawing/2014/main" id="{711209DF-42C1-4E1A-83DA-D5129014BCAE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9822911" y="4068745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  <p:sp>
                  <p:nvSpPr>
                    <p:cNvPr id="242" name="Diamond 241">
                      <a:extLst>
                        <a:ext uri="{FF2B5EF4-FFF2-40B4-BE49-F238E27FC236}">
                          <a16:creationId xmlns:a16="http://schemas.microsoft.com/office/drawing/2014/main" id="{785DA6C1-6205-4446-A0F1-F900ED0464D5}"/>
                        </a:ext>
                      </a:extLst>
                    </p:cNvPr>
                    <p:cNvSpPr/>
                    <p:nvPr/>
                  </p:nvSpPr>
                  <p:spPr>
                    <a:xfrm rot="8658236" flipH="1">
                      <a:off x="10430887" y="5162957"/>
                      <a:ext cx="1464196" cy="472366"/>
                    </a:xfrm>
                    <a:prstGeom prst="diamond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PT"/>
                    </a:p>
                  </p:txBody>
                </p:sp>
              </p:grpSp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CDD40803-5058-48F1-A9FF-979475FF3E93}"/>
                    </a:ext>
                  </a:extLst>
                </p:cNvPr>
                <p:cNvGrpSpPr/>
                <p:nvPr/>
              </p:nvGrpSpPr>
              <p:grpSpPr>
                <a:xfrm>
                  <a:off x="5113338" y="1362851"/>
                  <a:ext cx="4889795" cy="4894396"/>
                  <a:chOff x="9197635" y="3746345"/>
                  <a:chExt cx="4889795" cy="4894396"/>
                </a:xfrm>
                <a:solidFill>
                  <a:schemeClr val="bg1"/>
                </a:solidFill>
              </p:grpSpPr>
              <p:cxnSp>
                <p:nvCxnSpPr>
                  <p:cNvPr id="194" name="Straight Connector 193">
                    <a:extLst>
                      <a:ext uri="{FF2B5EF4-FFF2-40B4-BE49-F238E27FC236}">
                        <a16:creationId xmlns:a16="http://schemas.microsoft.com/office/drawing/2014/main" id="{5AC61BED-E151-4CFB-A7E5-2551F928E1EA}"/>
                      </a:ext>
                    </a:extLst>
                  </p:cNvPr>
                  <p:cNvCxnSpPr>
                    <a:cxnSpLocks/>
                    <a:stCxn id="254" idx="3"/>
                    <a:endCxn id="246" idx="0"/>
                  </p:cNvCxnSpPr>
                  <p:nvPr/>
                </p:nvCxnSpPr>
                <p:spPr>
                  <a:xfrm flipH="1" flipV="1">
                    <a:off x="10880134" y="3749561"/>
                    <a:ext cx="803189" cy="229081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" name="Straight Connector 194">
                    <a:extLst>
                      <a:ext uri="{FF2B5EF4-FFF2-40B4-BE49-F238E27FC236}">
                        <a16:creationId xmlns:a16="http://schemas.microsoft.com/office/drawing/2014/main" id="{B49E9B16-9135-46A5-9ECE-9E853DFC50EB}"/>
                      </a:ext>
                    </a:extLst>
                  </p:cNvPr>
                  <p:cNvCxnSpPr>
                    <a:cxnSpLocks/>
                    <a:stCxn id="254" idx="0"/>
                    <a:endCxn id="254" idx="3"/>
                  </p:cNvCxnSpPr>
                  <p:nvPr/>
                </p:nvCxnSpPr>
                <p:spPr>
                  <a:xfrm flipH="1">
                    <a:off x="11683323" y="3746345"/>
                    <a:ext cx="733341" cy="232297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Straight Connector 195">
                    <a:extLst>
                      <a:ext uri="{FF2B5EF4-FFF2-40B4-BE49-F238E27FC236}">
                        <a16:creationId xmlns:a16="http://schemas.microsoft.com/office/drawing/2014/main" id="{94C6231C-D533-406D-BEF0-120A3140FE49}"/>
                      </a:ext>
                    </a:extLst>
                  </p:cNvPr>
                  <p:cNvCxnSpPr>
                    <a:cxnSpLocks/>
                    <a:endCxn id="252" idx="0"/>
                  </p:cNvCxnSpPr>
                  <p:nvPr/>
                </p:nvCxnSpPr>
                <p:spPr>
                  <a:xfrm flipV="1">
                    <a:off x="13584653" y="4632879"/>
                    <a:ext cx="43387" cy="804796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Straight Connector 196">
                    <a:extLst>
                      <a:ext uri="{FF2B5EF4-FFF2-40B4-BE49-F238E27FC236}">
                        <a16:creationId xmlns:a16="http://schemas.microsoft.com/office/drawing/2014/main" id="{8785D45F-E61D-48E7-9838-DF11518D7212}"/>
                      </a:ext>
                    </a:extLst>
                  </p:cNvPr>
                  <p:cNvCxnSpPr>
                    <a:cxnSpLocks/>
                    <a:stCxn id="260" idx="0"/>
                  </p:cNvCxnSpPr>
                  <p:nvPr/>
                </p:nvCxnSpPr>
                <p:spPr>
                  <a:xfrm flipH="1" flipV="1">
                    <a:off x="13624281" y="5449587"/>
                    <a:ext cx="463149" cy="624917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Straight Connector 197">
                    <a:extLst>
                      <a:ext uri="{FF2B5EF4-FFF2-40B4-BE49-F238E27FC236}">
                        <a16:creationId xmlns:a16="http://schemas.microsoft.com/office/drawing/2014/main" id="{A850563B-FCAB-4C3C-8062-104C55BED2D2}"/>
                      </a:ext>
                    </a:extLst>
                  </p:cNvPr>
                  <p:cNvCxnSpPr>
                    <a:cxnSpLocks/>
                    <a:stCxn id="252" idx="0"/>
                  </p:cNvCxnSpPr>
                  <p:nvPr/>
                </p:nvCxnSpPr>
                <p:spPr>
                  <a:xfrm flipH="1" flipV="1">
                    <a:off x="13155216" y="3982525"/>
                    <a:ext cx="472824" cy="650354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20D2E289-F82E-47A0-A1B2-5906E5731609}"/>
                      </a:ext>
                    </a:extLst>
                  </p:cNvPr>
                  <p:cNvCxnSpPr>
                    <a:cxnSpLocks/>
                    <a:stCxn id="254" idx="1"/>
                  </p:cNvCxnSpPr>
                  <p:nvPr/>
                </p:nvCxnSpPr>
                <p:spPr>
                  <a:xfrm flipH="1" flipV="1">
                    <a:off x="12407299" y="3760972"/>
                    <a:ext cx="740200" cy="225436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Straight Connector 199">
                    <a:extLst>
                      <a:ext uri="{FF2B5EF4-FFF2-40B4-BE49-F238E27FC236}">
                        <a16:creationId xmlns:a16="http://schemas.microsoft.com/office/drawing/2014/main" id="{DDEF4B6F-534D-4F14-B608-FAFA45ED7BFC}"/>
                      </a:ext>
                    </a:extLst>
                  </p:cNvPr>
                  <p:cNvCxnSpPr>
                    <a:cxnSpLocks/>
                    <a:stCxn id="260" idx="1"/>
                    <a:endCxn id="260" idx="0"/>
                  </p:cNvCxnSpPr>
                  <p:nvPr/>
                </p:nvCxnSpPr>
                <p:spPr>
                  <a:xfrm flipV="1">
                    <a:off x="14084957" y="6074504"/>
                    <a:ext cx="2473" cy="769249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53CEB17D-C3D5-497B-81E8-DE3963D0AF23}"/>
                      </a:ext>
                    </a:extLst>
                  </p:cNvPr>
                  <p:cNvCxnSpPr>
                    <a:cxnSpLocks/>
                    <a:stCxn id="246" idx="0"/>
                    <a:endCxn id="248" idx="1"/>
                  </p:cNvCxnSpPr>
                  <p:nvPr/>
                </p:nvCxnSpPr>
                <p:spPr>
                  <a:xfrm flipH="1">
                    <a:off x="10116808" y="3749561"/>
                    <a:ext cx="763326" cy="257251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Straight Connector 201">
                    <a:extLst>
                      <a:ext uri="{FF2B5EF4-FFF2-40B4-BE49-F238E27FC236}">
                        <a16:creationId xmlns:a16="http://schemas.microsoft.com/office/drawing/2014/main" id="{882F070F-94AD-422B-AA74-817774C38497}"/>
                      </a:ext>
                    </a:extLst>
                  </p:cNvPr>
                  <p:cNvCxnSpPr>
                    <a:cxnSpLocks/>
                    <a:stCxn id="248" idx="1"/>
                    <a:endCxn id="248" idx="0"/>
                  </p:cNvCxnSpPr>
                  <p:nvPr/>
                </p:nvCxnSpPr>
                <p:spPr>
                  <a:xfrm flipH="1">
                    <a:off x="9662654" y="4006812"/>
                    <a:ext cx="454154" cy="62088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434585EA-A719-4A57-81BC-74E57ABE5D4F}"/>
                      </a:ext>
                    </a:extLst>
                  </p:cNvPr>
                  <p:cNvCxnSpPr>
                    <a:cxnSpLocks/>
                    <a:stCxn id="248" idx="0"/>
                    <a:endCxn id="240" idx="1"/>
                  </p:cNvCxnSpPr>
                  <p:nvPr/>
                </p:nvCxnSpPr>
                <p:spPr>
                  <a:xfrm flipH="1">
                    <a:off x="9650641" y="4627694"/>
                    <a:ext cx="12013" cy="821893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Straight Connector 203">
                    <a:extLst>
                      <a:ext uri="{FF2B5EF4-FFF2-40B4-BE49-F238E27FC236}">
                        <a16:creationId xmlns:a16="http://schemas.microsoft.com/office/drawing/2014/main" id="{DDA7D181-53A3-49D0-AFB8-37705B688279}"/>
                      </a:ext>
                    </a:extLst>
                  </p:cNvPr>
                  <p:cNvCxnSpPr>
                    <a:cxnSpLocks/>
                    <a:stCxn id="240" idx="1"/>
                    <a:endCxn id="240" idx="0"/>
                  </p:cNvCxnSpPr>
                  <p:nvPr/>
                </p:nvCxnSpPr>
                <p:spPr>
                  <a:xfrm flipH="1">
                    <a:off x="9197635" y="5449587"/>
                    <a:ext cx="453006" cy="621719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Straight Connector 204">
                    <a:extLst>
                      <a:ext uri="{FF2B5EF4-FFF2-40B4-BE49-F238E27FC236}">
                        <a16:creationId xmlns:a16="http://schemas.microsoft.com/office/drawing/2014/main" id="{26FCBBB7-F447-4EBF-A4D1-504D75CC48DC}"/>
                      </a:ext>
                    </a:extLst>
                  </p:cNvPr>
                  <p:cNvCxnSpPr>
                    <a:cxnSpLocks/>
                    <a:stCxn id="240" idx="0"/>
                    <a:endCxn id="242" idx="1"/>
                  </p:cNvCxnSpPr>
                  <p:nvPr/>
                </p:nvCxnSpPr>
                <p:spPr>
                  <a:xfrm>
                    <a:off x="9197635" y="6071306"/>
                    <a:ext cx="8780" cy="80546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Straight Connector 205">
                    <a:extLst>
                      <a:ext uri="{FF2B5EF4-FFF2-40B4-BE49-F238E27FC236}">
                        <a16:creationId xmlns:a16="http://schemas.microsoft.com/office/drawing/2014/main" id="{FF8F14C2-8A81-49E7-BDB7-87F203914ECB}"/>
                      </a:ext>
                    </a:extLst>
                  </p:cNvPr>
                  <p:cNvCxnSpPr>
                    <a:cxnSpLocks/>
                    <a:stCxn id="242" idx="1"/>
                    <a:endCxn id="242" idx="0"/>
                  </p:cNvCxnSpPr>
                  <p:nvPr/>
                </p:nvCxnSpPr>
                <p:spPr>
                  <a:xfrm>
                    <a:off x="9206415" y="6876768"/>
                    <a:ext cx="450152" cy="623789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7" name="Straight Connector 206">
                    <a:extLst>
                      <a:ext uri="{FF2B5EF4-FFF2-40B4-BE49-F238E27FC236}">
                        <a16:creationId xmlns:a16="http://schemas.microsoft.com/office/drawing/2014/main" id="{6EE7752A-CA18-476E-8D06-D65BAFFB3970}"/>
                      </a:ext>
                    </a:extLst>
                  </p:cNvPr>
                  <p:cNvCxnSpPr>
                    <a:cxnSpLocks/>
                    <a:stCxn id="242" idx="0"/>
                    <a:endCxn id="242" idx="3"/>
                  </p:cNvCxnSpPr>
                  <p:nvPr/>
                </p:nvCxnSpPr>
                <p:spPr>
                  <a:xfrm>
                    <a:off x="9656567" y="7500557"/>
                    <a:ext cx="729826" cy="243115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2BB84B02-AC6B-4118-B320-EBEF03E96F73}"/>
                      </a:ext>
                    </a:extLst>
                  </p:cNvPr>
                  <p:cNvCxnSpPr>
                    <a:cxnSpLocks/>
                    <a:stCxn id="242" idx="3"/>
                    <a:endCxn id="264" idx="0"/>
                  </p:cNvCxnSpPr>
                  <p:nvPr/>
                </p:nvCxnSpPr>
                <p:spPr>
                  <a:xfrm>
                    <a:off x="10386393" y="7743672"/>
                    <a:ext cx="507200" cy="656517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208">
                    <a:extLst>
                      <a:ext uri="{FF2B5EF4-FFF2-40B4-BE49-F238E27FC236}">
                        <a16:creationId xmlns:a16="http://schemas.microsoft.com/office/drawing/2014/main" id="{131B5845-246C-4A54-B82D-84499A9E450E}"/>
                      </a:ext>
                    </a:extLst>
                  </p:cNvPr>
                  <p:cNvCxnSpPr>
                    <a:cxnSpLocks/>
                    <a:stCxn id="264" idx="0"/>
                    <a:endCxn id="266" idx="1"/>
                  </p:cNvCxnSpPr>
                  <p:nvPr/>
                </p:nvCxnSpPr>
                <p:spPr>
                  <a:xfrm>
                    <a:off x="10893593" y="8400189"/>
                    <a:ext cx="768753" cy="24055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749BE84D-5E4C-4A56-9F5E-B56A7ADDC4D7}"/>
                      </a:ext>
                    </a:extLst>
                  </p:cNvPr>
                  <p:cNvCxnSpPr>
                    <a:cxnSpLocks/>
                    <a:stCxn id="260" idx="1"/>
                    <a:endCxn id="258" idx="0"/>
                  </p:cNvCxnSpPr>
                  <p:nvPr/>
                </p:nvCxnSpPr>
                <p:spPr>
                  <a:xfrm flipH="1">
                    <a:off x="13618622" y="6843753"/>
                    <a:ext cx="466335" cy="656793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" name="Straight Connector 210">
                    <a:extLst>
                      <a:ext uri="{FF2B5EF4-FFF2-40B4-BE49-F238E27FC236}">
                        <a16:creationId xmlns:a16="http://schemas.microsoft.com/office/drawing/2014/main" id="{4194D0C3-57AC-4D21-80DD-4F07AA12E9C6}"/>
                      </a:ext>
                    </a:extLst>
                  </p:cNvPr>
                  <p:cNvCxnSpPr>
                    <a:cxnSpLocks/>
                    <a:stCxn id="258" idx="1"/>
                    <a:endCxn id="258" idx="0"/>
                  </p:cNvCxnSpPr>
                  <p:nvPr/>
                </p:nvCxnSpPr>
                <p:spPr>
                  <a:xfrm flipV="1">
                    <a:off x="12886694" y="7500546"/>
                    <a:ext cx="731928" cy="236711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78D6A10B-DE53-4725-99D1-92A8FD579C1B}"/>
                      </a:ext>
                    </a:extLst>
                  </p:cNvPr>
                  <p:cNvCxnSpPr>
                    <a:cxnSpLocks/>
                    <a:stCxn id="258" idx="1"/>
                    <a:endCxn id="266" idx="0"/>
                  </p:cNvCxnSpPr>
                  <p:nvPr/>
                </p:nvCxnSpPr>
                <p:spPr>
                  <a:xfrm flipH="1">
                    <a:off x="12394709" y="7737257"/>
                    <a:ext cx="491985" cy="668125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760993AF-B97C-4488-AB8B-20934F282144}"/>
                      </a:ext>
                    </a:extLst>
                  </p:cNvPr>
                  <p:cNvCxnSpPr>
                    <a:cxnSpLocks/>
                    <a:stCxn id="266" idx="1"/>
                    <a:endCxn id="266" idx="0"/>
                  </p:cNvCxnSpPr>
                  <p:nvPr/>
                </p:nvCxnSpPr>
                <p:spPr>
                  <a:xfrm flipV="1">
                    <a:off x="11662346" y="8405382"/>
                    <a:ext cx="732363" cy="235359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Straight Connector 213">
                    <a:extLst>
                      <a:ext uri="{FF2B5EF4-FFF2-40B4-BE49-F238E27FC236}">
                        <a16:creationId xmlns:a16="http://schemas.microsoft.com/office/drawing/2014/main" id="{088198D7-95CC-4BA0-82AB-E82800B8848C}"/>
                      </a:ext>
                    </a:extLst>
                  </p:cNvPr>
                  <p:cNvCxnSpPr>
                    <a:cxnSpLocks/>
                    <a:stCxn id="250" idx="3"/>
                    <a:endCxn id="250" idx="0"/>
                  </p:cNvCxnSpPr>
                  <p:nvPr/>
                </p:nvCxnSpPr>
                <p:spPr>
                  <a:xfrm flipV="1">
                    <a:off x="11666033" y="4013396"/>
                    <a:ext cx="273" cy="749156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Straight Connector 214">
                    <a:extLst>
                      <a:ext uri="{FF2B5EF4-FFF2-40B4-BE49-F238E27FC236}">
                        <a16:creationId xmlns:a16="http://schemas.microsoft.com/office/drawing/2014/main" id="{64C5AFAD-8915-421B-8776-017E139ED098}"/>
                      </a:ext>
                    </a:extLst>
                  </p:cNvPr>
                  <p:cNvCxnSpPr>
                    <a:cxnSpLocks/>
                    <a:stCxn id="252" idx="2"/>
                    <a:endCxn id="254" idx="1"/>
                  </p:cNvCxnSpPr>
                  <p:nvPr/>
                </p:nvCxnSpPr>
                <p:spPr>
                  <a:xfrm flipH="1" flipV="1">
                    <a:off x="13147499" y="3986408"/>
                    <a:ext cx="30793" cy="790887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Straight Connector 215">
                    <a:extLst>
                      <a:ext uri="{FF2B5EF4-FFF2-40B4-BE49-F238E27FC236}">
                        <a16:creationId xmlns:a16="http://schemas.microsoft.com/office/drawing/2014/main" id="{24676702-6168-44F4-907D-55E22DE7246E}"/>
                      </a:ext>
                    </a:extLst>
                  </p:cNvPr>
                  <p:cNvCxnSpPr>
                    <a:cxnSpLocks/>
                    <a:stCxn id="253" idx="2"/>
                    <a:endCxn id="250" idx="3"/>
                  </p:cNvCxnSpPr>
                  <p:nvPr/>
                </p:nvCxnSpPr>
                <p:spPr>
                  <a:xfrm flipH="1" flipV="1">
                    <a:off x="11666033" y="4762552"/>
                    <a:ext cx="736904" cy="27149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A6C89A4E-3443-4696-B92E-7C3970ACBAB4}"/>
                      </a:ext>
                    </a:extLst>
                  </p:cNvPr>
                  <p:cNvCxnSpPr>
                    <a:cxnSpLocks/>
                    <a:stCxn id="252" idx="2"/>
                    <a:endCxn id="253" idx="2"/>
                  </p:cNvCxnSpPr>
                  <p:nvPr/>
                </p:nvCxnSpPr>
                <p:spPr>
                  <a:xfrm flipH="1">
                    <a:off x="12402937" y="4777295"/>
                    <a:ext cx="775355" cy="256749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217">
                    <a:extLst>
                      <a:ext uri="{FF2B5EF4-FFF2-40B4-BE49-F238E27FC236}">
                        <a16:creationId xmlns:a16="http://schemas.microsoft.com/office/drawing/2014/main" id="{2BFC1691-91DB-4225-9F8A-1589A1D2EFB4}"/>
                      </a:ext>
                    </a:extLst>
                  </p:cNvPr>
                  <p:cNvCxnSpPr>
                    <a:cxnSpLocks/>
                    <a:stCxn id="249" idx="0"/>
                    <a:endCxn id="259" idx="1"/>
                  </p:cNvCxnSpPr>
                  <p:nvPr/>
                </p:nvCxnSpPr>
                <p:spPr>
                  <a:xfrm flipH="1">
                    <a:off x="12860122" y="5422020"/>
                    <a:ext cx="744989" cy="268098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A65F81F2-D2C5-482E-93D9-262C072560CB}"/>
                      </a:ext>
                    </a:extLst>
                  </p:cNvPr>
                  <p:cNvCxnSpPr>
                    <a:cxnSpLocks/>
                    <a:stCxn id="256" idx="3"/>
                    <a:endCxn id="259" idx="0"/>
                  </p:cNvCxnSpPr>
                  <p:nvPr/>
                </p:nvCxnSpPr>
                <p:spPr>
                  <a:xfrm flipH="1">
                    <a:off x="12409268" y="5674637"/>
                    <a:ext cx="479734" cy="638763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0" name="Straight Connector 219">
                    <a:extLst>
                      <a:ext uri="{FF2B5EF4-FFF2-40B4-BE49-F238E27FC236}">
                        <a16:creationId xmlns:a16="http://schemas.microsoft.com/office/drawing/2014/main" id="{62401B7F-317C-40EB-984B-D4A3C72450F8}"/>
                      </a:ext>
                    </a:extLst>
                  </p:cNvPr>
                  <p:cNvCxnSpPr>
                    <a:cxnSpLocks/>
                    <a:stCxn id="259" idx="0"/>
                    <a:endCxn id="259" idx="3"/>
                  </p:cNvCxnSpPr>
                  <p:nvPr/>
                </p:nvCxnSpPr>
                <p:spPr>
                  <a:xfrm flipH="1">
                    <a:off x="12407660" y="6313400"/>
                    <a:ext cx="1608" cy="76925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D93E6E4F-EA0D-4BF6-8B89-142B62F02041}"/>
                      </a:ext>
                    </a:extLst>
                  </p:cNvPr>
                  <p:cNvCxnSpPr>
                    <a:cxnSpLocks/>
                    <a:stCxn id="259" idx="3"/>
                    <a:endCxn id="255" idx="0"/>
                  </p:cNvCxnSpPr>
                  <p:nvPr/>
                </p:nvCxnSpPr>
                <p:spPr>
                  <a:xfrm>
                    <a:off x="12407660" y="7082652"/>
                    <a:ext cx="453360" cy="639945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12BB52F5-6EA2-4575-8DCE-620400265F2B}"/>
                      </a:ext>
                    </a:extLst>
                  </p:cNvPr>
                  <p:cNvCxnSpPr>
                    <a:cxnSpLocks/>
                    <a:stCxn id="253" idx="0"/>
                    <a:endCxn id="259" idx="1"/>
                  </p:cNvCxnSpPr>
                  <p:nvPr/>
                </p:nvCxnSpPr>
                <p:spPr>
                  <a:xfrm>
                    <a:off x="12125287" y="5416196"/>
                    <a:ext cx="734835" cy="27392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B019474E-158E-46F1-9864-05AA9C9C80E6}"/>
                      </a:ext>
                    </a:extLst>
                  </p:cNvPr>
                  <p:cNvCxnSpPr>
                    <a:cxnSpLocks/>
                    <a:stCxn id="270" idx="0"/>
                    <a:endCxn id="253" idx="0"/>
                  </p:cNvCxnSpPr>
                  <p:nvPr/>
                </p:nvCxnSpPr>
                <p:spPr>
                  <a:xfrm flipV="1">
                    <a:off x="11613074" y="5416196"/>
                    <a:ext cx="512213" cy="640028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Straight Connector 223">
                    <a:extLst>
                      <a:ext uri="{FF2B5EF4-FFF2-40B4-BE49-F238E27FC236}">
                        <a16:creationId xmlns:a16="http://schemas.microsoft.com/office/drawing/2014/main" id="{1863AC91-7401-42DF-B8F5-8D8B139A671D}"/>
                      </a:ext>
                    </a:extLst>
                  </p:cNvPr>
                  <p:cNvCxnSpPr>
                    <a:cxnSpLocks/>
                    <a:stCxn id="272" idx="3"/>
                    <a:endCxn id="270" idx="0"/>
                  </p:cNvCxnSpPr>
                  <p:nvPr/>
                </p:nvCxnSpPr>
                <p:spPr>
                  <a:xfrm flipV="1">
                    <a:off x="10909886" y="6056224"/>
                    <a:ext cx="703188" cy="267421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6869194F-2CA0-4630-BB01-C96E1A0AAA77}"/>
                      </a:ext>
                    </a:extLst>
                  </p:cNvPr>
                  <p:cNvCxnSpPr>
                    <a:cxnSpLocks/>
                    <a:stCxn id="241" idx="3"/>
                    <a:endCxn id="247" idx="2"/>
                  </p:cNvCxnSpPr>
                  <p:nvPr/>
                </p:nvCxnSpPr>
                <p:spPr>
                  <a:xfrm flipV="1">
                    <a:off x="10422955" y="5038670"/>
                    <a:ext cx="460132" cy="658933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247BEAC9-4344-480A-9F20-0ED9FBF24183}"/>
                      </a:ext>
                    </a:extLst>
                  </p:cNvPr>
                  <p:cNvCxnSpPr>
                    <a:cxnSpLocks/>
                    <a:stCxn id="247" idx="2"/>
                    <a:endCxn id="246" idx="2"/>
                  </p:cNvCxnSpPr>
                  <p:nvPr/>
                </p:nvCxnSpPr>
                <p:spPr>
                  <a:xfrm flipH="1" flipV="1">
                    <a:off x="10878502" y="4221925"/>
                    <a:ext cx="4585" cy="816745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7" name="Straight Connector 226">
                    <a:extLst>
                      <a:ext uri="{FF2B5EF4-FFF2-40B4-BE49-F238E27FC236}">
                        <a16:creationId xmlns:a16="http://schemas.microsoft.com/office/drawing/2014/main" id="{0A3569DE-C0DA-4C2B-AE89-00260D953089}"/>
                      </a:ext>
                    </a:extLst>
                  </p:cNvPr>
                  <p:cNvCxnSpPr>
                    <a:cxnSpLocks/>
                    <a:stCxn id="272" idx="3"/>
                    <a:endCxn id="241" idx="3"/>
                  </p:cNvCxnSpPr>
                  <p:nvPr/>
                </p:nvCxnSpPr>
                <p:spPr>
                  <a:xfrm flipH="1" flipV="1">
                    <a:off x="10422955" y="5697603"/>
                    <a:ext cx="486931" cy="62604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EA1A87A2-4E72-49D5-A6E6-9B8345D717E9}"/>
                      </a:ext>
                    </a:extLst>
                  </p:cNvPr>
                  <p:cNvCxnSpPr>
                    <a:cxnSpLocks/>
                    <a:stCxn id="265" idx="2"/>
                    <a:endCxn id="263" idx="3"/>
                  </p:cNvCxnSpPr>
                  <p:nvPr/>
                </p:nvCxnSpPr>
                <p:spPr>
                  <a:xfrm>
                    <a:off x="11648924" y="7355543"/>
                    <a:ext cx="438946" cy="634765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9" name="Straight Connector 228">
                    <a:extLst>
                      <a:ext uri="{FF2B5EF4-FFF2-40B4-BE49-F238E27FC236}">
                        <a16:creationId xmlns:a16="http://schemas.microsoft.com/office/drawing/2014/main" id="{6BC7A3C7-3594-4955-BD18-CE85A3C6ADD4}"/>
                      </a:ext>
                    </a:extLst>
                  </p:cNvPr>
                  <p:cNvCxnSpPr>
                    <a:cxnSpLocks/>
                    <a:stCxn id="263" idx="3"/>
                    <a:endCxn id="266" idx="1"/>
                  </p:cNvCxnSpPr>
                  <p:nvPr/>
                </p:nvCxnSpPr>
                <p:spPr>
                  <a:xfrm flipH="1">
                    <a:off x="11662346" y="7990308"/>
                    <a:ext cx="425524" cy="650433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51909200-2C3C-4264-AEF9-AE1A43758A5E}"/>
                      </a:ext>
                    </a:extLst>
                  </p:cNvPr>
                  <p:cNvCxnSpPr>
                    <a:cxnSpLocks/>
                    <a:endCxn id="246" idx="3"/>
                  </p:cNvCxnSpPr>
                  <p:nvPr/>
                </p:nvCxnSpPr>
                <p:spPr>
                  <a:xfrm flipH="1" flipV="1">
                    <a:off x="10147224" y="3983212"/>
                    <a:ext cx="729364" cy="250222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CC6BBA80-FD87-4555-96C2-49746B74B939}"/>
                      </a:ext>
                    </a:extLst>
                  </p:cNvPr>
                  <p:cNvCxnSpPr>
                    <a:cxnSpLocks/>
                    <a:stCxn id="255" idx="3"/>
                    <a:endCxn id="265" idx="2"/>
                  </p:cNvCxnSpPr>
                  <p:nvPr/>
                </p:nvCxnSpPr>
                <p:spPr>
                  <a:xfrm flipH="1">
                    <a:off x="11648924" y="7116677"/>
                    <a:ext cx="771531" cy="238866"/>
                  </a:xfrm>
                  <a:prstGeom prst="line">
                    <a:avLst/>
                  </a:prstGeom>
                  <a:grpFill/>
                  <a:ln w="57150" cap="rnd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356617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58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19</cp:revision>
  <dcterms:created xsi:type="dcterms:W3CDTF">2020-08-10T21:21:05Z</dcterms:created>
  <dcterms:modified xsi:type="dcterms:W3CDTF">2020-08-11T10:07:46Z</dcterms:modified>
</cp:coreProperties>
</file>